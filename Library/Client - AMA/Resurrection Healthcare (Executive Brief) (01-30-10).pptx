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1"/>
  </p:notesMasterIdLst>
  <p:handoutMasterIdLst>
    <p:handoutMasterId r:id="rId32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15" r:id="rId29"/>
    <p:sldId id="316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Resurrection Healthcare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68810453-4A7A-4774-B5EA-E4D728C80C53}" type="presOf" srcId="{EE35D43F-75DA-4C1D-B18E-0A2B36E11905}" destId="{5B588B2C-778A-4A6C-99ED-675214BD35D9}" srcOrd="0" destOrd="0" presId="urn:microsoft.com/office/officeart/2005/8/layout/hierarchy2"/>
    <dgm:cxn modelId="{1EE7E601-87FA-4AA7-8555-B64292DBED89}" type="presOf" srcId="{F6D6D062-0F29-43D9-A253-0507B9B54260}" destId="{9D95555D-5936-4E8D-ACCB-27506019A7EE}" srcOrd="0" destOrd="0" presId="urn:microsoft.com/office/officeart/2005/8/layout/hierarchy2"/>
    <dgm:cxn modelId="{E4A92D58-C784-4712-85A1-28A6C82E74D2}" type="presOf" srcId="{56AB42C8-AEDA-4139-81B8-5FC1925CA6AF}" destId="{C13C761C-FDB7-4C58-AC79-3E3F3AC41CE2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9F8C440C-5917-4D14-A1A3-4B724DC333CD}" type="presOf" srcId="{56AB42C8-AEDA-4139-81B8-5FC1925CA6AF}" destId="{49B62DDC-7D71-41F5-9961-87B79376FDAD}" srcOrd="1" destOrd="0" presId="urn:microsoft.com/office/officeart/2005/8/layout/hierarchy2"/>
    <dgm:cxn modelId="{FE422B23-8C08-49D5-A736-1FC1A82864E6}" type="presOf" srcId="{E517D0C8-4150-4615-8887-6A0CD7D31349}" destId="{00B906A1-C230-4C7F-87C3-1BBBEDCFFADF}" srcOrd="1" destOrd="0" presId="urn:microsoft.com/office/officeart/2005/8/layout/hierarchy2"/>
    <dgm:cxn modelId="{66662AC2-95CC-426A-A8DC-610C2AB99F9C}" type="presOf" srcId="{E399F8D2-F1BA-442F-8EEA-C8CE06BB4545}" destId="{42B6EB2E-4BDA-4467-A06D-099A8A52351F}" srcOrd="1" destOrd="0" presId="urn:microsoft.com/office/officeart/2005/8/layout/hierarchy2"/>
    <dgm:cxn modelId="{C8100F9D-9E44-41A7-A1DD-259DA31CD3B7}" type="presOf" srcId="{B040E5C4-FC0F-4D0C-B085-E5BD63E46C39}" destId="{312713A3-9FC9-4430-A5B9-DDFD3D77C9B9}" srcOrd="0" destOrd="0" presId="urn:microsoft.com/office/officeart/2005/8/layout/hierarchy2"/>
    <dgm:cxn modelId="{43F8B4EC-A1A1-4EC3-A7D5-AA5F0630CD86}" type="presOf" srcId="{E399F8D2-F1BA-442F-8EEA-C8CE06BB4545}" destId="{EDF96D6C-5518-4FC8-9121-428AD6D5675C}" srcOrd="0" destOrd="0" presId="urn:microsoft.com/office/officeart/2005/8/layout/hierarchy2"/>
    <dgm:cxn modelId="{C3F498B6-9B45-4ACE-B207-D570A118F7C4}" type="presOf" srcId="{FCB74BBB-3EE8-44FD-A2C5-EDE672357893}" destId="{96ED2546-A8E8-44B4-A528-BEC1CDB84541}" srcOrd="0" destOrd="0" presId="urn:microsoft.com/office/officeart/2005/8/layout/hierarchy2"/>
    <dgm:cxn modelId="{DFC3F4C1-4DBB-43D8-89BA-9DCF8397CFFB}" type="presOf" srcId="{E517D0C8-4150-4615-8887-6A0CD7D31349}" destId="{99221A49-23D2-46C3-8C8A-FB00E4F562BD}" srcOrd="0" destOrd="0" presId="urn:microsoft.com/office/officeart/2005/8/layout/hierarchy2"/>
    <dgm:cxn modelId="{4B8F70E5-DDD7-4E91-8652-4402CA6FD55A}" type="presOf" srcId="{87C26E61-7C43-4524-969A-B9D6B39E873C}" destId="{A224596F-4C82-45EE-B45F-A7CF519EA4A8}" srcOrd="0" destOrd="0" presId="urn:microsoft.com/office/officeart/2005/8/layout/hierarchy2"/>
    <dgm:cxn modelId="{BE002FC8-B944-435F-A22E-964256561DD3}" type="presParOf" srcId="{312713A3-9FC9-4430-A5B9-DDFD3D77C9B9}" destId="{FD405BD8-4CAC-4A85-8136-A7B714B8B44F}" srcOrd="0" destOrd="0" presId="urn:microsoft.com/office/officeart/2005/8/layout/hierarchy2"/>
    <dgm:cxn modelId="{7EDB3AED-6969-494D-A1E6-83282A7EB80E}" type="presParOf" srcId="{FD405BD8-4CAC-4A85-8136-A7B714B8B44F}" destId="{5B588B2C-778A-4A6C-99ED-675214BD35D9}" srcOrd="0" destOrd="0" presId="urn:microsoft.com/office/officeart/2005/8/layout/hierarchy2"/>
    <dgm:cxn modelId="{727C7496-242C-4C49-8B16-5A351E3BE08F}" type="presParOf" srcId="{FD405BD8-4CAC-4A85-8136-A7B714B8B44F}" destId="{61B9CA6D-C738-4D8C-B9B5-CE4BA2B80D25}" srcOrd="1" destOrd="0" presId="urn:microsoft.com/office/officeart/2005/8/layout/hierarchy2"/>
    <dgm:cxn modelId="{0D33ECB7-3C52-4A57-87DC-F878B1941C7D}" type="presParOf" srcId="{61B9CA6D-C738-4D8C-B9B5-CE4BA2B80D25}" destId="{99221A49-23D2-46C3-8C8A-FB00E4F562BD}" srcOrd="0" destOrd="0" presId="urn:microsoft.com/office/officeart/2005/8/layout/hierarchy2"/>
    <dgm:cxn modelId="{40F3B02B-A2CB-4B1B-87D6-321E541EC4DC}" type="presParOf" srcId="{99221A49-23D2-46C3-8C8A-FB00E4F562BD}" destId="{00B906A1-C230-4C7F-87C3-1BBBEDCFFADF}" srcOrd="0" destOrd="0" presId="urn:microsoft.com/office/officeart/2005/8/layout/hierarchy2"/>
    <dgm:cxn modelId="{C4643796-9F51-4982-A23E-6AE57195525D}" type="presParOf" srcId="{61B9CA6D-C738-4D8C-B9B5-CE4BA2B80D25}" destId="{CA1923FC-CEC8-45A2-A2D1-C8E64F5B18BF}" srcOrd="1" destOrd="0" presId="urn:microsoft.com/office/officeart/2005/8/layout/hierarchy2"/>
    <dgm:cxn modelId="{84883445-808F-4B83-849F-5454012B31C5}" type="presParOf" srcId="{CA1923FC-CEC8-45A2-A2D1-C8E64F5B18BF}" destId="{9D95555D-5936-4E8D-ACCB-27506019A7EE}" srcOrd="0" destOrd="0" presId="urn:microsoft.com/office/officeart/2005/8/layout/hierarchy2"/>
    <dgm:cxn modelId="{519F9E41-6232-4530-91C7-E1AF991E9303}" type="presParOf" srcId="{CA1923FC-CEC8-45A2-A2D1-C8E64F5B18BF}" destId="{BA122DA3-9E02-4995-A51F-037FD4C01B98}" srcOrd="1" destOrd="0" presId="urn:microsoft.com/office/officeart/2005/8/layout/hierarchy2"/>
    <dgm:cxn modelId="{D37B5EA7-9BAF-41FC-9790-345D663EA239}" type="presParOf" srcId="{61B9CA6D-C738-4D8C-B9B5-CE4BA2B80D25}" destId="{EDF96D6C-5518-4FC8-9121-428AD6D5675C}" srcOrd="2" destOrd="0" presId="urn:microsoft.com/office/officeart/2005/8/layout/hierarchy2"/>
    <dgm:cxn modelId="{8FC29B9F-AA92-4D37-86CE-FFA54437A61A}" type="presParOf" srcId="{EDF96D6C-5518-4FC8-9121-428AD6D5675C}" destId="{42B6EB2E-4BDA-4467-A06D-099A8A52351F}" srcOrd="0" destOrd="0" presId="urn:microsoft.com/office/officeart/2005/8/layout/hierarchy2"/>
    <dgm:cxn modelId="{D7DFEB2D-E9F8-4719-BBC6-73234DFFBDC0}" type="presParOf" srcId="{61B9CA6D-C738-4D8C-B9B5-CE4BA2B80D25}" destId="{FDD2A712-0D9E-4B6C-8BE6-93597BCF349B}" srcOrd="3" destOrd="0" presId="urn:microsoft.com/office/officeart/2005/8/layout/hierarchy2"/>
    <dgm:cxn modelId="{47731793-7A6A-4D11-980F-130481A68964}" type="presParOf" srcId="{FDD2A712-0D9E-4B6C-8BE6-93597BCF349B}" destId="{A224596F-4C82-45EE-B45F-A7CF519EA4A8}" srcOrd="0" destOrd="0" presId="urn:microsoft.com/office/officeart/2005/8/layout/hierarchy2"/>
    <dgm:cxn modelId="{D1E6A99B-8348-468D-ADB9-09F5504469B6}" type="presParOf" srcId="{FDD2A712-0D9E-4B6C-8BE6-93597BCF349B}" destId="{0CDE09AA-A28B-4F76-A741-B7DAC5CDB719}" srcOrd="1" destOrd="0" presId="urn:microsoft.com/office/officeart/2005/8/layout/hierarchy2"/>
    <dgm:cxn modelId="{E2AB1F4D-EA53-4835-85D4-D7FB7045D0D8}" type="presParOf" srcId="{0CDE09AA-A28B-4F76-A741-B7DAC5CDB719}" destId="{C13C761C-FDB7-4C58-AC79-3E3F3AC41CE2}" srcOrd="0" destOrd="0" presId="urn:microsoft.com/office/officeart/2005/8/layout/hierarchy2"/>
    <dgm:cxn modelId="{8DC96C49-A143-4CFA-8BDF-26279DF13A72}" type="presParOf" srcId="{C13C761C-FDB7-4C58-AC79-3E3F3AC41CE2}" destId="{49B62DDC-7D71-41F5-9961-87B79376FDAD}" srcOrd="0" destOrd="0" presId="urn:microsoft.com/office/officeart/2005/8/layout/hierarchy2"/>
    <dgm:cxn modelId="{66C02DF9-E5DA-4051-A76E-47BB007FD9BE}" type="presParOf" srcId="{0CDE09AA-A28B-4F76-A741-B7DAC5CDB719}" destId="{ED573D52-A02B-4D9D-A247-50B043364F41}" srcOrd="1" destOrd="0" presId="urn:microsoft.com/office/officeart/2005/8/layout/hierarchy2"/>
    <dgm:cxn modelId="{CA959BF4-E960-43A4-9260-1979288235D5}" type="presParOf" srcId="{ED573D52-A02B-4D9D-A247-50B043364F41}" destId="{96ED2546-A8E8-44B4-A528-BEC1CDB84541}" srcOrd="0" destOrd="0" presId="urn:microsoft.com/office/officeart/2005/8/layout/hierarchy2"/>
    <dgm:cxn modelId="{FA56B0AD-7296-46E2-86D8-2FB9AF8EE589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Emotional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229D2196-7F93-467D-A131-B25BE93029F5}" type="presOf" srcId="{7B17AD55-E82C-4161-9250-F380070AFC6C}" destId="{D0A31A71-B649-4AC6-8143-0AC510058062}" srcOrd="0" destOrd="0" presId="urn:microsoft.com/office/officeart/2005/8/layout/orgChart1"/>
    <dgm:cxn modelId="{0079978C-57F2-4852-B376-9F654A1CEE13}" type="presOf" srcId="{7AE75C9B-663A-49C3-9090-C9FE51505502}" destId="{1A3B47FA-19BE-4C28-AA39-DEF6EE241C63}" srcOrd="0" destOrd="0" presId="urn:microsoft.com/office/officeart/2005/8/layout/orgChart1"/>
    <dgm:cxn modelId="{795F692E-08EA-4FF9-9411-4B33A40C6D17}" type="presOf" srcId="{ECC716B4-6A10-4A2A-AEB3-7A9FD558F8BB}" destId="{14C86C81-4FE4-480E-980D-18C3FB76BE51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CC1192D7-5CCB-4F65-B2D5-E325F6FAD0AC}" type="presOf" srcId="{431528C5-CF53-4A1D-8A47-C98D931A5529}" destId="{779FB35C-C758-411D-B204-CE5F2211EE37}" srcOrd="1" destOrd="0" presId="urn:microsoft.com/office/officeart/2005/8/layout/orgChart1"/>
    <dgm:cxn modelId="{4CCB6971-0253-40E1-B0B7-48190360645F}" type="presOf" srcId="{BE530E60-1B3E-410F-A24C-1B7D9CFF6A6E}" destId="{9B60ACD1-DE0B-4559-9F80-60E1E1021922}" srcOrd="0" destOrd="0" presId="urn:microsoft.com/office/officeart/2005/8/layout/orgChart1"/>
    <dgm:cxn modelId="{34D877B5-69AF-43A7-8211-751FAC99494E}" type="presOf" srcId="{3D967A41-F98C-4E19-BDD7-9112534878CF}" destId="{FA868281-0064-4411-9BD8-852208C1AE42}" srcOrd="1" destOrd="0" presId="urn:microsoft.com/office/officeart/2005/8/layout/orgChart1"/>
    <dgm:cxn modelId="{4800350D-391C-44AD-9A36-141E4E4E6B57}" type="presOf" srcId="{5D11CCF1-D51D-4F67-858D-700810CFA9CA}" destId="{C74A82DD-C746-4C8D-B642-AD3A7E0F235C}" srcOrd="0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7BB84C7F-DD62-470A-AB09-A452660DBBF1}" type="presOf" srcId="{5511B73E-713F-4378-80E5-7B063801BD36}" destId="{6A61DE18-CF37-4D60-A64A-55E13FF2975B}" srcOrd="0" destOrd="0" presId="urn:microsoft.com/office/officeart/2005/8/layout/orgChart1"/>
    <dgm:cxn modelId="{9DC57E38-664A-4EAA-81ED-BEC421D5AF0E}" type="presOf" srcId="{5D11CCF1-D51D-4F67-858D-700810CFA9CA}" destId="{5AC22680-45AD-46F1-BD44-8525827000BB}" srcOrd="1" destOrd="0" presId="urn:microsoft.com/office/officeart/2005/8/layout/orgChart1"/>
    <dgm:cxn modelId="{2778A91D-866D-486D-9F4F-1FA42F41C9E7}" type="presOf" srcId="{065E50EE-174F-4920-9465-73DB09355610}" destId="{822E4991-88C5-4BB4-B3CD-D5E3DFD30906}" srcOrd="0" destOrd="0" presId="urn:microsoft.com/office/officeart/2005/8/layout/orgChart1"/>
    <dgm:cxn modelId="{7BC9512F-2F94-4BCD-8F60-B62BD9C5B40E}" type="presOf" srcId="{ECC716B4-6A10-4A2A-AEB3-7A9FD558F8BB}" destId="{EB1956E8-6F63-4F23-AAA1-F0949254C9B9}" srcOrd="1" destOrd="0" presId="urn:microsoft.com/office/officeart/2005/8/layout/orgChart1"/>
    <dgm:cxn modelId="{00F8F61E-9D2A-4B24-B518-AEC6190007E6}" type="presOf" srcId="{A3F111BD-055F-4B32-BD0A-D954171C59AC}" destId="{3B55B403-1D7E-4286-A320-8654E0D1367D}" srcOrd="0" destOrd="0" presId="urn:microsoft.com/office/officeart/2005/8/layout/orgChart1"/>
    <dgm:cxn modelId="{E2E9BB50-7DB0-43B3-A94E-095C4A4CDC1F}" type="presOf" srcId="{096283A5-E4F5-472C-AB85-A6D908DC7A01}" destId="{71FDE94A-3025-47B7-A06B-5A75B5552B9D}" srcOrd="0" destOrd="0" presId="urn:microsoft.com/office/officeart/2005/8/layout/orgChart1"/>
    <dgm:cxn modelId="{884FC0FC-14F5-483F-82FB-A99B72448FB1}" type="presOf" srcId="{D2692AC5-8A2F-46F0-A4C4-F3204574C0D3}" destId="{6C30AE64-1956-4B7D-A94D-2FAE3BA9506F}" srcOrd="0" destOrd="0" presId="urn:microsoft.com/office/officeart/2005/8/layout/orgChart1"/>
    <dgm:cxn modelId="{56F209F8-A902-4349-BF5A-0338F16D8904}" type="presOf" srcId="{9471224B-D570-4FA7-96E6-47CA7E920111}" destId="{97DC2324-5F33-495E-B6D2-8FC8CE891018}" srcOrd="0" destOrd="0" presId="urn:microsoft.com/office/officeart/2005/8/layout/orgChart1"/>
    <dgm:cxn modelId="{26BC8429-668F-4303-B9BF-231D0AA69E9B}" type="presOf" srcId="{F9586BED-9214-4194-AC8F-622781CA997D}" destId="{08E7CBA8-5725-4AF6-BCB8-9CC337D8551C}" srcOrd="1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B326A149-68B5-4015-9C48-5932E7E5C855}" type="presOf" srcId="{9471224B-D570-4FA7-96E6-47CA7E920111}" destId="{7B4E9BCC-0C5F-46C3-8BD5-DA5A31319FFC}" srcOrd="1" destOrd="0" presId="urn:microsoft.com/office/officeart/2005/8/layout/orgChart1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1FABDAD3-D31D-40C2-B615-58CB4630FEB7}" type="presOf" srcId="{431528C5-CF53-4A1D-8A47-C98D931A5529}" destId="{4D58F9F5-8C28-45E6-9400-5555E1334B27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75003449-5555-478A-B39C-F12577AEC839}" type="presOf" srcId="{7B17AD55-E82C-4161-9250-F380070AFC6C}" destId="{11814280-2E56-4A87-9E52-FAC1E210F2D7}" srcOrd="1" destOrd="0" presId="urn:microsoft.com/office/officeart/2005/8/layout/orgChart1"/>
    <dgm:cxn modelId="{11893D55-FD4B-4657-93A7-A6D0930A6364}" type="presOf" srcId="{F9586BED-9214-4194-AC8F-622781CA997D}" destId="{50F76F5E-247A-4091-818E-AFA631A17791}" srcOrd="0" destOrd="0" presId="urn:microsoft.com/office/officeart/2005/8/layout/orgChart1"/>
    <dgm:cxn modelId="{CEC3EB10-2FB9-41E5-9A47-843B57E1B3A4}" type="presOf" srcId="{0D39E264-0DF9-4CD6-8A27-DA35B8FDD46D}" destId="{9ECC99C0-7E2F-4674-98A5-133B8C559610}" srcOrd="0" destOrd="0" presId="urn:microsoft.com/office/officeart/2005/8/layout/orgChart1"/>
    <dgm:cxn modelId="{6D2BAEAD-C819-44CF-A258-132AF741733C}" type="presOf" srcId="{5073D332-4DAB-41B6-B1F9-668ABA637EEE}" destId="{51D32821-656B-4848-AE34-3D7D37950E25}" srcOrd="0" destOrd="0" presId="urn:microsoft.com/office/officeart/2005/8/layout/orgChart1"/>
    <dgm:cxn modelId="{7BFBEC30-2428-42A0-B69B-9F9879C7DAF1}" type="presOf" srcId="{3D967A41-F98C-4E19-BDD7-9112534878CF}" destId="{ACE426A9-3789-403F-BF74-FD06D1AC14AD}" srcOrd="0" destOrd="0" presId="urn:microsoft.com/office/officeart/2005/8/layout/orgChart1"/>
    <dgm:cxn modelId="{E55EF53C-7534-49D0-91E6-A20C0957FD5C}" type="presOf" srcId="{BE530E60-1B3E-410F-A24C-1B7D9CFF6A6E}" destId="{A5B3FE69-D520-45FE-AA02-F87FA12C5AB5}" srcOrd="1" destOrd="0" presId="urn:microsoft.com/office/officeart/2005/8/layout/orgChart1"/>
    <dgm:cxn modelId="{FE5EABBD-31A7-4BB0-B9F6-02DDDC64E30E}" type="presParOf" srcId="{9ECC99C0-7E2F-4674-98A5-133B8C559610}" destId="{80BB6833-E837-4AD7-A924-39B2755BDE69}" srcOrd="0" destOrd="0" presId="urn:microsoft.com/office/officeart/2005/8/layout/orgChart1"/>
    <dgm:cxn modelId="{5FD77E3C-6313-48EC-84D2-8831BBDA1347}" type="presParOf" srcId="{80BB6833-E837-4AD7-A924-39B2755BDE69}" destId="{E8223295-FC7F-4533-8BB7-B950C2AADC02}" srcOrd="0" destOrd="0" presId="urn:microsoft.com/office/officeart/2005/8/layout/orgChart1"/>
    <dgm:cxn modelId="{99AA4061-16B2-4A6E-A3B4-7461FB7B06EE}" type="presParOf" srcId="{E8223295-FC7F-4533-8BB7-B950C2AADC02}" destId="{50F76F5E-247A-4091-818E-AFA631A17791}" srcOrd="0" destOrd="0" presId="urn:microsoft.com/office/officeart/2005/8/layout/orgChart1"/>
    <dgm:cxn modelId="{507FE5FD-195B-4079-ACCF-DEDFCB62BDC7}" type="presParOf" srcId="{E8223295-FC7F-4533-8BB7-B950C2AADC02}" destId="{08E7CBA8-5725-4AF6-BCB8-9CC337D8551C}" srcOrd="1" destOrd="0" presId="urn:microsoft.com/office/officeart/2005/8/layout/orgChart1"/>
    <dgm:cxn modelId="{4D3E5AD8-C62A-4A25-B78F-3C190BA1B14D}" type="presParOf" srcId="{80BB6833-E837-4AD7-A924-39B2755BDE69}" destId="{709C8070-8B32-4077-8020-9CBDB9B92152}" srcOrd="1" destOrd="0" presId="urn:microsoft.com/office/officeart/2005/8/layout/orgChart1"/>
    <dgm:cxn modelId="{BB8A2562-8513-45E1-9314-D6B490C9141F}" type="presParOf" srcId="{709C8070-8B32-4077-8020-9CBDB9B92152}" destId="{822E4991-88C5-4BB4-B3CD-D5E3DFD30906}" srcOrd="0" destOrd="0" presId="urn:microsoft.com/office/officeart/2005/8/layout/orgChart1"/>
    <dgm:cxn modelId="{CFB72102-9FD1-49EA-9ED4-8CE78BEADA3C}" type="presParOf" srcId="{709C8070-8B32-4077-8020-9CBDB9B92152}" destId="{33891FFC-1626-4895-9373-2FB1F3D01A94}" srcOrd="1" destOrd="0" presId="urn:microsoft.com/office/officeart/2005/8/layout/orgChart1"/>
    <dgm:cxn modelId="{F9B0202E-9EA5-4E85-AC48-808ABEE6B1A4}" type="presParOf" srcId="{33891FFC-1626-4895-9373-2FB1F3D01A94}" destId="{E2399519-62E8-4CD4-867D-D52D946484D6}" srcOrd="0" destOrd="0" presId="urn:microsoft.com/office/officeart/2005/8/layout/orgChart1"/>
    <dgm:cxn modelId="{B5E99930-00AD-454B-B5DC-45890C0948E5}" type="presParOf" srcId="{E2399519-62E8-4CD4-867D-D52D946484D6}" destId="{D0A31A71-B649-4AC6-8143-0AC510058062}" srcOrd="0" destOrd="0" presId="urn:microsoft.com/office/officeart/2005/8/layout/orgChart1"/>
    <dgm:cxn modelId="{278C5AC7-A10C-46AC-A0D2-F52B4090191A}" type="presParOf" srcId="{E2399519-62E8-4CD4-867D-D52D946484D6}" destId="{11814280-2E56-4A87-9E52-FAC1E210F2D7}" srcOrd="1" destOrd="0" presId="urn:microsoft.com/office/officeart/2005/8/layout/orgChart1"/>
    <dgm:cxn modelId="{5E26B7E2-B33F-4A26-ACA6-F60AE7EF758C}" type="presParOf" srcId="{33891FFC-1626-4895-9373-2FB1F3D01A94}" destId="{0771DB52-3CEB-400F-AC7A-B458B5358437}" srcOrd="1" destOrd="0" presId="urn:microsoft.com/office/officeart/2005/8/layout/orgChart1"/>
    <dgm:cxn modelId="{8F56CF7B-C1DC-467B-AFB8-1868F1E3371E}" type="presParOf" srcId="{0771DB52-3CEB-400F-AC7A-B458B5358437}" destId="{3B55B403-1D7E-4286-A320-8654E0D1367D}" srcOrd="0" destOrd="0" presId="urn:microsoft.com/office/officeart/2005/8/layout/orgChart1"/>
    <dgm:cxn modelId="{3B8DF89A-5A64-4146-99A3-E28E91ABF29C}" type="presParOf" srcId="{0771DB52-3CEB-400F-AC7A-B458B5358437}" destId="{CEB7494B-1CD0-4C23-9A51-9319E52EEA62}" srcOrd="1" destOrd="0" presId="urn:microsoft.com/office/officeart/2005/8/layout/orgChart1"/>
    <dgm:cxn modelId="{4AC62A5A-067B-4E14-A6D5-4F8BA06B2AD2}" type="presParOf" srcId="{CEB7494B-1CD0-4C23-9A51-9319E52EEA62}" destId="{E45F30BC-8C14-4656-A79A-6CDC90A84F63}" srcOrd="0" destOrd="0" presId="urn:microsoft.com/office/officeart/2005/8/layout/orgChart1"/>
    <dgm:cxn modelId="{E9BA61AD-4E32-4F3D-9BDA-4268EB210B29}" type="presParOf" srcId="{E45F30BC-8C14-4656-A79A-6CDC90A84F63}" destId="{ACE426A9-3789-403F-BF74-FD06D1AC14AD}" srcOrd="0" destOrd="0" presId="urn:microsoft.com/office/officeart/2005/8/layout/orgChart1"/>
    <dgm:cxn modelId="{87774E1D-2564-4C0F-91AB-ADD70BEB4091}" type="presParOf" srcId="{E45F30BC-8C14-4656-A79A-6CDC90A84F63}" destId="{FA868281-0064-4411-9BD8-852208C1AE42}" srcOrd="1" destOrd="0" presId="urn:microsoft.com/office/officeart/2005/8/layout/orgChart1"/>
    <dgm:cxn modelId="{25B284D9-9351-4903-8E3E-69AD8A57391A}" type="presParOf" srcId="{CEB7494B-1CD0-4C23-9A51-9319E52EEA62}" destId="{DC1DA5F6-C241-46AA-AF41-EE9EFCA88607}" srcOrd="1" destOrd="0" presId="urn:microsoft.com/office/officeart/2005/8/layout/orgChart1"/>
    <dgm:cxn modelId="{6B7B40B2-BBA7-4DDE-B635-99E2E6297EA3}" type="presParOf" srcId="{CEB7494B-1CD0-4C23-9A51-9319E52EEA62}" destId="{91C128F8-4260-446D-9F19-8902769A58BA}" srcOrd="2" destOrd="0" presId="urn:microsoft.com/office/officeart/2005/8/layout/orgChart1"/>
    <dgm:cxn modelId="{75717CD9-1BA0-4E3B-ADF7-6DDD8F17988A}" type="presParOf" srcId="{0771DB52-3CEB-400F-AC7A-B458B5358437}" destId="{51D32821-656B-4848-AE34-3D7D37950E25}" srcOrd="2" destOrd="0" presId="urn:microsoft.com/office/officeart/2005/8/layout/orgChart1"/>
    <dgm:cxn modelId="{918F7A69-6DBA-4A8B-9493-5260BD6A230D}" type="presParOf" srcId="{0771DB52-3CEB-400F-AC7A-B458B5358437}" destId="{12798926-53D9-4CC3-B273-4ED901147BCA}" srcOrd="3" destOrd="0" presId="urn:microsoft.com/office/officeart/2005/8/layout/orgChart1"/>
    <dgm:cxn modelId="{89184B2D-8C34-4458-B2AC-8BEE229CE125}" type="presParOf" srcId="{12798926-53D9-4CC3-B273-4ED901147BCA}" destId="{607BF48F-A524-4749-B286-C39878E0200F}" srcOrd="0" destOrd="0" presId="urn:microsoft.com/office/officeart/2005/8/layout/orgChart1"/>
    <dgm:cxn modelId="{05E7CF48-E9F3-4B49-94B4-E539EAD4EED3}" type="presParOf" srcId="{607BF48F-A524-4749-B286-C39878E0200F}" destId="{C74A82DD-C746-4C8D-B642-AD3A7E0F235C}" srcOrd="0" destOrd="0" presId="urn:microsoft.com/office/officeart/2005/8/layout/orgChart1"/>
    <dgm:cxn modelId="{7162513C-83D4-46C1-87EE-584BAB1D9D52}" type="presParOf" srcId="{607BF48F-A524-4749-B286-C39878E0200F}" destId="{5AC22680-45AD-46F1-BD44-8525827000BB}" srcOrd="1" destOrd="0" presId="urn:microsoft.com/office/officeart/2005/8/layout/orgChart1"/>
    <dgm:cxn modelId="{6E3023D2-76E1-4CFD-AA9F-80609265C4F6}" type="presParOf" srcId="{12798926-53D9-4CC3-B273-4ED901147BCA}" destId="{706F7EDF-2304-41C9-AA5D-20A0B715A333}" srcOrd="1" destOrd="0" presId="urn:microsoft.com/office/officeart/2005/8/layout/orgChart1"/>
    <dgm:cxn modelId="{D3956582-03B1-46BF-9D1A-146419363026}" type="presParOf" srcId="{12798926-53D9-4CC3-B273-4ED901147BCA}" destId="{DDF9A9F5-4FD5-44F4-B5BE-E71B0289505E}" srcOrd="2" destOrd="0" presId="urn:microsoft.com/office/officeart/2005/8/layout/orgChart1"/>
    <dgm:cxn modelId="{196AE4E3-7782-4C27-8550-1DD56F2F731C}" type="presParOf" srcId="{33891FFC-1626-4895-9373-2FB1F3D01A94}" destId="{8FACB7EA-3BCC-4430-B734-3943F039782C}" srcOrd="2" destOrd="0" presId="urn:microsoft.com/office/officeart/2005/8/layout/orgChart1"/>
    <dgm:cxn modelId="{379C88B3-FEA5-4F98-8FCD-BA692BF1A58A}" type="presParOf" srcId="{709C8070-8B32-4077-8020-9CBDB9B92152}" destId="{1A3B47FA-19BE-4C28-AA39-DEF6EE241C63}" srcOrd="2" destOrd="0" presId="urn:microsoft.com/office/officeart/2005/8/layout/orgChart1"/>
    <dgm:cxn modelId="{3C67FBCC-CE45-4CF7-8D5A-D7DDEF4018E2}" type="presParOf" srcId="{709C8070-8B32-4077-8020-9CBDB9B92152}" destId="{F0B3C45E-DFCE-4392-98FF-5E1983626D84}" srcOrd="3" destOrd="0" presId="urn:microsoft.com/office/officeart/2005/8/layout/orgChart1"/>
    <dgm:cxn modelId="{2A4C1CE9-466C-42E3-9BE3-CB278AEC71E9}" type="presParOf" srcId="{F0B3C45E-DFCE-4392-98FF-5E1983626D84}" destId="{437EB345-8B29-4DEF-9420-6B36B207D45D}" srcOrd="0" destOrd="0" presId="urn:microsoft.com/office/officeart/2005/8/layout/orgChart1"/>
    <dgm:cxn modelId="{77D04DB0-E884-4FFD-B822-6CB15076CB1A}" type="presParOf" srcId="{437EB345-8B29-4DEF-9420-6B36B207D45D}" destId="{4D58F9F5-8C28-45E6-9400-5555E1334B27}" srcOrd="0" destOrd="0" presId="urn:microsoft.com/office/officeart/2005/8/layout/orgChart1"/>
    <dgm:cxn modelId="{8BCCC539-CD95-422A-9BF7-66AF90478BB2}" type="presParOf" srcId="{437EB345-8B29-4DEF-9420-6B36B207D45D}" destId="{779FB35C-C758-411D-B204-CE5F2211EE37}" srcOrd="1" destOrd="0" presId="urn:microsoft.com/office/officeart/2005/8/layout/orgChart1"/>
    <dgm:cxn modelId="{4EFE8320-C6BB-4C0F-963F-B9F7D7F4F350}" type="presParOf" srcId="{F0B3C45E-DFCE-4392-98FF-5E1983626D84}" destId="{B719885C-F283-4167-8B0D-2CBFF01D28DA}" srcOrd="1" destOrd="0" presId="urn:microsoft.com/office/officeart/2005/8/layout/orgChart1"/>
    <dgm:cxn modelId="{FFF1BD4D-BAA5-4736-A097-156E29484B41}" type="presParOf" srcId="{B719885C-F283-4167-8B0D-2CBFF01D28DA}" destId="{6C30AE64-1956-4B7D-A94D-2FAE3BA9506F}" srcOrd="0" destOrd="0" presId="urn:microsoft.com/office/officeart/2005/8/layout/orgChart1"/>
    <dgm:cxn modelId="{8DD14880-9168-4751-97EC-E1BFA2609EF8}" type="presParOf" srcId="{B719885C-F283-4167-8B0D-2CBFF01D28DA}" destId="{100DB131-4457-493F-81E8-EB5205AD16CA}" srcOrd="1" destOrd="0" presId="urn:microsoft.com/office/officeart/2005/8/layout/orgChart1"/>
    <dgm:cxn modelId="{1BEC8D47-01BE-4E98-BFEC-71A32CAC7A78}" type="presParOf" srcId="{100DB131-4457-493F-81E8-EB5205AD16CA}" destId="{98B10BFD-7514-43AC-9D4E-C155EFB881F4}" srcOrd="0" destOrd="0" presId="urn:microsoft.com/office/officeart/2005/8/layout/orgChart1"/>
    <dgm:cxn modelId="{DFD9BF14-1F97-4E0F-B450-5AE41C2AF2EA}" type="presParOf" srcId="{98B10BFD-7514-43AC-9D4E-C155EFB881F4}" destId="{9B60ACD1-DE0B-4559-9F80-60E1E1021922}" srcOrd="0" destOrd="0" presId="urn:microsoft.com/office/officeart/2005/8/layout/orgChart1"/>
    <dgm:cxn modelId="{F92A8425-F0B3-4AE6-9297-68551D8005A6}" type="presParOf" srcId="{98B10BFD-7514-43AC-9D4E-C155EFB881F4}" destId="{A5B3FE69-D520-45FE-AA02-F87FA12C5AB5}" srcOrd="1" destOrd="0" presId="urn:microsoft.com/office/officeart/2005/8/layout/orgChart1"/>
    <dgm:cxn modelId="{AAAFDDF9-F444-4CBF-8240-1A13EBA620FC}" type="presParOf" srcId="{100DB131-4457-493F-81E8-EB5205AD16CA}" destId="{B62F8601-53B3-4045-B73F-85CAB39BBBEF}" srcOrd="1" destOrd="0" presId="urn:microsoft.com/office/officeart/2005/8/layout/orgChart1"/>
    <dgm:cxn modelId="{5D1BC7A3-64E3-4503-B95D-5854DF1920CA}" type="presParOf" srcId="{100DB131-4457-493F-81E8-EB5205AD16CA}" destId="{292A2797-EBBB-496A-84BC-7ED3C2E84F11}" srcOrd="2" destOrd="0" presId="urn:microsoft.com/office/officeart/2005/8/layout/orgChart1"/>
    <dgm:cxn modelId="{80F9B11F-4CBE-48B0-820F-62E26BF47101}" type="presParOf" srcId="{F0B3C45E-DFCE-4392-98FF-5E1983626D84}" destId="{DA116BA1-3618-402E-B34A-CC419B58EE47}" srcOrd="2" destOrd="0" presId="urn:microsoft.com/office/officeart/2005/8/layout/orgChart1"/>
    <dgm:cxn modelId="{5C41EF96-164B-4732-80C2-AF3932A462AC}" type="presParOf" srcId="{709C8070-8B32-4077-8020-9CBDB9B92152}" destId="{71FDE94A-3025-47B7-A06B-5A75B5552B9D}" srcOrd="4" destOrd="0" presId="urn:microsoft.com/office/officeart/2005/8/layout/orgChart1"/>
    <dgm:cxn modelId="{1A6EEB13-61AF-4F45-AEDC-33C3D2DEA3F2}" type="presParOf" srcId="{709C8070-8B32-4077-8020-9CBDB9B92152}" destId="{EA19C4E3-BE8D-4BE0-B02B-90FAB8B21603}" srcOrd="5" destOrd="0" presId="urn:microsoft.com/office/officeart/2005/8/layout/orgChart1"/>
    <dgm:cxn modelId="{A76EF609-5F4C-40C9-9AEC-7E37B28839A7}" type="presParOf" srcId="{EA19C4E3-BE8D-4BE0-B02B-90FAB8B21603}" destId="{69D9EF19-D321-47AC-8207-56C717EE9CC6}" srcOrd="0" destOrd="0" presId="urn:microsoft.com/office/officeart/2005/8/layout/orgChart1"/>
    <dgm:cxn modelId="{B1621A32-7D62-4242-88E1-8EC5886859B1}" type="presParOf" srcId="{69D9EF19-D321-47AC-8207-56C717EE9CC6}" destId="{97DC2324-5F33-495E-B6D2-8FC8CE891018}" srcOrd="0" destOrd="0" presId="urn:microsoft.com/office/officeart/2005/8/layout/orgChart1"/>
    <dgm:cxn modelId="{334B0C67-63BE-4C74-9AB1-1A11ECB14B99}" type="presParOf" srcId="{69D9EF19-D321-47AC-8207-56C717EE9CC6}" destId="{7B4E9BCC-0C5F-46C3-8BD5-DA5A31319FFC}" srcOrd="1" destOrd="0" presId="urn:microsoft.com/office/officeart/2005/8/layout/orgChart1"/>
    <dgm:cxn modelId="{D8F71D11-A50B-407D-9165-C1B3902DED3E}" type="presParOf" srcId="{EA19C4E3-BE8D-4BE0-B02B-90FAB8B21603}" destId="{DE6BB657-62D1-4FF3-ACFB-F4746585946F}" srcOrd="1" destOrd="0" presId="urn:microsoft.com/office/officeart/2005/8/layout/orgChart1"/>
    <dgm:cxn modelId="{CF6D1058-9CF2-4C64-90D5-70270B8E5DD6}" type="presParOf" srcId="{EA19C4E3-BE8D-4BE0-B02B-90FAB8B21603}" destId="{51CEDB48-D9D6-45EE-8557-C40980AE5D58}" srcOrd="2" destOrd="0" presId="urn:microsoft.com/office/officeart/2005/8/layout/orgChart1"/>
    <dgm:cxn modelId="{AEF97678-9886-4CCA-A4F8-DDEF04ED6674}" type="presParOf" srcId="{709C8070-8B32-4077-8020-9CBDB9B92152}" destId="{6A61DE18-CF37-4D60-A64A-55E13FF2975B}" srcOrd="6" destOrd="0" presId="urn:microsoft.com/office/officeart/2005/8/layout/orgChart1"/>
    <dgm:cxn modelId="{1CEF7C6D-A1B5-49A6-AD93-34E66734E3ED}" type="presParOf" srcId="{709C8070-8B32-4077-8020-9CBDB9B92152}" destId="{6E993BEC-7DFB-45C3-9798-4BB31CE7E6C5}" srcOrd="7" destOrd="0" presId="urn:microsoft.com/office/officeart/2005/8/layout/orgChart1"/>
    <dgm:cxn modelId="{D29239AA-A27B-44E8-8D54-8717B69A6BFF}" type="presParOf" srcId="{6E993BEC-7DFB-45C3-9798-4BB31CE7E6C5}" destId="{CB072911-CB3D-4BF9-8404-E5EAB77C7AD4}" srcOrd="0" destOrd="0" presId="urn:microsoft.com/office/officeart/2005/8/layout/orgChart1"/>
    <dgm:cxn modelId="{640413BD-871F-46E9-93B5-B5B39EC41C69}" type="presParOf" srcId="{CB072911-CB3D-4BF9-8404-E5EAB77C7AD4}" destId="{14C86C81-4FE4-480E-980D-18C3FB76BE51}" srcOrd="0" destOrd="0" presId="urn:microsoft.com/office/officeart/2005/8/layout/orgChart1"/>
    <dgm:cxn modelId="{1A3C3159-1137-40BF-AC30-DB0859D25EA7}" type="presParOf" srcId="{CB072911-CB3D-4BF9-8404-E5EAB77C7AD4}" destId="{EB1956E8-6F63-4F23-AAA1-F0949254C9B9}" srcOrd="1" destOrd="0" presId="urn:microsoft.com/office/officeart/2005/8/layout/orgChart1"/>
    <dgm:cxn modelId="{596474DB-5748-4C44-9C0C-7433F004172F}" type="presParOf" srcId="{6E993BEC-7DFB-45C3-9798-4BB31CE7E6C5}" destId="{22C472F8-3949-4F17-B97E-C1ABB57575E1}" srcOrd="1" destOrd="0" presId="urn:microsoft.com/office/officeart/2005/8/layout/orgChart1"/>
    <dgm:cxn modelId="{C844FFCC-AF22-41BA-B774-EBACC300E539}" type="presParOf" srcId="{6E993BEC-7DFB-45C3-9798-4BB31CE7E6C5}" destId="{7155660C-8796-452C-9031-0CBDFACF2F19}" srcOrd="2" destOrd="0" presId="urn:microsoft.com/office/officeart/2005/8/layout/orgChart1"/>
    <dgm:cxn modelId="{12349C12-56B1-4D33-A212-78BA41C51E94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Resurrection Healthcare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A61DE18-CF37-4D60-A64A-55E13FF2975B}">
      <dsp:nvSpPr>
        <dsp:cNvPr id="0" name=""/>
        <dsp:cNvSpPr/>
      </dsp:nvSpPr>
      <dsp:spPr>
        <a:xfrm>
          <a:off x="3505200" y="1435067"/>
          <a:ext cx="2872442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2872442" y="132536"/>
              </a:lnTo>
              <a:lnTo>
                <a:pt x="2872442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DE94A-3025-47B7-A06B-5A75B5552B9D}">
      <dsp:nvSpPr>
        <dsp:cNvPr id="0" name=""/>
        <dsp:cNvSpPr/>
      </dsp:nvSpPr>
      <dsp:spPr>
        <a:xfrm>
          <a:off x="3505200" y="1435067"/>
          <a:ext cx="1345121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1345121" y="132536"/>
              </a:lnTo>
              <a:lnTo>
                <a:pt x="1345121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0AE64-1956-4B7D-A94D-2FAE3BA9506F}">
      <dsp:nvSpPr>
        <dsp:cNvPr id="0" name=""/>
        <dsp:cNvSpPr/>
      </dsp:nvSpPr>
      <dsp:spPr>
        <a:xfrm>
          <a:off x="2091307" y="2596878"/>
          <a:ext cx="310469" cy="80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075"/>
              </a:lnTo>
              <a:lnTo>
                <a:pt x="310469" y="80807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B47FA-19BE-4C28-AA39-DEF6EE241C63}">
      <dsp:nvSpPr>
        <dsp:cNvPr id="0" name=""/>
        <dsp:cNvSpPr/>
      </dsp:nvSpPr>
      <dsp:spPr>
        <a:xfrm>
          <a:off x="2919226" y="1435067"/>
          <a:ext cx="585973" cy="265072"/>
        </a:xfrm>
        <a:custGeom>
          <a:avLst/>
          <a:gdLst/>
          <a:ahLst/>
          <a:cxnLst/>
          <a:rect l="0" t="0" r="0" b="0"/>
          <a:pathLst>
            <a:path>
              <a:moveTo>
                <a:pt x="585973" y="0"/>
              </a:moveTo>
              <a:lnTo>
                <a:pt x="585973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32821-656B-4848-AE34-3D7D37950E25}">
      <dsp:nvSpPr>
        <dsp:cNvPr id="0" name=""/>
        <dsp:cNvSpPr/>
      </dsp:nvSpPr>
      <dsp:spPr>
        <a:xfrm>
          <a:off x="143782" y="2331263"/>
          <a:ext cx="213224" cy="1476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830"/>
              </a:lnTo>
              <a:lnTo>
                <a:pt x="213224" y="147683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B403-1D7E-4286-A320-8654E0D1367D}">
      <dsp:nvSpPr>
        <dsp:cNvPr id="0" name=""/>
        <dsp:cNvSpPr/>
      </dsp:nvSpPr>
      <dsp:spPr>
        <a:xfrm>
          <a:off x="143782" y="2331263"/>
          <a:ext cx="213224" cy="580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634"/>
              </a:lnTo>
              <a:lnTo>
                <a:pt x="213224" y="58063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991-88C5-4BB4-B3CD-D5E3DFD30906}">
      <dsp:nvSpPr>
        <dsp:cNvPr id="0" name=""/>
        <dsp:cNvSpPr/>
      </dsp:nvSpPr>
      <dsp:spPr>
        <a:xfrm>
          <a:off x="712380" y="1435067"/>
          <a:ext cx="2792819" cy="265072"/>
        </a:xfrm>
        <a:custGeom>
          <a:avLst/>
          <a:gdLst/>
          <a:ahLst/>
          <a:cxnLst/>
          <a:rect l="0" t="0" r="0" b="0"/>
          <a:pathLst>
            <a:path>
              <a:moveTo>
                <a:pt x="2792819" y="0"/>
              </a:moveTo>
              <a:lnTo>
                <a:pt x="2792819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6F5E-247A-4091-818E-AFA631A17791}">
      <dsp:nvSpPr>
        <dsp:cNvPr id="0" name=""/>
        <dsp:cNvSpPr/>
      </dsp:nvSpPr>
      <dsp:spPr>
        <a:xfrm>
          <a:off x="2595428" y="803943"/>
          <a:ext cx="181954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Reference Model</a:t>
          </a:r>
          <a:endParaRPr lang="en-US" sz="1600" b="1" kern="1200" dirty="0"/>
        </a:p>
      </dsp:txBody>
      <dsp:txXfrm>
        <a:off x="2595428" y="803943"/>
        <a:ext cx="1819543" cy="631124"/>
      </dsp:txXfrm>
    </dsp:sp>
    <dsp:sp modelId="{D0A31A71-B649-4AC6-8143-0AC510058062}">
      <dsp:nvSpPr>
        <dsp:cNvPr id="0" name=""/>
        <dsp:cNvSpPr/>
      </dsp:nvSpPr>
      <dsp:spPr>
        <a:xfrm>
          <a:off x="1633" y="1700139"/>
          <a:ext cx="142149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Functional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Jobs</a:t>
          </a:r>
          <a:endParaRPr lang="en-US" sz="1500" b="1" kern="1200" dirty="0"/>
        </a:p>
      </dsp:txBody>
      <dsp:txXfrm>
        <a:off x="1633" y="1700139"/>
        <a:ext cx="1421493" cy="631124"/>
      </dsp:txXfrm>
    </dsp:sp>
    <dsp:sp modelId="{ACE426A9-3789-403F-BF74-FD06D1AC14AD}">
      <dsp:nvSpPr>
        <dsp:cNvPr id="0" name=""/>
        <dsp:cNvSpPr/>
      </dsp:nvSpPr>
      <dsp:spPr>
        <a:xfrm>
          <a:off x="357006" y="2596336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Functional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357006" y="2596336"/>
        <a:ext cx="1262248" cy="631124"/>
      </dsp:txXfrm>
    </dsp:sp>
    <dsp:sp modelId="{C74A82DD-C746-4C8D-B642-AD3A7E0F235C}">
      <dsp:nvSpPr>
        <dsp:cNvPr id="0" name=""/>
        <dsp:cNvSpPr/>
      </dsp:nvSpPr>
      <dsp:spPr>
        <a:xfrm>
          <a:off x="357006" y="3492532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Supply Chain Jobs</a:t>
          </a:r>
          <a:endParaRPr lang="en-US" sz="1500" b="1" kern="1200" dirty="0"/>
        </a:p>
      </dsp:txBody>
      <dsp:txXfrm>
        <a:off x="357006" y="3492532"/>
        <a:ext cx="1262248" cy="631124"/>
      </dsp:txXfrm>
    </dsp:sp>
    <dsp:sp modelId="{4D58F9F5-8C28-45E6-9400-5555E1334B27}">
      <dsp:nvSpPr>
        <dsp:cNvPr id="0" name=""/>
        <dsp:cNvSpPr/>
      </dsp:nvSpPr>
      <dsp:spPr>
        <a:xfrm>
          <a:off x="1884327" y="1700139"/>
          <a:ext cx="2069797" cy="896739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Core Functional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Job</a:t>
          </a:r>
          <a:endParaRPr lang="en-US" sz="2000" b="1" kern="1200" dirty="0"/>
        </a:p>
      </dsp:txBody>
      <dsp:txXfrm>
        <a:off x="1884327" y="1700139"/>
        <a:ext cx="2069797" cy="896739"/>
      </dsp:txXfrm>
    </dsp:sp>
    <dsp:sp modelId="{9B60ACD1-DE0B-4559-9F80-60E1E1021922}">
      <dsp:nvSpPr>
        <dsp:cNvPr id="0" name=""/>
        <dsp:cNvSpPr/>
      </dsp:nvSpPr>
      <dsp:spPr>
        <a:xfrm>
          <a:off x="2401777" y="2861951"/>
          <a:ext cx="1590925" cy="1086007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 Steps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&amp;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Outcomes</a:t>
          </a:r>
          <a:endParaRPr lang="en-US" sz="1600" b="1" kern="1200" dirty="0"/>
        </a:p>
      </dsp:txBody>
      <dsp:txXfrm>
        <a:off x="2401777" y="2861951"/>
        <a:ext cx="1590925" cy="1086007"/>
      </dsp:txXfrm>
    </dsp:sp>
    <dsp:sp modelId="{97DC2324-5F33-495E-B6D2-8FC8CE891018}">
      <dsp:nvSpPr>
        <dsp:cNvPr id="0" name=""/>
        <dsp:cNvSpPr/>
      </dsp:nvSpPr>
      <dsp:spPr>
        <a:xfrm>
          <a:off x="421919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Emotional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4219197" y="1700139"/>
        <a:ext cx="1262248" cy="631124"/>
      </dsp:txXfrm>
    </dsp:sp>
    <dsp:sp modelId="{14C86C81-4FE4-480E-980D-18C3FB76BE51}">
      <dsp:nvSpPr>
        <dsp:cNvPr id="0" name=""/>
        <dsp:cNvSpPr/>
      </dsp:nvSpPr>
      <dsp:spPr>
        <a:xfrm>
          <a:off x="574651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Spiritual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5746517" y="1700139"/>
        <a:ext cx="1262248" cy="63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2/11/2010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2/11/2010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http://www.campuscareercenter.com/assets/alliedhealth/resurrectio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124200"/>
            <a:ext cx="2514600" cy="1117600"/>
          </a:xfrm>
          <a:prstGeom prst="rect">
            <a:avLst/>
          </a:prstGeom>
          <a:noFill/>
        </p:spPr>
      </p:pic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Identify opportunities to improve value delivered to patients.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Resurrection Healthcare 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(TBD)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Resurrection Healthcare Senior  Leadership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Jeffrey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Capturing patient-centric outcomes using the Value Driven Measurement (VDM) methodology to identify opportunities to improve existing products &amp; services delivered by Resurrection Healthcare and its member organizations for a job that patients are trying to get done.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Deliverables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Study (used to select scope for the study)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(Interview Plan)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(Desired Outcomes)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(Survey Model)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(Value Measurements)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Presentation with Recommendations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3-4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4-8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study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study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 &amp; review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Note: Exact timelines may vary based on availability of patients during the study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Leadership staff (Director of Operations)</a:t>
            </a:r>
          </a:p>
          <a:p>
            <a:pPr lvl="1"/>
            <a:r>
              <a:rPr lang="en-US" sz="2000" dirty="0" smtClean="0"/>
              <a:t>Physician *</a:t>
            </a:r>
          </a:p>
          <a:p>
            <a:pPr lvl="1"/>
            <a:r>
              <a:rPr lang="en-US" sz="2000" dirty="0" smtClean="0"/>
              <a:t>Director of Nursing *</a:t>
            </a:r>
          </a:p>
          <a:p>
            <a:pPr lvl="1"/>
            <a:r>
              <a:rPr lang="en-US" sz="2000" dirty="0" smtClean="0"/>
              <a:t>Pharmacy *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*   Depending on which areas are involved in the study.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Resurrection Healthcare Sr. Leadership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Team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 smtClean="0">
              <a:latin typeface="+mn-lt"/>
              <a:ea typeface="ＭＳ Ｐゴシック" pitchFamily="-110" charset="-128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Wallk (Lead)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Nurse Practitioner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Resurrection Healthcare Board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Future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543800" cy="406876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en-US" sz="2800" dirty="0" smtClean="0"/>
              <a:t>Establishing an opportunity pipeline</a:t>
            </a:r>
          </a:p>
          <a:p>
            <a:r>
              <a:rPr lang="en-US" sz="2800" dirty="0" smtClean="0"/>
              <a:t>Transition ideas to innovation</a:t>
            </a:r>
          </a:p>
          <a:p>
            <a:r>
              <a:rPr lang="en-US" sz="2800" dirty="0" smtClean="0"/>
              <a:t>Institutionalize the customer focus program </a:t>
            </a:r>
          </a:p>
          <a:p>
            <a:r>
              <a:rPr lang="en-US" sz="2800" dirty="0" smtClean="0"/>
              <a:t>Develop a growth strategy for Resurrection Healthcare &amp; its hospitals</a:t>
            </a:r>
          </a:p>
          <a:p>
            <a:r>
              <a:rPr lang="en-US" sz="2800" dirty="0" smtClean="0"/>
              <a:t>Develop a roadmap of products &amp; services to address the opportunities</a:t>
            </a:r>
          </a:p>
          <a:p>
            <a:endParaRPr lang="en-US" sz="28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Data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00200"/>
            <a:ext cx="7142163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Analysis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95400"/>
            <a:ext cx="7391399" cy="501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29</a:t>
            </a:fld>
            <a:endParaRPr lang="de-DE" dirty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Technical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Operational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solidFill>
            <a:srgbClr val="339966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Strategic</a:t>
            </a:r>
            <a:endParaRPr lang="en-GB" altLang="en-GB" sz="2400" b="1" dirty="0">
              <a:solidFill>
                <a:schemeClr val="bg1"/>
              </a:solidFill>
            </a:endParaRP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Change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Strategic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Business Model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Enterprise Architecture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Quality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Lean &amp; Kaizen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Agility &amp; Scale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Adaptable Design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b="1" dirty="0" smtClean="0">
                <a:solidFill>
                  <a:schemeClr val="accent5">
                    <a:lumMod val="50000"/>
                  </a:schemeClr>
                </a:solidFill>
              </a:rPr>
              <a:t>Driving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Customer Value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Customer Focus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Value Platforms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Investment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Continuous Improvement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Growth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Execution Management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Sustainability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Knowledge Management 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13380</TotalTime>
  <Words>1559</Words>
  <Application>Microsoft Office PowerPoint</Application>
  <PresentationFormat>On-screen Show (4:3)</PresentationFormat>
  <Paragraphs>328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VEG</vt:lpstr>
      <vt:lpstr>Value-Driven  Model for Healthcare 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Slide 11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Future Deliverables</vt:lpstr>
      <vt:lpstr>A few definitions</vt:lpstr>
      <vt:lpstr>What is a Job ?</vt:lpstr>
      <vt:lpstr>What are Outcomes ?</vt:lpstr>
      <vt:lpstr>What is a Job Model ?</vt:lpstr>
      <vt:lpstr>The Job Model</vt:lpstr>
      <vt:lpstr>Quantitative Data from Study</vt:lpstr>
      <vt:lpstr>Quantitative Analysis from Study</vt:lpstr>
      <vt:lpstr>Slide 28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232</cp:revision>
  <dcterms:created xsi:type="dcterms:W3CDTF">2009-06-09T11:36:35Z</dcterms:created>
  <dcterms:modified xsi:type="dcterms:W3CDTF">2010-02-12T01:08:21Z</dcterms:modified>
</cp:coreProperties>
</file>