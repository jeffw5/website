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commentAuthors.xml" ContentType="application/vnd.openxmlformats-officedocument.presentationml.commentAuthor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Default Extension="doc" ContentType="application/msword"/>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1"/>
  </p:notesMasterIdLst>
  <p:handoutMasterIdLst>
    <p:handoutMasterId r:id="rId42"/>
  </p:handoutMasterIdLst>
  <p:sldIdLst>
    <p:sldId id="435" r:id="rId2"/>
    <p:sldId id="436" r:id="rId3"/>
    <p:sldId id="438" r:id="rId4"/>
    <p:sldId id="437" r:id="rId5"/>
    <p:sldId id="443" r:id="rId6"/>
    <p:sldId id="439" r:id="rId7"/>
    <p:sldId id="440" r:id="rId8"/>
    <p:sldId id="401" r:id="rId9"/>
    <p:sldId id="466" r:id="rId10"/>
    <p:sldId id="424" r:id="rId11"/>
    <p:sldId id="427" r:id="rId12"/>
    <p:sldId id="428" r:id="rId13"/>
    <p:sldId id="429" r:id="rId14"/>
    <p:sldId id="431" r:id="rId15"/>
    <p:sldId id="430" r:id="rId16"/>
    <p:sldId id="432" r:id="rId17"/>
    <p:sldId id="464" r:id="rId18"/>
    <p:sldId id="442" r:id="rId19"/>
    <p:sldId id="467" r:id="rId20"/>
    <p:sldId id="445" r:id="rId21"/>
    <p:sldId id="468" r:id="rId22"/>
    <p:sldId id="465" r:id="rId23"/>
    <p:sldId id="447" r:id="rId24"/>
    <p:sldId id="448" r:id="rId25"/>
    <p:sldId id="449" r:id="rId26"/>
    <p:sldId id="450" r:id="rId27"/>
    <p:sldId id="451" r:id="rId28"/>
    <p:sldId id="452" r:id="rId29"/>
    <p:sldId id="453" r:id="rId30"/>
    <p:sldId id="454" r:id="rId31"/>
    <p:sldId id="455" r:id="rId32"/>
    <p:sldId id="456" r:id="rId33"/>
    <p:sldId id="457" r:id="rId34"/>
    <p:sldId id="458" r:id="rId35"/>
    <p:sldId id="459" r:id="rId36"/>
    <p:sldId id="460" r:id="rId37"/>
    <p:sldId id="461" r:id="rId38"/>
    <p:sldId id="462" r:id="rId39"/>
    <p:sldId id="463" r:id="rId40"/>
  </p:sldIdLst>
  <p:sldSz cx="9144000" cy="6858000" type="screen4x3"/>
  <p:notesSz cx="6858000" cy="9199563"/>
  <p:defaultTextStyle>
    <a:defPPr>
      <a:defRPr lang="en-US"/>
    </a:defPPr>
    <a:lvl1pPr algn="l" rtl="0" fontAlgn="base">
      <a:spcBef>
        <a:spcPct val="0"/>
      </a:spcBef>
      <a:spcAft>
        <a:spcPct val="0"/>
      </a:spcAft>
      <a:defRPr sz="3200" b="1" kern="1200">
        <a:solidFill>
          <a:schemeClr val="tx1"/>
        </a:solidFill>
        <a:latin typeface="Tahoma" pitchFamily="34" charset="0"/>
        <a:ea typeface="+mn-ea"/>
        <a:cs typeface="+mn-cs"/>
      </a:defRPr>
    </a:lvl1pPr>
    <a:lvl2pPr marL="457200" algn="l" rtl="0" fontAlgn="base">
      <a:spcBef>
        <a:spcPct val="0"/>
      </a:spcBef>
      <a:spcAft>
        <a:spcPct val="0"/>
      </a:spcAft>
      <a:defRPr sz="3200" b="1" kern="1200">
        <a:solidFill>
          <a:schemeClr val="tx1"/>
        </a:solidFill>
        <a:latin typeface="Tahoma" pitchFamily="34" charset="0"/>
        <a:ea typeface="+mn-ea"/>
        <a:cs typeface="+mn-cs"/>
      </a:defRPr>
    </a:lvl2pPr>
    <a:lvl3pPr marL="914400" algn="l" rtl="0" fontAlgn="base">
      <a:spcBef>
        <a:spcPct val="0"/>
      </a:spcBef>
      <a:spcAft>
        <a:spcPct val="0"/>
      </a:spcAft>
      <a:defRPr sz="3200" b="1" kern="1200">
        <a:solidFill>
          <a:schemeClr val="tx1"/>
        </a:solidFill>
        <a:latin typeface="Tahoma" pitchFamily="34" charset="0"/>
        <a:ea typeface="+mn-ea"/>
        <a:cs typeface="+mn-cs"/>
      </a:defRPr>
    </a:lvl3pPr>
    <a:lvl4pPr marL="1371600" algn="l" rtl="0" fontAlgn="base">
      <a:spcBef>
        <a:spcPct val="0"/>
      </a:spcBef>
      <a:spcAft>
        <a:spcPct val="0"/>
      </a:spcAft>
      <a:defRPr sz="3200" b="1" kern="1200">
        <a:solidFill>
          <a:schemeClr val="tx1"/>
        </a:solidFill>
        <a:latin typeface="Tahoma" pitchFamily="34" charset="0"/>
        <a:ea typeface="+mn-ea"/>
        <a:cs typeface="+mn-cs"/>
      </a:defRPr>
    </a:lvl4pPr>
    <a:lvl5pPr marL="1828800" algn="l" rtl="0" fontAlgn="base">
      <a:spcBef>
        <a:spcPct val="0"/>
      </a:spcBef>
      <a:spcAft>
        <a:spcPct val="0"/>
      </a:spcAft>
      <a:defRPr sz="3200" b="1" kern="1200">
        <a:solidFill>
          <a:schemeClr val="tx1"/>
        </a:solidFill>
        <a:latin typeface="Tahoma" pitchFamily="34" charset="0"/>
        <a:ea typeface="+mn-ea"/>
        <a:cs typeface="+mn-cs"/>
      </a:defRPr>
    </a:lvl5pPr>
    <a:lvl6pPr marL="2286000" algn="l" defTabSz="914400" rtl="0" eaLnBrk="1" latinLnBrk="0" hangingPunct="1">
      <a:defRPr sz="3200" b="1" kern="1200">
        <a:solidFill>
          <a:schemeClr val="tx1"/>
        </a:solidFill>
        <a:latin typeface="Tahoma" pitchFamily="34" charset="0"/>
        <a:ea typeface="+mn-ea"/>
        <a:cs typeface="+mn-cs"/>
      </a:defRPr>
    </a:lvl6pPr>
    <a:lvl7pPr marL="2743200" algn="l" defTabSz="914400" rtl="0" eaLnBrk="1" latinLnBrk="0" hangingPunct="1">
      <a:defRPr sz="3200" b="1" kern="1200">
        <a:solidFill>
          <a:schemeClr val="tx1"/>
        </a:solidFill>
        <a:latin typeface="Tahoma" pitchFamily="34" charset="0"/>
        <a:ea typeface="+mn-ea"/>
        <a:cs typeface="+mn-cs"/>
      </a:defRPr>
    </a:lvl7pPr>
    <a:lvl8pPr marL="3200400" algn="l" defTabSz="914400" rtl="0" eaLnBrk="1" latinLnBrk="0" hangingPunct="1">
      <a:defRPr sz="3200" b="1" kern="1200">
        <a:solidFill>
          <a:schemeClr val="tx1"/>
        </a:solidFill>
        <a:latin typeface="Tahoma" pitchFamily="34" charset="0"/>
        <a:ea typeface="+mn-ea"/>
        <a:cs typeface="+mn-cs"/>
      </a:defRPr>
    </a:lvl8pPr>
    <a:lvl9pPr marL="3657600" algn="l" defTabSz="914400" rtl="0" eaLnBrk="1" latinLnBrk="0" hangingPunct="1">
      <a:defRPr sz="3200" b="1" kern="1200">
        <a:solidFill>
          <a:schemeClr val="tx1"/>
        </a:solidFill>
        <a:latin typeface="Tahoma"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ames T. Benson"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69696"/>
    <a:srgbClr val="60616C"/>
    <a:srgbClr val="9D2F41"/>
    <a:srgbClr val="339933"/>
    <a:srgbClr val="FF0000"/>
    <a:srgbClr val="000066"/>
    <a:srgbClr val="5F5F5F"/>
    <a:srgbClr val="4D4D4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p:cViewPr varScale="1">
        <p:scale>
          <a:sx n="75" d="100"/>
          <a:sy n="75" d="100"/>
        </p:scale>
        <p:origin x="-1236" y="-84"/>
      </p:cViewPr>
      <p:guideLst>
        <p:guide orient="horz" pos="2064"/>
        <p:guide orient="horz" pos="720"/>
        <p:guide orient="horz" pos="3552"/>
        <p:guide orient="horz" pos="2208"/>
        <p:guide pos="3264"/>
        <p:guide pos="2784"/>
        <p:guide pos="5376"/>
        <p:guide pos="2928"/>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746" y="-78"/>
      </p:cViewPr>
      <p:guideLst>
        <p:guide orient="horz" pos="2898"/>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60375"/>
          </a:xfrm>
          <a:prstGeom prst="rect">
            <a:avLst/>
          </a:prstGeom>
          <a:noFill/>
          <a:ln w="9525">
            <a:noFill/>
            <a:miter lim="800000"/>
            <a:headEnd/>
            <a:tailEnd/>
          </a:ln>
          <a:effectLst/>
        </p:spPr>
        <p:txBody>
          <a:bodyPr vert="horz" wrap="square" lIns="91504" tIns="45752" rIns="91504" bIns="45752" numCol="1" anchor="t" anchorCtr="0" compatLnSpc="1">
            <a:prstTxWarp prst="textNoShape">
              <a:avLst/>
            </a:prstTxWarp>
          </a:bodyPr>
          <a:lstStyle>
            <a:lvl1pPr>
              <a:defRPr sz="1200" b="0">
                <a:latin typeface="Times New Roman" pitchFamily="18" charset="0"/>
              </a:defRPr>
            </a:lvl1pPr>
          </a:lstStyle>
          <a:p>
            <a:endParaRPr lang="en-US"/>
          </a:p>
        </p:txBody>
      </p:sp>
      <p:sp>
        <p:nvSpPr>
          <p:cNvPr id="20483" name="Rectangle 3"/>
          <p:cNvSpPr>
            <a:spLocks noGrp="1" noChangeArrowheads="1"/>
          </p:cNvSpPr>
          <p:nvPr>
            <p:ph type="dt" sz="quarter" idx="1"/>
          </p:nvPr>
        </p:nvSpPr>
        <p:spPr bwMode="auto">
          <a:xfrm>
            <a:off x="3886200" y="0"/>
            <a:ext cx="2971800" cy="460375"/>
          </a:xfrm>
          <a:prstGeom prst="rect">
            <a:avLst/>
          </a:prstGeom>
          <a:noFill/>
          <a:ln w="9525">
            <a:noFill/>
            <a:miter lim="800000"/>
            <a:headEnd/>
            <a:tailEnd/>
          </a:ln>
          <a:effectLst/>
        </p:spPr>
        <p:txBody>
          <a:bodyPr vert="horz" wrap="square" lIns="91504" tIns="45752" rIns="91504" bIns="45752" numCol="1" anchor="t" anchorCtr="0" compatLnSpc="1">
            <a:prstTxWarp prst="textNoShape">
              <a:avLst/>
            </a:prstTxWarp>
          </a:bodyPr>
          <a:lstStyle>
            <a:lvl1pPr algn="r">
              <a:defRPr sz="1200" b="0">
                <a:latin typeface="Times New Roman" pitchFamily="18" charset="0"/>
              </a:defRPr>
            </a:lvl1pPr>
          </a:lstStyle>
          <a:p>
            <a:fld id="{51F6AF8F-3B82-463B-96AA-27D7208A37F8}" type="datetime1">
              <a:rPr lang="en-US"/>
              <a:pPr/>
              <a:t>3/30/2010</a:t>
            </a:fld>
            <a:endParaRPr lang="en-US"/>
          </a:p>
        </p:txBody>
      </p:sp>
      <p:sp>
        <p:nvSpPr>
          <p:cNvPr id="20484" name="Rectangle 4"/>
          <p:cNvSpPr>
            <a:spLocks noGrp="1" noChangeArrowheads="1"/>
          </p:cNvSpPr>
          <p:nvPr>
            <p:ph type="ftr" sz="quarter" idx="2"/>
          </p:nvPr>
        </p:nvSpPr>
        <p:spPr bwMode="auto">
          <a:xfrm>
            <a:off x="0" y="8739188"/>
            <a:ext cx="2971800" cy="460375"/>
          </a:xfrm>
          <a:prstGeom prst="rect">
            <a:avLst/>
          </a:prstGeom>
          <a:noFill/>
          <a:ln w="9525">
            <a:noFill/>
            <a:miter lim="800000"/>
            <a:headEnd/>
            <a:tailEnd/>
          </a:ln>
          <a:effectLst/>
        </p:spPr>
        <p:txBody>
          <a:bodyPr vert="horz" wrap="square" lIns="91504" tIns="45752" rIns="91504" bIns="45752" numCol="1" anchor="b" anchorCtr="0" compatLnSpc="1">
            <a:prstTxWarp prst="textNoShape">
              <a:avLst/>
            </a:prstTxWarp>
          </a:bodyPr>
          <a:lstStyle>
            <a:lvl1pPr>
              <a:defRPr sz="1200" b="0">
                <a:latin typeface="Times New Roman" pitchFamily="18" charset="0"/>
              </a:defRPr>
            </a:lvl1pPr>
          </a:lstStyle>
          <a:p>
            <a:endParaRPr lang="en-US"/>
          </a:p>
        </p:txBody>
      </p:sp>
      <p:sp>
        <p:nvSpPr>
          <p:cNvPr id="20485" name="Rectangle 5"/>
          <p:cNvSpPr>
            <a:spLocks noGrp="1" noChangeArrowheads="1"/>
          </p:cNvSpPr>
          <p:nvPr>
            <p:ph type="sldNum" sz="quarter" idx="3"/>
          </p:nvPr>
        </p:nvSpPr>
        <p:spPr bwMode="auto">
          <a:xfrm>
            <a:off x="3886200" y="8739188"/>
            <a:ext cx="2971800" cy="460375"/>
          </a:xfrm>
          <a:prstGeom prst="rect">
            <a:avLst/>
          </a:prstGeom>
          <a:noFill/>
          <a:ln w="9525">
            <a:noFill/>
            <a:miter lim="800000"/>
            <a:headEnd/>
            <a:tailEnd/>
          </a:ln>
          <a:effectLst/>
        </p:spPr>
        <p:txBody>
          <a:bodyPr vert="horz" wrap="square" lIns="91504" tIns="45752" rIns="91504" bIns="45752" numCol="1" anchor="b" anchorCtr="0" compatLnSpc="1">
            <a:prstTxWarp prst="textNoShape">
              <a:avLst/>
            </a:prstTxWarp>
          </a:bodyPr>
          <a:lstStyle>
            <a:lvl1pPr algn="r">
              <a:defRPr sz="1200" b="0">
                <a:latin typeface="Times New Roman" pitchFamily="18" charset="0"/>
              </a:defRPr>
            </a:lvl1pPr>
          </a:lstStyle>
          <a:p>
            <a:fld id="{18B5184B-7666-4B03-86B2-DD0BEF09964B}"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68625"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Times New Roman" pitchFamily="18" charset="0"/>
              </a:defRPr>
            </a:lvl1pPr>
          </a:lstStyle>
          <a:p>
            <a:endParaRPr lang="en-US"/>
          </a:p>
        </p:txBody>
      </p:sp>
      <p:sp>
        <p:nvSpPr>
          <p:cNvPr id="28675" name="Rectangle 3"/>
          <p:cNvSpPr>
            <a:spLocks noGrp="1" noChangeArrowheads="1"/>
          </p:cNvSpPr>
          <p:nvPr>
            <p:ph type="dt" idx="1"/>
          </p:nvPr>
        </p:nvSpPr>
        <p:spPr bwMode="auto">
          <a:xfrm>
            <a:off x="3883025" y="0"/>
            <a:ext cx="2968625" cy="460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Times New Roman" pitchFamily="18" charset="0"/>
              </a:defRPr>
            </a:lvl1pPr>
          </a:lstStyle>
          <a:p>
            <a:fld id="{87190A04-160E-4C88-B91C-9CE19B6923B7}" type="datetime1">
              <a:rPr lang="en-US"/>
              <a:pPr/>
              <a:t>3/30/2010</a:t>
            </a:fld>
            <a:endParaRPr lang="en-US"/>
          </a:p>
        </p:txBody>
      </p:sp>
      <p:sp>
        <p:nvSpPr>
          <p:cNvPr id="28676" name="Rectangle 4"/>
          <p:cNvSpPr>
            <a:spLocks noChangeArrowheads="1" noTextEdit="1"/>
          </p:cNvSpPr>
          <p:nvPr>
            <p:ph type="sldImg" idx="2"/>
          </p:nvPr>
        </p:nvSpPr>
        <p:spPr bwMode="auto">
          <a:xfrm>
            <a:off x="1127125" y="688975"/>
            <a:ext cx="4597400" cy="3448050"/>
          </a:xfrm>
          <a:prstGeom prst="rect">
            <a:avLst/>
          </a:prstGeom>
          <a:noFill/>
          <a:ln w="9525">
            <a:solidFill>
              <a:srgbClr val="000000"/>
            </a:solidFill>
            <a:miter lim="800000"/>
            <a:headEnd/>
            <a:tailEnd/>
          </a:ln>
          <a:effectLst/>
        </p:spPr>
      </p:sp>
      <p:sp>
        <p:nvSpPr>
          <p:cNvPr id="28677" name="Rectangle 5"/>
          <p:cNvSpPr>
            <a:spLocks noGrp="1" noChangeArrowheads="1"/>
          </p:cNvSpPr>
          <p:nvPr>
            <p:ph type="body" sz="quarter" idx="3"/>
          </p:nvPr>
        </p:nvSpPr>
        <p:spPr bwMode="auto">
          <a:xfrm>
            <a:off x="912813" y="4367213"/>
            <a:ext cx="5026025" cy="41370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8678" name="Rectangle 6"/>
          <p:cNvSpPr>
            <a:spLocks noGrp="1" noChangeArrowheads="1"/>
          </p:cNvSpPr>
          <p:nvPr>
            <p:ph type="ftr" sz="quarter" idx="4"/>
          </p:nvPr>
        </p:nvSpPr>
        <p:spPr bwMode="auto">
          <a:xfrm>
            <a:off x="0" y="8732838"/>
            <a:ext cx="2968625"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Times New Roman" pitchFamily="18" charset="0"/>
              </a:defRPr>
            </a:lvl1pPr>
          </a:lstStyle>
          <a:p>
            <a:endParaRPr lang="en-US"/>
          </a:p>
        </p:txBody>
      </p:sp>
      <p:sp>
        <p:nvSpPr>
          <p:cNvPr id="28679" name="Rectangle 7"/>
          <p:cNvSpPr>
            <a:spLocks noGrp="1" noChangeArrowheads="1"/>
          </p:cNvSpPr>
          <p:nvPr>
            <p:ph type="sldNum" sz="quarter" idx="5"/>
          </p:nvPr>
        </p:nvSpPr>
        <p:spPr bwMode="auto">
          <a:xfrm>
            <a:off x="3883025" y="8732838"/>
            <a:ext cx="2968625" cy="4603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Times New Roman" pitchFamily="18" charset="0"/>
              </a:defRPr>
            </a:lvl1pPr>
          </a:lstStyle>
          <a:p>
            <a:fld id="{44FA4C3B-BE53-4A0C-B146-82BD191A68BA}" type="slidenum">
              <a:rPr lang="en-US"/>
              <a:pPr/>
              <a:t>‹#›</a:t>
            </a:fld>
            <a:endParaRPr lang="en-US"/>
          </a:p>
        </p:txBody>
      </p:sp>
    </p:spTree>
  </p:cSld>
  <p:clrMap bg1="lt1" tx1="dk1" bg2="lt2" tx2="dk2" accent1="accent1" accent2="accent2" accent3="accent3" accent4="accent4" accent5="accent5" accent6="accent6" hlink="hlink" folHlink="folHlink"/>
  <p:hf hdr="0" ftr="0"/>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F8DF25E5-311A-4F83-9108-1B3F3BBB5BEB}"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446879AC-6F25-4915-99F0-2B249A8F5DDC}" type="slidenum">
              <a:rPr lang="en-US"/>
              <a:pPr/>
              <a:t>1</a:t>
            </a:fld>
            <a:endParaRPr lang="en-US"/>
          </a:p>
        </p:txBody>
      </p:sp>
      <p:sp>
        <p:nvSpPr>
          <p:cNvPr id="389122" name="Rectangle 2"/>
          <p:cNvSpPr>
            <a:spLocks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798D2263-A7C5-4332-ADBD-A56C850FA9A6}"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BF4062E6-5AD0-43C4-B3F4-5EC16440C4C5}" type="slidenum">
              <a:rPr lang="en-US"/>
              <a:pPr/>
              <a:t>8</a:t>
            </a:fld>
            <a:endParaRPr lang="en-US"/>
          </a:p>
        </p:txBody>
      </p:sp>
      <p:sp>
        <p:nvSpPr>
          <p:cNvPr id="313346" name="Rectangle 2"/>
          <p:cNvSpPr>
            <a:spLocks noChangeArrowheads="1" noTextEdit="1"/>
          </p:cNvSpPr>
          <p:nvPr>
            <p:ph type="sldImg"/>
          </p:nvPr>
        </p:nvSpPr>
        <p:spPr>
          <a:ln/>
        </p:spPr>
      </p:sp>
      <p:sp>
        <p:nvSpPr>
          <p:cNvPr id="3133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AEFCA4D2-AC30-4E0A-93C4-DE5609527255}"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C56E1FD9-3560-4C8C-A305-EC1D4678FA72}" type="slidenum">
              <a:rPr lang="en-US"/>
              <a:pPr/>
              <a:t>10</a:t>
            </a:fld>
            <a:endParaRPr lang="en-US"/>
          </a:p>
        </p:txBody>
      </p:sp>
      <p:sp>
        <p:nvSpPr>
          <p:cNvPr id="363522" name="Rectangle 2"/>
          <p:cNvSpPr>
            <a:spLocks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2AAD7746-48CC-4FBB-B5CA-9606D5874F45}"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D9D47FC5-3A8A-4ED3-B0EB-3E854E03240C}" type="slidenum">
              <a:rPr lang="en-US"/>
              <a:pPr/>
              <a:t>11</a:t>
            </a:fld>
            <a:endParaRPr lang="en-US"/>
          </a:p>
        </p:txBody>
      </p:sp>
      <p:sp>
        <p:nvSpPr>
          <p:cNvPr id="370690" name="Rectangle 2"/>
          <p:cNvSpPr>
            <a:spLocks noChangeArrowheads="1" noTextEdit="1"/>
          </p:cNvSpPr>
          <p:nvPr>
            <p:ph type="sldImg"/>
          </p:nvPr>
        </p:nvSpPr>
        <p:spPr>
          <a:ln/>
        </p:spPr>
      </p:sp>
      <p:sp>
        <p:nvSpPr>
          <p:cNvPr id="370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1ED51E61-6293-4A79-AA09-2190F3C65DBA}"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55D64272-DAD1-4F54-AD58-38FC51CAC040}" type="slidenum">
              <a:rPr lang="en-US"/>
              <a:pPr/>
              <a:t>12</a:t>
            </a:fld>
            <a:endParaRPr lang="en-US"/>
          </a:p>
        </p:txBody>
      </p:sp>
      <p:sp>
        <p:nvSpPr>
          <p:cNvPr id="372738" name="Rectangle 2"/>
          <p:cNvSpPr>
            <a:spLocks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8C41DF55-2058-41DA-B7A1-4E77EBBBB764}"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77FBC264-304D-4613-BB09-C82E7D828D3A}" type="slidenum">
              <a:rPr lang="en-US"/>
              <a:pPr/>
              <a:t>13</a:t>
            </a:fld>
            <a:endParaRPr lang="en-US"/>
          </a:p>
        </p:txBody>
      </p:sp>
      <p:sp>
        <p:nvSpPr>
          <p:cNvPr id="374786" name="Rectangle 2"/>
          <p:cNvSpPr>
            <a:spLocks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71729143-DC7D-43C9-8D61-8DB2C5B218DE}"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D2A5A558-94DC-4979-BD6C-75F5AE8A2AA5}" type="slidenum">
              <a:rPr lang="en-US"/>
              <a:pPr/>
              <a:t>14</a:t>
            </a:fld>
            <a:endParaRPr lang="en-US"/>
          </a:p>
        </p:txBody>
      </p:sp>
      <p:sp>
        <p:nvSpPr>
          <p:cNvPr id="378882" name="Rectangle 2"/>
          <p:cNvSpPr>
            <a:spLocks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A03595B4-91EE-4028-82A5-8400C28CECC8}"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B46F82CD-52DB-4B05-A9B7-3028C68AD63A}" type="slidenum">
              <a:rPr lang="en-US"/>
              <a:pPr/>
              <a:t>15</a:t>
            </a:fld>
            <a:endParaRPr lang="en-US"/>
          </a:p>
        </p:txBody>
      </p:sp>
      <p:sp>
        <p:nvSpPr>
          <p:cNvPr id="376834" name="Rectangle 2"/>
          <p:cNvSpPr>
            <a:spLocks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DE352FA9-8911-437B-A803-95A367EFACB3}"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71E3E278-7F39-4F3F-BB7D-1B66DC1B51A4}" type="slidenum">
              <a:rPr lang="en-US"/>
              <a:pPr/>
              <a:t>16</a:t>
            </a:fld>
            <a:endParaRPr lang="en-US"/>
          </a:p>
        </p:txBody>
      </p:sp>
      <p:sp>
        <p:nvSpPr>
          <p:cNvPr id="380930" name="Rectangle 2"/>
          <p:cNvSpPr>
            <a:spLocks noChangeArrowheads="1" noTextEdit="1"/>
          </p:cNvSpPr>
          <p:nvPr>
            <p:ph type="sldImg"/>
          </p:nvPr>
        </p:nvSpPr>
        <p:spPr>
          <a:ln/>
        </p:spPr>
      </p:sp>
      <p:sp>
        <p:nvSpPr>
          <p:cNvPr id="380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dt" idx="1"/>
          </p:nvPr>
        </p:nvSpPr>
        <p:spPr>
          <a:ln/>
        </p:spPr>
        <p:txBody>
          <a:bodyPr/>
          <a:lstStyle/>
          <a:p>
            <a:fld id="{CD2AAC93-7441-4A7C-9D6F-E982067E6E56}" type="datetime1">
              <a:rPr lang="en-US"/>
              <a:pPr/>
              <a:t>3/30/2010</a:t>
            </a:fld>
            <a:endParaRPr lang="en-US"/>
          </a:p>
        </p:txBody>
      </p:sp>
      <p:sp>
        <p:nvSpPr>
          <p:cNvPr id="7" name="Rectangle 7"/>
          <p:cNvSpPr>
            <a:spLocks noGrp="1" noChangeArrowheads="1"/>
          </p:cNvSpPr>
          <p:nvPr>
            <p:ph type="sldNum" sz="quarter" idx="5"/>
          </p:nvPr>
        </p:nvSpPr>
        <p:spPr>
          <a:ln/>
        </p:spPr>
        <p:txBody>
          <a:bodyPr/>
          <a:lstStyle/>
          <a:p>
            <a:fld id="{53AAFA98-130C-41DE-BDA0-95B89E820C3D}" type="slidenum">
              <a:rPr lang="en-US"/>
              <a:pPr/>
              <a:t>17</a:t>
            </a:fld>
            <a:endParaRPr lang="en-US"/>
          </a:p>
        </p:txBody>
      </p:sp>
      <p:sp>
        <p:nvSpPr>
          <p:cNvPr id="419842" name="Rectangle 2"/>
          <p:cNvSpPr>
            <a:spLocks noChangeArrowheads="1" noTextEdit="1"/>
          </p:cNvSpPr>
          <p:nvPr>
            <p:ph type="sldImg"/>
          </p:nvPr>
        </p:nvSpPr>
        <p:spPr>
          <a:ln/>
        </p:spPr>
      </p:sp>
      <p:sp>
        <p:nvSpPr>
          <p:cNvPr id="419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Date Placeholder 3"/>
          <p:cNvSpPr>
            <a:spLocks noGrp="1"/>
          </p:cNvSpPr>
          <p:nvPr>
            <p:ph type="dt" idx="10"/>
          </p:nvPr>
        </p:nvSpPr>
        <p:spPr/>
        <p:txBody>
          <a:bodyPr/>
          <a:lstStyle/>
          <a:p>
            <a:fld id="{87190A04-160E-4C88-B91C-9CE19B6923B7}" type="datetime1">
              <a:rPr lang="en-US" smtClean="0"/>
              <a:pPr/>
              <a:t>3/30/2010</a:t>
            </a:fld>
            <a:endParaRPr lang="en-US"/>
          </a:p>
        </p:txBody>
      </p:sp>
      <p:sp>
        <p:nvSpPr>
          <p:cNvPr id="5" name="Slide Number Placeholder 4"/>
          <p:cNvSpPr>
            <a:spLocks noGrp="1"/>
          </p:cNvSpPr>
          <p:nvPr>
            <p:ph type="sldNum" sz="quarter" idx="11"/>
          </p:nvPr>
        </p:nvSpPr>
        <p:spPr/>
        <p:txBody>
          <a:bodyPr/>
          <a:lstStyle/>
          <a:p>
            <a:fld id="{44FA4C3B-BE53-4A0C-B146-82BD191A68BA}" type="slidenum">
              <a:rPr lang="en-US" smtClean="0"/>
              <a:pPr/>
              <a:t>39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8068" name="Rectangle 4"/>
          <p:cNvSpPr>
            <a:spLocks noChangeArrowheads="1"/>
          </p:cNvSpPr>
          <p:nvPr/>
        </p:nvSpPr>
        <p:spPr bwMode="ltGray">
          <a:xfrm>
            <a:off x="3352800" y="0"/>
            <a:ext cx="5791200" cy="152400"/>
          </a:xfrm>
          <a:prstGeom prst="rect">
            <a:avLst/>
          </a:prstGeom>
          <a:solidFill>
            <a:schemeClr val="folHlink"/>
          </a:solidFill>
          <a:ln w="9525">
            <a:noFill/>
            <a:miter lim="800000"/>
            <a:headEnd/>
            <a:tailEnd/>
          </a:ln>
          <a:effectLst/>
        </p:spPr>
        <p:txBody>
          <a:bodyPr wrap="none" anchor="ctr"/>
          <a:lstStyle/>
          <a:p>
            <a:endParaRPr lang="en-US"/>
          </a:p>
        </p:txBody>
      </p:sp>
      <p:grpSp>
        <p:nvGrpSpPr>
          <p:cNvPr id="88069" name="Group 5"/>
          <p:cNvGrpSpPr>
            <a:grpSpLocks/>
          </p:cNvGrpSpPr>
          <p:nvPr/>
        </p:nvGrpSpPr>
        <p:grpSpPr bwMode="auto">
          <a:xfrm>
            <a:off x="0" y="0"/>
            <a:ext cx="9144000" cy="6858000"/>
            <a:chOff x="0" y="0"/>
            <a:chExt cx="5760" cy="4320"/>
          </a:xfrm>
        </p:grpSpPr>
        <p:sp>
          <p:nvSpPr>
            <p:cNvPr id="88070"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1"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2"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3"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4"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5"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6"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7"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8"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79"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0"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1"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2"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3"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4"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5"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6"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7"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8"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89"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0"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1"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2"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3"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4"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5"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6"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7"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8"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099"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0"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1"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2"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3"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4"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5"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6"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7"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8"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09"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0"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1"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2"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3"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4"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5"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6"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7"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8"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19"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8120"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grpSp>
      <p:sp>
        <p:nvSpPr>
          <p:cNvPr id="88121" name="Line 57"/>
          <p:cNvSpPr>
            <a:spLocks noChangeShapeType="1"/>
          </p:cNvSpPr>
          <p:nvPr/>
        </p:nvSpPr>
        <p:spPr bwMode="ltGray">
          <a:xfrm>
            <a:off x="8839200" y="0"/>
            <a:ext cx="0" cy="2362200"/>
          </a:xfrm>
          <a:prstGeom prst="line">
            <a:avLst/>
          </a:prstGeom>
          <a:noFill/>
          <a:ln w="9525">
            <a:solidFill>
              <a:schemeClr val="hlink"/>
            </a:solidFill>
            <a:round/>
            <a:headEnd/>
            <a:tailEnd/>
          </a:ln>
          <a:effectLst/>
        </p:spPr>
        <p:txBody>
          <a:bodyPr wrap="none" anchor="ctr"/>
          <a:lstStyle/>
          <a:p>
            <a:endParaRPr lang="en-US"/>
          </a:p>
        </p:txBody>
      </p:sp>
      <p:grpSp>
        <p:nvGrpSpPr>
          <p:cNvPr id="88122" name="Group 58"/>
          <p:cNvGrpSpPr>
            <a:grpSpLocks/>
          </p:cNvGrpSpPr>
          <p:nvPr/>
        </p:nvGrpSpPr>
        <p:grpSpPr bwMode="auto">
          <a:xfrm>
            <a:off x="-152400" y="533400"/>
            <a:ext cx="6654800" cy="2851150"/>
            <a:chOff x="3" y="559"/>
            <a:chExt cx="4192" cy="1796"/>
          </a:xfrm>
        </p:grpSpPr>
        <p:sp>
          <p:nvSpPr>
            <p:cNvPr id="88123" name="Line 59"/>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endParaRPr lang="en-US"/>
            </a:p>
          </p:txBody>
        </p:sp>
        <p:sp>
          <p:nvSpPr>
            <p:cNvPr id="88124"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endParaRPr lang="en-US"/>
            </a:p>
          </p:txBody>
        </p:sp>
        <p:sp>
          <p:nvSpPr>
            <p:cNvPr id="88125"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endParaRPr lang="en-US"/>
            </a:p>
          </p:txBody>
        </p:sp>
        <p:sp>
          <p:nvSpPr>
            <p:cNvPr id="88126" name="Arc 62"/>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en-US"/>
            </a:p>
          </p:txBody>
        </p:sp>
      </p:grpSp>
      <p:sp>
        <p:nvSpPr>
          <p:cNvPr id="88128" name="Line 64"/>
          <p:cNvSpPr>
            <a:spLocks noChangeShapeType="1"/>
          </p:cNvSpPr>
          <p:nvPr/>
        </p:nvSpPr>
        <p:spPr bwMode="ltGray">
          <a:xfrm flipV="1">
            <a:off x="2641600" y="5813425"/>
            <a:ext cx="6045200" cy="0"/>
          </a:xfrm>
          <a:prstGeom prst="line">
            <a:avLst/>
          </a:prstGeom>
          <a:noFill/>
          <a:ln w="9525">
            <a:solidFill>
              <a:schemeClr val="hlink"/>
            </a:solidFill>
            <a:round/>
            <a:headEnd/>
            <a:tailEnd/>
          </a:ln>
          <a:effectLst/>
        </p:spPr>
        <p:txBody>
          <a:bodyPr wrap="none" anchor="ctr"/>
          <a:lstStyle/>
          <a:p>
            <a:endParaRPr lang="en-US"/>
          </a:p>
        </p:txBody>
      </p:sp>
      <p:sp>
        <p:nvSpPr>
          <p:cNvPr id="88129" name="Line 65"/>
          <p:cNvSpPr>
            <a:spLocks noChangeShapeType="1"/>
          </p:cNvSpPr>
          <p:nvPr/>
        </p:nvSpPr>
        <p:spPr bwMode="ltGray">
          <a:xfrm flipH="1">
            <a:off x="8502650" y="3448050"/>
            <a:ext cx="0" cy="2876550"/>
          </a:xfrm>
          <a:prstGeom prst="line">
            <a:avLst/>
          </a:prstGeom>
          <a:noFill/>
          <a:ln w="9525">
            <a:solidFill>
              <a:schemeClr val="hlink"/>
            </a:solidFill>
            <a:round/>
            <a:headEnd/>
            <a:tailEnd/>
          </a:ln>
          <a:effectLst/>
        </p:spPr>
        <p:txBody>
          <a:bodyPr wrap="none" anchor="ctr"/>
          <a:lstStyle/>
          <a:p>
            <a:endParaRPr lang="en-US"/>
          </a:p>
        </p:txBody>
      </p:sp>
      <p:sp>
        <p:nvSpPr>
          <p:cNvPr id="88130" name="Arc 66"/>
          <p:cNvSpPr>
            <a:spLocks/>
          </p:cNvSpPr>
          <p:nvPr/>
        </p:nvSpPr>
        <p:spPr bwMode="ltGray">
          <a:xfrm rot="5400000">
            <a:off x="8382794" y="5661819"/>
            <a:ext cx="247650" cy="249238"/>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en-US"/>
          </a:p>
        </p:txBody>
      </p:sp>
      <p:sp>
        <p:nvSpPr>
          <p:cNvPr id="88131" name="Rectangle 67"/>
          <p:cNvSpPr>
            <a:spLocks noGrp="1" noChangeArrowheads="1"/>
          </p:cNvSpPr>
          <p:nvPr>
            <p:ph type="ctrTitle"/>
          </p:nvPr>
        </p:nvSpPr>
        <p:spPr>
          <a:xfrm>
            <a:off x="990600" y="1752600"/>
            <a:ext cx="7772400" cy="1143000"/>
          </a:xfrm>
        </p:spPr>
        <p:txBody>
          <a:bodyPr/>
          <a:lstStyle>
            <a:lvl1pPr>
              <a:defRPr/>
            </a:lvl1pPr>
          </a:lstStyle>
          <a:p>
            <a:r>
              <a:rPr lang="en-US"/>
              <a:t>Click to edit Master title style</a:t>
            </a:r>
          </a:p>
        </p:txBody>
      </p:sp>
      <p:sp>
        <p:nvSpPr>
          <p:cNvPr id="88132"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en-US"/>
              <a:t>Click to edit Master subtitle style</a:t>
            </a:r>
          </a:p>
        </p:txBody>
      </p:sp>
      <p:sp>
        <p:nvSpPr>
          <p:cNvPr id="88138" name="Text Box 74"/>
          <p:cNvSpPr txBox="1">
            <a:spLocks noChangeArrowheads="1"/>
          </p:cNvSpPr>
          <p:nvPr userDrawn="1"/>
        </p:nvSpPr>
        <p:spPr bwMode="auto">
          <a:xfrm>
            <a:off x="98425" y="6496050"/>
            <a:ext cx="1127125" cy="274638"/>
          </a:xfrm>
          <a:prstGeom prst="rect">
            <a:avLst/>
          </a:prstGeom>
          <a:noFill/>
          <a:ln w="9525">
            <a:noFill/>
            <a:miter lim="800000"/>
            <a:headEnd/>
            <a:tailEnd/>
          </a:ln>
          <a:effectLst/>
        </p:spPr>
        <p:txBody>
          <a:bodyPr wrap="none">
            <a:spAutoFit/>
          </a:bodyPr>
          <a:lstStyle/>
          <a:p>
            <a:r>
              <a:rPr lang="en-US" sz="1200" b="0"/>
              <a:t>Working Draft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90CE510A-10CC-4AF8-A4EE-AAA07EA36F36}"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Slide Number Placeholder 3"/>
          <p:cNvSpPr>
            <a:spLocks noGrp="1"/>
          </p:cNvSpPr>
          <p:nvPr>
            <p:ph type="sldNum" sz="quarter" idx="10"/>
          </p:nvPr>
        </p:nvSpPr>
        <p:spPr/>
        <p:txBody>
          <a:bodyPr/>
          <a:lstStyle>
            <a:lvl1pPr>
              <a:defRPr/>
            </a:lvl1pPr>
          </a:lstStyle>
          <a:p>
            <a:fld id="{9EE04593-1C86-4ACF-9094-0D67558209C3}"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00600" y="1600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Slide Number Placeholder 4"/>
          <p:cNvSpPr>
            <a:spLocks noGrp="1"/>
          </p:cNvSpPr>
          <p:nvPr>
            <p:ph type="sldNum" sz="quarter" idx="10"/>
          </p:nvPr>
        </p:nvSpPr>
        <p:spPr/>
        <p:txBody>
          <a:bodyPr/>
          <a:lstStyle>
            <a:lvl1pPr>
              <a:defRPr/>
            </a:lvl1pPr>
          </a:lstStyle>
          <a:p>
            <a:fld id="{47E88313-B29D-4FF1-983F-B781E885BED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p:txBody>
          <a:bodyPr/>
          <a:lstStyle>
            <a:lvl1pPr>
              <a:defRPr/>
            </a:lvl1pPr>
          </a:lstStyle>
          <a:p>
            <a:fld id="{3C4286A7-4312-46F6-9F8D-A0FDF75939D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lvl1pPr>
              <a:defRPr/>
            </a:lvl1pPr>
          </a:lstStyle>
          <a:p>
            <a:fld id="{B5C596FD-701D-45F1-B1ED-ECA3EBD926AA}"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7DD6F4E7-F766-448F-B5AD-35A5DCBF75C9}"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B178A58A-87C1-4556-AC31-314950ED8239}"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Slide Number Placeholder 4"/>
          <p:cNvSpPr>
            <a:spLocks noGrp="1"/>
          </p:cNvSpPr>
          <p:nvPr>
            <p:ph type="sldNum" sz="quarter" idx="10"/>
          </p:nvPr>
        </p:nvSpPr>
        <p:spPr/>
        <p:txBody>
          <a:bodyPr/>
          <a:lstStyle>
            <a:lvl1pPr>
              <a:defRPr/>
            </a:lvl1pPr>
          </a:lstStyle>
          <a:p>
            <a:fld id="{277BEC88-9F4A-44B6-A372-B470F73EEB23}"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160096FD-D50D-4F42-BF30-968287C9B51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228600"/>
            <a:ext cx="200025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28600"/>
            <a:ext cx="584835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Slide Number Placeholder 3"/>
          <p:cNvSpPr>
            <a:spLocks noGrp="1"/>
          </p:cNvSpPr>
          <p:nvPr>
            <p:ph type="sldNum" sz="quarter" idx="10"/>
          </p:nvPr>
        </p:nvSpPr>
        <p:spPr/>
        <p:txBody>
          <a:bodyPr/>
          <a:lstStyle>
            <a:lvl1pPr>
              <a:defRPr/>
            </a:lvl1pPr>
          </a:lstStyle>
          <a:p>
            <a:fld id="{866F4BF5-635D-4A1D-8BB4-C77E055406E6}"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7043" name="Group 3"/>
          <p:cNvGrpSpPr>
            <a:grpSpLocks/>
          </p:cNvGrpSpPr>
          <p:nvPr/>
        </p:nvGrpSpPr>
        <p:grpSpPr bwMode="auto">
          <a:xfrm>
            <a:off x="0" y="0"/>
            <a:ext cx="9144000" cy="6858000"/>
            <a:chOff x="0" y="0"/>
            <a:chExt cx="5760" cy="4320"/>
          </a:xfrm>
        </p:grpSpPr>
        <p:grpSp>
          <p:nvGrpSpPr>
            <p:cNvPr id="87044" name="Group 4"/>
            <p:cNvGrpSpPr>
              <a:grpSpLocks/>
            </p:cNvGrpSpPr>
            <p:nvPr/>
          </p:nvGrpSpPr>
          <p:grpSpPr bwMode="auto">
            <a:xfrm>
              <a:off x="0" y="192"/>
              <a:ext cx="5760" cy="4032"/>
              <a:chOff x="0" y="192"/>
              <a:chExt cx="5760" cy="4032"/>
            </a:xfrm>
          </p:grpSpPr>
          <p:sp>
            <p:nvSpPr>
              <p:cNvPr id="87045" name="Line 5"/>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46" name="Line 6"/>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47" name="Line 7"/>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48" name="Line 8"/>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49" name="Line 9"/>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0" name="Line 10"/>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1" name="Line 11"/>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2" name="Line 12"/>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3" name="Line 13"/>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4" name="Line 14"/>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5" name="Line 15"/>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6" name="Line 16"/>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7" name="Line 17"/>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8" name="Line 18"/>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59" name="Line 19"/>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0" name="Line 20"/>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1" name="Line 21"/>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2" name="Line 22"/>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3" name="Line 23"/>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4" name="Line 24"/>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5" name="Line 25"/>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6" name="Line 26"/>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grpSp>
        <p:grpSp>
          <p:nvGrpSpPr>
            <p:cNvPr id="87067" name="Group 27"/>
            <p:cNvGrpSpPr>
              <a:grpSpLocks/>
            </p:cNvGrpSpPr>
            <p:nvPr/>
          </p:nvGrpSpPr>
          <p:grpSpPr bwMode="auto">
            <a:xfrm>
              <a:off x="192" y="0"/>
              <a:ext cx="5376" cy="4320"/>
              <a:chOff x="192" y="0"/>
              <a:chExt cx="5376" cy="4320"/>
            </a:xfrm>
          </p:grpSpPr>
          <p:sp>
            <p:nvSpPr>
              <p:cNvPr id="87068"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69"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0"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1"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2"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3"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4"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5"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6"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7"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8"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79"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0"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1"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2"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3"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4"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5"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6"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7"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8"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89"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0"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1"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2"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3"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4"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5"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sp>
            <p:nvSpPr>
              <p:cNvPr id="87096"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endParaRPr lang="en-US"/>
              </a:p>
            </p:txBody>
          </p:sp>
        </p:grpSp>
      </p:grpSp>
      <p:sp>
        <p:nvSpPr>
          <p:cNvPr id="87097" name="Rectangle 57" descr="60%"/>
          <p:cNvSpPr>
            <a:spLocks noChangeArrowheads="1"/>
          </p:cNvSpPr>
          <p:nvPr/>
        </p:nvSpPr>
        <p:spPr bwMode="ltGray">
          <a:xfrm>
            <a:off x="3352800" y="0"/>
            <a:ext cx="5791200" cy="152400"/>
          </a:xfrm>
          <a:prstGeom prst="rect">
            <a:avLst/>
          </a:prstGeom>
          <a:pattFill prst="pct60">
            <a:fgClr>
              <a:schemeClr val="folHlink"/>
            </a:fgClr>
            <a:bgClr>
              <a:schemeClr val="bg1"/>
            </a:bgClr>
          </a:pattFill>
          <a:ln w="9525">
            <a:noFill/>
            <a:miter lim="800000"/>
            <a:headEnd/>
            <a:tailEnd/>
          </a:ln>
          <a:effectLst/>
        </p:spPr>
        <p:txBody>
          <a:bodyPr wrap="none" anchor="ctr"/>
          <a:lstStyle/>
          <a:p>
            <a:endParaRPr lang="en-US"/>
          </a:p>
        </p:txBody>
      </p:sp>
      <p:sp>
        <p:nvSpPr>
          <p:cNvPr id="87098" name="Line 58"/>
          <p:cNvSpPr>
            <a:spLocks noChangeShapeType="1"/>
          </p:cNvSpPr>
          <p:nvPr/>
        </p:nvSpPr>
        <p:spPr bwMode="ltGray">
          <a:xfrm>
            <a:off x="8839200" y="0"/>
            <a:ext cx="0" cy="2362200"/>
          </a:xfrm>
          <a:prstGeom prst="line">
            <a:avLst/>
          </a:prstGeom>
          <a:noFill/>
          <a:ln w="9525">
            <a:solidFill>
              <a:schemeClr val="hlink"/>
            </a:solidFill>
            <a:round/>
            <a:headEnd/>
            <a:tailEnd/>
          </a:ln>
          <a:effectLst/>
        </p:spPr>
        <p:txBody>
          <a:bodyPr wrap="none" anchor="ctr"/>
          <a:lstStyle/>
          <a:p>
            <a:endParaRPr lang="en-US"/>
          </a:p>
        </p:txBody>
      </p:sp>
      <p:grpSp>
        <p:nvGrpSpPr>
          <p:cNvPr id="87099" name="Group 59"/>
          <p:cNvGrpSpPr>
            <a:grpSpLocks/>
          </p:cNvGrpSpPr>
          <p:nvPr/>
        </p:nvGrpSpPr>
        <p:grpSpPr bwMode="auto">
          <a:xfrm>
            <a:off x="304800" y="1066800"/>
            <a:ext cx="1784350" cy="2324100"/>
            <a:chOff x="96" y="916"/>
            <a:chExt cx="2208" cy="2876"/>
          </a:xfrm>
        </p:grpSpPr>
        <p:sp>
          <p:nvSpPr>
            <p:cNvPr id="87100" name="Line 60"/>
            <p:cNvSpPr>
              <a:spLocks noChangeShapeType="1"/>
            </p:cNvSpPr>
            <p:nvPr/>
          </p:nvSpPr>
          <p:spPr bwMode="ltGray">
            <a:xfrm flipH="1">
              <a:off x="96" y="1037"/>
              <a:ext cx="2208" cy="0"/>
            </a:xfrm>
            <a:prstGeom prst="line">
              <a:avLst/>
            </a:prstGeom>
            <a:noFill/>
            <a:ln w="9525">
              <a:solidFill>
                <a:schemeClr val="hlink"/>
              </a:solidFill>
              <a:round/>
              <a:headEnd/>
              <a:tailEnd/>
            </a:ln>
            <a:effectLst/>
          </p:spPr>
          <p:txBody>
            <a:bodyPr wrap="none" anchor="ctr"/>
            <a:lstStyle/>
            <a:p>
              <a:endParaRPr lang="en-US"/>
            </a:p>
          </p:txBody>
        </p:sp>
        <p:sp>
          <p:nvSpPr>
            <p:cNvPr id="87101" name="Line 61"/>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endParaRPr lang="en-US"/>
            </a:p>
          </p:txBody>
        </p:sp>
        <p:sp>
          <p:nvSpPr>
            <p:cNvPr id="87102" name="Arc 62"/>
            <p:cNvSpPr>
              <a:spLocks/>
            </p:cNvSpPr>
            <p:nvPr/>
          </p:nvSpPr>
          <p:spPr bwMode="ltGray">
            <a:xfrm flipH="1">
              <a:off x="217" y="916"/>
              <a:ext cx="239" cy="239"/>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endParaRPr lang="en-US"/>
            </a:p>
          </p:txBody>
        </p:sp>
      </p:grpSp>
      <p:sp>
        <p:nvSpPr>
          <p:cNvPr id="87103" name="Rectangle 63"/>
          <p:cNvSpPr>
            <a:spLocks noGrp="1" noChangeArrowheads="1"/>
          </p:cNvSpPr>
          <p:nvPr>
            <p:ph type="title"/>
          </p:nvPr>
        </p:nvSpPr>
        <p:spPr bwMode="auto">
          <a:xfrm>
            <a:off x="609600" y="228600"/>
            <a:ext cx="7772400" cy="838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87104" name="Rectangle 64" descr="Rectangle: Click to edit Master text styles&#10;Second level&#10;Third level&#10;Fourth level&#10;Fifth level"/>
          <p:cNvSpPr>
            <a:spLocks noGrp="1" noChangeArrowheads="1"/>
          </p:cNvSpPr>
          <p:nvPr>
            <p:ph type="body" idx="1"/>
          </p:nvPr>
        </p:nvSpPr>
        <p:spPr bwMode="auto">
          <a:xfrm>
            <a:off x="838200" y="1600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 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7107" name="Rectangle 67"/>
          <p:cNvSpPr>
            <a:spLocks noGrp="1" noChangeArrowheads="1"/>
          </p:cNvSpPr>
          <p:nvPr>
            <p:ph type="sldNum" sz="quarter" idx="4"/>
          </p:nvPr>
        </p:nvSpPr>
        <p:spPr bwMode="auto">
          <a:xfrm>
            <a:off x="70866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FC679C6F-935F-4C21-B87B-EB1A965E95B2}" type="slidenum">
              <a:rPr lang="en-US"/>
              <a:pPr/>
              <a:t>‹#›</a:t>
            </a:fld>
            <a:endParaRPr lang="en-US"/>
          </a:p>
        </p:txBody>
      </p:sp>
      <p:pic>
        <p:nvPicPr>
          <p:cNvPr id="87111" name="Picture 71" descr="IC newsmall"/>
          <p:cNvPicPr>
            <a:picLocks noChangeAspect="1" noChangeArrowheads="1"/>
          </p:cNvPicPr>
          <p:nvPr/>
        </p:nvPicPr>
        <p:blipFill>
          <a:blip r:embed="rId14" cstate="print"/>
          <a:srcRect/>
          <a:stretch>
            <a:fillRect/>
          </a:stretch>
        </p:blipFill>
        <p:spPr bwMode="auto">
          <a:xfrm>
            <a:off x="0" y="5867400"/>
            <a:ext cx="938213" cy="990600"/>
          </a:xfrm>
          <a:prstGeom prst="rect">
            <a:avLst/>
          </a:prstGeom>
          <a:noFill/>
        </p:spPr>
      </p:pic>
      <p:graphicFrame>
        <p:nvGraphicFramePr>
          <p:cNvPr id="87113" name="Object 73"/>
          <p:cNvGraphicFramePr>
            <a:graphicFrameLocks noChangeAspect="1"/>
          </p:cNvGraphicFramePr>
          <p:nvPr/>
        </p:nvGraphicFramePr>
        <p:xfrm>
          <a:off x="6934200" y="0"/>
          <a:ext cx="2209800" cy="592138"/>
        </p:xfrm>
        <a:graphic>
          <a:graphicData uri="http://schemas.openxmlformats.org/presentationml/2006/ole">
            <p:oleObj spid="_x0000_s87113" name="Document" r:id="rId15" imgW="4496400" imgH="1143000" progId="Word.Document.8">
              <p:embed/>
            </p:oleObj>
          </a:graphicData>
        </a:graphic>
      </p:graphicFrame>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l" rtl="0" fontAlgn="base">
        <a:spcBef>
          <a:spcPct val="0"/>
        </a:spcBef>
        <a:spcAft>
          <a:spcPct val="0"/>
        </a:spcAft>
        <a:defRPr sz="2400" b="1">
          <a:solidFill>
            <a:schemeClr val="tx2"/>
          </a:solidFill>
          <a:latin typeface="+mj-lt"/>
          <a:ea typeface="+mj-ea"/>
          <a:cs typeface="+mj-cs"/>
        </a:defRPr>
      </a:lvl1pPr>
      <a:lvl2pPr algn="l" rtl="0" fontAlgn="base">
        <a:spcBef>
          <a:spcPct val="0"/>
        </a:spcBef>
        <a:spcAft>
          <a:spcPct val="0"/>
        </a:spcAft>
        <a:defRPr sz="2400" b="1">
          <a:solidFill>
            <a:schemeClr val="tx2"/>
          </a:solidFill>
          <a:latin typeface="Tahoma" pitchFamily="34" charset="0"/>
        </a:defRPr>
      </a:lvl2pPr>
      <a:lvl3pPr algn="l" rtl="0" fontAlgn="base">
        <a:spcBef>
          <a:spcPct val="0"/>
        </a:spcBef>
        <a:spcAft>
          <a:spcPct val="0"/>
        </a:spcAft>
        <a:defRPr sz="2400" b="1">
          <a:solidFill>
            <a:schemeClr val="tx2"/>
          </a:solidFill>
          <a:latin typeface="Tahoma" pitchFamily="34" charset="0"/>
        </a:defRPr>
      </a:lvl3pPr>
      <a:lvl4pPr algn="l" rtl="0" fontAlgn="base">
        <a:spcBef>
          <a:spcPct val="0"/>
        </a:spcBef>
        <a:spcAft>
          <a:spcPct val="0"/>
        </a:spcAft>
        <a:defRPr sz="2400" b="1">
          <a:solidFill>
            <a:schemeClr val="tx2"/>
          </a:solidFill>
          <a:latin typeface="Tahoma" pitchFamily="34" charset="0"/>
        </a:defRPr>
      </a:lvl4pPr>
      <a:lvl5pPr algn="l" rtl="0" fontAlgn="base">
        <a:spcBef>
          <a:spcPct val="0"/>
        </a:spcBef>
        <a:spcAft>
          <a:spcPct val="0"/>
        </a:spcAft>
        <a:defRPr sz="2400" b="1">
          <a:solidFill>
            <a:schemeClr val="tx2"/>
          </a:solidFill>
          <a:latin typeface="Tahoma" pitchFamily="34" charset="0"/>
        </a:defRPr>
      </a:lvl5pPr>
      <a:lvl6pPr marL="457200" algn="l" rtl="0" fontAlgn="base">
        <a:spcBef>
          <a:spcPct val="0"/>
        </a:spcBef>
        <a:spcAft>
          <a:spcPct val="0"/>
        </a:spcAft>
        <a:defRPr sz="2400" b="1">
          <a:solidFill>
            <a:schemeClr val="tx2"/>
          </a:solidFill>
          <a:latin typeface="Tahoma" pitchFamily="34" charset="0"/>
        </a:defRPr>
      </a:lvl6pPr>
      <a:lvl7pPr marL="914400" algn="l" rtl="0" fontAlgn="base">
        <a:spcBef>
          <a:spcPct val="0"/>
        </a:spcBef>
        <a:spcAft>
          <a:spcPct val="0"/>
        </a:spcAft>
        <a:defRPr sz="2400" b="1">
          <a:solidFill>
            <a:schemeClr val="tx2"/>
          </a:solidFill>
          <a:latin typeface="Tahoma" pitchFamily="34" charset="0"/>
        </a:defRPr>
      </a:lvl7pPr>
      <a:lvl8pPr marL="1371600" algn="l" rtl="0" fontAlgn="base">
        <a:spcBef>
          <a:spcPct val="0"/>
        </a:spcBef>
        <a:spcAft>
          <a:spcPct val="0"/>
        </a:spcAft>
        <a:defRPr sz="2400" b="1">
          <a:solidFill>
            <a:schemeClr val="tx2"/>
          </a:solidFill>
          <a:latin typeface="Tahoma" pitchFamily="34" charset="0"/>
        </a:defRPr>
      </a:lvl8pPr>
      <a:lvl9pPr marL="1828800" algn="l" rtl="0" fontAlgn="base">
        <a:spcBef>
          <a:spcPct val="0"/>
        </a:spcBef>
        <a:spcAft>
          <a:spcPct val="0"/>
        </a:spcAft>
        <a:defRPr sz="2400" b="1">
          <a:solidFill>
            <a:schemeClr val="tx2"/>
          </a:solidFill>
          <a:latin typeface="Tahoma" pitchFamily="34" charset="0"/>
        </a:defRPr>
      </a:lvl9pPr>
    </p:titleStyle>
    <p:bodyStyle>
      <a:lvl1pPr marL="342900" indent="-342900" algn="l" rtl="0" fontAlgn="base">
        <a:spcBef>
          <a:spcPct val="20000"/>
        </a:spcBef>
        <a:spcAft>
          <a:spcPct val="0"/>
        </a:spcAft>
        <a:buClr>
          <a:schemeClr val="hlink"/>
        </a:buClr>
        <a:buSzPct val="110000"/>
        <a:buFont typeface="Wingdings" pitchFamily="2" charset="2"/>
        <a:buBlip>
          <a:blip r:embed="rId16"/>
        </a:buBlip>
        <a:defRPr sz="2800" b="1">
          <a:solidFill>
            <a:schemeClr val="tx1"/>
          </a:solidFill>
          <a:latin typeface="+mn-lt"/>
          <a:ea typeface="+mn-ea"/>
          <a:cs typeface="+mn-cs"/>
        </a:defRPr>
      </a:lvl1pPr>
      <a:lvl2pPr marL="742950" indent="-285750" algn="l" rtl="0" fontAlgn="base">
        <a:spcBef>
          <a:spcPct val="20000"/>
        </a:spcBef>
        <a:spcAft>
          <a:spcPct val="0"/>
        </a:spcAft>
        <a:buClr>
          <a:schemeClr val="tx1"/>
        </a:buClr>
        <a:buSzPct val="60000"/>
        <a:buFont typeface="Wingdings" pitchFamily="2" charset="2"/>
        <a:buChar char="n"/>
        <a:defRPr sz="2600" b="1">
          <a:solidFill>
            <a:schemeClr val="tx1"/>
          </a:solidFill>
          <a:latin typeface="+mn-lt"/>
        </a:defRPr>
      </a:lvl2pPr>
      <a:lvl3pPr marL="1143000" indent="-228600" algn="l" rtl="0" fontAlgn="base">
        <a:spcBef>
          <a:spcPct val="20000"/>
        </a:spcBef>
        <a:spcAft>
          <a:spcPct val="0"/>
        </a:spcAft>
        <a:buClr>
          <a:schemeClr val="hlink"/>
        </a:buClr>
        <a:buSzPct val="95000"/>
        <a:buFont typeface="Wingdings" pitchFamily="2" charset="2"/>
        <a:buChar char="w"/>
        <a:defRPr sz="2400" b="1">
          <a:solidFill>
            <a:schemeClr val="tx1"/>
          </a:solidFill>
          <a:latin typeface="+mn-lt"/>
        </a:defRPr>
      </a:lvl3pPr>
      <a:lvl4pPr marL="1600200" indent="-228600" algn="l" rtl="0" fontAlgn="base">
        <a:spcBef>
          <a:spcPct val="20000"/>
        </a:spcBef>
        <a:spcAft>
          <a:spcPct val="0"/>
        </a:spcAft>
        <a:buClr>
          <a:schemeClr val="tx1"/>
        </a:buClr>
        <a:buSzPct val="65000"/>
        <a:buFont typeface="Wingdings" pitchFamily="2" charset="2"/>
        <a:buChar char="n"/>
        <a:defRPr sz="2000" b="1">
          <a:solidFill>
            <a:schemeClr val="tx1"/>
          </a:solidFill>
          <a:latin typeface="+mn-lt"/>
        </a:defRPr>
      </a:lvl4pPr>
      <a:lvl5pPr marL="2057400" indent="-228600" algn="l" rtl="0" fontAlgn="base">
        <a:spcBef>
          <a:spcPct val="20000"/>
        </a:spcBef>
        <a:spcAft>
          <a:spcPct val="0"/>
        </a:spcAft>
        <a:buClr>
          <a:schemeClr val="hlink"/>
        </a:buClr>
        <a:buSzPct val="60000"/>
        <a:buFont typeface="Wingdings" pitchFamily="2" charset="2"/>
        <a:buChar char="n"/>
        <a:defRPr sz="2000" b="1">
          <a:solidFill>
            <a:schemeClr val="tx1"/>
          </a:solidFill>
          <a:latin typeface="+mn-lt"/>
        </a:defRPr>
      </a:lvl5pPr>
      <a:lvl6pPr marL="2514600" indent="-228600" algn="l" rtl="0" fontAlgn="base">
        <a:spcBef>
          <a:spcPct val="20000"/>
        </a:spcBef>
        <a:spcAft>
          <a:spcPct val="0"/>
        </a:spcAft>
        <a:buClr>
          <a:schemeClr val="hlink"/>
        </a:buClr>
        <a:buSzPct val="60000"/>
        <a:buFont typeface="Wingdings" pitchFamily="2" charset="2"/>
        <a:buChar char="n"/>
        <a:defRPr sz="2000" b="1">
          <a:solidFill>
            <a:schemeClr val="tx1"/>
          </a:solidFill>
          <a:latin typeface="+mn-lt"/>
        </a:defRPr>
      </a:lvl6pPr>
      <a:lvl7pPr marL="2971800" indent="-228600" algn="l" rtl="0" fontAlgn="base">
        <a:spcBef>
          <a:spcPct val="20000"/>
        </a:spcBef>
        <a:spcAft>
          <a:spcPct val="0"/>
        </a:spcAft>
        <a:buClr>
          <a:schemeClr val="hlink"/>
        </a:buClr>
        <a:buSzPct val="60000"/>
        <a:buFont typeface="Wingdings" pitchFamily="2" charset="2"/>
        <a:buChar char="n"/>
        <a:defRPr sz="2000" b="1">
          <a:solidFill>
            <a:schemeClr val="tx1"/>
          </a:solidFill>
          <a:latin typeface="+mn-lt"/>
        </a:defRPr>
      </a:lvl7pPr>
      <a:lvl8pPr marL="3429000" indent="-228600" algn="l" rtl="0" fontAlgn="base">
        <a:spcBef>
          <a:spcPct val="20000"/>
        </a:spcBef>
        <a:spcAft>
          <a:spcPct val="0"/>
        </a:spcAft>
        <a:buClr>
          <a:schemeClr val="hlink"/>
        </a:buClr>
        <a:buSzPct val="60000"/>
        <a:buFont typeface="Wingdings" pitchFamily="2" charset="2"/>
        <a:buChar char="n"/>
        <a:defRPr sz="2000" b="1">
          <a:solidFill>
            <a:schemeClr val="tx1"/>
          </a:solidFill>
          <a:latin typeface="+mn-lt"/>
        </a:defRPr>
      </a:lvl8pPr>
      <a:lvl9pPr marL="3886200" indent="-228600" algn="l" rtl="0" fontAlgn="base">
        <a:spcBef>
          <a:spcPct val="20000"/>
        </a:spcBef>
        <a:spcAft>
          <a:spcPct val="0"/>
        </a:spcAft>
        <a:buClr>
          <a:schemeClr val="hlink"/>
        </a:buClr>
        <a:buSzPct val="60000"/>
        <a:buFont typeface="Wingdings" pitchFamily="2" charset="2"/>
        <a:buChar char="n"/>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oleObject" Target="../embeddings/oleObject2.bin"/><Relationship Id="rId4" Type="http://schemas.openxmlformats.org/officeDocument/2006/relationships/hyperlink" Target="mailto:john@ICHnet.or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vmlDrawing" Target="../drawings/vmlDrawing3.vml"/><Relationship Id="rId4" Type="http://schemas.openxmlformats.org/officeDocument/2006/relationships/oleObject" Target="../embeddings/Microsoft_Office_Word_97_-_2003_Document1.doc"/></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9.xml"/><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11.png"/><Relationship Id="rId4" Type="http://schemas.openxmlformats.org/officeDocument/2006/relationships/oleObject" Target="../embeddings/oleObject3.bin"/><Relationship Id="rId9"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oleObject" Target="../embeddings/oleObject7.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8.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9.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hyperlink" Target="http://members.ichnet.org/" TargetMode="External"/><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descr="Rectangle: Click to edit Master text styles&#10;Second level&#10;Third level&#10;Fourth level&#10;Fifth level"/>
          <p:cNvSpPr>
            <a:spLocks noGrp="1" noChangeArrowheads="1"/>
          </p:cNvSpPr>
          <p:nvPr>
            <p:ph type="subTitle" idx="1"/>
          </p:nvPr>
        </p:nvSpPr>
        <p:spPr>
          <a:xfrm>
            <a:off x="838200" y="609600"/>
            <a:ext cx="7772400" cy="2286000"/>
          </a:xfrm>
        </p:spPr>
        <p:txBody>
          <a:bodyPr/>
          <a:lstStyle/>
          <a:p>
            <a:r>
              <a:rPr lang="en-US" sz="3200"/>
              <a:t>Architecture Assurance Method</a:t>
            </a:r>
            <a:endParaRPr lang="en-US"/>
          </a:p>
          <a:p>
            <a:endParaRPr lang="en-US"/>
          </a:p>
          <a:p>
            <a:r>
              <a:rPr lang="en-US" b="0" i="1"/>
              <a:t>Solution Architecture Development Life Cycle (SDLC) for Commercial IT Integration</a:t>
            </a:r>
            <a:endParaRPr lang="en-US"/>
          </a:p>
          <a:p>
            <a:endParaRPr lang="en-US" sz="2000" b="0"/>
          </a:p>
          <a:p>
            <a:r>
              <a:rPr lang="en-US" sz="2000" b="0"/>
              <a:t>Using the ICH Solution Architecture Integration Lab </a:t>
            </a:r>
            <a:r>
              <a:rPr lang="en-US" sz="2000" b="0" baseline="30000"/>
              <a:t>TM</a:t>
            </a:r>
          </a:p>
          <a:p>
            <a:endParaRPr lang="en-US" sz="2000" b="0"/>
          </a:p>
          <a:p>
            <a:endParaRPr lang="en-US" sz="1600" b="0" i="1"/>
          </a:p>
        </p:txBody>
      </p:sp>
      <p:sp>
        <p:nvSpPr>
          <p:cNvPr id="388100" name="Text Box 4"/>
          <p:cNvSpPr txBox="1">
            <a:spLocks noChangeArrowheads="1"/>
          </p:cNvSpPr>
          <p:nvPr/>
        </p:nvSpPr>
        <p:spPr bwMode="auto">
          <a:xfrm>
            <a:off x="5867400" y="4495800"/>
            <a:ext cx="2540000" cy="1155700"/>
          </a:xfrm>
          <a:prstGeom prst="rect">
            <a:avLst/>
          </a:prstGeom>
          <a:noFill/>
          <a:ln w="9525">
            <a:noFill/>
            <a:miter lim="800000"/>
            <a:headEnd/>
            <a:tailEnd/>
          </a:ln>
          <a:effectLst/>
        </p:spPr>
        <p:txBody>
          <a:bodyPr wrap="none">
            <a:spAutoFit/>
          </a:bodyPr>
          <a:lstStyle/>
          <a:p>
            <a:pPr algn="r"/>
            <a:r>
              <a:rPr lang="en-US" sz="1400" b="0"/>
              <a:t>John Weiler, E.D.</a:t>
            </a:r>
          </a:p>
          <a:p>
            <a:pPr algn="r"/>
            <a:r>
              <a:rPr lang="en-US" sz="1400" b="0"/>
              <a:t>Interoperability Clearinghouse</a:t>
            </a:r>
          </a:p>
          <a:p>
            <a:pPr algn="r"/>
            <a:r>
              <a:rPr lang="en-US" sz="1400" b="0">
                <a:hlinkClick r:id="rId4"/>
              </a:rPr>
              <a:t>john@ICHnet.org</a:t>
            </a:r>
            <a:endParaRPr lang="en-US" sz="1400" b="0"/>
          </a:p>
          <a:p>
            <a:pPr algn="r"/>
            <a:r>
              <a:rPr lang="en-US" sz="1400" b="0"/>
              <a:t>703 768 0400</a:t>
            </a:r>
          </a:p>
          <a:p>
            <a:pPr algn="r"/>
            <a:r>
              <a:rPr lang="en-US" sz="1400" b="0"/>
              <a:t>www.ICHnet.org/sail.htm</a:t>
            </a:r>
          </a:p>
        </p:txBody>
      </p:sp>
      <p:graphicFrame>
        <p:nvGraphicFramePr>
          <p:cNvPr id="388101" name="Object 5"/>
          <p:cNvGraphicFramePr>
            <a:graphicFrameLocks noChangeAspect="1"/>
          </p:cNvGraphicFramePr>
          <p:nvPr/>
        </p:nvGraphicFramePr>
        <p:xfrm>
          <a:off x="533400" y="4267200"/>
          <a:ext cx="4876800" cy="1306513"/>
        </p:xfrm>
        <a:graphic>
          <a:graphicData uri="http://schemas.openxmlformats.org/presentationml/2006/ole">
            <p:oleObj spid="_x0000_s388101" name="Document" r:id="rId5" imgW="4496400" imgH="1143000" progId="Word.Document.8">
              <p:embed/>
            </p:oleObj>
          </a:graphicData>
        </a:graphic>
      </p:graphicFrame>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2C5850FF-B270-47A9-81CB-21A2E812B8B4}" type="slidenum">
              <a:rPr lang="en-US"/>
              <a:pPr/>
              <a:t>2</a:t>
            </a:fld>
            <a:endParaRPr lang="en-US"/>
          </a:p>
        </p:txBody>
      </p:sp>
      <p:sp>
        <p:nvSpPr>
          <p:cNvPr id="390146" name="Rectangle 2"/>
          <p:cNvSpPr>
            <a:spLocks noGrp="1" noChangeArrowheads="1"/>
          </p:cNvSpPr>
          <p:nvPr>
            <p:ph type="title"/>
          </p:nvPr>
        </p:nvSpPr>
        <p:spPr>
          <a:xfrm>
            <a:off x="533400" y="1524000"/>
            <a:ext cx="7956550" cy="1143000"/>
          </a:xfrm>
        </p:spPr>
        <p:txBody>
          <a:bodyPr/>
          <a:lstStyle/>
          <a:p>
            <a:pPr algn="ctr"/>
            <a:r>
              <a:rPr lang="en-US"/>
              <a:t>The COTS Integration Challenge</a:t>
            </a:r>
            <a:br>
              <a:rPr lang="en-US"/>
            </a:br>
            <a:r>
              <a:rPr lang="en-US"/>
              <a:t/>
            </a:r>
            <a:br>
              <a:rPr lang="en-US"/>
            </a:br>
            <a:endParaRPr lang="en-US"/>
          </a:p>
        </p:txBody>
      </p:sp>
      <p:sp>
        <p:nvSpPr>
          <p:cNvPr id="390147" name="Text Box 3"/>
          <p:cNvSpPr txBox="1">
            <a:spLocks noChangeArrowheads="1"/>
          </p:cNvSpPr>
          <p:nvPr/>
        </p:nvSpPr>
        <p:spPr bwMode="auto">
          <a:xfrm>
            <a:off x="1143000" y="4191000"/>
            <a:ext cx="6738938" cy="1800225"/>
          </a:xfrm>
          <a:prstGeom prst="rect">
            <a:avLst/>
          </a:prstGeom>
          <a:noFill/>
          <a:ln w="9525">
            <a:noFill/>
            <a:miter lim="800000"/>
            <a:headEnd/>
            <a:tailEnd/>
          </a:ln>
          <a:effectLst/>
        </p:spPr>
        <p:txBody>
          <a:bodyPr>
            <a:spAutoFit/>
          </a:bodyPr>
          <a:lstStyle/>
          <a:p>
            <a:pPr algn="ctr"/>
            <a:r>
              <a:rPr lang="en-US" sz="1400">
                <a:latin typeface="Comic Sans MS" pitchFamily="66" charset="0"/>
              </a:rPr>
              <a:t>Exert from EDS Business Case Analysis:</a:t>
            </a:r>
            <a:r>
              <a:rPr lang="en-US" sz="1400" b="0" i="1">
                <a:latin typeface="Comic Sans MS" pitchFamily="66" charset="0"/>
              </a:rPr>
              <a:t> “The leveraging of our efforts with other parties through the formulation of a non-profit consortium is the most cost effective and efficient way of achieving the goal of interoperability assurance among heterogeneous systems.  This ICH capability will augment our capability and provide us much more information about products, standards, and viable enterprise solution sets than we could ever realize through our own internal efforts.”</a:t>
            </a:r>
            <a:endParaRPr lang="en-US" sz="1200" b="0">
              <a:latin typeface="Times New Roman" pitchFamily="18" charset="0"/>
            </a:endParaRPr>
          </a:p>
          <a:p>
            <a:pPr algn="ctr">
              <a:spcBef>
                <a:spcPct val="20000"/>
              </a:spcBef>
            </a:pPr>
            <a:endParaRPr lang="en-US" sz="1200" b="0">
              <a:solidFill>
                <a:schemeClr val="folHlink"/>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 Number Placeholder 2"/>
          <p:cNvSpPr>
            <a:spLocks noGrp="1"/>
          </p:cNvSpPr>
          <p:nvPr>
            <p:ph type="sldNum" sz="quarter" idx="10"/>
          </p:nvPr>
        </p:nvSpPr>
        <p:spPr/>
        <p:txBody>
          <a:bodyPr/>
          <a:lstStyle/>
          <a:p>
            <a:fld id="{D59D0C9E-7977-49B3-8B16-4B0C5670F330}" type="slidenum">
              <a:rPr lang="en-US"/>
              <a:pPr/>
              <a:t>3</a:t>
            </a:fld>
            <a:endParaRPr lang="en-US"/>
          </a:p>
        </p:txBody>
      </p:sp>
      <p:sp>
        <p:nvSpPr>
          <p:cNvPr id="392194" name="Rectangle 2"/>
          <p:cNvSpPr>
            <a:spLocks noChangeArrowheads="1"/>
          </p:cNvSpPr>
          <p:nvPr/>
        </p:nvSpPr>
        <p:spPr bwMode="auto">
          <a:xfrm>
            <a:off x="5186363" y="1239838"/>
            <a:ext cx="3367087" cy="5400675"/>
          </a:xfrm>
          <a:prstGeom prst="rect">
            <a:avLst/>
          </a:prstGeom>
          <a:solidFill>
            <a:schemeClr val="folHlink"/>
          </a:solidFill>
          <a:ln w="9525">
            <a:noFill/>
            <a:miter lim="800000"/>
            <a:headEnd/>
            <a:tailEnd/>
          </a:ln>
          <a:effectLst/>
        </p:spPr>
        <p:txBody>
          <a:bodyPr wrap="none" anchor="ctr"/>
          <a:lstStyle/>
          <a:p>
            <a:endParaRPr lang="en-US"/>
          </a:p>
        </p:txBody>
      </p:sp>
      <p:sp>
        <p:nvSpPr>
          <p:cNvPr id="392195" name="Rectangle 3"/>
          <p:cNvSpPr>
            <a:spLocks noChangeArrowheads="1"/>
          </p:cNvSpPr>
          <p:nvPr/>
        </p:nvSpPr>
        <p:spPr bwMode="auto">
          <a:xfrm>
            <a:off x="912813" y="4627563"/>
            <a:ext cx="3505200" cy="1981200"/>
          </a:xfrm>
          <a:prstGeom prst="rect">
            <a:avLst/>
          </a:prstGeom>
          <a:noFill/>
          <a:ln w="12700">
            <a:noFill/>
            <a:miter lim="800000"/>
            <a:headEnd/>
            <a:tailEnd/>
          </a:ln>
          <a:effectLst/>
        </p:spPr>
        <p:txBody>
          <a:bodyPr wrap="none" anchor="ctr"/>
          <a:lstStyle/>
          <a:p>
            <a:endParaRPr lang="en-US"/>
          </a:p>
        </p:txBody>
      </p:sp>
      <p:sp>
        <p:nvSpPr>
          <p:cNvPr id="392196" name="Text Box 4"/>
          <p:cNvSpPr txBox="1">
            <a:spLocks noChangeArrowheads="1"/>
          </p:cNvSpPr>
          <p:nvPr/>
        </p:nvSpPr>
        <p:spPr bwMode="auto">
          <a:xfrm>
            <a:off x="954088" y="4473575"/>
            <a:ext cx="2862262" cy="579438"/>
          </a:xfrm>
          <a:prstGeom prst="rect">
            <a:avLst/>
          </a:prstGeom>
          <a:noFill/>
          <a:ln w="12700">
            <a:noFill/>
            <a:miter lim="800000"/>
            <a:headEnd/>
            <a:tailEnd/>
          </a:ln>
          <a:effectLst/>
        </p:spPr>
        <p:txBody>
          <a:bodyPr>
            <a:spAutoFit/>
          </a:bodyPr>
          <a:lstStyle/>
          <a:p>
            <a:pPr algn="ctr"/>
            <a:r>
              <a:rPr lang="en-US" i="1">
                <a:latin typeface="Times New Roman" pitchFamily="18" charset="0"/>
              </a:rPr>
              <a:t>CIOs Feel...</a:t>
            </a:r>
          </a:p>
        </p:txBody>
      </p:sp>
      <p:sp>
        <p:nvSpPr>
          <p:cNvPr id="392197" name="Text Box 5"/>
          <p:cNvSpPr txBox="1">
            <a:spLocks noChangeArrowheads="1"/>
          </p:cNvSpPr>
          <p:nvPr/>
        </p:nvSpPr>
        <p:spPr bwMode="auto">
          <a:xfrm>
            <a:off x="792163" y="5070475"/>
            <a:ext cx="3248025" cy="1616075"/>
          </a:xfrm>
          <a:prstGeom prst="rect">
            <a:avLst/>
          </a:prstGeom>
          <a:noFill/>
          <a:ln w="9525">
            <a:noFill/>
            <a:miter lim="800000"/>
            <a:headEnd/>
            <a:tailEnd/>
          </a:ln>
          <a:effectLst/>
        </p:spPr>
        <p:txBody>
          <a:bodyPr wrap="none">
            <a:spAutoFit/>
          </a:bodyPr>
          <a:lstStyle/>
          <a:p>
            <a:pPr algn="ctr"/>
            <a:r>
              <a:rPr lang="en-US" sz="2000" b="0"/>
              <a:t>Overwhelmed by offerings?</a:t>
            </a:r>
          </a:p>
          <a:p>
            <a:pPr algn="ctr"/>
            <a:r>
              <a:rPr lang="en-US" sz="2000" b="0"/>
              <a:t>Ill-equipped to evaluate?</a:t>
            </a:r>
          </a:p>
          <a:p>
            <a:pPr algn="ctr"/>
            <a:r>
              <a:rPr lang="en-US" sz="2000" b="0"/>
              <a:t>Out paced by market?</a:t>
            </a:r>
          </a:p>
          <a:p>
            <a:pPr algn="ctr"/>
            <a:r>
              <a:rPr lang="en-US" sz="2000" b="0"/>
              <a:t>Interoperable?</a:t>
            </a:r>
          </a:p>
          <a:p>
            <a:pPr algn="ctr"/>
            <a:r>
              <a:rPr lang="en-US" sz="2000" b="0"/>
              <a:t>Over hyped?</a:t>
            </a:r>
          </a:p>
        </p:txBody>
      </p:sp>
      <p:grpSp>
        <p:nvGrpSpPr>
          <p:cNvPr id="392198" name="Group 6"/>
          <p:cNvGrpSpPr>
            <a:grpSpLocks/>
          </p:cNvGrpSpPr>
          <p:nvPr/>
        </p:nvGrpSpPr>
        <p:grpSpPr bwMode="auto">
          <a:xfrm>
            <a:off x="1066800" y="1384300"/>
            <a:ext cx="3657600" cy="3124200"/>
            <a:chOff x="240" y="872"/>
            <a:chExt cx="2304" cy="1968"/>
          </a:xfrm>
        </p:grpSpPr>
        <p:sp>
          <p:nvSpPr>
            <p:cNvPr id="392199" name="AutoShape 7"/>
            <p:cNvSpPr>
              <a:spLocks noChangeArrowheads="1"/>
            </p:cNvSpPr>
            <p:nvPr/>
          </p:nvSpPr>
          <p:spPr bwMode="auto">
            <a:xfrm>
              <a:off x="1968" y="968"/>
              <a:ext cx="432" cy="288"/>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00" name="AutoShape 8"/>
            <p:cNvSpPr>
              <a:spLocks noChangeArrowheads="1"/>
            </p:cNvSpPr>
            <p:nvPr/>
          </p:nvSpPr>
          <p:spPr bwMode="auto">
            <a:xfrm>
              <a:off x="1344" y="1208"/>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01" name="AutoShape 9"/>
            <p:cNvSpPr>
              <a:spLocks noChangeArrowheads="1"/>
            </p:cNvSpPr>
            <p:nvPr/>
          </p:nvSpPr>
          <p:spPr bwMode="auto">
            <a:xfrm>
              <a:off x="912" y="968"/>
              <a:ext cx="288" cy="240"/>
            </a:xfrm>
            <a:prstGeom prst="can">
              <a:avLst>
                <a:gd name="adj" fmla="val 25000"/>
              </a:avLst>
            </a:prstGeom>
            <a:solidFill>
              <a:schemeClr val="folHlink"/>
            </a:solidFill>
            <a:ln w="9525">
              <a:solidFill>
                <a:schemeClr val="tx1"/>
              </a:solidFill>
              <a:round/>
              <a:headEnd/>
              <a:tailEnd/>
            </a:ln>
            <a:effectLst/>
          </p:spPr>
          <p:txBody>
            <a:bodyPr wrap="none" anchor="ctr"/>
            <a:lstStyle/>
            <a:p>
              <a:endParaRPr lang="en-US"/>
            </a:p>
          </p:txBody>
        </p:sp>
        <p:sp>
          <p:nvSpPr>
            <p:cNvPr id="392202" name="AutoShape 10"/>
            <p:cNvSpPr>
              <a:spLocks noChangeArrowheads="1"/>
            </p:cNvSpPr>
            <p:nvPr/>
          </p:nvSpPr>
          <p:spPr bwMode="auto">
            <a:xfrm>
              <a:off x="2352" y="1496"/>
              <a:ext cx="192" cy="288"/>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03" name="AutoShape 11"/>
            <p:cNvSpPr>
              <a:spLocks noChangeArrowheads="1"/>
            </p:cNvSpPr>
            <p:nvPr/>
          </p:nvSpPr>
          <p:spPr bwMode="auto">
            <a:xfrm>
              <a:off x="432" y="2264"/>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04" name="AutoShape 12"/>
            <p:cNvSpPr>
              <a:spLocks noChangeArrowheads="1"/>
            </p:cNvSpPr>
            <p:nvPr/>
          </p:nvSpPr>
          <p:spPr bwMode="auto">
            <a:xfrm>
              <a:off x="816" y="2168"/>
              <a:ext cx="96" cy="528"/>
            </a:xfrm>
            <a:prstGeom prst="bevel">
              <a:avLst>
                <a:gd name="adj" fmla="val 125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05" name="AutoShape 13"/>
            <p:cNvSpPr>
              <a:spLocks noChangeArrowheads="1"/>
            </p:cNvSpPr>
            <p:nvPr/>
          </p:nvSpPr>
          <p:spPr bwMode="auto">
            <a:xfrm>
              <a:off x="864" y="1832"/>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06" name="AutoShape 14"/>
            <p:cNvSpPr>
              <a:spLocks noChangeArrowheads="1"/>
            </p:cNvSpPr>
            <p:nvPr/>
          </p:nvSpPr>
          <p:spPr bwMode="auto">
            <a:xfrm flipV="1">
              <a:off x="384" y="1496"/>
              <a:ext cx="432" cy="96"/>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07" name="AutoShape 15"/>
            <p:cNvSpPr>
              <a:spLocks noChangeArrowheads="1"/>
            </p:cNvSpPr>
            <p:nvPr/>
          </p:nvSpPr>
          <p:spPr bwMode="auto">
            <a:xfrm flipV="1">
              <a:off x="1872" y="2312"/>
              <a:ext cx="432" cy="96"/>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08" name="AutoShape 16"/>
            <p:cNvSpPr>
              <a:spLocks noChangeArrowheads="1"/>
            </p:cNvSpPr>
            <p:nvPr/>
          </p:nvSpPr>
          <p:spPr bwMode="auto">
            <a:xfrm>
              <a:off x="1536" y="872"/>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09" name="AutoShape 17"/>
            <p:cNvSpPr>
              <a:spLocks noChangeArrowheads="1"/>
            </p:cNvSpPr>
            <p:nvPr/>
          </p:nvSpPr>
          <p:spPr bwMode="auto">
            <a:xfrm>
              <a:off x="2256" y="2024"/>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0" name="AutoShape 18"/>
            <p:cNvSpPr>
              <a:spLocks noChangeArrowheads="1"/>
            </p:cNvSpPr>
            <p:nvPr/>
          </p:nvSpPr>
          <p:spPr bwMode="auto">
            <a:xfrm>
              <a:off x="336" y="1784"/>
              <a:ext cx="432" cy="288"/>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11" name="AutoShape 19"/>
            <p:cNvSpPr>
              <a:spLocks noChangeArrowheads="1"/>
            </p:cNvSpPr>
            <p:nvPr/>
          </p:nvSpPr>
          <p:spPr bwMode="auto">
            <a:xfrm>
              <a:off x="1152" y="2552"/>
              <a:ext cx="432" cy="288"/>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12" name="AutoShape 20"/>
            <p:cNvSpPr>
              <a:spLocks noChangeArrowheads="1"/>
            </p:cNvSpPr>
            <p:nvPr/>
          </p:nvSpPr>
          <p:spPr bwMode="auto">
            <a:xfrm>
              <a:off x="1920" y="1400"/>
              <a:ext cx="288" cy="192"/>
            </a:xfrm>
            <a:prstGeom prst="can">
              <a:avLst>
                <a:gd name="adj" fmla="val 18333"/>
              </a:avLst>
            </a:prstGeom>
            <a:solidFill>
              <a:schemeClr val="folHlink"/>
            </a:solidFill>
            <a:ln w="9525">
              <a:solidFill>
                <a:schemeClr val="tx1"/>
              </a:solidFill>
              <a:round/>
              <a:headEnd/>
              <a:tailEnd/>
            </a:ln>
            <a:effectLst/>
          </p:spPr>
          <p:txBody>
            <a:bodyPr wrap="none" anchor="ctr"/>
            <a:lstStyle/>
            <a:p>
              <a:endParaRPr lang="en-US"/>
            </a:p>
          </p:txBody>
        </p:sp>
        <p:sp>
          <p:nvSpPr>
            <p:cNvPr id="392213" name="AutoShape 21"/>
            <p:cNvSpPr>
              <a:spLocks noChangeArrowheads="1"/>
            </p:cNvSpPr>
            <p:nvPr/>
          </p:nvSpPr>
          <p:spPr bwMode="auto">
            <a:xfrm>
              <a:off x="576" y="920"/>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4" name="AutoShape 22"/>
            <p:cNvSpPr>
              <a:spLocks noChangeArrowheads="1"/>
            </p:cNvSpPr>
            <p:nvPr/>
          </p:nvSpPr>
          <p:spPr bwMode="auto">
            <a:xfrm>
              <a:off x="1008" y="2312"/>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5" name="AutoShape 23"/>
            <p:cNvSpPr>
              <a:spLocks noChangeArrowheads="1"/>
            </p:cNvSpPr>
            <p:nvPr/>
          </p:nvSpPr>
          <p:spPr bwMode="auto">
            <a:xfrm>
              <a:off x="1776" y="1976"/>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6" name="AutoShape 24"/>
            <p:cNvSpPr>
              <a:spLocks noChangeArrowheads="1"/>
            </p:cNvSpPr>
            <p:nvPr/>
          </p:nvSpPr>
          <p:spPr bwMode="auto">
            <a:xfrm>
              <a:off x="240" y="1256"/>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7" name="AutoShape 25"/>
            <p:cNvSpPr>
              <a:spLocks noChangeArrowheads="1"/>
            </p:cNvSpPr>
            <p:nvPr/>
          </p:nvSpPr>
          <p:spPr bwMode="auto">
            <a:xfrm rot="5400000">
              <a:off x="1008" y="1304"/>
              <a:ext cx="48" cy="240"/>
            </a:xfrm>
            <a:prstGeom prst="bevel">
              <a:avLst>
                <a:gd name="adj" fmla="val 125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18" name="AutoShape 26"/>
            <p:cNvSpPr>
              <a:spLocks noChangeArrowheads="1"/>
            </p:cNvSpPr>
            <p:nvPr/>
          </p:nvSpPr>
          <p:spPr bwMode="auto">
            <a:xfrm>
              <a:off x="1872" y="2504"/>
              <a:ext cx="192"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sp>
          <p:nvSpPr>
            <p:cNvPr id="392219" name="AutoShape 27"/>
            <p:cNvSpPr>
              <a:spLocks noChangeArrowheads="1"/>
            </p:cNvSpPr>
            <p:nvPr/>
          </p:nvSpPr>
          <p:spPr bwMode="auto">
            <a:xfrm>
              <a:off x="1680" y="1208"/>
              <a:ext cx="192" cy="624"/>
            </a:xfrm>
            <a:prstGeom prst="cube">
              <a:avLst>
                <a:gd name="adj" fmla="val 25000"/>
              </a:avLst>
            </a:prstGeom>
            <a:solidFill>
              <a:schemeClr val="folHlink"/>
            </a:solidFill>
            <a:ln w="9525">
              <a:solidFill>
                <a:schemeClr val="tx1"/>
              </a:solidFill>
              <a:miter lim="800000"/>
              <a:headEnd/>
              <a:tailEnd/>
            </a:ln>
            <a:effectLst/>
          </p:spPr>
          <p:txBody>
            <a:bodyPr wrap="none" anchor="ctr"/>
            <a:lstStyle/>
            <a:p>
              <a:endParaRPr lang="en-US"/>
            </a:p>
          </p:txBody>
        </p:sp>
        <p:sp>
          <p:nvSpPr>
            <p:cNvPr id="392220" name="AutoShape 28"/>
            <p:cNvSpPr>
              <a:spLocks noChangeArrowheads="1"/>
            </p:cNvSpPr>
            <p:nvPr/>
          </p:nvSpPr>
          <p:spPr bwMode="auto">
            <a:xfrm>
              <a:off x="1920" y="1736"/>
              <a:ext cx="480" cy="192"/>
            </a:xfrm>
            <a:custGeom>
              <a:avLst/>
              <a:gdLst>
                <a:gd name="G0" fmla="+- 5400 0 0"/>
                <a:gd name="G1" fmla="+- 8100 0 0"/>
                <a:gd name="G2" fmla="+- 2700 0 0"/>
                <a:gd name="G3" fmla="+- 9450 0 0"/>
                <a:gd name="G4" fmla="+- 21600 0 8100"/>
                <a:gd name="G5" fmla="+- 21600 0 9450"/>
                <a:gd name="G6" fmla="+- 5400 21600 0"/>
                <a:gd name="G7" fmla="*/ G6 1 2"/>
                <a:gd name="G8" fmla="+- 21600 0 5400"/>
                <a:gd name="G9" fmla="+- 21600 0 2700"/>
                <a:gd name="T0" fmla="*/ G0 w 21600"/>
                <a:gd name="T1" fmla="*/ G0 h 21600"/>
                <a:gd name="T2" fmla="*/ G8 w 21600"/>
                <a:gd name="T3" fmla="*/ G8 h 21600"/>
              </a:gdLst>
              <a:ahLst/>
              <a:cxnLst>
                <a:cxn ang="0">
                  <a:pos x="r" y="vc"/>
                </a:cxn>
                <a:cxn ang="5400000">
                  <a:pos x="hc" y="b"/>
                </a:cxn>
                <a:cxn ang="10800000">
                  <a:pos x="l" y="vc"/>
                </a:cxn>
                <a:cxn ang="16200000">
                  <a:pos x="hc" y="t"/>
                </a:cxn>
              </a:cxnLst>
              <a:rect l="T0" t="T1" r="T2" b="T3"/>
              <a:pathLst>
                <a:path w="21600" h="21600">
                  <a:moveTo>
                    <a:pt x="5400" y="5400"/>
                  </a:moveTo>
                  <a:lnTo>
                    <a:pt x="9450" y="5400"/>
                  </a:lnTo>
                  <a:lnTo>
                    <a:pt x="9450" y="2700"/>
                  </a:lnTo>
                  <a:lnTo>
                    <a:pt x="8100" y="2700"/>
                  </a:lnTo>
                  <a:lnTo>
                    <a:pt x="10800" y="0"/>
                  </a:lnTo>
                  <a:lnTo>
                    <a:pt x="13500" y="2700"/>
                  </a:lnTo>
                  <a:lnTo>
                    <a:pt x="12150" y="2700"/>
                  </a:lnTo>
                  <a:lnTo>
                    <a:pt x="12150" y="5400"/>
                  </a:lnTo>
                  <a:lnTo>
                    <a:pt x="16200" y="5400"/>
                  </a:lnTo>
                  <a:lnTo>
                    <a:pt x="16200" y="9450"/>
                  </a:lnTo>
                  <a:lnTo>
                    <a:pt x="18900" y="9450"/>
                  </a:lnTo>
                  <a:lnTo>
                    <a:pt x="18900" y="8100"/>
                  </a:lnTo>
                  <a:lnTo>
                    <a:pt x="21600" y="10800"/>
                  </a:lnTo>
                  <a:lnTo>
                    <a:pt x="18900" y="13500"/>
                  </a:lnTo>
                  <a:lnTo>
                    <a:pt x="18900" y="12150"/>
                  </a:lnTo>
                  <a:lnTo>
                    <a:pt x="16200" y="12150"/>
                  </a:lnTo>
                  <a:lnTo>
                    <a:pt x="16200" y="16200"/>
                  </a:lnTo>
                  <a:lnTo>
                    <a:pt x="12150" y="16200"/>
                  </a:lnTo>
                  <a:lnTo>
                    <a:pt x="12150" y="18900"/>
                  </a:lnTo>
                  <a:lnTo>
                    <a:pt x="13500" y="18900"/>
                  </a:lnTo>
                  <a:lnTo>
                    <a:pt x="10800" y="21600"/>
                  </a:lnTo>
                  <a:lnTo>
                    <a:pt x="8100" y="18900"/>
                  </a:lnTo>
                  <a:lnTo>
                    <a:pt x="9450" y="18900"/>
                  </a:lnTo>
                  <a:lnTo>
                    <a:pt x="9450" y="16200"/>
                  </a:lnTo>
                  <a:lnTo>
                    <a:pt x="5400" y="16200"/>
                  </a:lnTo>
                  <a:lnTo>
                    <a:pt x="5400" y="12150"/>
                  </a:lnTo>
                  <a:lnTo>
                    <a:pt x="2700" y="12150"/>
                  </a:lnTo>
                  <a:lnTo>
                    <a:pt x="2700" y="13500"/>
                  </a:lnTo>
                  <a:lnTo>
                    <a:pt x="0" y="10800"/>
                  </a:lnTo>
                  <a:lnTo>
                    <a:pt x="2700" y="8100"/>
                  </a:lnTo>
                  <a:lnTo>
                    <a:pt x="2700" y="9450"/>
                  </a:lnTo>
                  <a:lnTo>
                    <a:pt x="5400" y="9450"/>
                  </a:lnTo>
                  <a:close/>
                </a:path>
              </a:pathLst>
            </a:custGeom>
            <a:solidFill>
              <a:schemeClr val="folHlink"/>
            </a:solidFill>
            <a:ln w="9525">
              <a:solidFill>
                <a:schemeClr val="tx1"/>
              </a:solidFill>
              <a:miter lim="800000"/>
              <a:headEnd/>
              <a:tailEnd/>
            </a:ln>
            <a:effectLst/>
          </p:spPr>
          <p:txBody>
            <a:bodyPr wrap="none" anchor="ctr"/>
            <a:lstStyle/>
            <a:p>
              <a:endParaRPr lang="en-US"/>
            </a:p>
          </p:txBody>
        </p:sp>
        <p:pic>
          <p:nvPicPr>
            <p:cNvPr id="392221" name="Picture 29" descr="j0078622"/>
            <p:cNvPicPr>
              <a:picLocks noChangeAspect="1" noChangeArrowheads="1"/>
            </p:cNvPicPr>
            <p:nvPr/>
          </p:nvPicPr>
          <p:blipFill>
            <a:blip r:embed="rId3" cstate="print"/>
            <a:srcRect/>
            <a:stretch>
              <a:fillRect/>
            </a:stretch>
          </p:blipFill>
          <p:spPr bwMode="auto">
            <a:xfrm>
              <a:off x="1104" y="1400"/>
              <a:ext cx="602" cy="1056"/>
            </a:xfrm>
            <a:prstGeom prst="rect">
              <a:avLst/>
            </a:prstGeom>
            <a:noFill/>
          </p:spPr>
        </p:pic>
      </p:grpSp>
      <p:sp>
        <p:nvSpPr>
          <p:cNvPr id="392222" name="Rectangle 30"/>
          <p:cNvSpPr>
            <a:spLocks noChangeArrowheads="1"/>
          </p:cNvSpPr>
          <p:nvPr/>
        </p:nvSpPr>
        <p:spPr bwMode="auto">
          <a:xfrm>
            <a:off x="5181600" y="4343400"/>
            <a:ext cx="3346450" cy="825500"/>
          </a:xfrm>
          <a:prstGeom prst="rect">
            <a:avLst/>
          </a:prstGeom>
          <a:noFill/>
          <a:ln w="9525">
            <a:noFill/>
            <a:miter lim="800000"/>
            <a:headEnd/>
            <a:tailEnd/>
          </a:ln>
          <a:effectLst/>
        </p:spPr>
        <p:txBody>
          <a:bodyPr>
            <a:spAutoFit/>
          </a:bodyPr>
          <a:lstStyle/>
          <a:p>
            <a:pPr marL="177800" indent="-177800">
              <a:buFontTx/>
              <a:buChar char="•"/>
            </a:pPr>
            <a:r>
              <a:rPr lang="en-US" sz="1600" b="0"/>
              <a:t>No body of knowledge from which PM can evaluate competing COTS offerings.  </a:t>
            </a:r>
          </a:p>
        </p:txBody>
      </p:sp>
      <p:sp>
        <p:nvSpPr>
          <p:cNvPr id="392223" name="Rectangle 31"/>
          <p:cNvSpPr>
            <a:spLocks noChangeArrowheads="1"/>
          </p:cNvSpPr>
          <p:nvPr/>
        </p:nvSpPr>
        <p:spPr bwMode="auto">
          <a:xfrm>
            <a:off x="5181600" y="1447800"/>
            <a:ext cx="3348038" cy="825500"/>
          </a:xfrm>
          <a:prstGeom prst="rect">
            <a:avLst/>
          </a:prstGeom>
          <a:noFill/>
          <a:ln w="9525">
            <a:noFill/>
            <a:miter lim="800000"/>
            <a:headEnd/>
            <a:tailEnd/>
          </a:ln>
          <a:effectLst/>
        </p:spPr>
        <p:txBody>
          <a:bodyPr>
            <a:spAutoFit/>
          </a:bodyPr>
          <a:lstStyle/>
          <a:p>
            <a:pPr marL="177800" indent="-177800">
              <a:buFontTx/>
              <a:buChar char="•"/>
            </a:pPr>
            <a:r>
              <a:rPr lang="en-US" sz="1600" b="0"/>
              <a:t>No common EA language to communicate business need to technology. </a:t>
            </a:r>
          </a:p>
        </p:txBody>
      </p:sp>
      <p:sp>
        <p:nvSpPr>
          <p:cNvPr id="392224" name="Rectangle 32"/>
          <p:cNvSpPr>
            <a:spLocks noChangeArrowheads="1"/>
          </p:cNvSpPr>
          <p:nvPr/>
        </p:nvSpPr>
        <p:spPr bwMode="auto">
          <a:xfrm>
            <a:off x="5154613" y="5319713"/>
            <a:ext cx="3371850" cy="825500"/>
          </a:xfrm>
          <a:prstGeom prst="rect">
            <a:avLst/>
          </a:prstGeom>
          <a:noFill/>
          <a:ln w="9525">
            <a:noFill/>
            <a:miter lim="800000"/>
            <a:headEnd/>
            <a:tailEnd/>
          </a:ln>
          <a:effectLst/>
        </p:spPr>
        <p:txBody>
          <a:bodyPr>
            <a:spAutoFit/>
          </a:bodyPr>
          <a:lstStyle/>
          <a:p>
            <a:pPr marL="177800" indent="-177800">
              <a:buFontTx/>
              <a:buChar char="•"/>
            </a:pPr>
            <a:r>
              <a:rPr lang="en-US" sz="1600" b="0"/>
              <a:t>No mechanisms for assessing risks, composability or interoperability of COTS solution</a:t>
            </a:r>
          </a:p>
        </p:txBody>
      </p:sp>
      <p:sp>
        <p:nvSpPr>
          <p:cNvPr id="392225" name="Rectangle 33"/>
          <p:cNvSpPr>
            <a:spLocks noChangeArrowheads="1"/>
          </p:cNvSpPr>
          <p:nvPr/>
        </p:nvSpPr>
        <p:spPr bwMode="auto">
          <a:xfrm>
            <a:off x="5145088" y="3403600"/>
            <a:ext cx="3308350" cy="825500"/>
          </a:xfrm>
          <a:prstGeom prst="rect">
            <a:avLst/>
          </a:prstGeom>
          <a:noFill/>
          <a:ln w="9525">
            <a:noFill/>
            <a:miter lim="800000"/>
            <a:headEnd/>
            <a:tailEnd/>
          </a:ln>
          <a:effectLst/>
        </p:spPr>
        <p:txBody>
          <a:bodyPr>
            <a:spAutoFit/>
          </a:bodyPr>
          <a:lstStyle/>
          <a:p>
            <a:pPr marL="177800" indent="-177800">
              <a:buFontTx/>
              <a:buChar char="•"/>
            </a:pPr>
            <a:r>
              <a:rPr lang="en-US" sz="1600" b="0"/>
              <a:t>No clear mapping of business drivers to standards or COTS solution offerings. Gap = Risk!</a:t>
            </a:r>
          </a:p>
        </p:txBody>
      </p:sp>
      <p:sp>
        <p:nvSpPr>
          <p:cNvPr id="392226" name="Rectangle 34"/>
          <p:cNvSpPr>
            <a:spLocks noChangeArrowheads="1"/>
          </p:cNvSpPr>
          <p:nvPr/>
        </p:nvSpPr>
        <p:spPr bwMode="auto">
          <a:xfrm>
            <a:off x="5170488" y="2473325"/>
            <a:ext cx="3440112" cy="825500"/>
          </a:xfrm>
          <a:prstGeom prst="rect">
            <a:avLst/>
          </a:prstGeom>
          <a:noFill/>
          <a:ln w="9525">
            <a:noFill/>
            <a:miter lim="800000"/>
            <a:headEnd/>
            <a:tailEnd/>
          </a:ln>
          <a:effectLst/>
        </p:spPr>
        <p:txBody>
          <a:bodyPr>
            <a:spAutoFit/>
          </a:bodyPr>
          <a:lstStyle/>
          <a:p>
            <a:pPr marL="177800" indent="-177800">
              <a:buFontTx/>
              <a:buChar char="•"/>
            </a:pPr>
            <a:r>
              <a:rPr lang="en-US" sz="1600" b="0"/>
              <a:t>Current documentation methods do not result in action oriented  solution “blueprints”.  </a:t>
            </a:r>
          </a:p>
        </p:txBody>
      </p:sp>
      <p:sp>
        <p:nvSpPr>
          <p:cNvPr id="392227" name="Rectangle 35"/>
          <p:cNvSpPr>
            <a:spLocks noGrp="1" noChangeArrowheads="1"/>
          </p:cNvSpPr>
          <p:nvPr>
            <p:ph type="title"/>
          </p:nvPr>
        </p:nvSpPr>
        <p:spPr>
          <a:xfrm>
            <a:off x="1168400" y="204788"/>
            <a:ext cx="7975600" cy="1143000"/>
          </a:xfrm>
        </p:spPr>
        <p:txBody>
          <a:bodyPr/>
          <a:lstStyle/>
          <a:p>
            <a:r>
              <a:rPr lang="en-US" sz="1600"/>
              <a:t>PMs lack the tools to make sound COTS acquisition decisions! </a:t>
            </a:r>
            <a:br>
              <a:rPr lang="en-US" sz="1600"/>
            </a:b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2"/>
          <p:cNvSpPr>
            <a:spLocks noGrp="1"/>
          </p:cNvSpPr>
          <p:nvPr>
            <p:ph type="sldNum" sz="quarter" idx="10"/>
          </p:nvPr>
        </p:nvSpPr>
        <p:spPr/>
        <p:txBody>
          <a:bodyPr/>
          <a:lstStyle/>
          <a:p>
            <a:fld id="{93988CBB-4ADE-40D6-ADBA-7C87D37B1574}" type="slidenum">
              <a:rPr lang="en-US"/>
              <a:pPr/>
              <a:t>4</a:t>
            </a:fld>
            <a:endParaRPr lang="en-US"/>
          </a:p>
        </p:txBody>
      </p:sp>
      <p:sp>
        <p:nvSpPr>
          <p:cNvPr id="391170" name="Rectangle 2"/>
          <p:cNvSpPr>
            <a:spLocks noGrp="1" noChangeArrowheads="1"/>
          </p:cNvSpPr>
          <p:nvPr>
            <p:ph type="title"/>
          </p:nvPr>
        </p:nvSpPr>
        <p:spPr/>
        <p:txBody>
          <a:bodyPr/>
          <a:lstStyle/>
          <a:p>
            <a:r>
              <a:rPr lang="en-US" sz="2000"/>
              <a:t>The New IT Solution Paradigm</a:t>
            </a:r>
            <a:br>
              <a:rPr lang="en-US" sz="2000"/>
            </a:br>
            <a:r>
              <a:rPr lang="en-US" sz="1300" i="1"/>
              <a:t>Custom Development gives way to COTS Integration</a:t>
            </a:r>
            <a:br>
              <a:rPr lang="en-US" sz="1300" i="1"/>
            </a:br>
            <a:r>
              <a:rPr lang="en-US" sz="1300" i="1"/>
              <a:t/>
            </a:r>
            <a:br>
              <a:rPr lang="en-US" sz="1300" i="1"/>
            </a:br>
            <a:endParaRPr lang="en-US" sz="1300" i="1"/>
          </a:p>
        </p:txBody>
      </p:sp>
      <p:sp>
        <p:nvSpPr>
          <p:cNvPr id="391171" name="Text Box 3"/>
          <p:cNvSpPr txBox="1">
            <a:spLocks noChangeArrowheads="1"/>
          </p:cNvSpPr>
          <p:nvPr/>
        </p:nvSpPr>
        <p:spPr bwMode="auto">
          <a:xfrm>
            <a:off x="585788" y="1319213"/>
            <a:ext cx="2566987" cy="709612"/>
          </a:xfrm>
          <a:prstGeom prst="rect">
            <a:avLst/>
          </a:prstGeom>
          <a:noFill/>
          <a:ln w="9525">
            <a:noFill/>
            <a:miter lim="800000"/>
            <a:headEnd/>
            <a:tailEnd/>
          </a:ln>
          <a:effectLst/>
        </p:spPr>
        <p:txBody>
          <a:bodyPr wrap="none" anchor="ctr">
            <a:spAutoFit/>
          </a:bodyPr>
          <a:lstStyle/>
          <a:p>
            <a:pPr algn="ctr"/>
            <a:r>
              <a:rPr lang="en-US" sz="1800">
                <a:solidFill>
                  <a:srgbClr val="5F5F5F"/>
                </a:solidFill>
                <a:latin typeface="Verdana" pitchFamily="34" charset="0"/>
              </a:rPr>
              <a:t>Y e s t e r d a y</a:t>
            </a:r>
            <a:endParaRPr lang="en-US" sz="1800" i="1" u="sng">
              <a:solidFill>
                <a:srgbClr val="5F5F5F"/>
              </a:solidFill>
              <a:latin typeface="Verdana" pitchFamily="34" charset="0"/>
            </a:endParaRPr>
          </a:p>
          <a:p>
            <a:pPr algn="ctr">
              <a:spcBef>
                <a:spcPct val="25000"/>
              </a:spcBef>
            </a:pPr>
            <a:r>
              <a:rPr lang="en-US" sz="1800" i="1">
                <a:solidFill>
                  <a:srgbClr val="5F5F5F"/>
                </a:solidFill>
                <a:latin typeface="Verdana" pitchFamily="34" charset="0"/>
              </a:rPr>
              <a:t>Design, Code, Test</a:t>
            </a:r>
          </a:p>
        </p:txBody>
      </p:sp>
      <p:sp>
        <p:nvSpPr>
          <p:cNvPr id="391172" name="Rectangle 4"/>
          <p:cNvSpPr>
            <a:spLocks noChangeArrowheads="1"/>
          </p:cNvSpPr>
          <p:nvPr/>
        </p:nvSpPr>
        <p:spPr bwMode="auto">
          <a:xfrm>
            <a:off x="4811713" y="4276725"/>
            <a:ext cx="4332287" cy="2274888"/>
          </a:xfrm>
          <a:prstGeom prst="rect">
            <a:avLst/>
          </a:prstGeom>
          <a:noFill/>
          <a:ln w="9525">
            <a:noFill/>
            <a:miter lim="800000"/>
            <a:headEnd/>
            <a:tailEnd/>
          </a:ln>
          <a:effectLst/>
        </p:spPr>
        <p:txBody>
          <a:bodyPr anchor="ctr"/>
          <a:lstStyle/>
          <a:p>
            <a:pPr marL="173038" indent="-173038">
              <a:spcBef>
                <a:spcPct val="25000"/>
              </a:spcBef>
              <a:buFontTx/>
              <a:buChar char="•"/>
            </a:pPr>
            <a:r>
              <a:rPr lang="en-US" sz="1600">
                <a:latin typeface="Verdana" pitchFamily="34" charset="0"/>
              </a:rPr>
              <a:t>Focus on COTS Integration &amp; Component Assembly </a:t>
            </a:r>
          </a:p>
          <a:p>
            <a:pPr marL="173038" indent="-173038">
              <a:spcBef>
                <a:spcPct val="25000"/>
              </a:spcBef>
              <a:buFontTx/>
              <a:buChar char="•"/>
            </a:pPr>
            <a:r>
              <a:rPr lang="en-US" sz="1600">
                <a:latin typeface="Verdana" pitchFamily="34" charset="0"/>
              </a:rPr>
              <a:t>Architect, Evaluate, &amp; Integrate</a:t>
            </a:r>
          </a:p>
          <a:p>
            <a:pPr marL="173038" indent="-173038">
              <a:spcBef>
                <a:spcPct val="25000"/>
              </a:spcBef>
              <a:buFontTx/>
              <a:buChar char="•"/>
            </a:pPr>
            <a:r>
              <a:rPr lang="en-US" sz="1600">
                <a:latin typeface="Verdana" pitchFamily="34" charset="0"/>
              </a:rPr>
              <a:t>Timeframes are 12-24 weeks!</a:t>
            </a:r>
          </a:p>
          <a:p>
            <a:pPr marL="173038" indent="-173038">
              <a:spcBef>
                <a:spcPct val="25000"/>
              </a:spcBef>
              <a:buFontTx/>
              <a:buChar char="•"/>
            </a:pPr>
            <a:r>
              <a:rPr lang="en-US" sz="1600">
                <a:latin typeface="Verdana" pitchFamily="34" charset="0"/>
              </a:rPr>
              <a:t>Interoperability not “knowable” in advance</a:t>
            </a:r>
          </a:p>
          <a:p>
            <a:pPr marL="173038" indent="-173038">
              <a:spcBef>
                <a:spcPct val="25000"/>
              </a:spcBef>
              <a:buFontTx/>
              <a:buChar char="•"/>
            </a:pPr>
            <a:r>
              <a:rPr lang="en-US" sz="1600">
                <a:latin typeface="Verdana" pitchFamily="34" charset="0"/>
              </a:rPr>
              <a:t>Rate of change is high and accelerating</a:t>
            </a:r>
          </a:p>
        </p:txBody>
      </p:sp>
      <p:sp>
        <p:nvSpPr>
          <p:cNvPr id="391173" name="Text Box 5"/>
          <p:cNvSpPr txBox="1">
            <a:spLocks noChangeArrowheads="1"/>
          </p:cNvSpPr>
          <p:nvPr/>
        </p:nvSpPr>
        <p:spPr bwMode="auto">
          <a:xfrm>
            <a:off x="5324475" y="3489325"/>
            <a:ext cx="3667125" cy="709613"/>
          </a:xfrm>
          <a:prstGeom prst="rect">
            <a:avLst/>
          </a:prstGeom>
          <a:noFill/>
          <a:ln w="9525">
            <a:noFill/>
            <a:miter lim="800000"/>
            <a:headEnd/>
            <a:tailEnd/>
          </a:ln>
          <a:effectLst/>
        </p:spPr>
        <p:txBody>
          <a:bodyPr anchor="ctr">
            <a:spAutoFit/>
          </a:bodyPr>
          <a:lstStyle/>
          <a:p>
            <a:pPr algn="ctr"/>
            <a:r>
              <a:rPr lang="en-US" sz="1800">
                <a:solidFill>
                  <a:srgbClr val="000066"/>
                </a:solidFill>
                <a:latin typeface="Verdana" pitchFamily="34" charset="0"/>
              </a:rPr>
              <a:t>T o d a y</a:t>
            </a:r>
            <a:endParaRPr lang="en-US" sz="1800" i="1">
              <a:solidFill>
                <a:srgbClr val="000066"/>
              </a:solidFill>
              <a:latin typeface="Verdana" pitchFamily="34" charset="0"/>
            </a:endParaRPr>
          </a:p>
          <a:p>
            <a:pPr>
              <a:spcBef>
                <a:spcPct val="25000"/>
              </a:spcBef>
            </a:pPr>
            <a:r>
              <a:rPr lang="en-US" sz="1800" i="1">
                <a:solidFill>
                  <a:srgbClr val="000066"/>
                </a:solidFill>
                <a:latin typeface="Verdana" pitchFamily="34" charset="0"/>
              </a:rPr>
              <a:t>Model, Validate, Integrate</a:t>
            </a:r>
          </a:p>
        </p:txBody>
      </p:sp>
      <p:sp>
        <p:nvSpPr>
          <p:cNvPr id="391174" name="Rectangle 6"/>
          <p:cNvSpPr>
            <a:spLocks noChangeArrowheads="1"/>
          </p:cNvSpPr>
          <p:nvPr/>
        </p:nvSpPr>
        <p:spPr bwMode="auto">
          <a:xfrm>
            <a:off x="5562600" y="1219200"/>
            <a:ext cx="3352800" cy="1096963"/>
          </a:xfrm>
          <a:prstGeom prst="rect">
            <a:avLst/>
          </a:prstGeom>
          <a:solidFill>
            <a:srgbClr val="000066">
              <a:alpha val="50000"/>
            </a:srgbClr>
          </a:solidFill>
          <a:ln w="9525">
            <a:noFill/>
            <a:miter lim="800000"/>
            <a:headEnd/>
            <a:tailEnd/>
          </a:ln>
          <a:effectLst/>
        </p:spPr>
        <p:txBody>
          <a:bodyPr anchor="ctr">
            <a:spAutoFit/>
          </a:bodyPr>
          <a:lstStyle/>
          <a:p>
            <a:pPr algn="ctr"/>
            <a:r>
              <a:rPr lang="en-US" sz="2200" b="0">
                <a:solidFill>
                  <a:schemeClr val="bg1"/>
                </a:solidFill>
              </a:rPr>
              <a:t>COTS Paradigm shift dictates</a:t>
            </a:r>
          </a:p>
          <a:p>
            <a:pPr algn="ctr"/>
            <a:r>
              <a:rPr lang="en-US" sz="2200" b="0">
                <a:solidFill>
                  <a:schemeClr val="bg1"/>
                </a:solidFill>
              </a:rPr>
              <a:t>EA driven SDLC process </a:t>
            </a:r>
            <a:endParaRPr lang="en-US" sz="2200">
              <a:solidFill>
                <a:schemeClr val="bg1"/>
              </a:solidFill>
            </a:endParaRPr>
          </a:p>
        </p:txBody>
      </p:sp>
      <p:sp>
        <p:nvSpPr>
          <p:cNvPr id="391175" name="AutoShape 7"/>
          <p:cNvSpPr>
            <a:spLocks noChangeArrowheads="1"/>
          </p:cNvSpPr>
          <p:nvPr/>
        </p:nvSpPr>
        <p:spPr bwMode="auto">
          <a:xfrm rot="8100000">
            <a:off x="3308350" y="2670175"/>
            <a:ext cx="2838450" cy="1603375"/>
          </a:xfrm>
          <a:prstGeom prst="upDownArrowCallout">
            <a:avLst>
              <a:gd name="adj1" fmla="val 44257"/>
              <a:gd name="adj2" fmla="val 44257"/>
              <a:gd name="adj3" fmla="val 12500"/>
              <a:gd name="adj4" fmla="val 50000"/>
            </a:avLst>
          </a:prstGeom>
          <a:solidFill>
            <a:srgbClr val="A50021"/>
          </a:solidFill>
          <a:ln w="9525">
            <a:solidFill>
              <a:schemeClr val="tx1"/>
            </a:solidFill>
            <a:miter lim="800000"/>
            <a:headEnd/>
            <a:tailEnd/>
          </a:ln>
          <a:effectLst/>
        </p:spPr>
        <p:txBody>
          <a:bodyPr rot="10800000" wrap="none" anchor="ctr"/>
          <a:lstStyle/>
          <a:p>
            <a:pPr algn="ctr"/>
            <a:r>
              <a:rPr lang="en-US" sz="1800">
                <a:solidFill>
                  <a:schemeClr val="bg1"/>
                </a:solidFill>
              </a:rPr>
              <a:t>Software Components </a:t>
            </a:r>
          </a:p>
          <a:p>
            <a:pPr algn="ctr"/>
            <a:r>
              <a:rPr lang="en-US" sz="1600">
                <a:solidFill>
                  <a:schemeClr val="bg1"/>
                </a:solidFill>
              </a:rPr>
              <a:t>&amp; Off the Shelf Products</a:t>
            </a:r>
          </a:p>
        </p:txBody>
      </p:sp>
      <p:sp>
        <p:nvSpPr>
          <p:cNvPr id="391176" name="Rectangle 8"/>
          <p:cNvSpPr>
            <a:spLocks noChangeArrowheads="1"/>
          </p:cNvSpPr>
          <p:nvPr/>
        </p:nvSpPr>
        <p:spPr bwMode="auto">
          <a:xfrm>
            <a:off x="327025" y="2281238"/>
            <a:ext cx="3994150" cy="2160587"/>
          </a:xfrm>
          <a:prstGeom prst="rect">
            <a:avLst/>
          </a:prstGeom>
          <a:noFill/>
          <a:ln w="9525">
            <a:noFill/>
            <a:miter lim="800000"/>
            <a:headEnd/>
            <a:tailEnd/>
          </a:ln>
          <a:effectLst/>
        </p:spPr>
        <p:txBody>
          <a:bodyPr wrap="none" anchor="ctr"/>
          <a:lstStyle/>
          <a:p>
            <a:pPr marL="173038" indent="-173038">
              <a:lnSpc>
                <a:spcPct val="90000"/>
              </a:lnSpc>
              <a:buFontTx/>
              <a:buChar char="•"/>
            </a:pPr>
            <a:r>
              <a:rPr lang="en-US" sz="1600">
                <a:solidFill>
                  <a:srgbClr val="969696"/>
                </a:solidFill>
                <a:latin typeface="Verdana" pitchFamily="34" charset="0"/>
              </a:rPr>
              <a:t>Focus is Software Development</a:t>
            </a:r>
          </a:p>
          <a:p>
            <a:pPr marL="173038" indent="-173038">
              <a:spcBef>
                <a:spcPct val="25000"/>
              </a:spcBef>
              <a:buFontTx/>
              <a:buChar char="•"/>
            </a:pPr>
            <a:r>
              <a:rPr lang="en-US" sz="1600">
                <a:solidFill>
                  <a:srgbClr val="969696"/>
                </a:solidFill>
                <a:latin typeface="Verdana" pitchFamily="34" charset="0"/>
              </a:rPr>
              <a:t>Code everything to spec</a:t>
            </a:r>
          </a:p>
          <a:p>
            <a:pPr marL="173038" indent="-173038">
              <a:spcBef>
                <a:spcPct val="25000"/>
              </a:spcBef>
              <a:buFontTx/>
              <a:buChar char="•"/>
            </a:pPr>
            <a:r>
              <a:rPr lang="en-US" sz="1600">
                <a:solidFill>
                  <a:srgbClr val="969696"/>
                </a:solidFill>
                <a:latin typeface="Verdana" pitchFamily="34" charset="0"/>
              </a:rPr>
              <a:t>Timeframes 12-24 months</a:t>
            </a:r>
          </a:p>
          <a:p>
            <a:pPr marL="173038" indent="-173038">
              <a:spcBef>
                <a:spcPct val="25000"/>
              </a:spcBef>
              <a:buFontTx/>
              <a:buChar char="•"/>
            </a:pPr>
            <a:r>
              <a:rPr lang="en-US" sz="1600">
                <a:solidFill>
                  <a:srgbClr val="969696"/>
                </a:solidFill>
                <a:latin typeface="Verdana" pitchFamily="34" charset="0"/>
              </a:rPr>
              <a:t>Complexity and rate of </a:t>
            </a:r>
          </a:p>
          <a:p>
            <a:pPr marL="173038" indent="-173038">
              <a:spcBef>
                <a:spcPct val="25000"/>
              </a:spcBef>
            </a:pPr>
            <a:r>
              <a:rPr lang="en-US" sz="1600">
                <a:solidFill>
                  <a:srgbClr val="969696"/>
                </a:solidFill>
                <a:latin typeface="Verdana" pitchFamily="34" charset="0"/>
              </a:rPr>
              <a:t>	change manageable (CMM)</a:t>
            </a:r>
          </a:p>
          <a:p>
            <a:pPr marL="173038" indent="-173038">
              <a:spcBef>
                <a:spcPct val="25000"/>
              </a:spcBef>
              <a:buFontTx/>
              <a:buChar char="•"/>
            </a:pPr>
            <a:r>
              <a:rPr lang="en-US" sz="1600">
                <a:solidFill>
                  <a:srgbClr val="969696"/>
                </a:solidFill>
                <a:latin typeface="Verdana" pitchFamily="34" charset="0"/>
              </a:rPr>
              <a:t>Technology base Stable</a:t>
            </a:r>
          </a:p>
          <a:p>
            <a:pPr marL="173038" indent="-173038">
              <a:spcBef>
                <a:spcPct val="25000"/>
              </a:spcBef>
              <a:buFontTx/>
              <a:buChar char="•"/>
            </a:pPr>
            <a:r>
              <a:rPr lang="en-US" sz="1600">
                <a:solidFill>
                  <a:srgbClr val="969696"/>
                </a:solidFill>
                <a:latin typeface="Verdana" pitchFamily="34" charset="0"/>
              </a:rPr>
              <a:t>Driven by IDEF, UML, </a:t>
            </a:r>
          </a:p>
          <a:p>
            <a:pPr marL="173038" indent="-173038">
              <a:spcBef>
                <a:spcPct val="25000"/>
              </a:spcBef>
            </a:pPr>
            <a:r>
              <a:rPr lang="en-US" sz="1600">
                <a:solidFill>
                  <a:srgbClr val="969696"/>
                </a:solidFill>
                <a:latin typeface="Verdana" pitchFamily="34" charset="0"/>
              </a:rPr>
              <a:t> and antiquated EA methods</a:t>
            </a:r>
            <a:endParaRPr lang="en-US" sz="1400" b="0">
              <a:solidFill>
                <a:srgbClr val="969696"/>
              </a:solidFill>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9117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9117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9117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91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2" grpId="0" autoUpdateAnimBg="0"/>
      <p:bldP spid="391173" grpId="0" build="p" autoUpdateAnimBg="0"/>
      <p:bldP spid="391175"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2" name="Slide Number Placeholder 2"/>
          <p:cNvSpPr>
            <a:spLocks noGrp="1"/>
          </p:cNvSpPr>
          <p:nvPr>
            <p:ph type="sldNum" sz="quarter" idx="10"/>
          </p:nvPr>
        </p:nvSpPr>
        <p:spPr/>
        <p:txBody>
          <a:bodyPr/>
          <a:lstStyle/>
          <a:p>
            <a:fld id="{D24D0F29-976B-427B-A410-9CB033633A36}" type="slidenum">
              <a:rPr lang="en-US"/>
              <a:pPr/>
              <a:t>5</a:t>
            </a:fld>
            <a:endParaRPr lang="en-US"/>
          </a:p>
        </p:txBody>
      </p:sp>
      <p:sp>
        <p:nvSpPr>
          <p:cNvPr id="397314" name="Rectangle 2"/>
          <p:cNvSpPr>
            <a:spLocks noGrp="1" noChangeArrowheads="1"/>
          </p:cNvSpPr>
          <p:nvPr>
            <p:ph type="title"/>
          </p:nvPr>
        </p:nvSpPr>
        <p:spPr>
          <a:xfrm>
            <a:off x="412750" y="0"/>
            <a:ext cx="7283450" cy="1143000"/>
          </a:xfrm>
        </p:spPr>
        <p:txBody>
          <a:bodyPr/>
          <a:lstStyle/>
          <a:p>
            <a:r>
              <a:rPr lang="en-US"/>
              <a:t>SAIL is designed to inform existing lifecycle processes (OMG, DoD 5000 series)</a:t>
            </a:r>
          </a:p>
        </p:txBody>
      </p:sp>
      <p:grpSp>
        <p:nvGrpSpPr>
          <p:cNvPr id="397315" name="Group 3"/>
          <p:cNvGrpSpPr>
            <a:grpSpLocks/>
          </p:cNvGrpSpPr>
          <p:nvPr/>
        </p:nvGrpSpPr>
        <p:grpSpPr bwMode="auto">
          <a:xfrm>
            <a:off x="247650" y="1376363"/>
            <a:ext cx="8893175" cy="5064125"/>
            <a:chOff x="156" y="867"/>
            <a:chExt cx="5602" cy="3190"/>
          </a:xfrm>
        </p:grpSpPr>
        <p:grpSp>
          <p:nvGrpSpPr>
            <p:cNvPr id="397316" name="Group 4"/>
            <p:cNvGrpSpPr>
              <a:grpSpLocks/>
            </p:cNvGrpSpPr>
            <p:nvPr/>
          </p:nvGrpSpPr>
          <p:grpSpPr bwMode="auto">
            <a:xfrm>
              <a:off x="156" y="867"/>
              <a:ext cx="5602" cy="3190"/>
              <a:chOff x="156" y="867"/>
              <a:chExt cx="5602" cy="3190"/>
            </a:xfrm>
          </p:grpSpPr>
          <p:sp>
            <p:nvSpPr>
              <p:cNvPr id="397317" name="Rectangle 5"/>
              <p:cNvSpPr>
                <a:spLocks noChangeArrowheads="1"/>
              </p:cNvSpPr>
              <p:nvPr/>
            </p:nvSpPr>
            <p:spPr bwMode="auto">
              <a:xfrm>
                <a:off x="156" y="867"/>
                <a:ext cx="5548" cy="3139"/>
              </a:xfrm>
              <a:prstGeom prst="rect">
                <a:avLst/>
              </a:prstGeom>
              <a:solidFill>
                <a:srgbClr val="808080"/>
              </a:solidFill>
              <a:ln w="9525">
                <a:noFill/>
                <a:miter lim="800000"/>
                <a:headEnd/>
                <a:tailEnd/>
              </a:ln>
            </p:spPr>
            <p:txBody>
              <a:bodyPr/>
              <a:lstStyle/>
              <a:p>
                <a:endParaRPr lang="en-US"/>
              </a:p>
            </p:txBody>
          </p:sp>
          <p:sp>
            <p:nvSpPr>
              <p:cNvPr id="397318" name="Rectangle 6"/>
              <p:cNvSpPr>
                <a:spLocks noChangeArrowheads="1"/>
              </p:cNvSpPr>
              <p:nvPr/>
            </p:nvSpPr>
            <p:spPr bwMode="auto">
              <a:xfrm>
                <a:off x="206" y="914"/>
                <a:ext cx="5548" cy="3139"/>
              </a:xfrm>
              <a:prstGeom prst="rect">
                <a:avLst/>
              </a:prstGeom>
              <a:solidFill>
                <a:srgbClr val="FFFFFF"/>
              </a:solidFill>
              <a:ln w="9525">
                <a:noFill/>
                <a:miter lim="800000"/>
                <a:headEnd/>
                <a:tailEnd/>
              </a:ln>
            </p:spPr>
            <p:txBody>
              <a:bodyPr/>
              <a:lstStyle/>
              <a:p>
                <a:endParaRPr lang="en-US"/>
              </a:p>
            </p:txBody>
          </p:sp>
          <p:sp>
            <p:nvSpPr>
              <p:cNvPr id="397319" name="Rectangle 7"/>
              <p:cNvSpPr>
                <a:spLocks noChangeArrowheads="1"/>
              </p:cNvSpPr>
              <p:nvPr/>
            </p:nvSpPr>
            <p:spPr bwMode="auto">
              <a:xfrm>
                <a:off x="202" y="914"/>
                <a:ext cx="8" cy="32"/>
              </a:xfrm>
              <a:prstGeom prst="rect">
                <a:avLst/>
              </a:prstGeom>
              <a:solidFill>
                <a:srgbClr val="000000"/>
              </a:solidFill>
              <a:ln w="9525">
                <a:noFill/>
                <a:miter lim="800000"/>
                <a:headEnd/>
                <a:tailEnd/>
              </a:ln>
            </p:spPr>
            <p:txBody>
              <a:bodyPr/>
              <a:lstStyle/>
              <a:p>
                <a:endParaRPr lang="en-US"/>
              </a:p>
            </p:txBody>
          </p:sp>
          <p:sp>
            <p:nvSpPr>
              <p:cNvPr id="397320" name="Rectangle 8"/>
              <p:cNvSpPr>
                <a:spLocks noChangeArrowheads="1"/>
              </p:cNvSpPr>
              <p:nvPr/>
            </p:nvSpPr>
            <p:spPr bwMode="auto">
              <a:xfrm>
                <a:off x="202" y="970"/>
                <a:ext cx="8" cy="31"/>
              </a:xfrm>
              <a:prstGeom prst="rect">
                <a:avLst/>
              </a:prstGeom>
              <a:solidFill>
                <a:srgbClr val="000000"/>
              </a:solidFill>
              <a:ln w="9525">
                <a:noFill/>
                <a:miter lim="800000"/>
                <a:headEnd/>
                <a:tailEnd/>
              </a:ln>
            </p:spPr>
            <p:txBody>
              <a:bodyPr/>
              <a:lstStyle/>
              <a:p>
                <a:endParaRPr lang="en-US"/>
              </a:p>
            </p:txBody>
          </p:sp>
          <p:sp>
            <p:nvSpPr>
              <p:cNvPr id="397321" name="Rectangle 9"/>
              <p:cNvSpPr>
                <a:spLocks noChangeArrowheads="1"/>
              </p:cNvSpPr>
              <p:nvPr/>
            </p:nvSpPr>
            <p:spPr bwMode="auto">
              <a:xfrm>
                <a:off x="202" y="1025"/>
                <a:ext cx="8" cy="32"/>
              </a:xfrm>
              <a:prstGeom prst="rect">
                <a:avLst/>
              </a:prstGeom>
              <a:solidFill>
                <a:srgbClr val="000000"/>
              </a:solidFill>
              <a:ln w="9525">
                <a:noFill/>
                <a:miter lim="800000"/>
                <a:headEnd/>
                <a:tailEnd/>
              </a:ln>
            </p:spPr>
            <p:txBody>
              <a:bodyPr/>
              <a:lstStyle/>
              <a:p>
                <a:endParaRPr lang="en-US"/>
              </a:p>
            </p:txBody>
          </p:sp>
          <p:sp>
            <p:nvSpPr>
              <p:cNvPr id="397322" name="Rectangle 10"/>
              <p:cNvSpPr>
                <a:spLocks noChangeArrowheads="1"/>
              </p:cNvSpPr>
              <p:nvPr/>
            </p:nvSpPr>
            <p:spPr bwMode="auto">
              <a:xfrm>
                <a:off x="202" y="1081"/>
                <a:ext cx="8" cy="31"/>
              </a:xfrm>
              <a:prstGeom prst="rect">
                <a:avLst/>
              </a:prstGeom>
              <a:solidFill>
                <a:srgbClr val="000000"/>
              </a:solidFill>
              <a:ln w="9525">
                <a:noFill/>
                <a:miter lim="800000"/>
                <a:headEnd/>
                <a:tailEnd/>
              </a:ln>
            </p:spPr>
            <p:txBody>
              <a:bodyPr/>
              <a:lstStyle/>
              <a:p>
                <a:endParaRPr lang="en-US"/>
              </a:p>
            </p:txBody>
          </p:sp>
          <p:sp>
            <p:nvSpPr>
              <p:cNvPr id="397323" name="Rectangle 11"/>
              <p:cNvSpPr>
                <a:spLocks noChangeArrowheads="1"/>
              </p:cNvSpPr>
              <p:nvPr/>
            </p:nvSpPr>
            <p:spPr bwMode="auto">
              <a:xfrm>
                <a:off x="202" y="1136"/>
                <a:ext cx="8" cy="32"/>
              </a:xfrm>
              <a:prstGeom prst="rect">
                <a:avLst/>
              </a:prstGeom>
              <a:solidFill>
                <a:srgbClr val="000000"/>
              </a:solidFill>
              <a:ln w="9525">
                <a:noFill/>
                <a:miter lim="800000"/>
                <a:headEnd/>
                <a:tailEnd/>
              </a:ln>
            </p:spPr>
            <p:txBody>
              <a:bodyPr/>
              <a:lstStyle/>
              <a:p>
                <a:endParaRPr lang="en-US"/>
              </a:p>
            </p:txBody>
          </p:sp>
          <p:sp>
            <p:nvSpPr>
              <p:cNvPr id="397324" name="Rectangle 12"/>
              <p:cNvSpPr>
                <a:spLocks noChangeArrowheads="1"/>
              </p:cNvSpPr>
              <p:nvPr/>
            </p:nvSpPr>
            <p:spPr bwMode="auto">
              <a:xfrm>
                <a:off x="202" y="1191"/>
                <a:ext cx="8" cy="32"/>
              </a:xfrm>
              <a:prstGeom prst="rect">
                <a:avLst/>
              </a:prstGeom>
              <a:solidFill>
                <a:srgbClr val="000000"/>
              </a:solidFill>
              <a:ln w="9525">
                <a:noFill/>
                <a:miter lim="800000"/>
                <a:headEnd/>
                <a:tailEnd/>
              </a:ln>
            </p:spPr>
            <p:txBody>
              <a:bodyPr/>
              <a:lstStyle/>
              <a:p>
                <a:endParaRPr lang="en-US"/>
              </a:p>
            </p:txBody>
          </p:sp>
          <p:sp>
            <p:nvSpPr>
              <p:cNvPr id="397325" name="Rectangle 13"/>
              <p:cNvSpPr>
                <a:spLocks noChangeArrowheads="1"/>
              </p:cNvSpPr>
              <p:nvPr/>
            </p:nvSpPr>
            <p:spPr bwMode="auto">
              <a:xfrm>
                <a:off x="202" y="1247"/>
                <a:ext cx="8" cy="32"/>
              </a:xfrm>
              <a:prstGeom prst="rect">
                <a:avLst/>
              </a:prstGeom>
              <a:solidFill>
                <a:srgbClr val="000000"/>
              </a:solidFill>
              <a:ln w="9525">
                <a:noFill/>
                <a:miter lim="800000"/>
                <a:headEnd/>
                <a:tailEnd/>
              </a:ln>
            </p:spPr>
            <p:txBody>
              <a:bodyPr/>
              <a:lstStyle/>
              <a:p>
                <a:endParaRPr lang="en-US"/>
              </a:p>
            </p:txBody>
          </p:sp>
          <p:sp>
            <p:nvSpPr>
              <p:cNvPr id="397326" name="Rectangle 14"/>
              <p:cNvSpPr>
                <a:spLocks noChangeArrowheads="1"/>
              </p:cNvSpPr>
              <p:nvPr/>
            </p:nvSpPr>
            <p:spPr bwMode="auto">
              <a:xfrm>
                <a:off x="202" y="1302"/>
                <a:ext cx="8" cy="32"/>
              </a:xfrm>
              <a:prstGeom prst="rect">
                <a:avLst/>
              </a:prstGeom>
              <a:solidFill>
                <a:srgbClr val="000000"/>
              </a:solidFill>
              <a:ln w="9525">
                <a:noFill/>
                <a:miter lim="800000"/>
                <a:headEnd/>
                <a:tailEnd/>
              </a:ln>
            </p:spPr>
            <p:txBody>
              <a:bodyPr/>
              <a:lstStyle/>
              <a:p>
                <a:endParaRPr lang="en-US"/>
              </a:p>
            </p:txBody>
          </p:sp>
          <p:sp>
            <p:nvSpPr>
              <p:cNvPr id="397327" name="Rectangle 15"/>
              <p:cNvSpPr>
                <a:spLocks noChangeArrowheads="1"/>
              </p:cNvSpPr>
              <p:nvPr/>
            </p:nvSpPr>
            <p:spPr bwMode="auto">
              <a:xfrm>
                <a:off x="202" y="1358"/>
                <a:ext cx="8" cy="31"/>
              </a:xfrm>
              <a:prstGeom prst="rect">
                <a:avLst/>
              </a:prstGeom>
              <a:solidFill>
                <a:srgbClr val="000000"/>
              </a:solidFill>
              <a:ln w="9525">
                <a:noFill/>
                <a:miter lim="800000"/>
                <a:headEnd/>
                <a:tailEnd/>
              </a:ln>
            </p:spPr>
            <p:txBody>
              <a:bodyPr/>
              <a:lstStyle/>
              <a:p>
                <a:endParaRPr lang="en-US"/>
              </a:p>
            </p:txBody>
          </p:sp>
          <p:sp>
            <p:nvSpPr>
              <p:cNvPr id="397328" name="Rectangle 16"/>
              <p:cNvSpPr>
                <a:spLocks noChangeArrowheads="1"/>
              </p:cNvSpPr>
              <p:nvPr/>
            </p:nvSpPr>
            <p:spPr bwMode="auto">
              <a:xfrm>
                <a:off x="202" y="1413"/>
                <a:ext cx="8" cy="32"/>
              </a:xfrm>
              <a:prstGeom prst="rect">
                <a:avLst/>
              </a:prstGeom>
              <a:solidFill>
                <a:srgbClr val="000000"/>
              </a:solidFill>
              <a:ln w="9525">
                <a:noFill/>
                <a:miter lim="800000"/>
                <a:headEnd/>
                <a:tailEnd/>
              </a:ln>
            </p:spPr>
            <p:txBody>
              <a:bodyPr/>
              <a:lstStyle/>
              <a:p>
                <a:endParaRPr lang="en-US"/>
              </a:p>
            </p:txBody>
          </p:sp>
          <p:sp>
            <p:nvSpPr>
              <p:cNvPr id="397329" name="Rectangle 17"/>
              <p:cNvSpPr>
                <a:spLocks noChangeArrowheads="1"/>
              </p:cNvSpPr>
              <p:nvPr/>
            </p:nvSpPr>
            <p:spPr bwMode="auto">
              <a:xfrm>
                <a:off x="202" y="1469"/>
                <a:ext cx="8" cy="31"/>
              </a:xfrm>
              <a:prstGeom prst="rect">
                <a:avLst/>
              </a:prstGeom>
              <a:solidFill>
                <a:srgbClr val="000000"/>
              </a:solidFill>
              <a:ln w="9525">
                <a:noFill/>
                <a:miter lim="800000"/>
                <a:headEnd/>
                <a:tailEnd/>
              </a:ln>
            </p:spPr>
            <p:txBody>
              <a:bodyPr/>
              <a:lstStyle/>
              <a:p>
                <a:endParaRPr lang="en-US"/>
              </a:p>
            </p:txBody>
          </p:sp>
          <p:sp>
            <p:nvSpPr>
              <p:cNvPr id="397330" name="Rectangle 18"/>
              <p:cNvSpPr>
                <a:spLocks noChangeArrowheads="1"/>
              </p:cNvSpPr>
              <p:nvPr/>
            </p:nvSpPr>
            <p:spPr bwMode="auto">
              <a:xfrm>
                <a:off x="202" y="1524"/>
                <a:ext cx="8" cy="32"/>
              </a:xfrm>
              <a:prstGeom prst="rect">
                <a:avLst/>
              </a:prstGeom>
              <a:solidFill>
                <a:srgbClr val="000000"/>
              </a:solidFill>
              <a:ln w="9525">
                <a:noFill/>
                <a:miter lim="800000"/>
                <a:headEnd/>
                <a:tailEnd/>
              </a:ln>
            </p:spPr>
            <p:txBody>
              <a:bodyPr/>
              <a:lstStyle/>
              <a:p>
                <a:endParaRPr lang="en-US"/>
              </a:p>
            </p:txBody>
          </p:sp>
          <p:sp>
            <p:nvSpPr>
              <p:cNvPr id="397331" name="Rectangle 19"/>
              <p:cNvSpPr>
                <a:spLocks noChangeArrowheads="1"/>
              </p:cNvSpPr>
              <p:nvPr/>
            </p:nvSpPr>
            <p:spPr bwMode="auto">
              <a:xfrm>
                <a:off x="202" y="1580"/>
                <a:ext cx="8" cy="31"/>
              </a:xfrm>
              <a:prstGeom prst="rect">
                <a:avLst/>
              </a:prstGeom>
              <a:solidFill>
                <a:srgbClr val="000000"/>
              </a:solidFill>
              <a:ln w="9525">
                <a:noFill/>
                <a:miter lim="800000"/>
                <a:headEnd/>
                <a:tailEnd/>
              </a:ln>
            </p:spPr>
            <p:txBody>
              <a:bodyPr/>
              <a:lstStyle/>
              <a:p>
                <a:endParaRPr lang="en-US"/>
              </a:p>
            </p:txBody>
          </p:sp>
          <p:sp>
            <p:nvSpPr>
              <p:cNvPr id="397332" name="Rectangle 20"/>
              <p:cNvSpPr>
                <a:spLocks noChangeArrowheads="1"/>
              </p:cNvSpPr>
              <p:nvPr/>
            </p:nvSpPr>
            <p:spPr bwMode="auto">
              <a:xfrm>
                <a:off x="202" y="1635"/>
                <a:ext cx="8" cy="32"/>
              </a:xfrm>
              <a:prstGeom prst="rect">
                <a:avLst/>
              </a:prstGeom>
              <a:solidFill>
                <a:srgbClr val="000000"/>
              </a:solidFill>
              <a:ln w="9525">
                <a:noFill/>
                <a:miter lim="800000"/>
                <a:headEnd/>
                <a:tailEnd/>
              </a:ln>
            </p:spPr>
            <p:txBody>
              <a:bodyPr/>
              <a:lstStyle/>
              <a:p>
                <a:endParaRPr lang="en-US"/>
              </a:p>
            </p:txBody>
          </p:sp>
          <p:sp>
            <p:nvSpPr>
              <p:cNvPr id="397333" name="Rectangle 21"/>
              <p:cNvSpPr>
                <a:spLocks noChangeArrowheads="1"/>
              </p:cNvSpPr>
              <p:nvPr/>
            </p:nvSpPr>
            <p:spPr bwMode="auto">
              <a:xfrm>
                <a:off x="202" y="1690"/>
                <a:ext cx="8" cy="32"/>
              </a:xfrm>
              <a:prstGeom prst="rect">
                <a:avLst/>
              </a:prstGeom>
              <a:solidFill>
                <a:srgbClr val="000000"/>
              </a:solidFill>
              <a:ln w="9525">
                <a:noFill/>
                <a:miter lim="800000"/>
                <a:headEnd/>
                <a:tailEnd/>
              </a:ln>
            </p:spPr>
            <p:txBody>
              <a:bodyPr/>
              <a:lstStyle/>
              <a:p>
                <a:endParaRPr lang="en-US"/>
              </a:p>
            </p:txBody>
          </p:sp>
          <p:sp>
            <p:nvSpPr>
              <p:cNvPr id="397334" name="Rectangle 22"/>
              <p:cNvSpPr>
                <a:spLocks noChangeArrowheads="1"/>
              </p:cNvSpPr>
              <p:nvPr/>
            </p:nvSpPr>
            <p:spPr bwMode="auto">
              <a:xfrm>
                <a:off x="202" y="1746"/>
                <a:ext cx="8" cy="32"/>
              </a:xfrm>
              <a:prstGeom prst="rect">
                <a:avLst/>
              </a:prstGeom>
              <a:solidFill>
                <a:srgbClr val="000000"/>
              </a:solidFill>
              <a:ln w="9525">
                <a:noFill/>
                <a:miter lim="800000"/>
                <a:headEnd/>
                <a:tailEnd/>
              </a:ln>
            </p:spPr>
            <p:txBody>
              <a:bodyPr/>
              <a:lstStyle/>
              <a:p>
                <a:endParaRPr lang="en-US"/>
              </a:p>
            </p:txBody>
          </p:sp>
          <p:sp>
            <p:nvSpPr>
              <p:cNvPr id="397335" name="Rectangle 23"/>
              <p:cNvSpPr>
                <a:spLocks noChangeArrowheads="1"/>
              </p:cNvSpPr>
              <p:nvPr/>
            </p:nvSpPr>
            <p:spPr bwMode="auto">
              <a:xfrm>
                <a:off x="202" y="1801"/>
                <a:ext cx="8" cy="32"/>
              </a:xfrm>
              <a:prstGeom prst="rect">
                <a:avLst/>
              </a:prstGeom>
              <a:solidFill>
                <a:srgbClr val="000000"/>
              </a:solidFill>
              <a:ln w="9525">
                <a:noFill/>
                <a:miter lim="800000"/>
                <a:headEnd/>
                <a:tailEnd/>
              </a:ln>
            </p:spPr>
            <p:txBody>
              <a:bodyPr/>
              <a:lstStyle/>
              <a:p>
                <a:endParaRPr lang="en-US"/>
              </a:p>
            </p:txBody>
          </p:sp>
          <p:sp>
            <p:nvSpPr>
              <p:cNvPr id="397336" name="Rectangle 24"/>
              <p:cNvSpPr>
                <a:spLocks noChangeArrowheads="1"/>
              </p:cNvSpPr>
              <p:nvPr/>
            </p:nvSpPr>
            <p:spPr bwMode="auto">
              <a:xfrm>
                <a:off x="202" y="1857"/>
                <a:ext cx="8" cy="32"/>
              </a:xfrm>
              <a:prstGeom prst="rect">
                <a:avLst/>
              </a:prstGeom>
              <a:solidFill>
                <a:srgbClr val="000000"/>
              </a:solidFill>
              <a:ln w="9525">
                <a:noFill/>
                <a:miter lim="800000"/>
                <a:headEnd/>
                <a:tailEnd/>
              </a:ln>
            </p:spPr>
            <p:txBody>
              <a:bodyPr/>
              <a:lstStyle/>
              <a:p>
                <a:endParaRPr lang="en-US"/>
              </a:p>
            </p:txBody>
          </p:sp>
          <p:sp>
            <p:nvSpPr>
              <p:cNvPr id="397337" name="Rectangle 25"/>
              <p:cNvSpPr>
                <a:spLocks noChangeArrowheads="1"/>
              </p:cNvSpPr>
              <p:nvPr/>
            </p:nvSpPr>
            <p:spPr bwMode="auto">
              <a:xfrm>
                <a:off x="202" y="1912"/>
                <a:ext cx="8" cy="32"/>
              </a:xfrm>
              <a:prstGeom prst="rect">
                <a:avLst/>
              </a:prstGeom>
              <a:solidFill>
                <a:srgbClr val="000000"/>
              </a:solidFill>
              <a:ln w="9525">
                <a:noFill/>
                <a:miter lim="800000"/>
                <a:headEnd/>
                <a:tailEnd/>
              </a:ln>
            </p:spPr>
            <p:txBody>
              <a:bodyPr/>
              <a:lstStyle/>
              <a:p>
                <a:endParaRPr lang="en-US"/>
              </a:p>
            </p:txBody>
          </p:sp>
          <p:sp>
            <p:nvSpPr>
              <p:cNvPr id="397338" name="Rectangle 26"/>
              <p:cNvSpPr>
                <a:spLocks noChangeArrowheads="1"/>
              </p:cNvSpPr>
              <p:nvPr/>
            </p:nvSpPr>
            <p:spPr bwMode="auto">
              <a:xfrm>
                <a:off x="202" y="1968"/>
                <a:ext cx="8" cy="31"/>
              </a:xfrm>
              <a:prstGeom prst="rect">
                <a:avLst/>
              </a:prstGeom>
              <a:solidFill>
                <a:srgbClr val="000000"/>
              </a:solidFill>
              <a:ln w="9525">
                <a:noFill/>
                <a:miter lim="800000"/>
                <a:headEnd/>
                <a:tailEnd/>
              </a:ln>
            </p:spPr>
            <p:txBody>
              <a:bodyPr/>
              <a:lstStyle/>
              <a:p>
                <a:endParaRPr lang="en-US"/>
              </a:p>
            </p:txBody>
          </p:sp>
          <p:sp>
            <p:nvSpPr>
              <p:cNvPr id="397339" name="Rectangle 27"/>
              <p:cNvSpPr>
                <a:spLocks noChangeArrowheads="1"/>
              </p:cNvSpPr>
              <p:nvPr/>
            </p:nvSpPr>
            <p:spPr bwMode="auto">
              <a:xfrm>
                <a:off x="202" y="2023"/>
                <a:ext cx="8" cy="32"/>
              </a:xfrm>
              <a:prstGeom prst="rect">
                <a:avLst/>
              </a:prstGeom>
              <a:solidFill>
                <a:srgbClr val="000000"/>
              </a:solidFill>
              <a:ln w="9525">
                <a:noFill/>
                <a:miter lim="800000"/>
                <a:headEnd/>
                <a:tailEnd/>
              </a:ln>
            </p:spPr>
            <p:txBody>
              <a:bodyPr/>
              <a:lstStyle/>
              <a:p>
                <a:endParaRPr lang="en-US"/>
              </a:p>
            </p:txBody>
          </p:sp>
          <p:sp>
            <p:nvSpPr>
              <p:cNvPr id="397340" name="Rectangle 28"/>
              <p:cNvSpPr>
                <a:spLocks noChangeArrowheads="1"/>
              </p:cNvSpPr>
              <p:nvPr/>
            </p:nvSpPr>
            <p:spPr bwMode="auto">
              <a:xfrm>
                <a:off x="202" y="2079"/>
                <a:ext cx="8" cy="31"/>
              </a:xfrm>
              <a:prstGeom prst="rect">
                <a:avLst/>
              </a:prstGeom>
              <a:solidFill>
                <a:srgbClr val="000000"/>
              </a:solidFill>
              <a:ln w="9525">
                <a:noFill/>
                <a:miter lim="800000"/>
                <a:headEnd/>
                <a:tailEnd/>
              </a:ln>
            </p:spPr>
            <p:txBody>
              <a:bodyPr/>
              <a:lstStyle/>
              <a:p>
                <a:endParaRPr lang="en-US"/>
              </a:p>
            </p:txBody>
          </p:sp>
          <p:sp>
            <p:nvSpPr>
              <p:cNvPr id="397341" name="Rectangle 29"/>
              <p:cNvSpPr>
                <a:spLocks noChangeArrowheads="1"/>
              </p:cNvSpPr>
              <p:nvPr/>
            </p:nvSpPr>
            <p:spPr bwMode="auto">
              <a:xfrm>
                <a:off x="202" y="2134"/>
                <a:ext cx="8" cy="32"/>
              </a:xfrm>
              <a:prstGeom prst="rect">
                <a:avLst/>
              </a:prstGeom>
              <a:solidFill>
                <a:srgbClr val="000000"/>
              </a:solidFill>
              <a:ln w="9525">
                <a:noFill/>
                <a:miter lim="800000"/>
                <a:headEnd/>
                <a:tailEnd/>
              </a:ln>
            </p:spPr>
            <p:txBody>
              <a:bodyPr/>
              <a:lstStyle/>
              <a:p>
                <a:endParaRPr lang="en-US"/>
              </a:p>
            </p:txBody>
          </p:sp>
          <p:sp>
            <p:nvSpPr>
              <p:cNvPr id="397342" name="Rectangle 30"/>
              <p:cNvSpPr>
                <a:spLocks noChangeArrowheads="1"/>
              </p:cNvSpPr>
              <p:nvPr/>
            </p:nvSpPr>
            <p:spPr bwMode="auto">
              <a:xfrm>
                <a:off x="202" y="2190"/>
                <a:ext cx="8" cy="31"/>
              </a:xfrm>
              <a:prstGeom prst="rect">
                <a:avLst/>
              </a:prstGeom>
              <a:solidFill>
                <a:srgbClr val="000000"/>
              </a:solidFill>
              <a:ln w="9525">
                <a:noFill/>
                <a:miter lim="800000"/>
                <a:headEnd/>
                <a:tailEnd/>
              </a:ln>
            </p:spPr>
            <p:txBody>
              <a:bodyPr/>
              <a:lstStyle/>
              <a:p>
                <a:endParaRPr lang="en-US"/>
              </a:p>
            </p:txBody>
          </p:sp>
          <p:sp>
            <p:nvSpPr>
              <p:cNvPr id="397343" name="Rectangle 31"/>
              <p:cNvSpPr>
                <a:spLocks noChangeArrowheads="1"/>
              </p:cNvSpPr>
              <p:nvPr/>
            </p:nvSpPr>
            <p:spPr bwMode="auto">
              <a:xfrm>
                <a:off x="202" y="2245"/>
                <a:ext cx="8" cy="32"/>
              </a:xfrm>
              <a:prstGeom prst="rect">
                <a:avLst/>
              </a:prstGeom>
              <a:solidFill>
                <a:srgbClr val="000000"/>
              </a:solidFill>
              <a:ln w="9525">
                <a:noFill/>
                <a:miter lim="800000"/>
                <a:headEnd/>
                <a:tailEnd/>
              </a:ln>
            </p:spPr>
            <p:txBody>
              <a:bodyPr/>
              <a:lstStyle/>
              <a:p>
                <a:endParaRPr lang="en-US"/>
              </a:p>
            </p:txBody>
          </p:sp>
          <p:sp>
            <p:nvSpPr>
              <p:cNvPr id="397344" name="Rectangle 32"/>
              <p:cNvSpPr>
                <a:spLocks noChangeArrowheads="1"/>
              </p:cNvSpPr>
              <p:nvPr/>
            </p:nvSpPr>
            <p:spPr bwMode="auto">
              <a:xfrm>
                <a:off x="202" y="2300"/>
                <a:ext cx="8" cy="32"/>
              </a:xfrm>
              <a:prstGeom prst="rect">
                <a:avLst/>
              </a:prstGeom>
              <a:solidFill>
                <a:srgbClr val="000000"/>
              </a:solidFill>
              <a:ln w="9525">
                <a:noFill/>
                <a:miter lim="800000"/>
                <a:headEnd/>
                <a:tailEnd/>
              </a:ln>
            </p:spPr>
            <p:txBody>
              <a:bodyPr/>
              <a:lstStyle/>
              <a:p>
                <a:endParaRPr lang="en-US"/>
              </a:p>
            </p:txBody>
          </p:sp>
          <p:sp>
            <p:nvSpPr>
              <p:cNvPr id="397345" name="Rectangle 33"/>
              <p:cNvSpPr>
                <a:spLocks noChangeArrowheads="1"/>
              </p:cNvSpPr>
              <p:nvPr/>
            </p:nvSpPr>
            <p:spPr bwMode="auto">
              <a:xfrm>
                <a:off x="202" y="2356"/>
                <a:ext cx="8" cy="32"/>
              </a:xfrm>
              <a:prstGeom prst="rect">
                <a:avLst/>
              </a:prstGeom>
              <a:solidFill>
                <a:srgbClr val="000000"/>
              </a:solidFill>
              <a:ln w="9525">
                <a:noFill/>
                <a:miter lim="800000"/>
                <a:headEnd/>
                <a:tailEnd/>
              </a:ln>
            </p:spPr>
            <p:txBody>
              <a:bodyPr/>
              <a:lstStyle/>
              <a:p>
                <a:endParaRPr lang="en-US"/>
              </a:p>
            </p:txBody>
          </p:sp>
          <p:sp>
            <p:nvSpPr>
              <p:cNvPr id="397346" name="Rectangle 34"/>
              <p:cNvSpPr>
                <a:spLocks noChangeArrowheads="1"/>
              </p:cNvSpPr>
              <p:nvPr/>
            </p:nvSpPr>
            <p:spPr bwMode="auto">
              <a:xfrm>
                <a:off x="202" y="2411"/>
                <a:ext cx="8" cy="32"/>
              </a:xfrm>
              <a:prstGeom prst="rect">
                <a:avLst/>
              </a:prstGeom>
              <a:solidFill>
                <a:srgbClr val="000000"/>
              </a:solidFill>
              <a:ln w="9525">
                <a:noFill/>
                <a:miter lim="800000"/>
                <a:headEnd/>
                <a:tailEnd/>
              </a:ln>
            </p:spPr>
            <p:txBody>
              <a:bodyPr/>
              <a:lstStyle/>
              <a:p>
                <a:endParaRPr lang="en-US"/>
              </a:p>
            </p:txBody>
          </p:sp>
          <p:sp>
            <p:nvSpPr>
              <p:cNvPr id="397347" name="Rectangle 35"/>
              <p:cNvSpPr>
                <a:spLocks noChangeArrowheads="1"/>
              </p:cNvSpPr>
              <p:nvPr/>
            </p:nvSpPr>
            <p:spPr bwMode="auto">
              <a:xfrm>
                <a:off x="202" y="2467"/>
                <a:ext cx="8" cy="31"/>
              </a:xfrm>
              <a:prstGeom prst="rect">
                <a:avLst/>
              </a:prstGeom>
              <a:solidFill>
                <a:srgbClr val="000000"/>
              </a:solidFill>
              <a:ln w="9525">
                <a:noFill/>
                <a:miter lim="800000"/>
                <a:headEnd/>
                <a:tailEnd/>
              </a:ln>
            </p:spPr>
            <p:txBody>
              <a:bodyPr/>
              <a:lstStyle/>
              <a:p>
                <a:endParaRPr lang="en-US"/>
              </a:p>
            </p:txBody>
          </p:sp>
          <p:sp>
            <p:nvSpPr>
              <p:cNvPr id="397348" name="Rectangle 36"/>
              <p:cNvSpPr>
                <a:spLocks noChangeArrowheads="1"/>
              </p:cNvSpPr>
              <p:nvPr/>
            </p:nvSpPr>
            <p:spPr bwMode="auto">
              <a:xfrm>
                <a:off x="202" y="2522"/>
                <a:ext cx="8" cy="32"/>
              </a:xfrm>
              <a:prstGeom prst="rect">
                <a:avLst/>
              </a:prstGeom>
              <a:solidFill>
                <a:srgbClr val="000000"/>
              </a:solidFill>
              <a:ln w="9525">
                <a:noFill/>
                <a:miter lim="800000"/>
                <a:headEnd/>
                <a:tailEnd/>
              </a:ln>
            </p:spPr>
            <p:txBody>
              <a:bodyPr/>
              <a:lstStyle/>
              <a:p>
                <a:endParaRPr lang="en-US"/>
              </a:p>
            </p:txBody>
          </p:sp>
          <p:sp>
            <p:nvSpPr>
              <p:cNvPr id="397349" name="Rectangle 37"/>
              <p:cNvSpPr>
                <a:spLocks noChangeArrowheads="1"/>
              </p:cNvSpPr>
              <p:nvPr/>
            </p:nvSpPr>
            <p:spPr bwMode="auto">
              <a:xfrm>
                <a:off x="202" y="2578"/>
                <a:ext cx="8" cy="31"/>
              </a:xfrm>
              <a:prstGeom prst="rect">
                <a:avLst/>
              </a:prstGeom>
              <a:solidFill>
                <a:srgbClr val="000000"/>
              </a:solidFill>
              <a:ln w="9525">
                <a:noFill/>
                <a:miter lim="800000"/>
                <a:headEnd/>
                <a:tailEnd/>
              </a:ln>
            </p:spPr>
            <p:txBody>
              <a:bodyPr/>
              <a:lstStyle/>
              <a:p>
                <a:endParaRPr lang="en-US"/>
              </a:p>
            </p:txBody>
          </p:sp>
          <p:sp>
            <p:nvSpPr>
              <p:cNvPr id="397350" name="Rectangle 38"/>
              <p:cNvSpPr>
                <a:spLocks noChangeArrowheads="1"/>
              </p:cNvSpPr>
              <p:nvPr/>
            </p:nvSpPr>
            <p:spPr bwMode="auto">
              <a:xfrm>
                <a:off x="202" y="2633"/>
                <a:ext cx="8" cy="32"/>
              </a:xfrm>
              <a:prstGeom prst="rect">
                <a:avLst/>
              </a:prstGeom>
              <a:solidFill>
                <a:srgbClr val="000000"/>
              </a:solidFill>
              <a:ln w="9525">
                <a:noFill/>
                <a:miter lim="800000"/>
                <a:headEnd/>
                <a:tailEnd/>
              </a:ln>
            </p:spPr>
            <p:txBody>
              <a:bodyPr/>
              <a:lstStyle/>
              <a:p>
                <a:endParaRPr lang="en-US"/>
              </a:p>
            </p:txBody>
          </p:sp>
          <p:sp>
            <p:nvSpPr>
              <p:cNvPr id="397351" name="Rectangle 39"/>
              <p:cNvSpPr>
                <a:spLocks noChangeArrowheads="1"/>
              </p:cNvSpPr>
              <p:nvPr/>
            </p:nvSpPr>
            <p:spPr bwMode="auto">
              <a:xfrm>
                <a:off x="202" y="2689"/>
                <a:ext cx="8" cy="31"/>
              </a:xfrm>
              <a:prstGeom prst="rect">
                <a:avLst/>
              </a:prstGeom>
              <a:solidFill>
                <a:srgbClr val="000000"/>
              </a:solidFill>
              <a:ln w="9525">
                <a:noFill/>
                <a:miter lim="800000"/>
                <a:headEnd/>
                <a:tailEnd/>
              </a:ln>
            </p:spPr>
            <p:txBody>
              <a:bodyPr/>
              <a:lstStyle/>
              <a:p>
                <a:endParaRPr lang="en-US"/>
              </a:p>
            </p:txBody>
          </p:sp>
          <p:sp>
            <p:nvSpPr>
              <p:cNvPr id="397352" name="Rectangle 40"/>
              <p:cNvSpPr>
                <a:spLocks noChangeArrowheads="1"/>
              </p:cNvSpPr>
              <p:nvPr/>
            </p:nvSpPr>
            <p:spPr bwMode="auto">
              <a:xfrm>
                <a:off x="202" y="2744"/>
                <a:ext cx="8" cy="32"/>
              </a:xfrm>
              <a:prstGeom prst="rect">
                <a:avLst/>
              </a:prstGeom>
              <a:solidFill>
                <a:srgbClr val="000000"/>
              </a:solidFill>
              <a:ln w="9525">
                <a:noFill/>
                <a:miter lim="800000"/>
                <a:headEnd/>
                <a:tailEnd/>
              </a:ln>
            </p:spPr>
            <p:txBody>
              <a:bodyPr/>
              <a:lstStyle/>
              <a:p>
                <a:endParaRPr lang="en-US"/>
              </a:p>
            </p:txBody>
          </p:sp>
          <p:sp>
            <p:nvSpPr>
              <p:cNvPr id="397353" name="Rectangle 41"/>
              <p:cNvSpPr>
                <a:spLocks noChangeArrowheads="1"/>
              </p:cNvSpPr>
              <p:nvPr/>
            </p:nvSpPr>
            <p:spPr bwMode="auto">
              <a:xfrm>
                <a:off x="202" y="2799"/>
                <a:ext cx="8" cy="32"/>
              </a:xfrm>
              <a:prstGeom prst="rect">
                <a:avLst/>
              </a:prstGeom>
              <a:solidFill>
                <a:srgbClr val="000000"/>
              </a:solidFill>
              <a:ln w="9525">
                <a:noFill/>
                <a:miter lim="800000"/>
                <a:headEnd/>
                <a:tailEnd/>
              </a:ln>
            </p:spPr>
            <p:txBody>
              <a:bodyPr/>
              <a:lstStyle/>
              <a:p>
                <a:endParaRPr lang="en-US"/>
              </a:p>
            </p:txBody>
          </p:sp>
          <p:sp>
            <p:nvSpPr>
              <p:cNvPr id="397354" name="Rectangle 42"/>
              <p:cNvSpPr>
                <a:spLocks noChangeArrowheads="1"/>
              </p:cNvSpPr>
              <p:nvPr/>
            </p:nvSpPr>
            <p:spPr bwMode="auto">
              <a:xfrm>
                <a:off x="202" y="2855"/>
                <a:ext cx="8" cy="32"/>
              </a:xfrm>
              <a:prstGeom prst="rect">
                <a:avLst/>
              </a:prstGeom>
              <a:solidFill>
                <a:srgbClr val="000000"/>
              </a:solidFill>
              <a:ln w="9525">
                <a:noFill/>
                <a:miter lim="800000"/>
                <a:headEnd/>
                <a:tailEnd/>
              </a:ln>
            </p:spPr>
            <p:txBody>
              <a:bodyPr/>
              <a:lstStyle/>
              <a:p>
                <a:endParaRPr lang="en-US"/>
              </a:p>
            </p:txBody>
          </p:sp>
          <p:sp>
            <p:nvSpPr>
              <p:cNvPr id="397355" name="Rectangle 43"/>
              <p:cNvSpPr>
                <a:spLocks noChangeArrowheads="1"/>
              </p:cNvSpPr>
              <p:nvPr/>
            </p:nvSpPr>
            <p:spPr bwMode="auto">
              <a:xfrm>
                <a:off x="202" y="2910"/>
                <a:ext cx="8" cy="32"/>
              </a:xfrm>
              <a:prstGeom prst="rect">
                <a:avLst/>
              </a:prstGeom>
              <a:solidFill>
                <a:srgbClr val="000000"/>
              </a:solidFill>
              <a:ln w="9525">
                <a:noFill/>
                <a:miter lim="800000"/>
                <a:headEnd/>
                <a:tailEnd/>
              </a:ln>
            </p:spPr>
            <p:txBody>
              <a:bodyPr/>
              <a:lstStyle/>
              <a:p>
                <a:endParaRPr lang="en-US"/>
              </a:p>
            </p:txBody>
          </p:sp>
          <p:sp>
            <p:nvSpPr>
              <p:cNvPr id="397356" name="Rectangle 44"/>
              <p:cNvSpPr>
                <a:spLocks noChangeArrowheads="1"/>
              </p:cNvSpPr>
              <p:nvPr/>
            </p:nvSpPr>
            <p:spPr bwMode="auto">
              <a:xfrm>
                <a:off x="202" y="2966"/>
                <a:ext cx="8" cy="32"/>
              </a:xfrm>
              <a:prstGeom prst="rect">
                <a:avLst/>
              </a:prstGeom>
              <a:solidFill>
                <a:srgbClr val="000000"/>
              </a:solidFill>
              <a:ln w="9525">
                <a:noFill/>
                <a:miter lim="800000"/>
                <a:headEnd/>
                <a:tailEnd/>
              </a:ln>
            </p:spPr>
            <p:txBody>
              <a:bodyPr/>
              <a:lstStyle/>
              <a:p>
                <a:endParaRPr lang="en-US"/>
              </a:p>
            </p:txBody>
          </p:sp>
          <p:sp>
            <p:nvSpPr>
              <p:cNvPr id="397357" name="Rectangle 45"/>
              <p:cNvSpPr>
                <a:spLocks noChangeArrowheads="1"/>
              </p:cNvSpPr>
              <p:nvPr/>
            </p:nvSpPr>
            <p:spPr bwMode="auto">
              <a:xfrm>
                <a:off x="202" y="3021"/>
                <a:ext cx="8" cy="32"/>
              </a:xfrm>
              <a:prstGeom prst="rect">
                <a:avLst/>
              </a:prstGeom>
              <a:solidFill>
                <a:srgbClr val="000000"/>
              </a:solidFill>
              <a:ln w="9525">
                <a:noFill/>
                <a:miter lim="800000"/>
                <a:headEnd/>
                <a:tailEnd/>
              </a:ln>
            </p:spPr>
            <p:txBody>
              <a:bodyPr/>
              <a:lstStyle/>
              <a:p>
                <a:endParaRPr lang="en-US"/>
              </a:p>
            </p:txBody>
          </p:sp>
          <p:sp>
            <p:nvSpPr>
              <p:cNvPr id="397358" name="Rectangle 46"/>
              <p:cNvSpPr>
                <a:spLocks noChangeArrowheads="1"/>
              </p:cNvSpPr>
              <p:nvPr/>
            </p:nvSpPr>
            <p:spPr bwMode="auto">
              <a:xfrm>
                <a:off x="202" y="3077"/>
                <a:ext cx="8" cy="31"/>
              </a:xfrm>
              <a:prstGeom prst="rect">
                <a:avLst/>
              </a:prstGeom>
              <a:solidFill>
                <a:srgbClr val="000000"/>
              </a:solidFill>
              <a:ln w="9525">
                <a:noFill/>
                <a:miter lim="800000"/>
                <a:headEnd/>
                <a:tailEnd/>
              </a:ln>
            </p:spPr>
            <p:txBody>
              <a:bodyPr/>
              <a:lstStyle/>
              <a:p>
                <a:endParaRPr lang="en-US"/>
              </a:p>
            </p:txBody>
          </p:sp>
          <p:sp>
            <p:nvSpPr>
              <p:cNvPr id="397359" name="Rectangle 47"/>
              <p:cNvSpPr>
                <a:spLocks noChangeArrowheads="1"/>
              </p:cNvSpPr>
              <p:nvPr/>
            </p:nvSpPr>
            <p:spPr bwMode="auto">
              <a:xfrm>
                <a:off x="202" y="3132"/>
                <a:ext cx="8" cy="32"/>
              </a:xfrm>
              <a:prstGeom prst="rect">
                <a:avLst/>
              </a:prstGeom>
              <a:solidFill>
                <a:srgbClr val="000000"/>
              </a:solidFill>
              <a:ln w="9525">
                <a:noFill/>
                <a:miter lim="800000"/>
                <a:headEnd/>
                <a:tailEnd/>
              </a:ln>
            </p:spPr>
            <p:txBody>
              <a:bodyPr/>
              <a:lstStyle/>
              <a:p>
                <a:endParaRPr lang="en-US"/>
              </a:p>
            </p:txBody>
          </p:sp>
          <p:sp>
            <p:nvSpPr>
              <p:cNvPr id="397360" name="Rectangle 48"/>
              <p:cNvSpPr>
                <a:spLocks noChangeArrowheads="1"/>
              </p:cNvSpPr>
              <p:nvPr/>
            </p:nvSpPr>
            <p:spPr bwMode="auto">
              <a:xfrm>
                <a:off x="202" y="3188"/>
                <a:ext cx="8" cy="31"/>
              </a:xfrm>
              <a:prstGeom prst="rect">
                <a:avLst/>
              </a:prstGeom>
              <a:solidFill>
                <a:srgbClr val="000000"/>
              </a:solidFill>
              <a:ln w="9525">
                <a:noFill/>
                <a:miter lim="800000"/>
                <a:headEnd/>
                <a:tailEnd/>
              </a:ln>
            </p:spPr>
            <p:txBody>
              <a:bodyPr/>
              <a:lstStyle/>
              <a:p>
                <a:endParaRPr lang="en-US"/>
              </a:p>
            </p:txBody>
          </p:sp>
          <p:sp>
            <p:nvSpPr>
              <p:cNvPr id="397361" name="Rectangle 49"/>
              <p:cNvSpPr>
                <a:spLocks noChangeArrowheads="1"/>
              </p:cNvSpPr>
              <p:nvPr/>
            </p:nvSpPr>
            <p:spPr bwMode="auto">
              <a:xfrm>
                <a:off x="202" y="3243"/>
                <a:ext cx="8" cy="32"/>
              </a:xfrm>
              <a:prstGeom prst="rect">
                <a:avLst/>
              </a:prstGeom>
              <a:solidFill>
                <a:srgbClr val="000000"/>
              </a:solidFill>
              <a:ln w="9525">
                <a:noFill/>
                <a:miter lim="800000"/>
                <a:headEnd/>
                <a:tailEnd/>
              </a:ln>
            </p:spPr>
            <p:txBody>
              <a:bodyPr/>
              <a:lstStyle/>
              <a:p>
                <a:endParaRPr lang="en-US"/>
              </a:p>
            </p:txBody>
          </p:sp>
          <p:sp>
            <p:nvSpPr>
              <p:cNvPr id="397362" name="Rectangle 50"/>
              <p:cNvSpPr>
                <a:spLocks noChangeArrowheads="1"/>
              </p:cNvSpPr>
              <p:nvPr/>
            </p:nvSpPr>
            <p:spPr bwMode="auto">
              <a:xfrm>
                <a:off x="202" y="3299"/>
                <a:ext cx="8" cy="31"/>
              </a:xfrm>
              <a:prstGeom prst="rect">
                <a:avLst/>
              </a:prstGeom>
              <a:solidFill>
                <a:srgbClr val="000000"/>
              </a:solidFill>
              <a:ln w="9525">
                <a:noFill/>
                <a:miter lim="800000"/>
                <a:headEnd/>
                <a:tailEnd/>
              </a:ln>
            </p:spPr>
            <p:txBody>
              <a:bodyPr/>
              <a:lstStyle/>
              <a:p>
                <a:endParaRPr lang="en-US"/>
              </a:p>
            </p:txBody>
          </p:sp>
          <p:sp>
            <p:nvSpPr>
              <p:cNvPr id="397363" name="Rectangle 51"/>
              <p:cNvSpPr>
                <a:spLocks noChangeArrowheads="1"/>
              </p:cNvSpPr>
              <p:nvPr/>
            </p:nvSpPr>
            <p:spPr bwMode="auto">
              <a:xfrm>
                <a:off x="202" y="3354"/>
                <a:ext cx="8" cy="32"/>
              </a:xfrm>
              <a:prstGeom prst="rect">
                <a:avLst/>
              </a:prstGeom>
              <a:solidFill>
                <a:srgbClr val="000000"/>
              </a:solidFill>
              <a:ln w="9525">
                <a:noFill/>
                <a:miter lim="800000"/>
                <a:headEnd/>
                <a:tailEnd/>
              </a:ln>
            </p:spPr>
            <p:txBody>
              <a:bodyPr/>
              <a:lstStyle/>
              <a:p>
                <a:endParaRPr lang="en-US"/>
              </a:p>
            </p:txBody>
          </p:sp>
          <p:sp>
            <p:nvSpPr>
              <p:cNvPr id="397364" name="Rectangle 52"/>
              <p:cNvSpPr>
                <a:spLocks noChangeArrowheads="1"/>
              </p:cNvSpPr>
              <p:nvPr/>
            </p:nvSpPr>
            <p:spPr bwMode="auto">
              <a:xfrm>
                <a:off x="202" y="3409"/>
                <a:ext cx="8" cy="32"/>
              </a:xfrm>
              <a:prstGeom prst="rect">
                <a:avLst/>
              </a:prstGeom>
              <a:solidFill>
                <a:srgbClr val="000000"/>
              </a:solidFill>
              <a:ln w="9525">
                <a:noFill/>
                <a:miter lim="800000"/>
                <a:headEnd/>
                <a:tailEnd/>
              </a:ln>
            </p:spPr>
            <p:txBody>
              <a:bodyPr/>
              <a:lstStyle/>
              <a:p>
                <a:endParaRPr lang="en-US"/>
              </a:p>
            </p:txBody>
          </p:sp>
          <p:sp>
            <p:nvSpPr>
              <p:cNvPr id="397365" name="Rectangle 53"/>
              <p:cNvSpPr>
                <a:spLocks noChangeArrowheads="1"/>
              </p:cNvSpPr>
              <p:nvPr/>
            </p:nvSpPr>
            <p:spPr bwMode="auto">
              <a:xfrm>
                <a:off x="202" y="3465"/>
                <a:ext cx="8" cy="32"/>
              </a:xfrm>
              <a:prstGeom prst="rect">
                <a:avLst/>
              </a:prstGeom>
              <a:solidFill>
                <a:srgbClr val="000000"/>
              </a:solidFill>
              <a:ln w="9525">
                <a:noFill/>
                <a:miter lim="800000"/>
                <a:headEnd/>
                <a:tailEnd/>
              </a:ln>
            </p:spPr>
            <p:txBody>
              <a:bodyPr/>
              <a:lstStyle/>
              <a:p>
                <a:endParaRPr lang="en-US"/>
              </a:p>
            </p:txBody>
          </p:sp>
          <p:sp>
            <p:nvSpPr>
              <p:cNvPr id="397366" name="Rectangle 54"/>
              <p:cNvSpPr>
                <a:spLocks noChangeArrowheads="1"/>
              </p:cNvSpPr>
              <p:nvPr/>
            </p:nvSpPr>
            <p:spPr bwMode="auto">
              <a:xfrm>
                <a:off x="202" y="3520"/>
                <a:ext cx="8" cy="32"/>
              </a:xfrm>
              <a:prstGeom prst="rect">
                <a:avLst/>
              </a:prstGeom>
              <a:solidFill>
                <a:srgbClr val="000000"/>
              </a:solidFill>
              <a:ln w="9525">
                <a:noFill/>
                <a:miter lim="800000"/>
                <a:headEnd/>
                <a:tailEnd/>
              </a:ln>
            </p:spPr>
            <p:txBody>
              <a:bodyPr/>
              <a:lstStyle/>
              <a:p>
                <a:endParaRPr lang="en-US"/>
              </a:p>
            </p:txBody>
          </p:sp>
          <p:sp>
            <p:nvSpPr>
              <p:cNvPr id="397367" name="Rectangle 55"/>
              <p:cNvSpPr>
                <a:spLocks noChangeArrowheads="1"/>
              </p:cNvSpPr>
              <p:nvPr/>
            </p:nvSpPr>
            <p:spPr bwMode="auto">
              <a:xfrm>
                <a:off x="202" y="3576"/>
                <a:ext cx="8" cy="31"/>
              </a:xfrm>
              <a:prstGeom prst="rect">
                <a:avLst/>
              </a:prstGeom>
              <a:solidFill>
                <a:srgbClr val="000000"/>
              </a:solidFill>
              <a:ln w="9525">
                <a:noFill/>
                <a:miter lim="800000"/>
                <a:headEnd/>
                <a:tailEnd/>
              </a:ln>
            </p:spPr>
            <p:txBody>
              <a:bodyPr/>
              <a:lstStyle/>
              <a:p>
                <a:endParaRPr lang="en-US"/>
              </a:p>
            </p:txBody>
          </p:sp>
          <p:sp>
            <p:nvSpPr>
              <p:cNvPr id="397368" name="Rectangle 56"/>
              <p:cNvSpPr>
                <a:spLocks noChangeArrowheads="1"/>
              </p:cNvSpPr>
              <p:nvPr/>
            </p:nvSpPr>
            <p:spPr bwMode="auto">
              <a:xfrm>
                <a:off x="202" y="3631"/>
                <a:ext cx="8" cy="32"/>
              </a:xfrm>
              <a:prstGeom prst="rect">
                <a:avLst/>
              </a:prstGeom>
              <a:solidFill>
                <a:srgbClr val="000000"/>
              </a:solidFill>
              <a:ln w="9525">
                <a:noFill/>
                <a:miter lim="800000"/>
                <a:headEnd/>
                <a:tailEnd/>
              </a:ln>
            </p:spPr>
            <p:txBody>
              <a:bodyPr/>
              <a:lstStyle/>
              <a:p>
                <a:endParaRPr lang="en-US"/>
              </a:p>
            </p:txBody>
          </p:sp>
          <p:sp>
            <p:nvSpPr>
              <p:cNvPr id="397369" name="Rectangle 57"/>
              <p:cNvSpPr>
                <a:spLocks noChangeArrowheads="1"/>
              </p:cNvSpPr>
              <p:nvPr/>
            </p:nvSpPr>
            <p:spPr bwMode="auto">
              <a:xfrm>
                <a:off x="202" y="3687"/>
                <a:ext cx="8" cy="31"/>
              </a:xfrm>
              <a:prstGeom prst="rect">
                <a:avLst/>
              </a:prstGeom>
              <a:solidFill>
                <a:srgbClr val="000000"/>
              </a:solidFill>
              <a:ln w="9525">
                <a:noFill/>
                <a:miter lim="800000"/>
                <a:headEnd/>
                <a:tailEnd/>
              </a:ln>
            </p:spPr>
            <p:txBody>
              <a:bodyPr/>
              <a:lstStyle/>
              <a:p>
                <a:endParaRPr lang="en-US"/>
              </a:p>
            </p:txBody>
          </p:sp>
          <p:sp>
            <p:nvSpPr>
              <p:cNvPr id="397370" name="Rectangle 58"/>
              <p:cNvSpPr>
                <a:spLocks noChangeArrowheads="1"/>
              </p:cNvSpPr>
              <p:nvPr/>
            </p:nvSpPr>
            <p:spPr bwMode="auto">
              <a:xfrm>
                <a:off x="202" y="3742"/>
                <a:ext cx="8" cy="32"/>
              </a:xfrm>
              <a:prstGeom prst="rect">
                <a:avLst/>
              </a:prstGeom>
              <a:solidFill>
                <a:srgbClr val="000000"/>
              </a:solidFill>
              <a:ln w="9525">
                <a:noFill/>
                <a:miter lim="800000"/>
                <a:headEnd/>
                <a:tailEnd/>
              </a:ln>
            </p:spPr>
            <p:txBody>
              <a:bodyPr/>
              <a:lstStyle/>
              <a:p>
                <a:endParaRPr lang="en-US"/>
              </a:p>
            </p:txBody>
          </p:sp>
          <p:sp>
            <p:nvSpPr>
              <p:cNvPr id="397371" name="Rectangle 59"/>
              <p:cNvSpPr>
                <a:spLocks noChangeArrowheads="1"/>
              </p:cNvSpPr>
              <p:nvPr/>
            </p:nvSpPr>
            <p:spPr bwMode="auto">
              <a:xfrm>
                <a:off x="202" y="3798"/>
                <a:ext cx="8" cy="31"/>
              </a:xfrm>
              <a:prstGeom prst="rect">
                <a:avLst/>
              </a:prstGeom>
              <a:solidFill>
                <a:srgbClr val="000000"/>
              </a:solidFill>
              <a:ln w="9525">
                <a:noFill/>
                <a:miter lim="800000"/>
                <a:headEnd/>
                <a:tailEnd/>
              </a:ln>
            </p:spPr>
            <p:txBody>
              <a:bodyPr/>
              <a:lstStyle/>
              <a:p>
                <a:endParaRPr lang="en-US"/>
              </a:p>
            </p:txBody>
          </p:sp>
          <p:sp>
            <p:nvSpPr>
              <p:cNvPr id="397372" name="Rectangle 60"/>
              <p:cNvSpPr>
                <a:spLocks noChangeArrowheads="1"/>
              </p:cNvSpPr>
              <p:nvPr/>
            </p:nvSpPr>
            <p:spPr bwMode="auto">
              <a:xfrm>
                <a:off x="202" y="3853"/>
                <a:ext cx="8" cy="32"/>
              </a:xfrm>
              <a:prstGeom prst="rect">
                <a:avLst/>
              </a:prstGeom>
              <a:solidFill>
                <a:srgbClr val="000000"/>
              </a:solidFill>
              <a:ln w="9525">
                <a:noFill/>
                <a:miter lim="800000"/>
                <a:headEnd/>
                <a:tailEnd/>
              </a:ln>
            </p:spPr>
            <p:txBody>
              <a:bodyPr/>
              <a:lstStyle/>
              <a:p>
                <a:endParaRPr lang="en-US"/>
              </a:p>
            </p:txBody>
          </p:sp>
          <p:sp>
            <p:nvSpPr>
              <p:cNvPr id="397373" name="Rectangle 61"/>
              <p:cNvSpPr>
                <a:spLocks noChangeArrowheads="1"/>
              </p:cNvSpPr>
              <p:nvPr/>
            </p:nvSpPr>
            <p:spPr bwMode="auto">
              <a:xfrm>
                <a:off x="202" y="3908"/>
                <a:ext cx="8" cy="32"/>
              </a:xfrm>
              <a:prstGeom prst="rect">
                <a:avLst/>
              </a:prstGeom>
              <a:solidFill>
                <a:srgbClr val="000000"/>
              </a:solidFill>
              <a:ln w="9525">
                <a:noFill/>
                <a:miter lim="800000"/>
                <a:headEnd/>
                <a:tailEnd/>
              </a:ln>
            </p:spPr>
            <p:txBody>
              <a:bodyPr/>
              <a:lstStyle/>
              <a:p>
                <a:endParaRPr lang="en-US"/>
              </a:p>
            </p:txBody>
          </p:sp>
          <p:sp>
            <p:nvSpPr>
              <p:cNvPr id="397374" name="Rectangle 62"/>
              <p:cNvSpPr>
                <a:spLocks noChangeArrowheads="1"/>
              </p:cNvSpPr>
              <p:nvPr/>
            </p:nvSpPr>
            <p:spPr bwMode="auto">
              <a:xfrm>
                <a:off x="202" y="3964"/>
                <a:ext cx="8" cy="32"/>
              </a:xfrm>
              <a:prstGeom prst="rect">
                <a:avLst/>
              </a:prstGeom>
              <a:solidFill>
                <a:srgbClr val="000000"/>
              </a:solidFill>
              <a:ln w="9525">
                <a:noFill/>
                <a:miter lim="800000"/>
                <a:headEnd/>
                <a:tailEnd/>
              </a:ln>
            </p:spPr>
            <p:txBody>
              <a:bodyPr/>
              <a:lstStyle/>
              <a:p>
                <a:endParaRPr lang="en-US"/>
              </a:p>
            </p:txBody>
          </p:sp>
          <p:sp>
            <p:nvSpPr>
              <p:cNvPr id="397375" name="Rectangle 63"/>
              <p:cNvSpPr>
                <a:spLocks noChangeArrowheads="1"/>
              </p:cNvSpPr>
              <p:nvPr/>
            </p:nvSpPr>
            <p:spPr bwMode="auto">
              <a:xfrm>
                <a:off x="202" y="4019"/>
                <a:ext cx="8" cy="32"/>
              </a:xfrm>
              <a:prstGeom prst="rect">
                <a:avLst/>
              </a:prstGeom>
              <a:solidFill>
                <a:srgbClr val="000000"/>
              </a:solidFill>
              <a:ln w="9525">
                <a:noFill/>
                <a:miter lim="800000"/>
                <a:headEnd/>
                <a:tailEnd/>
              </a:ln>
            </p:spPr>
            <p:txBody>
              <a:bodyPr/>
              <a:lstStyle/>
              <a:p>
                <a:endParaRPr lang="en-US"/>
              </a:p>
            </p:txBody>
          </p:sp>
          <p:sp>
            <p:nvSpPr>
              <p:cNvPr id="397376" name="Rectangle 64"/>
              <p:cNvSpPr>
                <a:spLocks noChangeArrowheads="1"/>
              </p:cNvSpPr>
              <p:nvPr/>
            </p:nvSpPr>
            <p:spPr bwMode="auto">
              <a:xfrm>
                <a:off x="229" y="4049"/>
                <a:ext cx="33" cy="8"/>
              </a:xfrm>
              <a:prstGeom prst="rect">
                <a:avLst/>
              </a:prstGeom>
              <a:solidFill>
                <a:srgbClr val="000000"/>
              </a:solidFill>
              <a:ln w="9525">
                <a:noFill/>
                <a:miter lim="800000"/>
                <a:headEnd/>
                <a:tailEnd/>
              </a:ln>
            </p:spPr>
            <p:txBody>
              <a:bodyPr/>
              <a:lstStyle/>
              <a:p>
                <a:endParaRPr lang="en-US"/>
              </a:p>
            </p:txBody>
          </p:sp>
          <p:sp>
            <p:nvSpPr>
              <p:cNvPr id="397377" name="Rectangle 65"/>
              <p:cNvSpPr>
                <a:spLocks noChangeArrowheads="1"/>
              </p:cNvSpPr>
              <p:nvPr/>
            </p:nvSpPr>
            <p:spPr bwMode="auto">
              <a:xfrm>
                <a:off x="287" y="4049"/>
                <a:ext cx="33" cy="8"/>
              </a:xfrm>
              <a:prstGeom prst="rect">
                <a:avLst/>
              </a:prstGeom>
              <a:solidFill>
                <a:srgbClr val="000000"/>
              </a:solidFill>
              <a:ln w="9525">
                <a:noFill/>
                <a:miter lim="800000"/>
                <a:headEnd/>
                <a:tailEnd/>
              </a:ln>
            </p:spPr>
            <p:txBody>
              <a:bodyPr/>
              <a:lstStyle/>
              <a:p>
                <a:endParaRPr lang="en-US"/>
              </a:p>
            </p:txBody>
          </p:sp>
          <p:sp>
            <p:nvSpPr>
              <p:cNvPr id="397378" name="Rectangle 66"/>
              <p:cNvSpPr>
                <a:spLocks noChangeArrowheads="1"/>
              </p:cNvSpPr>
              <p:nvPr/>
            </p:nvSpPr>
            <p:spPr bwMode="auto">
              <a:xfrm>
                <a:off x="344" y="4049"/>
                <a:ext cx="34" cy="8"/>
              </a:xfrm>
              <a:prstGeom prst="rect">
                <a:avLst/>
              </a:prstGeom>
              <a:solidFill>
                <a:srgbClr val="000000"/>
              </a:solidFill>
              <a:ln w="9525">
                <a:noFill/>
                <a:miter lim="800000"/>
                <a:headEnd/>
                <a:tailEnd/>
              </a:ln>
            </p:spPr>
            <p:txBody>
              <a:bodyPr/>
              <a:lstStyle/>
              <a:p>
                <a:endParaRPr lang="en-US"/>
              </a:p>
            </p:txBody>
          </p:sp>
          <p:sp>
            <p:nvSpPr>
              <p:cNvPr id="397379" name="Rectangle 67"/>
              <p:cNvSpPr>
                <a:spLocks noChangeArrowheads="1"/>
              </p:cNvSpPr>
              <p:nvPr/>
            </p:nvSpPr>
            <p:spPr bwMode="auto">
              <a:xfrm>
                <a:off x="402" y="4049"/>
                <a:ext cx="33" cy="8"/>
              </a:xfrm>
              <a:prstGeom prst="rect">
                <a:avLst/>
              </a:prstGeom>
              <a:solidFill>
                <a:srgbClr val="000000"/>
              </a:solidFill>
              <a:ln w="9525">
                <a:noFill/>
                <a:miter lim="800000"/>
                <a:headEnd/>
                <a:tailEnd/>
              </a:ln>
            </p:spPr>
            <p:txBody>
              <a:bodyPr/>
              <a:lstStyle/>
              <a:p>
                <a:endParaRPr lang="en-US"/>
              </a:p>
            </p:txBody>
          </p:sp>
          <p:sp>
            <p:nvSpPr>
              <p:cNvPr id="397380" name="Rectangle 68"/>
              <p:cNvSpPr>
                <a:spLocks noChangeArrowheads="1"/>
              </p:cNvSpPr>
              <p:nvPr/>
            </p:nvSpPr>
            <p:spPr bwMode="auto">
              <a:xfrm>
                <a:off x="460" y="4049"/>
                <a:ext cx="33" cy="8"/>
              </a:xfrm>
              <a:prstGeom prst="rect">
                <a:avLst/>
              </a:prstGeom>
              <a:solidFill>
                <a:srgbClr val="000000"/>
              </a:solidFill>
              <a:ln w="9525">
                <a:noFill/>
                <a:miter lim="800000"/>
                <a:headEnd/>
                <a:tailEnd/>
              </a:ln>
            </p:spPr>
            <p:txBody>
              <a:bodyPr/>
              <a:lstStyle/>
              <a:p>
                <a:endParaRPr lang="en-US"/>
              </a:p>
            </p:txBody>
          </p:sp>
          <p:sp>
            <p:nvSpPr>
              <p:cNvPr id="397381" name="Rectangle 69"/>
              <p:cNvSpPr>
                <a:spLocks noChangeArrowheads="1"/>
              </p:cNvSpPr>
              <p:nvPr/>
            </p:nvSpPr>
            <p:spPr bwMode="auto">
              <a:xfrm>
                <a:off x="518" y="4049"/>
                <a:ext cx="33" cy="8"/>
              </a:xfrm>
              <a:prstGeom prst="rect">
                <a:avLst/>
              </a:prstGeom>
              <a:solidFill>
                <a:srgbClr val="000000"/>
              </a:solidFill>
              <a:ln w="9525">
                <a:noFill/>
                <a:miter lim="800000"/>
                <a:headEnd/>
                <a:tailEnd/>
              </a:ln>
            </p:spPr>
            <p:txBody>
              <a:bodyPr/>
              <a:lstStyle/>
              <a:p>
                <a:endParaRPr lang="en-US"/>
              </a:p>
            </p:txBody>
          </p:sp>
          <p:sp>
            <p:nvSpPr>
              <p:cNvPr id="397382" name="Rectangle 70"/>
              <p:cNvSpPr>
                <a:spLocks noChangeArrowheads="1"/>
              </p:cNvSpPr>
              <p:nvPr/>
            </p:nvSpPr>
            <p:spPr bwMode="auto">
              <a:xfrm>
                <a:off x="576" y="4049"/>
                <a:ext cx="33" cy="8"/>
              </a:xfrm>
              <a:prstGeom prst="rect">
                <a:avLst/>
              </a:prstGeom>
              <a:solidFill>
                <a:srgbClr val="000000"/>
              </a:solidFill>
              <a:ln w="9525">
                <a:noFill/>
                <a:miter lim="800000"/>
                <a:headEnd/>
                <a:tailEnd/>
              </a:ln>
            </p:spPr>
            <p:txBody>
              <a:bodyPr/>
              <a:lstStyle/>
              <a:p>
                <a:endParaRPr lang="en-US"/>
              </a:p>
            </p:txBody>
          </p:sp>
          <p:sp>
            <p:nvSpPr>
              <p:cNvPr id="397383" name="Rectangle 71"/>
              <p:cNvSpPr>
                <a:spLocks noChangeArrowheads="1"/>
              </p:cNvSpPr>
              <p:nvPr/>
            </p:nvSpPr>
            <p:spPr bwMode="auto">
              <a:xfrm>
                <a:off x="634" y="4049"/>
                <a:ext cx="33" cy="8"/>
              </a:xfrm>
              <a:prstGeom prst="rect">
                <a:avLst/>
              </a:prstGeom>
              <a:solidFill>
                <a:srgbClr val="000000"/>
              </a:solidFill>
              <a:ln w="9525">
                <a:noFill/>
                <a:miter lim="800000"/>
                <a:headEnd/>
                <a:tailEnd/>
              </a:ln>
            </p:spPr>
            <p:txBody>
              <a:bodyPr/>
              <a:lstStyle/>
              <a:p>
                <a:endParaRPr lang="en-US"/>
              </a:p>
            </p:txBody>
          </p:sp>
          <p:sp>
            <p:nvSpPr>
              <p:cNvPr id="397384" name="Rectangle 72"/>
              <p:cNvSpPr>
                <a:spLocks noChangeArrowheads="1"/>
              </p:cNvSpPr>
              <p:nvPr/>
            </p:nvSpPr>
            <p:spPr bwMode="auto">
              <a:xfrm>
                <a:off x="692" y="4049"/>
                <a:ext cx="33" cy="8"/>
              </a:xfrm>
              <a:prstGeom prst="rect">
                <a:avLst/>
              </a:prstGeom>
              <a:solidFill>
                <a:srgbClr val="000000"/>
              </a:solidFill>
              <a:ln w="9525">
                <a:noFill/>
                <a:miter lim="800000"/>
                <a:headEnd/>
                <a:tailEnd/>
              </a:ln>
            </p:spPr>
            <p:txBody>
              <a:bodyPr/>
              <a:lstStyle/>
              <a:p>
                <a:endParaRPr lang="en-US"/>
              </a:p>
            </p:txBody>
          </p:sp>
          <p:sp>
            <p:nvSpPr>
              <p:cNvPr id="397385" name="Rectangle 73"/>
              <p:cNvSpPr>
                <a:spLocks noChangeArrowheads="1"/>
              </p:cNvSpPr>
              <p:nvPr/>
            </p:nvSpPr>
            <p:spPr bwMode="auto">
              <a:xfrm>
                <a:off x="750" y="4049"/>
                <a:ext cx="33" cy="8"/>
              </a:xfrm>
              <a:prstGeom prst="rect">
                <a:avLst/>
              </a:prstGeom>
              <a:solidFill>
                <a:srgbClr val="000000"/>
              </a:solidFill>
              <a:ln w="9525">
                <a:noFill/>
                <a:miter lim="800000"/>
                <a:headEnd/>
                <a:tailEnd/>
              </a:ln>
            </p:spPr>
            <p:txBody>
              <a:bodyPr/>
              <a:lstStyle/>
              <a:p>
                <a:endParaRPr lang="en-US"/>
              </a:p>
            </p:txBody>
          </p:sp>
          <p:sp>
            <p:nvSpPr>
              <p:cNvPr id="397386" name="Rectangle 74"/>
              <p:cNvSpPr>
                <a:spLocks noChangeArrowheads="1"/>
              </p:cNvSpPr>
              <p:nvPr/>
            </p:nvSpPr>
            <p:spPr bwMode="auto">
              <a:xfrm>
                <a:off x="808" y="4049"/>
                <a:ext cx="33" cy="8"/>
              </a:xfrm>
              <a:prstGeom prst="rect">
                <a:avLst/>
              </a:prstGeom>
              <a:solidFill>
                <a:srgbClr val="000000"/>
              </a:solidFill>
              <a:ln w="9525">
                <a:noFill/>
                <a:miter lim="800000"/>
                <a:headEnd/>
                <a:tailEnd/>
              </a:ln>
            </p:spPr>
            <p:txBody>
              <a:bodyPr/>
              <a:lstStyle/>
              <a:p>
                <a:endParaRPr lang="en-US"/>
              </a:p>
            </p:txBody>
          </p:sp>
          <p:sp>
            <p:nvSpPr>
              <p:cNvPr id="397387" name="Rectangle 75"/>
              <p:cNvSpPr>
                <a:spLocks noChangeArrowheads="1"/>
              </p:cNvSpPr>
              <p:nvPr/>
            </p:nvSpPr>
            <p:spPr bwMode="auto">
              <a:xfrm>
                <a:off x="866" y="4049"/>
                <a:ext cx="33" cy="8"/>
              </a:xfrm>
              <a:prstGeom prst="rect">
                <a:avLst/>
              </a:prstGeom>
              <a:solidFill>
                <a:srgbClr val="000000"/>
              </a:solidFill>
              <a:ln w="9525">
                <a:noFill/>
                <a:miter lim="800000"/>
                <a:headEnd/>
                <a:tailEnd/>
              </a:ln>
            </p:spPr>
            <p:txBody>
              <a:bodyPr/>
              <a:lstStyle/>
              <a:p>
                <a:endParaRPr lang="en-US"/>
              </a:p>
            </p:txBody>
          </p:sp>
          <p:sp>
            <p:nvSpPr>
              <p:cNvPr id="397388" name="Rectangle 76"/>
              <p:cNvSpPr>
                <a:spLocks noChangeArrowheads="1"/>
              </p:cNvSpPr>
              <p:nvPr/>
            </p:nvSpPr>
            <p:spPr bwMode="auto">
              <a:xfrm>
                <a:off x="924" y="4049"/>
                <a:ext cx="33" cy="8"/>
              </a:xfrm>
              <a:prstGeom prst="rect">
                <a:avLst/>
              </a:prstGeom>
              <a:solidFill>
                <a:srgbClr val="000000"/>
              </a:solidFill>
              <a:ln w="9525">
                <a:noFill/>
                <a:miter lim="800000"/>
                <a:headEnd/>
                <a:tailEnd/>
              </a:ln>
            </p:spPr>
            <p:txBody>
              <a:bodyPr/>
              <a:lstStyle/>
              <a:p>
                <a:endParaRPr lang="en-US"/>
              </a:p>
            </p:txBody>
          </p:sp>
          <p:sp>
            <p:nvSpPr>
              <p:cNvPr id="397389" name="Rectangle 77"/>
              <p:cNvSpPr>
                <a:spLocks noChangeArrowheads="1"/>
              </p:cNvSpPr>
              <p:nvPr/>
            </p:nvSpPr>
            <p:spPr bwMode="auto">
              <a:xfrm>
                <a:off x="982" y="4049"/>
                <a:ext cx="33" cy="8"/>
              </a:xfrm>
              <a:prstGeom prst="rect">
                <a:avLst/>
              </a:prstGeom>
              <a:solidFill>
                <a:srgbClr val="000000"/>
              </a:solidFill>
              <a:ln w="9525">
                <a:noFill/>
                <a:miter lim="800000"/>
                <a:headEnd/>
                <a:tailEnd/>
              </a:ln>
            </p:spPr>
            <p:txBody>
              <a:bodyPr/>
              <a:lstStyle/>
              <a:p>
                <a:endParaRPr lang="en-US"/>
              </a:p>
            </p:txBody>
          </p:sp>
          <p:sp>
            <p:nvSpPr>
              <p:cNvPr id="397390" name="Rectangle 78"/>
              <p:cNvSpPr>
                <a:spLocks noChangeArrowheads="1"/>
              </p:cNvSpPr>
              <p:nvPr/>
            </p:nvSpPr>
            <p:spPr bwMode="auto">
              <a:xfrm>
                <a:off x="1039" y="4049"/>
                <a:ext cx="34" cy="8"/>
              </a:xfrm>
              <a:prstGeom prst="rect">
                <a:avLst/>
              </a:prstGeom>
              <a:solidFill>
                <a:srgbClr val="000000"/>
              </a:solidFill>
              <a:ln w="9525">
                <a:noFill/>
                <a:miter lim="800000"/>
                <a:headEnd/>
                <a:tailEnd/>
              </a:ln>
            </p:spPr>
            <p:txBody>
              <a:bodyPr/>
              <a:lstStyle/>
              <a:p>
                <a:endParaRPr lang="en-US"/>
              </a:p>
            </p:txBody>
          </p:sp>
          <p:sp>
            <p:nvSpPr>
              <p:cNvPr id="397391" name="Rectangle 79"/>
              <p:cNvSpPr>
                <a:spLocks noChangeArrowheads="1"/>
              </p:cNvSpPr>
              <p:nvPr/>
            </p:nvSpPr>
            <p:spPr bwMode="auto">
              <a:xfrm>
                <a:off x="1097" y="4049"/>
                <a:ext cx="34" cy="8"/>
              </a:xfrm>
              <a:prstGeom prst="rect">
                <a:avLst/>
              </a:prstGeom>
              <a:solidFill>
                <a:srgbClr val="000000"/>
              </a:solidFill>
              <a:ln w="9525">
                <a:noFill/>
                <a:miter lim="800000"/>
                <a:headEnd/>
                <a:tailEnd/>
              </a:ln>
            </p:spPr>
            <p:txBody>
              <a:bodyPr/>
              <a:lstStyle/>
              <a:p>
                <a:endParaRPr lang="en-US"/>
              </a:p>
            </p:txBody>
          </p:sp>
          <p:sp>
            <p:nvSpPr>
              <p:cNvPr id="397392" name="Rectangle 80"/>
              <p:cNvSpPr>
                <a:spLocks noChangeArrowheads="1"/>
              </p:cNvSpPr>
              <p:nvPr/>
            </p:nvSpPr>
            <p:spPr bwMode="auto">
              <a:xfrm>
                <a:off x="1155" y="4049"/>
                <a:ext cx="33" cy="8"/>
              </a:xfrm>
              <a:prstGeom prst="rect">
                <a:avLst/>
              </a:prstGeom>
              <a:solidFill>
                <a:srgbClr val="000000"/>
              </a:solidFill>
              <a:ln w="9525">
                <a:noFill/>
                <a:miter lim="800000"/>
                <a:headEnd/>
                <a:tailEnd/>
              </a:ln>
            </p:spPr>
            <p:txBody>
              <a:bodyPr/>
              <a:lstStyle/>
              <a:p>
                <a:endParaRPr lang="en-US"/>
              </a:p>
            </p:txBody>
          </p:sp>
          <p:sp>
            <p:nvSpPr>
              <p:cNvPr id="397393" name="Rectangle 81"/>
              <p:cNvSpPr>
                <a:spLocks noChangeArrowheads="1"/>
              </p:cNvSpPr>
              <p:nvPr/>
            </p:nvSpPr>
            <p:spPr bwMode="auto">
              <a:xfrm>
                <a:off x="1213" y="4049"/>
                <a:ext cx="33" cy="8"/>
              </a:xfrm>
              <a:prstGeom prst="rect">
                <a:avLst/>
              </a:prstGeom>
              <a:solidFill>
                <a:srgbClr val="000000"/>
              </a:solidFill>
              <a:ln w="9525">
                <a:noFill/>
                <a:miter lim="800000"/>
                <a:headEnd/>
                <a:tailEnd/>
              </a:ln>
            </p:spPr>
            <p:txBody>
              <a:bodyPr/>
              <a:lstStyle/>
              <a:p>
                <a:endParaRPr lang="en-US"/>
              </a:p>
            </p:txBody>
          </p:sp>
          <p:sp>
            <p:nvSpPr>
              <p:cNvPr id="397394" name="Rectangle 82"/>
              <p:cNvSpPr>
                <a:spLocks noChangeArrowheads="1"/>
              </p:cNvSpPr>
              <p:nvPr/>
            </p:nvSpPr>
            <p:spPr bwMode="auto">
              <a:xfrm>
                <a:off x="1271" y="4049"/>
                <a:ext cx="33" cy="8"/>
              </a:xfrm>
              <a:prstGeom prst="rect">
                <a:avLst/>
              </a:prstGeom>
              <a:solidFill>
                <a:srgbClr val="000000"/>
              </a:solidFill>
              <a:ln w="9525">
                <a:noFill/>
                <a:miter lim="800000"/>
                <a:headEnd/>
                <a:tailEnd/>
              </a:ln>
            </p:spPr>
            <p:txBody>
              <a:bodyPr/>
              <a:lstStyle/>
              <a:p>
                <a:endParaRPr lang="en-US"/>
              </a:p>
            </p:txBody>
          </p:sp>
          <p:sp>
            <p:nvSpPr>
              <p:cNvPr id="397395" name="Rectangle 83"/>
              <p:cNvSpPr>
                <a:spLocks noChangeArrowheads="1"/>
              </p:cNvSpPr>
              <p:nvPr/>
            </p:nvSpPr>
            <p:spPr bwMode="auto">
              <a:xfrm>
                <a:off x="1329" y="4049"/>
                <a:ext cx="33" cy="8"/>
              </a:xfrm>
              <a:prstGeom prst="rect">
                <a:avLst/>
              </a:prstGeom>
              <a:solidFill>
                <a:srgbClr val="000000"/>
              </a:solidFill>
              <a:ln w="9525">
                <a:noFill/>
                <a:miter lim="800000"/>
                <a:headEnd/>
                <a:tailEnd/>
              </a:ln>
            </p:spPr>
            <p:txBody>
              <a:bodyPr/>
              <a:lstStyle/>
              <a:p>
                <a:endParaRPr lang="en-US"/>
              </a:p>
            </p:txBody>
          </p:sp>
          <p:sp>
            <p:nvSpPr>
              <p:cNvPr id="397396" name="Rectangle 84"/>
              <p:cNvSpPr>
                <a:spLocks noChangeArrowheads="1"/>
              </p:cNvSpPr>
              <p:nvPr/>
            </p:nvSpPr>
            <p:spPr bwMode="auto">
              <a:xfrm>
                <a:off x="1387" y="4049"/>
                <a:ext cx="33" cy="8"/>
              </a:xfrm>
              <a:prstGeom prst="rect">
                <a:avLst/>
              </a:prstGeom>
              <a:solidFill>
                <a:srgbClr val="000000"/>
              </a:solidFill>
              <a:ln w="9525">
                <a:noFill/>
                <a:miter lim="800000"/>
                <a:headEnd/>
                <a:tailEnd/>
              </a:ln>
            </p:spPr>
            <p:txBody>
              <a:bodyPr/>
              <a:lstStyle/>
              <a:p>
                <a:endParaRPr lang="en-US"/>
              </a:p>
            </p:txBody>
          </p:sp>
          <p:sp>
            <p:nvSpPr>
              <p:cNvPr id="397397" name="Rectangle 85"/>
              <p:cNvSpPr>
                <a:spLocks noChangeArrowheads="1"/>
              </p:cNvSpPr>
              <p:nvPr/>
            </p:nvSpPr>
            <p:spPr bwMode="auto">
              <a:xfrm>
                <a:off x="1445" y="4049"/>
                <a:ext cx="33" cy="8"/>
              </a:xfrm>
              <a:prstGeom prst="rect">
                <a:avLst/>
              </a:prstGeom>
              <a:solidFill>
                <a:srgbClr val="000000"/>
              </a:solidFill>
              <a:ln w="9525">
                <a:noFill/>
                <a:miter lim="800000"/>
                <a:headEnd/>
                <a:tailEnd/>
              </a:ln>
            </p:spPr>
            <p:txBody>
              <a:bodyPr/>
              <a:lstStyle/>
              <a:p>
                <a:endParaRPr lang="en-US"/>
              </a:p>
            </p:txBody>
          </p:sp>
          <p:sp>
            <p:nvSpPr>
              <p:cNvPr id="397398" name="Rectangle 86"/>
              <p:cNvSpPr>
                <a:spLocks noChangeArrowheads="1"/>
              </p:cNvSpPr>
              <p:nvPr/>
            </p:nvSpPr>
            <p:spPr bwMode="auto">
              <a:xfrm>
                <a:off x="1503" y="4049"/>
                <a:ext cx="33" cy="8"/>
              </a:xfrm>
              <a:prstGeom prst="rect">
                <a:avLst/>
              </a:prstGeom>
              <a:solidFill>
                <a:srgbClr val="000000"/>
              </a:solidFill>
              <a:ln w="9525">
                <a:noFill/>
                <a:miter lim="800000"/>
                <a:headEnd/>
                <a:tailEnd/>
              </a:ln>
            </p:spPr>
            <p:txBody>
              <a:bodyPr/>
              <a:lstStyle/>
              <a:p>
                <a:endParaRPr lang="en-US"/>
              </a:p>
            </p:txBody>
          </p:sp>
          <p:sp>
            <p:nvSpPr>
              <p:cNvPr id="397399" name="Rectangle 87"/>
              <p:cNvSpPr>
                <a:spLocks noChangeArrowheads="1"/>
              </p:cNvSpPr>
              <p:nvPr/>
            </p:nvSpPr>
            <p:spPr bwMode="auto">
              <a:xfrm>
                <a:off x="1561" y="4049"/>
                <a:ext cx="33" cy="8"/>
              </a:xfrm>
              <a:prstGeom prst="rect">
                <a:avLst/>
              </a:prstGeom>
              <a:solidFill>
                <a:srgbClr val="000000"/>
              </a:solidFill>
              <a:ln w="9525">
                <a:noFill/>
                <a:miter lim="800000"/>
                <a:headEnd/>
                <a:tailEnd/>
              </a:ln>
            </p:spPr>
            <p:txBody>
              <a:bodyPr/>
              <a:lstStyle/>
              <a:p>
                <a:endParaRPr lang="en-US"/>
              </a:p>
            </p:txBody>
          </p:sp>
          <p:sp>
            <p:nvSpPr>
              <p:cNvPr id="397400" name="Rectangle 88"/>
              <p:cNvSpPr>
                <a:spLocks noChangeArrowheads="1"/>
              </p:cNvSpPr>
              <p:nvPr/>
            </p:nvSpPr>
            <p:spPr bwMode="auto">
              <a:xfrm>
                <a:off x="1619" y="4049"/>
                <a:ext cx="33" cy="8"/>
              </a:xfrm>
              <a:prstGeom prst="rect">
                <a:avLst/>
              </a:prstGeom>
              <a:solidFill>
                <a:srgbClr val="000000"/>
              </a:solidFill>
              <a:ln w="9525">
                <a:noFill/>
                <a:miter lim="800000"/>
                <a:headEnd/>
                <a:tailEnd/>
              </a:ln>
            </p:spPr>
            <p:txBody>
              <a:bodyPr/>
              <a:lstStyle/>
              <a:p>
                <a:endParaRPr lang="en-US"/>
              </a:p>
            </p:txBody>
          </p:sp>
          <p:sp>
            <p:nvSpPr>
              <p:cNvPr id="397401" name="Rectangle 89"/>
              <p:cNvSpPr>
                <a:spLocks noChangeArrowheads="1"/>
              </p:cNvSpPr>
              <p:nvPr/>
            </p:nvSpPr>
            <p:spPr bwMode="auto">
              <a:xfrm>
                <a:off x="1677" y="4049"/>
                <a:ext cx="33" cy="8"/>
              </a:xfrm>
              <a:prstGeom prst="rect">
                <a:avLst/>
              </a:prstGeom>
              <a:solidFill>
                <a:srgbClr val="000000"/>
              </a:solidFill>
              <a:ln w="9525">
                <a:noFill/>
                <a:miter lim="800000"/>
                <a:headEnd/>
                <a:tailEnd/>
              </a:ln>
            </p:spPr>
            <p:txBody>
              <a:bodyPr/>
              <a:lstStyle/>
              <a:p>
                <a:endParaRPr lang="en-US"/>
              </a:p>
            </p:txBody>
          </p:sp>
          <p:sp>
            <p:nvSpPr>
              <p:cNvPr id="397402" name="Rectangle 90"/>
              <p:cNvSpPr>
                <a:spLocks noChangeArrowheads="1"/>
              </p:cNvSpPr>
              <p:nvPr/>
            </p:nvSpPr>
            <p:spPr bwMode="auto">
              <a:xfrm>
                <a:off x="1735" y="4049"/>
                <a:ext cx="33" cy="8"/>
              </a:xfrm>
              <a:prstGeom prst="rect">
                <a:avLst/>
              </a:prstGeom>
              <a:solidFill>
                <a:srgbClr val="000000"/>
              </a:solidFill>
              <a:ln w="9525">
                <a:noFill/>
                <a:miter lim="800000"/>
                <a:headEnd/>
                <a:tailEnd/>
              </a:ln>
            </p:spPr>
            <p:txBody>
              <a:bodyPr/>
              <a:lstStyle/>
              <a:p>
                <a:endParaRPr lang="en-US"/>
              </a:p>
            </p:txBody>
          </p:sp>
          <p:sp>
            <p:nvSpPr>
              <p:cNvPr id="397403" name="Rectangle 91"/>
              <p:cNvSpPr>
                <a:spLocks noChangeArrowheads="1"/>
              </p:cNvSpPr>
              <p:nvPr/>
            </p:nvSpPr>
            <p:spPr bwMode="auto">
              <a:xfrm>
                <a:off x="1792" y="4049"/>
                <a:ext cx="34" cy="8"/>
              </a:xfrm>
              <a:prstGeom prst="rect">
                <a:avLst/>
              </a:prstGeom>
              <a:solidFill>
                <a:srgbClr val="000000"/>
              </a:solidFill>
              <a:ln w="9525">
                <a:noFill/>
                <a:miter lim="800000"/>
                <a:headEnd/>
                <a:tailEnd/>
              </a:ln>
            </p:spPr>
            <p:txBody>
              <a:bodyPr/>
              <a:lstStyle/>
              <a:p>
                <a:endParaRPr lang="en-US"/>
              </a:p>
            </p:txBody>
          </p:sp>
          <p:sp>
            <p:nvSpPr>
              <p:cNvPr id="397404" name="Rectangle 92"/>
              <p:cNvSpPr>
                <a:spLocks noChangeArrowheads="1"/>
              </p:cNvSpPr>
              <p:nvPr/>
            </p:nvSpPr>
            <p:spPr bwMode="auto">
              <a:xfrm>
                <a:off x="1850" y="4049"/>
                <a:ext cx="33" cy="8"/>
              </a:xfrm>
              <a:prstGeom prst="rect">
                <a:avLst/>
              </a:prstGeom>
              <a:solidFill>
                <a:srgbClr val="000000"/>
              </a:solidFill>
              <a:ln w="9525">
                <a:noFill/>
                <a:miter lim="800000"/>
                <a:headEnd/>
                <a:tailEnd/>
              </a:ln>
            </p:spPr>
            <p:txBody>
              <a:bodyPr/>
              <a:lstStyle/>
              <a:p>
                <a:endParaRPr lang="en-US"/>
              </a:p>
            </p:txBody>
          </p:sp>
          <p:sp>
            <p:nvSpPr>
              <p:cNvPr id="397405" name="Rectangle 93"/>
              <p:cNvSpPr>
                <a:spLocks noChangeArrowheads="1"/>
              </p:cNvSpPr>
              <p:nvPr/>
            </p:nvSpPr>
            <p:spPr bwMode="auto">
              <a:xfrm>
                <a:off x="1908" y="4049"/>
                <a:ext cx="33" cy="8"/>
              </a:xfrm>
              <a:prstGeom prst="rect">
                <a:avLst/>
              </a:prstGeom>
              <a:solidFill>
                <a:srgbClr val="000000"/>
              </a:solidFill>
              <a:ln w="9525">
                <a:noFill/>
                <a:miter lim="800000"/>
                <a:headEnd/>
                <a:tailEnd/>
              </a:ln>
            </p:spPr>
            <p:txBody>
              <a:bodyPr/>
              <a:lstStyle/>
              <a:p>
                <a:endParaRPr lang="en-US"/>
              </a:p>
            </p:txBody>
          </p:sp>
          <p:sp>
            <p:nvSpPr>
              <p:cNvPr id="397406" name="Rectangle 94"/>
              <p:cNvSpPr>
                <a:spLocks noChangeArrowheads="1"/>
              </p:cNvSpPr>
              <p:nvPr/>
            </p:nvSpPr>
            <p:spPr bwMode="auto">
              <a:xfrm>
                <a:off x="1966" y="4049"/>
                <a:ext cx="33" cy="8"/>
              </a:xfrm>
              <a:prstGeom prst="rect">
                <a:avLst/>
              </a:prstGeom>
              <a:solidFill>
                <a:srgbClr val="000000"/>
              </a:solidFill>
              <a:ln w="9525">
                <a:noFill/>
                <a:miter lim="800000"/>
                <a:headEnd/>
                <a:tailEnd/>
              </a:ln>
            </p:spPr>
            <p:txBody>
              <a:bodyPr/>
              <a:lstStyle/>
              <a:p>
                <a:endParaRPr lang="en-US"/>
              </a:p>
            </p:txBody>
          </p:sp>
          <p:sp>
            <p:nvSpPr>
              <p:cNvPr id="397407" name="Rectangle 95"/>
              <p:cNvSpPr>
                <a:spLocks noChangeArrowheads="1"/>
              </p:cNvSpPr>
              <p:nvPr/>
            </p:nvSpPr>
            <p:spPr bwMode="auto">
              <a:xfrm>
                <a:off x="2024" y="4049"/>
                <a:ext cx="33" cy="8"/>
              </a:xfrm>
              <a:prstGeom prst="rect">
                <a:avLst/>
              </a:prstGeom>
              <a:solidFill>
                <a:srgbClr val="000000"/>
              </a:solidFill>
              <a:ln w="9525">
                <a:noFill/>
                <a:miter lim="800000"/>
                <a:headEnd/>
                <a:tailEnd/>
              </a:ln>
            </p:spPr>
            <p:txBody>
              <a:bodyPr/>
              <a:lstStyle/>
              <a:p>
                <a:endParaRPr lang="en-US"/>
              </a:p>
            </p:txBody>
          </p:sp>
          <p:sp>
            <p:nvSpPr>
              <p:cNvPr id="397408" name="Rectangle 96"/>
              <p:cNvSpPr>
                <a:spLocks noChangeArrowheads="1"/>
              </p:cNvSpPr>
              <p:nvPr/>
            </p:nvSpPr>
            <p:spPr bwMode="auto">
              <a:xfrm>
                <a:off x="2082" y="4049"/>
                <a:ext cx="33" cy="8"/>
              </a:xfrm>
              <a:prstGeom prst="rect">
                <a:avLst/>
              </a:prstGeom>
              <a:solidFill>
                <a:srgbClr val="000000"/>
              </a:solidFill>
              <a:ln w="9525">
                <a:noFill/>
                <a:miter lim="800000"/>
                <a:headEnd/>
                <a:tailEnd/>
              </a:ln>
            </p:spPr>
            <p:txBody>
              <a:bodyPr/>
              <a:lstStyle/>
              <a:p>
                <a:endParaRPr lang="en-US"/>
              </a:p>
            </p:txBody>
          </p:sp>
          <p:sp>
            <p:nvSpPr>
              <p:cNvPr id="397409" name="Rectangle 97"/>
              <p:cNvSpPr>
                <a:spLocks noChangeArrowheads="1"/>
              </p:cNvSpPr>
              <p:nvPr/>
            </p:nvSpPr>
            <p:spPr bwMode="auto">
              <a:xfrm>
                <a:off x="2140" y="4049"/>
                <a:ext cx="33" cy="8"/>
              </a:xfrm>
              <a:prstGeom prst="rect">
                <a:avLst/>
              </a:prstGeom>
              <a:solidFill>
                <a:srgbClr val="000000"/>
              </a:solidFill>
              <a:ln w="9525">
                <a:noFill/>
                <a:miter lim="800000"/>
                <a:headEnd/>
                <a:tailEnd/>
              </a:ln>
            </p:spPr>
            <p:txBody>
              <a:bodyPr/>
              <a:lstStyle/>
              <a:p>
                <a:endParaRPr lang="en-US"/>
              </a:p>
            </p:txBody>
          </p:sp>
          <p:sp>
            <p:nvSpPr>
              <p:cNvPr id="397410" name="Rectangle 98"/>
              <p:cNvSpPr>
                <a:spLocks noChangeArrowheads="1"/>
              </p:cNvSpPr>
              <p:nvPr/>
            </p:nvSpPr>
            <p:spPr bwMode="auto">
              <a:xfrm>
                <a:off x="2198" y="4049"/>
                <a:ext cx="33" cy="8"/>
              </a:xfrm>
              <a:prstGeom prst="rect">
                <a:avLst/>
              </a:prstGeom>
              <a:solidFill>
                <a:srgbClr val="000000"/>
              </a:solidFill>
              <a:ln w="9525">
                <a:noFill/>
                <a:miter lim="800000"/>
                <a:headEnd/>
                <a:tailEnd/>
              </a:ln>
            </p:spPr>
            <p:txBody>
              <a:bodyPr/>
              <a:lstStyle/>
              <a:p>
                <a:endParaRPr lang="en-US"/>
              </a:p>
            </p:txBody>
          </p:sp>
          <p:sp>
            <p:nvSpPr>
              <p:cNvPr id="397411" name="Rectangle 99"/>
              <p:cNvSpPr>
                <a:spLocks noChangeArrowheads="1"/>
              </p:cNvSpPr>
              <p:nvPr/>
            </p:nvSpPr>
            <p:spPr bwMode="auto">
              <a:xfrm>
                <a:off x="2256" y="4049"/>
                <a:ext cx="33" cy="8"/>
              </a:xfrm>
              <a:prstGeom prst="rect">
                <a:avLst/>
              </a:prstGeom>
              <a:solidFill>
                <a:srgbClr val="000000"/>
              </a:solidFill>
              <a:ln w="9525">
                <a:noFill/>
                <a:miter lim="800000"/>
                <a:headEnd/>
                <a:tailEnd/>
              </a:ln>
            </p:spPr>
            <p:txBody>
              <a:bodyPr/>
              <a:lstStyle/>
              <a:p>
                <a:endParaRPr lang="en-US"/>
              </a:p>
            </p:txBody>
          </p:sp>
          <p:sp>
            <p:nvSpPr>
              <p:cNvPr id="397412" name="Rectangle 100"/>
              <p:cNvSpPr>
                <a:spLocks noChangeArrowheads="1"/>
              </p:cNvSpPr>
              <p:nvPr/>
            </p:nvSpPr>
            <p:spPr bwMode="auto">
              <a:xfrm>
                <a:off x="2314" y="4049"/>
                <a:ext cx="33" cy="8"/>
              </a:xfrm>
              <a:prstGeom prst="rect">
                <a:avLst/>
              </a:prstGeom>
              <a:solidFill>
                <a:srgbClr val="000000"/>
              </a:solidFill>
              <a:ln w="9525">
                <a:noFill/>
                <a:miter lim="800000"/>
                <a:headEnd/>
                <a:tailEnd/>
              </a:ln>
            </p:spPr>
            <p:txBody>
              <a:bodyPr/>
              <a:lstStyle/>
              <a:p>
                <a:endParaRPr lang="en-US"/>
              </a:p>
            </p:txBody>
          </p:sp>
          <p:sp>
            <p:nvSpPr>
              <p:cNvPr id="397413" name="Rectangle 101"/>
              <p:cNvSpPr>
                <a:spLocks noChangeArrowheads="1"/>
              </p:cNvSpPr>
              <p:nvPr/>
            </p:nvSpPr>
            <p:spPr bwMode="auto">
              <a:xfrm>
                <a:off x="2372" y="4049"/>
                <a:ext cx="33" cy="8"/>
              </a:xfrm>
              <a:prstGeom prst="rect">
                <a:avLst/>
              </a:prstGeom>
              <a:solidFill>
                <a:srgbClr val="000000"/>
              </a:solidFill>
              <a:ln w="9525">
                <a:noFill/>
                <a:miter lim="800000"/>
                <a:headEnd/>
                <a:tailEnd/>
              </a:ln>
            </p:spPr>
            <p:txBody>
              <a:bodyPr/>
              <a:lstStyle/>
              <a:p>
                <a:endParaRPr lang="en-US"/>
              </a:p>
            </p:txBody>
          </p:sp>
          <p:sp>
            <p:nvSpPr>
              <p:cNvPr id="397414" name="Rectangle 102"/>
              <p:cNvSpPr>
                <a:spLocks noChangeArrowheads="1"/>
              </p:cNvSpPr>
              <p:nvPr/>
            </p:nvSpPr>
            <p:spPr bwMode="auto">
              <a:xfrm>
                <a:off x="2430" y="4049"/>
                <a:ext cx="33" cy="8"/>
              </a:xfrm>
              <a:prstGeom prst="rect">
                <a:avLst/>
              </a:prstGeom>
              <a:solidFill>
                <a:srgbClr val="000000"/>
              </a:solidFill>
              <a:ln w="9525">
                <a:noFill/>
                <a:miter lim="800000"/>
                <a:headEnd/>
                <a:tailEnd/>
              </a:ln>
            </p:spPr>
            <p:txBody>
              <a:bodyPr/>
              <a:lstStyle/>
              <a:p>
                <a:endParaRPr lang="en-US"/>
              </a:p>
            </p:txBody>
          </p:sp>
          <p:sp>
            <p:nvSpPr>
              <p:cNvPr id="397415" name="Rectangle 103"/>
              <p:cNvSpPr>
                <a:spLocks noChangeArrowheads="1"/>
              </p:cNvSpPr>
              <p:nvPr/>
            </p:nvSpPr>
            <p:spPr bwMode="auto">
              <a:xfrm>
                <a:off x="2488" y="4049"/>
                <a:ext cx="33" cy="8"/>
              </a:xfrm>
              <a:prstGeom prst="rect">
                <a:avLst/>
              </a:prstGeom>
              <a:solidFill>
                <a:srgbClr val="000000"/>
              </a:solidFill>
              <a:ln w="9525">
                <a:noFill/>
                <a:miter lim="800000"/>
                <a:headEnd/>
                <a:tailEnd/>
              </a:ln>
            </p:spPr>
            <p:txBody>
              <a:bodyPr/>
              <a:lstStyle/>
              <a:p>
                <a:endParaRPr lang="en-US"/>
              </a:p>
            </p:txBody>
          </p:sp>
          <p:sp>
            <p:nvSpPr>
              <p:cNvPr id="397416" name="Rectangle 104"/>
              <p:cNvSpPr>
                <a:spLocks noChangeArrowheads="1"/>
              </p:cNvSpPr>
              <p:nvPr/>
            </p:nvSpPr>
            <p:spPr bwMode="auto">
              <a:xfrm>
                <a:off x="2545" y="4049"/>
                <a:ext cx="34" cy="8"/>
              </a:xfrm>
              <a:prstGeom prst="rect">
                <a:avLst/>
              </a:prstGeom>
              <a:solidFill>
                <a:srgbClr val="000000"/>
              </a:solidFill>
              <a:ln w="9525">
                <a:noFill/>
                <a:miter lim="800000"/>
                <a:headEnd/>
                <a:tailEnd/>
              </a:ln>
            </p:spPr>
            <p:txBody>
              <a:bodyPr/>
              <a:lstStyle/>
              <a:p>
                <a:endParaRPr lang="en-US"/>
              </a:p>
            </p:txBody>
          </p:sp>
          <p:sp>
            <p:nvSpPr>
              <p:cNvPr id="397417" name="Rectangle 105"/>
              <p:cNvSpPr>
                <a:spLocks noChangeArrowheads="1"/>
              </p:cNvSpPr>
              <p:nvPr/>
            </p:nvSpPr>
            <p:spPr bwMode="auto">
              <a:xfrm>
                <a:off x="2603" y="4049"/>
                <a:ext cx="33" cy="8"/>
              </a:xfrm>
              <a:prstGeom prst="rect">
                <a:avLst/>
              </a:prstGeom>
              <a:solidFill>
                <a:srgbClr val="000000"/>
              </a:solidFill>
              <a:ln w="9525">
                <a:noFill/>
                <a:miter lim="800000"/>
                <a:headEnd/>
                <a:tailEnd/>
              </a:ln>
            </p:spPr>
            <p:txBody>
              <a:bodyPr/>
              <a:lstStyle/>
              <a:p>
                <a:endParaRPr lang="en-US"/>
              </a:p>
            </p:txBody>
          </p:sp>
          <p:sp>
            <p:nvSpPr>
              <p:cNvPr id="397418" name="Rectangle 106"/>
              <p:cNvSpPr>
                <a:spLocks noChangeArrowheads="1"/>
              </p:cNvSpPr>
              <p:nvPr/>
            </p:nvSpPr>
            <p:spPr bwMode="auto">
              <a:xfrm>
                <a:off x="2661" y="4049"/>
                <a:ext cx="33" cy="8"/>
              </a:xfrm>
              <a:prstGeom prst="rect">
                <a:avLst/>
              </a:prstGeom>
              <a:solidFill>
                <a:srgbClr val="000000"/>
              </a:solidFill>
              <a:ln w="9525">
                <a:noFill/>
                <a:miter lim="800000"/>
                <a:headEnd/>
                <a:tailEnd/>
              </a:ln>
            </p:spPr>
            <p:txBody>
              <a:bodyPr/>
              <a:lstStyle/>
              <a:p>
                <a:endParaRPr lang="en-US"/>
              </a:p>
            </p:txBody>
          </p:sp>
          <p:sp>
            <p:nvSpPr>
              <p:cNvPr id="397419" name="Rectangle 107"/>
              <p:cNvSpPr>
                <a:spLocks noChangeArrowheads="1"/>
              </p:cNvSpPr>
              <p:nvPr/>
            </p:nvSpPr>
            <p:spPr bwMode="auto">
              <a:xfrm>
                <a:off x="2719" y="4049"/>
                <a:ext cx="33" cy="8"/>
              </a:xfrm>
              <a:prstGeom prst="rect">
                <a:avLst/>
              </a:prstGeom>
              <a:solidFill>
                <a:srgbClr val="000000"/>
              </a:solidFill>
              <a:ln w="9525">
                <a:noFill/>
                <a:miter lim="800000"/>
                <a:headEnd/>
                <a:tailEnd/>
              </a:ln>
            </p:spPr>
            <p:txBody>
              <a:bodyPr/>
              <a:lstStyle/>
              <a:p>
                <a:endParaRPr lang="en-US"/>
              </a:p>
            </p:txBody>
          </p:sp>
          <p:sp>
            <p:nvSpPr>
              <p:cNvPr id="397420" name="Rectangle 108"/>
              <p:cNvSpPr>
                <a:spLocks noChangeArrowheads="1"/>
              </p:cNvSpPr>
              <p:nvPr/>
            </p:nvSpPr>
            <p:spPr bwMode="auto">
              <a:xfrm>
                <a:off x="2777" y="4049"/>
                <a:ext cx="33" cy="8"/>
              </a:xfrm>
              <a:prstGeom prst="rect">
                <a:avLst/>
              </a:prstGeom>
              <a:solidFill>
                <a:srgbClr val="000000"/>
              </a:solidFill>
              <a:ln w="9525">
                <a:noFill/>
                <a:miter lim="800000"/>
                <a:headEnd/>
                <a:tailEnd/>
              </a:ln>
            </p:spPr>
            <p:txBody>
              <a:bodyPr/>
              <a:lstStyle/>
              <a:p>
                <a:endParaRPr lang="en-US"/>
              </a:p>
            </p:txBody>
          </p:sp>
          <p:sp>
            <p:nvSpPr>
              <p:cNvPr id="397421" name="Rectangle 109"/>
              <p:cNvSpPr>
                <a:spLocks noChangeArrowheads="1"/>
              </p:cNvSpPr>
              <p:nvPr/>
            </p:nvSpPr>
            <p:spPr bwMode="auto">
              <a:xfrm>
                <a:off x="2835" y="4049"/>
                <a:ext cx="33" cy="8"/>
              </a:xfrm>
              <a:prstGeom prst="rect">
                <a:avLst/>
              </a:prstGeom>
              <a:solidFill>
                <a:srgbClr val="000000"/>
              </a:solidFill>
              <a:ln w="9525">
                <a:noFill/>
                <a:miter lim="800000"/>
                <a:headEnd/>
                <a:tailEnd/>
              </a:ln>
            </p:spPr>
            <p:txBody>
              <a:bodyPr/>
              <a:lstStyle/>
              <a:p>
                <a:endParaRPr lang="en-US"/>
              </a:p>
            </p:txBody>
          </p:sp>
          <p:sp>
            <p:nvSpPr>
              <p:cNvPr id="397422" name="Rectangle 110"/>
              <p:cNvSpPr>
                <a:spLocks noChangeArrowheads="1"/>
              </p:cNvSpPr>
              <p:nvPr/>
            </p:nvSpPr>
            <p:spPr bwMode="auto">
              <a:xfrm>
                <a:off x="2893" y="4049"/>
                <a:ext cx="33" cy="8"/>
              </a:xfrm>
              <a:prstGeom prst="rect">
                <a:avLst/>
              </a:prstGeom>
              <a:solidFill>
                <a:srgbClr val="000000"/>
              </a:solidFill>
              <a:ln w="9525">
                <a:noFill/>
                <a:miter lim="800000"/>
                <a:headEnd/>
                <a:tailEnd/>
              </a:ln>
            </p:spPr>
            <p:txBody>
              <a:bodyPr/>
              <a:lstStyle/>
              <a:p>
                <a:endParaRPr lang="en-US"/>
              </a:p>
            </p:txBody>
          </p:sp>
          <p:sp>
            <p:nvSpPr>
              <p:cNvPr id="397423" name="Rectangle 111"/>
              <p:cNvSpPr>
                <a:spLocks noChangeArrowheads="1"/>
              </p:cNvSpPr>
              <p:nvPr/>
            </p:nvSpPr>
            <p:spPr bwMode="auto">
              <a:xfrm>
                <a:off x="2951" y="4049"/>
                <a:ext cx="33" cy="8"/>
              </a:xfrm>
              <a:prstGeom prst="rect">
                <a:avLst/>
              </a:prstGeom>
              <a:solidFill>
                <a:srgbClr val="000000"/>
              </a:solidFill>
              <a:ln w="9525">
                <a:noFill/>
                <a:miter lim="800000"/>
                <a:headEnd/>
                <a:tailEnd/>
              </a:ln>
            </p:spPr>
            <p:txBody>
              <a:bodyPr/>
              <a:lstStyle/>
              <a:p>
                <a:endParaRPr lang="en-US"/>
              </a:p>
            </p:txBody>
          </p:sp>
          <p:sp>
            <p:nvSpPr>
              <p:cNvPr id="397424" name="Rectangle 112"/>
              <p:cNvSpPr>
                <a:spLocks noChangeArrowheads="1"/>
              </p:cNvSpPr>
              <p:nvPr/>
            </p:nvSpPr>
            <p:spPr bwMode="auto">
              <a:xfrm>
                <a:off x="3009" y="4049"/>
                <a:ext cx="33" cy="8"/>
              </a:xfrm>
              <a:prstGeom prst="rect">
                <a:avLst/>
              </a:prstGeom>
              <a:solidFill>
                <a:srgbClr val="000000"/>
              </a:solidFill>
              <a:ln w="9525">
                <a:noFill/>
                <a:miter lim="800000"/>
                <a:headEnd/>
                <a:tailEnd/>
              </a:ln>
            </p:spPr>
            <p:txBody>
              <a:bodyPr/>
              <a:lstStyle/>
              <a:p>
                <a:endParaRPr lang="en-US"/>
              </a:p>
            </p:txBody>
          </p:sp>
          <p:sp>
            <p:nvSpPr>
              <p:cNvPr id="397425" name="Rectangle 113"/>
              <p:cNvSpPr>
                <a:spLocks noChangeArrowheads="1"/>
              </p:cNvSpPr>
              <p:nvPr/>
            </p:nvSpPr>
            <p:spPr bwMode="auto">
              <a:xfrm>
                <a:off x="3067" y="4049"/>
                <a:ext cx="33" cy="8"/>
              </a:xfrm>
              <a:prstGeom prst="rect">
                <a:avLst/>
              </a:prstGeom>
              <a:solidFill>
                <a:srgbClr val="000000"/>
              </a:solidFill>
              <a:ln w="9525">
                <a:noFill/>
                <a:miter lim="800000"/>
                <a:headEnd/>
                <a:tailEnd/>
              </a:ln>
            </p:spPr>
            <p:txBody>
              <a:bodyPr/>
              <a:lstStyle/>
              <a:p>
                <a:endParaRPr lang="en-US"/>
              </a:p>
            </p:txBody>
          </p:sp>
          <p:sp>
            <p:nvSpPr>
              <p:cNvPr id="397426" name="Rectangle 114"/>
              <p:cNvSpPr>
                <a:spLocks noChangeArrowheads="1"/>
              </p:cNvSpPr>
              <p:nvPr/>
            </p:nvSpPr>
            <p:spPr bwMode="auto">
              <a:xfrm>
                <a:off x="3125" y="4049"/>
                <a:ext cx="33" cy="8"/>
              </a:xfrm>
              <a:prstGeom prst="rect">
                <a:avLst/>
              </a:prstGeom>
              <a:solidFill>
                <a:srgbClr val="000000"/>
              </a:solidFill>
              <a:ln w="9525">
                <a:noFill/>
                <a:miter lim="800000"/>
                <a:headEnd/>
                <a:tailEnd/>
              </a:ln>
            </p:spPr>
            <p:txBody>
              <a:bodyPr/>
              <a:lstStyle/>
              <a:p>
                <a:endParaRPr lang="en-US"/>
              </a:p>
            </p:txBody>
          </p:sp>
          <p:sp>
            <p:nvSpPr>
              <p:cNvPr id="397427" name="Rectangle 115"/>
              <p:cNvSpPr>
                <a:spLocks noChangeArrowheads="1"/>
              </p:cNvSpPr>
              <p:nvPr/>
            </p:nvSpPr>
            <p:spPr bwMode="auto">
              <a:xfrm>
                <a:off x="3183" y="4049"/>
                <a:ext cx="33" cy="8"/>
              </a:xfrm>
              <a:prstGeom prst="rect">
                <a:avLst/>
              </a:prstGeom>
              <a:solidFill>
                <a:srgbClr val="000000"/>
              </a:solidFill>
              <a:ln w="9525">
                <a:noFill/>
                <a:miter lim="800000"/>
                <a:headEnd/>
                <a:tailEnd/>
              </a:ln>
            </p:spPr>
            <p:txBody>
              <a:bodyPr/>
              <a:lstStyle/>
              <a:p>
                <a:endParaRPr lang="en-US"/>
              </a:p>
            </p:txBody>
          </p:sp>
          <p:sp>
            <p:nvSpPr>
              <p:cNvPr id="397428" name="Rectangle 116"/>
              <p:cNvSpPr>
                <a:spLocks noChangeArrowheads="1"/>
              </p:cNvSpPr>
              <p:nvPr/>
            </p:nvSpPr>
            <p:spPr bwMode="auto">
              <a:xfrm>
                <a:off x="3240" y="4049"/>
                <a:ext cx="34" cy="8"/>
              </a:xfrm>
              <a:prstGeom prst="rect">
                <a:avLst/>
              </a:prstGeom>
              <a:solidFill>
                <a:srgbClr val="000000"/>
              </a:solidFill>
              <a:ln w="9525">
                <a:noFill/>
                <a:miter lim="800000"/>
                <a:headEnd/>
                <a:tailEnd/>
              </a:ln>
            </p:spPr>
            <p:txBody>
              <a:bodyPr/>
              <a:lstStyle/>
              <a:p>
                <a:endParaRPr lang="en-US"/>
              </a:p>
            </p:txBody>
          </p:sp>
          <p:sp>
            <p:nvSpPr>
              <p:cNvPr id="397429" name="Rectangle 117"/>
              <p:cNvSpPr>
                <a:spLocks noChangeArrowheads="1"/>
              </p:cNvSpPr>
              <p:nvPr/>
            </p:nvSpPr>
            <p:spPr bwMode="auto">
              <a:xfrm>
                <a:off x="3298" y="4049"/>
                <a:ext cx="33" cy="8"/>
              </a:xfrm>
              <a:prstGeom prst="rect">
                <a:avLst/>
              </a:prstGeom>
              <a:solidFill>
                <a:srgbClr val="000000"/>
              </a:solidFill>
              <a:ln w="9525">
                <a:noFill/>
                <a:miter lim="800000"/>
                <a:headEnd/>
                <a:tailEnd/>
              </a:ln>
            </p:spPr>
            <p:txBody>
              <a:bodyPr/>
              <a:lstStyle/>
              <a:p>
                <a:endParaRPr lang="en-US"/>
              </a:p>
            </p:txBody>
          </p:sp>
          <p:sp>
            <p:nvSpPr>
              <p:cNvPr id="397430" name="Rectangle 118"/>
              <p:cNvSpPr>
                <a:spLocks noChangeArrowheads="1"/>
              </p:cNvSpPr>
              <p:nvPr/>
            </p:nvSpPr>
            <p:spPr bwMode="auto">
              <a:xfrm>
                <a:off x="3356" y="4049"/>
                <a:ext cx="33" cy="8"/>
              </a:xfrm>
              <a:prstGeom prst="rect">
                <a:avLst/>
              </a:prstGeom>
              <a:solidFill>
                <a:srgbClr val="000000"/>
              </a:solidFill>
              <a:ln w="9525">
                <a:noFill/>
                <a:miter lim="800000"/>
                <a:headEnd/>
                <a:tailEnd/>
              </a:ln>
            </p:spPr>
            <p:txBody>
              <a:bodyPr/>
              <a:lstStyle/>
              <a:p>
                <a:endParaRPr lang="en-US"/>
              </a:p>
            </p:txBody>
          </p:sp>
          <p:sp>
            <p:nvSpPr>
              <p:cNvPr id="397431" name="Rectangle 119"/>
              <p:cNvSpPr>
                <a:spLocks noChangeArrowheads="1"/>
              </p:cNvSpPr>
              <p:nvPr/>
            </p:nvSpPr>
            <p:spPr bwMode="auto">
              <a:xfrm>
                <a:off x="3414" y="4049"/>
                <a:ext cx="33" cy="8"/>
              </a:xfrm>
              <a:prstGeom prst="rect">
                <a:avLst/>
              </a:prstGeom>
              <a:solidFill>
                <a:srgbClr val="000000"/>
              </a:solidFill>
              <a:ln w="9525">
                <a:noFill/>
                <a:miter lim="800000"/>
                <a:headEnd/>
                <a:tailEnd/>
              </a:ln>
            </p:spPr>
            <p:txBody>
              <a:bodyPr/>
              <a:lstStyle/>
              <a:p>
                <a:endParaRPr lang="en-US"/>
              </a:p>
            </p:txBody>
          </p:sp>
          <p:sp>
            <p:nvSpPr>
              <p:cNvPr id="397432" name="Rectangle 120"/>
              <p:cNvSpPr>
                <a:spLocks noChangeArrowheads="1"/>
              </p:cNvSpPr>
              <p:nvPr/>
            </p:nvSpPr>
            <p:spPr bwMode="auto">
              <a:xfrm>
                <a:off x="3472" y="4049"/>
                <a:ext cx="33" cy="8"/>
              </a:xfrm>
              <a:prstGeom prst="rect">
                <a:avLst/>
              </a:prstGeom>
              <a:solidFill>
                <a:srgbClr val="000000"/>
              </a:solidFill>
              <a:ln w="9525">
                <a:noFill/>
                <a:miter lim="800000"/>
                <a:headEnd/>
                <a:tailEnd/>
              </a:ln>
            </p:spPr>
            <p:txBody>
              <a:bodyPr/>
              <a:lstStyle/>
              <a:p>
                <a:endParaRPr lang="en-US"/>
              </a:p>
            </p:txBody>
          </p:sp>
          <p:sp>
            <p:nvSpPr>
              <p:cNvPr id="397433" name="Rectangle 121"/>
              <p:cNvSpPr>
                <a:spLocks noChangeArrowheads="1"/>
              </p:cNvSpPr>
              <p:nvPr/>
            </p:nvSpPr>
            <p:spPr bwMode="auto">
              <a:xfrm>
                <a:off x="3530" y="4049"/>
                <a:ext cx="33" cy="8"/>
              </a:xfrm>
              <a:prstGeom prst="rect">
                <a:avLst/>
              </a:prstGeom>
              <a:solidFill>
                <a:srgbClr val="000000"/>
              </a:solidFill>
              <a:ln w="9525">
                <a:noFill/>
                <a:miter lim="800000"/>
                <a:headEnd/>
                <a:tailEnd/>
              </a:ln>
            </p:spPr>
            <p:txBody>
              <a:bodyPr/>
              <a:lstStyle/>
              <a:p>
                <a:endParaRPr lang="en-US"/>
              </a:p>
            </p:txBody>
          </p:sp>
          <p:sp>
            <p:nvSpPr>
              <p:cNvPr id="397434" name="Rectangle 122"/>
              <p:cNvSpPr>
                <a:spLocks noChangeArrowheads="1"/>
              </p:cNvSpPr>
              <p:nvPr/>
            </p:nvSpPr>
            <p:spPr bwMode="auto">
              <a:xfrm>
                <a:off x="3588" y="4049"/>
                <a:ext cx="33" cy="8"/>
              </a:xfrm>
              <a:prstGeom prst="rect">
                <a:avLst/>
              </a:prstGeom>
              <a:solidFill>
                <a:srgbClr val="000000"/>
              </a:solidFill>
              <a:ln w="9525">
                <a:noFill/>
                <a:miter lim="800000"/>
                <a:headEnd/>
                <a:tailEnd/>
              </a:ln>
            </p:spPr>
            <p:txBody>
              <a:bodyPr/>
              <a:lstStyle/>
              <a:p>
                <a:endParaRPr lang="en-US"/>
              </a:p>
            </p:txBody>
          </p:sp>
          <p:sp>
            <p:nvSpPr>
              <p:cNvPr id="397435" name="Rectangle 123"/>
              <p:cNvSpPr>
                <a:spLocks noChangeArrowheads="1"/>
              </p:cNvSpPr>
              <p:nvPr/>
            </p:nvSpPr>
            <p:spPr bwMode="auto">
              <a:xfrm>
                <a:off x="3646" y="4049"/>
                <a:ext cx="33" cy="8"/>
              </a:xfrm>
              <a:prstGeom prst="rect">
                <a:avLst/>
              </a:prstGeom>
              <a:solidFill>
                <a:srgbClr val="000000"/>
              </a:solidFill>
              <a:ln w="9525">
                <a:noFill/>
                <a:miter lim="800000"/>
                <a:headEnd/>
                <a:tailEnd/>
              </a:ln>
            </p:spPr>
            <p:txBody>
              <a:bodyPr/>
              <a:lstStyle/>
              <a:p>
                <a:endParaRPr lang="en-US"/>
              </a:p>
            </p:txBody>
          </p:sp>
          <p:sp>
            <p:nvSpPr>
              <p:cNvPr id="397436" name="Rectangle 124"/>
              <p:cNvSpPr>
                <a:spLocks noChangeArrowheads="1"/>
              </p:cNvSpPr>
              <p:nvPr/>
            </p:nvSpPr>
            <p:spPr bwMode="auto">
              <a:xfrm>
                <a:off x="3704" y="4049"/>
                <a:ext cx="33" cy="8"/>
              </a:xfrm>
              <a:prstGeom prst="rect">
                <a:avLst/>
              </a:prstGeom>
              <a:solidFill>
                <a:srgbClr val="000000"/>
              </a:solidFill>
              <a:ln w="9525">
                <a:noFill/>
                <a:miter lim="800000"/>
                <a:headEnd/>
                <a:tailEnd/>
              </a:ln>
            </p:spPr>
            <p:txBody>
              <a:bodyPr/>
              <a:lstStyle/>
              <a:p>
                <a:endParaRPr lang="en-US"/>
              </a:p>
            </p:txBody>
          </p:sp>
          <p:sp>
            <p:nvSpPr>
              <p:cNvPr id="397437" name="Rectangle 125"/>
              <p:cNvSpPr>
                <a:spLocks noChangeArrowheads="1"/>
              </p:cNvSpPr>
              <p:nvPr/>
            </p:nvSpPr>
            <p:spPr bwMode="auto">
              <a:xfrm>
                <a:off x="3762" y="4049"/>
                <a:ext cx="33" cy="8"/>
              </a:xfrm>
              <a:prstGeom prst="rect">
                <a:avLst/>
              </a:prstGeom>
              <a:solidFill>
                <a:srgbClr val="000000"/>
              </a:solidFill>
              <a:ln w="9525">
                <a:noFill/>
                <a:miter lim="800000"/>
                <a:headEnd/>
                <a:tailEnd/>
              </a:ln>
            </p:spPr>
            <p:txBody>
              <a:bodyPr/>
              <a:lstStyle/>
              <a:p>
                <a:endParaRPr lang="en-US"/>
              </a:p>
            </p:txBody>
          </p:sp>
          <p:sp>
            <p:nvSpPr>
              <p:cNvPr id="397438" name="Rectangle 126"/>
              <p:cNvSpPr>
                <a:spLocks noChangeArrowheads="1"/>
              </p:cNvSpPr>
              <p:nvPr/>
            </p:nvSpPr>
            <p:spPr bwMode="auto">
              <a:xfrm>
                <a:off x="3820" y="4049"/>
                <a:ext cx="33" cy="8"/>
              </a:xfrm>
              <a:prstGeom prst="rect">
                <a:avLst/>
              </a:prstGeom>
              <a:solidFill>
                <a:srgbClr val="000000"/>
              </a:solidFill>
              <a:ln w="9525">
                <a:noFill/>
                <a:miter lim="800000"/>
                <a:headEnd/>
                <a:tailEnd/>
              </a:ln>
            </p:spPr>
            <p:txBody>
              <a:bodyPr/>
              <a:lstStyle/>
              <a:p>
                <a:endParaRPr lang="en-US"/>
              </a:p>
            </p:txBody>
          </p:sp>
          <p:sp>
            <p:nvSpPr>
              <p:cNvPr id="397439" name="Rectangle 127"/>
              <p:cNvSpPr>
                <a:spLocks noChangeArrowheads="1"/>
              </p:cNvSpPr>
              <p:nvPr/>
            </p:nvSpPr>
            <p:spPr bwMode="auto">
              <a:xfrm>
                <a:off x="3878" y="4049"/>
                <a:ext cx="33" cy="8"/>
              </a:xfrm>
              <a:prstGeom prst="rect">
                <a:avLst/>
              </a:prstGeom>
              <a:solidFill>
                <a:srgbClr val="000000"/>
              </a:solidFill>
              <a:ln w="9525">
                <a:noFill/>
                <a:miter lim="800000"/>
                <a:headEnd/>
                <a:tailEnd/>
              </a:ln>
            </p:spPr>
            <p:txBody>
              <a:bodyPr/>
              <a:lstStyle/>
              <a:p>
                <a:endParaRPr lang="en-US"/>
              </a:p>
            </p:txBody>
          </p:sp>
          <p:sp>
            <p:nvSpPr>
              <p:cNvPr id="397440" name="Rectangle 128"/>
              <p:cNvSpPr>
                <a:spLocks noChangeArrowheads="1"/>
              </p:cNvSpPr>
              <p:nvPr/>
            </p:nvSpPr>
            <p:spPr bwMode="auto">
              <a:xfrm>
                <a:off x="3936" y="4049"/>
                <a:ext cx="33" cy="8"/>
              </a:xfrm>
              <a:prstGeom prst="rect">
                <a:avLst/>
              </a:prstGeom>
              <a:solidFill>
                <a:srgbClr val="000000"/>
              </a:solidFill>
              <a:ln w="9525">
                <a:noFill/>
                <a:miter lim="800000"/>
                <a:headEnd/>
                <a:tailEnd/>
              </a:ln>
            </p:spPr>
            <p:txBody>
              <a:bodyPr/>
              <a:lstStyle/>
              <a:p>
                <a:endParaRPr lang="en-US"/>
              </a:p>
            </p:txBody>
          </p:sp>
          <p:sp>
            <p:nvSpPr>
              <p:cNvPr id="397441" name="Rectangle 129"/>
              <p:cNvSpPr>
                <a:spLocks noChangeArrowheads="1"/>
              </p:cNvSpPr>
              <p:nvPr/>
            </p:nvSpPr>
            <p:spPr bwMode="auto">
              <a:xfrm>
                <a:off x="3993" y="4049"/>
                <a:ext cx="34" cy="8"/>
              </a:xfrm>
              <a:prstGeom prst="rect">
                <a:avLst/>
              </a:prstGeom>
              <a:solidFill>
                <a:srgbClr val="000000"/>
              </a:solidFill>
              <a:ln w="9525">
                <a:noFill/>
                <a:miter lim="800000"/>
                <a:headEnd/>
                <a:tailEnd/>
              </a:ln>
            </p:spPr>
            <p:txBody>
              <a:bodyPr/>
              <a:lstStyle/>
              <a:p>
                <a:endParaRPr lang="en-US"/>
              </a:p>
            </p:txBody>
          </p:sp>
          <p:sp>
            <p:nvSpPr>
              <p:cNvPr id="397442" name="Rectangle 130"/>
              <p:cNvSpPr>
                <a:spLocks noChangeArrowheads="1"/>
              </p:cNvSpPr>
              <p:nvPr/>
            </p:nvSpPr>
            <p:spPr bwMode="auto">
              <a:xfrm>
                <a:off x="4051" y="4049"/>
                <a:ext cx="33" cy="8"/>
              </a:xfrm>
              <a:prstGeom prst="rect">
                <a:avLst/>
              </a:prstGeom>
              <a:solidFill>
                <a:srgbClr val="000000"/>
              </a:solidFill>
              <a:ln w="9525">
                <a:noFill/>
                <a:miter lim="800000"/>
                <a:headEnd/>
                <a:tailEnd/>
              </a:ln>
            </p:spPr>
            <p:txBody>
              <a:bodyPr/>
              <a:lstStyle/>
              <a:p>
                <a:endParaRPr lang="en-US"/>
              </a:p>
            </p:txBody>
          </p:sp>
          <p:sp>
            <p:nvSpPr>
              <p:cNvPr id="397443" name="Rectangle 131"/>
              <p:cNvSpPr>
                <a:spLocks noChangeArrowheads="1"/>
              </p:cNvSpPr>
              <p:nvPr/>
            </p:nvSpPr>
            <p:spPr bwMode="auto">
              <a:xfrm>
                <a:off x="4109" y="4049"/>
                <a:ext cx="33" cy="8"/>
              </a:xfrm>
              <a:prstGeom prst="rect">
                <a:avLst/>
              </a:prstGeom>
              <a:solidFill>
                <a:srgbClr val="000000"/>
              </a:solidFill>
              <a:ln w="9525">
                <a:noFill/>
                <a:miter lim="800000"/>
                <a:headEnd/>
                <a:tailEnd/>
              </a:ln>
            </p:spPr>
            <p:txBody>
              <a:bodyPr/>
              <a:lstStyle/>
              <a:p>
                <a:endParaRPr lang="en-US"/>
              </a:p>
            </p:txBody>
          </p:sp>
          <p:sp>
            <p:nvSpPr>
              <p:cNvPr id="397444" name="Rectangle 132"/>
              <p:cNvSpPr>
                <a:spLocks noChangeArrowheads="1"/>
              </p:cNvSpPr>
              <p:nvPr/>
            </p:nvSpPr>
            <p:spPr bwMode="auto">
              <a:xfrm>
                <a:off x="4167" y="4049"/>
                <a:ext cx="33" cy="8"/>
              </a:xfrm>
              <a:prstGeom prst="rect">
                <a:avLst/>
              </a:prstGeom>
              <a:solidFill>
                <a:srgbClr val="000000"/>
              </a:solidFill>
              <a:ln w="9525">
                <a:noFill/>
                <a:miter lim="800000"/>
                <a:headEnd/>
                <a:tailEnd/>
              </a:ln>
            </p:spPr>
            <p:txBody>
              <a:bodyPr/>
              <a:lstStyle/>
              <a:p>
                <a:endParaRPr lang="en-US"/>
              </a:p>
            </p:txBody>
          </p:sp>
          <p:sp>
            <p:nvSpPr>
              <p:cNvPr id="397445" name="Rectangle 133"/>
              <p:cNvSpPr>
                <a:spLocks noChangeArrowheads="1"/>
              </p:cNvSpPr>
              <p:nvPr/>
            </p:nvSpPr>
            <p:spPr bwMode="auto">
              <a:xfrm>
                <a:off x="4225" y="4049"/>
                <a:ext cx="33" cy="8"/>
              </a:xfrm>
              <a:prstGeom prst="rect">
                <a:avLst/>
              </a:prstGeom>
              <a:solidFill>
                <a:srgbClr val="000000"/>
              </a:solidFill>
              <a:ln w="9525">
                <a:noFill/>
                <a:miter lim="800000"/>
                <a:headEnd/>
                <a:tailEnd/>
              </a:ln>
            </p:spPr>
            <p:txBody>
              <a:bodyPr/>
              <a:lstStyle/>
              <a:p>
                <a:endParaRPr lang="en-US"/>
              </a:p>
            </p:txBody>
          </p:sp>
          <p:sp>
            <p:nvSpPr>
              <p:cNvPr id="397446" name="Rectangle 134"/>
              <p:cNvSpPr>
                <a:spLocks noChangeArrowheads="1"/>
              </p:cNvSpPr>
              <p:nvPr/>
            </p:nvSpPr>
            <p:spPr bwMode="auto">
              <a:xfrm>
                <a:off x="4283" y="4049"/>
                <a:ext cx="33" cy="8"/>
              </a:xfrm>
              <a:prstGeom prst="rect">
                <a:avLst/>
              </a:prstGeom>
              <a:solidFill>
                <a:srgbClr val="000000"/>
              </a:solidFill>
              <a:ln w="9525">
                <a:noFill/>
                <a:miter lim="800000"/>
                <a:headEnd/>
                <a:tailEnd/>
              </a:ln>
            </p:spPr>
            <p:txBody>
              <a:bodyPr/>
              <a:lstStyle/>
              <a:p>
                <a:endParaRPr lang="en-US"/>
              </a:p>
            </p:txBody>
          </p:sp>
          <p:sp>
            <p:nvSpPr>
              <p:cNvPr id="397447" name="Rectangle 135"/>
              <p:cNvSpPr>
                <a:spLocks noChangeArrowheads="1"/>
              </p:cNvSpPr>
              <p:nvPr/>
            </p:nvSpPr>
            <p:spPr bwMode="auto">
              <a:xfrm>
                <a:off x="4341" y="4049"/>
                <a:ext cx="33" cy="8"/>
              </a:xfrm>
              <a:prstGeom prst="rect">
                <a:avLst/>
              </a:prstGeom>
              <a:solidFill>
                <a:srgbClr val="000000"/>
              </a:solidFill>
              <a:ln w="9525">
                <a:noFill/>
                <a:miter lim="800000"/>
                <a:headEnd/>
                <a:tailEnd/>
              </a:ln>
            </p:spPr>
            <p:txBody>
              <a:bodyPr/>
              <a:lstStyle/>
              <a:p>
                <a:endParaRPr lang="en-US"/>
              </a:p>
            </p:txBody>
          </p:sp>
          <p:sp>
            <p:nvSpPr>
              <p:cNvPr id="397448" name="Rectangle 136"/>
              <p:cNvSpPr>
                <a:spLocks noChangeArrowheads="1"/>
              </p:cNvSpPr>
              <p:nvPr/>
            </p:nvSpPr>
            <p:spPr bwMode="auto">
              <a:xfrm>
                <a:off x="4399" y="4049"/>
                <a:ext cx="33" cy="8"/>
              </a:xfrm>
              <a:prstGeom prst="rect">
                <a:avLst/>
              </a:prstGeom>
              <a:solidFill>
                <a:srgbClr val="000000"/>
              </a:solidFill>
              <a:ln w="9525">
                <a:noFill/>
                <a:miter lim="800000"/>
                <a:headEnd/>
                <a:tailEnd/>
              </a:ln>
            </p:spPr>
            <p:txBody>
              <a:bodyPr/>
              <a:lstStyle/>
              <a:p>
                <a:endParaRPr lang="en-US"/>
              </a:p>
            </p:txBody>
          </p:sp>
          <p:sp>
            <p:nvSpPr>
              <p:cNvPr id="397449" name="Rectangle 137"/>
              <p:cNvSpPr>
                <a:spLocks noChangeArrowheads="1"/>
              </p:cNvSpPr>
              <p:nvPr/>
            </p:nvSpPr>
            <p:spPr bwMode="auto">
              <a:xfrm>
                <a:off x="4457" y="4049"/>
                <a:ext cx="33" cy="8"/>
              </a:xfrm>
              <a:prstGeom prst="rect">
                <a:avLst/>
              </a:prstGeom>
              <a:solidFill>
                <a:srgbClr val="000000"/>
              </a:solidFill>
              <a:ln w="9525">
                <a:noFill/>
                <a:miter lim="800000"/>
                <a:headEnd/>
                <a:tailEnd/>
              </a:ln>
            </p:spPr>
            <p:txBody>
              <a:bodyPr/>
              <a:lstStyle/>
              <a:p>
                <a:endParaRPr lang="en-US"/>
              </a:p>
            </p:txBody>
          </p:sp>
          <p:sp>
            <p:nvSpPr>
              <p:cNvPr id="397450" name="Rectangle 138"/>
              <p:cNvSpPr>
                <a:spLocks noChangeArrowheads="1"/>
              </p:cNvSpPr>
              <p:nvPr/>
            </p:nvSpPr>
            <p:spPr bwMode="auto">
              <a:xfrm>
                <a:off x="4515" y="4049"/>
                <a:ext cx="33" cy="8"/>
              </a:xfrm>
              <a:prstGeom prst="rect">
                <a:avLst/>
              </a:prstGeom>
              <a:solidFill>
                <a:srgbClr val="000000"/>
              </a:solidFill>
              <a:ln w="9525">
                <a:noFill/>
                <a:miter lim="800000"/>
                <a:headEnd/>
                <a:tailEnd/>
              </a:ln>
            </p:spPr>
            <p:txBody>
              <a:bodyPr/>
              <a:lstStyle/>
              <a:p>
                <a:endParaRPr lang="en-US"/>
              </a:p>
            </p:txBody>
          </p:sp>
          <p:sp>
            <p:nvSpPr>
              <p:cNvPr id="397451" name="Rectangle 139"/>
              <p:cNvSpPr>
                <a:spLocks noChangeArrowheads="1"/>
              </p:cNvSpPr>
              <p:nvPr/>
            </p:nvSpPr>
            <p:spPr bwMode="auto">
              <a:xfrm>
                <a:off x="4573" y="4049"/>
                <a:ext cx="33" cy="8"/>
              </a:xfrm>
              <a:prstGeom prst="rect">
                <a:avLst/>
              </a:prstGeom>
              <a:solidFill>
                <a:srgbClr val="000000"/>
              </a:solidFill>
              <a:ln w="9525">
                <a:noFill/>
                <a:miter lim="800000"/>
                <a:headEnd/>
                <a:tailEnd/>
              </a:ln>
            </p:spPr>
            <p:txBody>
              <a:bodyPr/>
              <a:lstStyle/>
              <a:p>
                <a:endParaRPr lang="en-US"/>
              </a:p>
            </p:txBody>
          </p:sp>
          <p:sp>
            <p:nvSpPr>
              <p:cNvPr id="397452" name="Rectangle 140"/>
              <p:cNvSpPr>
                <a:spLocks noChangeArrowheads="1"/>
              </p:cNvSpPr>
              <p:nvPr/>
            </p:nvSpPr>
            <p:spPr bwMode="auto">
              <a:xfrm>
                <a:off x="4631" y="4049"/>
                <a:ext cx="33" cy="8"/>
              </a:xfrm>
              <a:prstGeom prst="rect">
                <a:avLst/>
              </a:prstGeom>
              <a:solidFill>
                <a:srgbClr val="000000"/>
              </a:solidFill>
              <a:ln w="9525">
                <a:noFill/>
                <a:miter lim="800000"/>
                <a:headEnd/>
                <a:tailEnd/>
              </a:ln>
            </p:spPr>
            <p:txBody>
              <a:bodyPr/>
              <a:lstStyle/>
              <a:p>
                <a:endParaRPr lang="en-US"/>
              </a:p>
            </p:txBody>
          </p:sp>
          <p:sp>
            <p:nvSpPr>
              <p:cNvPr id="397453" name="Rectangle 141"/>
              <p:cNvSpPr>
                <a:spLocks noChangeArrowheads="1"/>
              </p:cNvSpPr>
              <p:nvPr/>
            </p:nvSpPr>
            <p:spPr bwMode="auto">
              <a:xfrm>
                <a:off x="4688" y="4049"/>
                <a:ext cx="34" cy="8"/>
              </a:xfrm>
              <a:prstGeom prst="rect">
                <a:avLst/>
              </a:prstGeom>
              <a:solidFill>
                <a:srgbClr val="000000"/>
              </a:solidFill>
              <a:ln w="9525">
                <a:noFill/>
                <a:miter lim="800000"/>
                <a:headEnd/>
                <a:tailEnd/>
              </a:ln>
            </p:spPr>
            <p:txBody>
              <a:bodyPr/>
              <a:lstStyle/>
              <a:p>
                <a:endParaRPr lang="en-US"/>
              </a:p>
            </p:txBody>
          </p:sp>
          <p:sp>
            <p:nvSpPr>
              <p:cNvPr id="397454" name="Rectangle 142"/>
              <p:cNvSpPr>
                <a:spLocks noChangeArrowheads="1"/>
              </p:cNvSpPr>
              <p:nvPr/>
            </p:nvSpPr>
            <p:spPr bwMode="auto">
              <a:xfrm>
                <a:off x="4746" y="4049"/>
                <a:ext cx="33" cy="8"/>
              </a:xfrm>
              <a:prstGeom prst="rect">
                <a:avLst/>
              </a:prstGeom>
              <a:solidFill>
                <a:srgbClr val="000000"/>
              </a:solidFill>
              <a:ln w="9525">
                <a:noFill/>
                <a:miter lim="800000"/>
                <a:headEnd/>
                <a:tailEnd/>
              </a:ln>
            </p:spPr>
            <p:txBody>
              <a:bodyPr/>
              <a:lstStyle/>
              <a:p>
                <a:endParaRPr lang="en-US"/>
              </a:p>
            </p:txBody>
          </p:sp>
          <p:sp>
            <p:nvSpPr>
              <p:cNvPr id="397455" name="Rectangle 143"/>
              <p:cNvSpPr>
                <a:spLocks noChangeArrowheads="1"/>
              </p:cNvSpPr>
              <p:nvPr/>
            </p:nvSpPr>
            <p:spPr bwMode="auto">
              <a:xfrm>
                <a:off x="4804" y="4049"/>
                <a:ext cx="33" cy="8"/>
              </a:xfrm>
              <a:prstGeom prst="rect">
                <a:avLst/>
              </a:prstGeom>
              <a:solidFill>
                <a:srgbClr val="000000"/>
              </a:solidFill>
              <a:ln w="9525">
                <a:noFill/>
                <a:miter lim="800000"/>
                <a:headEnd/>
                <a:tailEnd/>
              </a:ln>
            </p:spPr>
            <p:txBody>
              <a:bodyPr/>
              <a:lstStyle/>
              <a:p>
                <a:endParaRPr lang="en-US"/>
              </a:p>
            </p:txBody>
          </p:sp>
          <p:sp>
            <p:nvSpPr>
              <p:cNvPr id="397456" name="Rectangle 144"/>
              <p:cNvSpPr>
                <a:spLocks noChangeArrowheads="1"/>
              </p:cNvSpPr>
              <p:nvPr/>
            </p:nvSpPr>
            <p:spPr bwMode="auto">
              <a:xfrm>
                <a:off x="4862" y="4049"/>
                <a:ext cx="33" cy="8"/>
              </a:xfrm>
              <a:prstGeom prst="rect">
                <a:avLst/>
              </a:prstGeom>
              <a:solidFill>
                <a:srgbClr val="000000"/>
              </a:solidFill>
              <a:ln w="9525">
                <a:noFill/>
                <a:miter lim="800000"/>
                <a:headEnd/>
                <a:tailEnd/>
              </a:ln>
            </p:spPr>
            <p:txBody>
              <a:bodyPr/>
              <a:lstStyle/>
              <a:p>
                <a:endParaRPr lang="en-US"/>
              </a:p>
            </p:txBody>
          </p:sp>
          <p:sp>
            <p:nvSpPr>
              <p:cNvPr id="397457" name="Rectangle 145"/>
              <p:cNvSpPr>
                <a:spLocks noChangeArrowheads="1"/>
              </p:cNvSpPr>
              <p:nvPr/>
            </p:nvSpPr>
            <p:spPr bwMode="auto">
              <a:xfrm>
                <a:off x="4920" y="4049"/>
                <a:ext cx="33" cy="8"/>
              </a:xfrm>
              <a:prstGeom prst="rect">
                <a:avLst/>
              </a:prstGeom>
              <a:solidFill>
                <a:srgbClr val="000000"/>
              </a:solidFill>
              <a:ln w="9525">
                <a:noFill/>
                <a:miter lim="800000"/>
                <a:headEnd/>
                <a:tailEnd/>
              </a:ln>
            </p:spPr>
            <p:txBody>
              <a:bodyPr/>
              <a:lstStyle/>
              <a:p>
                <a:endParaRPr lang="en-US"/>
              </a:p>
            </p:txBody>
          </p:sp>
          <p:sp>
            <p:nvSpPr>
              <p:cNvPr id="397458" name="Rectangle 146"/>
              <p:cNvSpPr>
                <a:spLocks noChangeArrowheads="1"/>
              </p:cNvSpPr>
              <p:nvPr/>
            </p:nvSpPr>
            <p:spPr bwMode="auto">
              <a:xfrm>
                <a:off x="4978" y="4049"/>
                <a:ext cx="33" cy="8"/>
              </a:xfrm>
              <a:prstGeom prst="rect">
                <a:avLst/>
              </a:prstGeom>
              <a:solidFill>
                <a:srgbClr val="000000"/>
              </a:solidFill>
              <a:ln w="9525">
                <a:noFill/>
                <a:miter lim="800000"/>
                <a:headEnd/>
                <a:tailEnd/>
              </a:ln>
            </p:spPr>
            <p:txBody>
              <a:bodyPr/>
              <a:lstStyle/>
              <a:p>
                <a:endParaRPr lang="en-US"/>
              </a:p>
            </p:txBody>
          </p:sp>
          <p:sp>
            <p:nvSpPr>
              <p:cNvPr id="397459" name="Rectangle 147"/>
              <p:cNvSpPr>
                <a:spLocks noChangeArrowheads="1"/>
              </p:cNvSpPr>
              <p:nvPr/>
            </p:nvSpPr>
            <p:spPr bwMode="auto">
              <a:xfrm>
                <a:off x="5036" y="4049"/>
                <a:ext cx="33" cy="8"/>
              </a:xfrm>
              <a:prstGeom prst="rect">
                <a:avLst/>
              </a:prstGeom>
              <a:solidFill>
                <a:srgbClr val="000000"/>
              </a:solidFill>
              <a:ln w="9525">
                <a:noFill/>
                <a:miter lim="800000"/>
                <a:headEnd/>
                <a:tailEnd/>
              </a:ln>
            </p:spPr>
            <p:txBody>
              <a:bodyPr/>
              <a:lstStyle/>
              <a:p>
                <a:endParaRPr lang="en-US"/>
              </a:p>
            </p:txBody>
          </p:sp>
          <p:sp>
            <p:nvSpPr>
              <p:cNvPr id="397460" name="Rectangle 148"/>
              <p:cNvSpPr>
                <a:spLocks noChangeArrowheads="1"/>
              </p:cNvSpPr>
              <p:nvPr/>
            </p:nvSpPr>
            <p:spPr bwMode="auto">
              <a:xfrm>
                <a:off x="5094" y="4049"/>
                <a:ext cx="33" cy="8"/>
              </a:xfrm>
              <a:prstGeom prst="rect">
                <a:avLst/>
              </a:prstGeom>
              <a:solidFill>
                <a:srgbClr val="000000"/>
              </a:solidFill>
              <a:ln w="9525">
                <a:noFill/>
                <a:miter lim="800000"/>
                <a:headEnd/>
                <a:tailEnd/>
              </a:ln>
            </p:spPr>
            <p:txBody>
              <a:bodyPr/>
              <a:lstStyle/>
              <a:p>
                <a:endParaRPr lang="en-US"/>
              </a:p>
            </p:txBody>
          </p:sp>
          <p:sp>
            <p:nvSpPr>
              <p:cNvPr id="397461" name="Rectangle 149"/>
              <p:cNvSpPr>
                <a:spLocks noChangeArrowheads="1"/>
              </p:cNvSpPr>
              <p:nvPr/>
            </p:nvSpPr>
            <p:spPr bwMode="auto">
              <a:xfrm>
                <a:off x="5152" y="4049"/>
                <a:ext cx="33" cy="8"/>
              </a:xfrm>
              <a:prstGeom prst="rect">
                <a:avLst/>
              </a:prstGeom>
              <a:solidFill>
                <a:srgbClr val="000000"/>
              </a:solidFill>
              <a:ln w="9525">
                <a:noFill/>
                <a:miter lim="800000"/>
                <a:headEnd/>
                <a:tailEnd/>
              </a:ln>
            </p:spPr>
            <p:txBody>
              <a:bodyPr/>
              <a:lstStyle/>
              <a:p>
                <a:endParaRPr lang="en-US"/>
              </a:p>
            </p:txBody>
          </p:sp>
          <p:sp>
            <p:nvSpPr>
              <p:cNvPr id="397462" name="Rectangle 150"/>
              <p:cNvSpPr>
                <a:spLocks noChangeArrowheads="1"/>
              </p:cNvSpPr>
              <p:nvPr/>
            </p:nvSpPr>
            <p:spPr bwMode="auto">
              <a:xfrm>
                <a:off x="5210" y="4049"/>
                <a:ext cx="33" cy="8"/>
              </a:xfrm>
              <a:prstGeom prst="rect">
                <a:avLst/>
              </a:prstGeom>
              <a:solidFill>
                <a:srgbClr val="000000"/>
              </a:solidFill>
              <a:ln w="9525">
                <a:noFill/>
                <a:miter lim="800000"/>
                <a:headEnd/>
                <a:tailEnd/>
              </a:ln>
            </p:spPr>
            <p:txBody>
              <a:bodyPr/>
              <a:lstStyle/>
              <a:p>
                <a:endParaRPr lang="en-US"/>
              </a:p>
            </p:txBody>
          </p:sp>
          <p:sp>
            <p:nvSpPr>
              <p:cNvPr id="397463" name="Rectangle 151"/>
              <p:cNvSpPr>
                <a:spLocks noChangeArrowheads="1"/>
              </p:cNvSpPr>
              <p:nvPr/>
            </p:nvSpPr>
            <p:spPr bwMode="auto">
              <a:xfrm>
                <a:off x="5268" y="4049"/>
                <a:ext cx="33" cy="8"/>
              </a:xfrm>
              <a:prstGeom prst="rect">
                <a:avLst/>
              </a:prstGeom>
              <a:solidFill>
                <a:srgbClr val="000000"/>
              </a:solidFill>
              <a:ln w="9525">
                <a:noFill/>
                <a:miter lim="800000"/>
                <a:headEnd/>
                <a:tailEnd/>
              </a:ln>
            </p:spPr>
            <p:txBody>
              <a:bodyPr/>
              <a:lstStyle/>
              <a:p>
                <a:endParaRPr lang="en-US"/>
              </a:p>
            </p:txBody>
          </p:sp>
          <p:sp>
            <p:nvSpPr>
              <p:cNvPr id="397464" name="Rectangle 152"/>
              <p:cNvSpPr>
                <a:spLocks noChangeArrowheads="1"/>
              </p:cNvSpPr>
              <p:nvPr/>
            </p:nvSpPr>
            <p:spPr bwMode="auto">
              <a:xfrm>
                <a:off x="5326" y="4049"/>
                <a:ext cx="33" cy="8"/>
              </a:xfrm>
              <a:prstGeom prst="rect">
                <a:avLst/>
              </a:prstGeom>
              <a:solidFill>
                <a:srgbClr val="000000"/>
              </a:solidFill>
              <a:ln w="9525">
                <a:noFill/>
                <a:miter lim="800000"/>
                <a:headEnd/>
                <a:tailEnd/>
              </a:ln>
            </p:spPr>
            <p:txBody>
              <a:bodyPr/>
              <a:lstStyle/>
              <a:p>
                <a:endParaRPr lang="en-US"/>
              </a:p>
            </p:txBody>
          </p:sp>
          <p:sp>
            <p:nvSpPr>
              <p:cNvPr id="397465" name="Rectangle 153"/>
              <p:cNvSpPr>
                <a:spLocks noChangeArrowheads="1"/>
              </p:cNvSpPr>
              <p:nvPr/>
            </p:nvSpPr>
            <p:spPr bwMode="auto">
              <a:xfrm>
                <a:off x="5384" y="4049"/>
                <a:ext cx="33" cy="8"/>
              </a:xfrm>
              <a:prstGeom prst="rect">
                <a:avLst/>
              </a:prstGeom>
              <a:solidFill>
                <a:srgbClr val="000000"/>
              </a:solidFill>
              <a:ln w="9525">
                <a:noFill/>
                <a:miter lim="800000"/>
                <a:headEnd/>
                <a:tailEnd/>
              </a:ln>
            </p:spPr>
            <p:txBody>
              <a:bodyPr/>
              <a:lstStyle/>
              <a:p>
                <a:endParaRPr lang="en-US"/>
              </a:p>
            </p:txBody>
          </p:sp>
          <p:sp>
            <p:nvSpPr>
              <p:cNvPr id="397466" name="Rectangle 154"/>
              <p:cNvSpPr>
                <a:spLocks noChangeArrowheads="1"/>
              </p:cNvSpPr>
              <p:nvPr/>
            </p:nvSpPr>
            <p:spPr bwMode="auto">
              <a:xfrm>
                <a:off x="5441" y="4049"/>
                <a:ext cx="34" cy="8"/>
              </a:xfrm>
              <a:prstGeom prst="rect">
                <a:avLst/>
              </a:prstGeom>
              <a:solidFill>
                <a:srgbClr val="000000"/>
              </a:solidFill>
              <a:ln w="9525">
                <a:noFill/>
                <a:miter lim="800000"/>
                <a:headEnd/>
                <a:tailEnd/>
              </a:ln>
            </p:spPr>
            <p:txBody>
              <a:bodyPr/>
              <a:lstStyle/>
              <a:p>
                <a:endParaRPr lang="en-US"/>
              </a:p>
            </p:txBody>
          </p:sp>
          <p:sp>
            <p:nvSpPr>
              <p:cNvPr id="397467" name="Rectangle 155"/>
              <p:cNvSpPr>
                <a:spLocks noChangeArrowheads="1"/>
              </p:cNvSpPr>
              <p:nvPr/>
            </p:nvSpPr>
            <p:spPr bwMode="auto">
              <a:xfrm>
                <a:off x="5499" y="4049"/>
                <a:ext cx="33" cy="8"/>
              </a:xfrm>
              <a:prstGeom prst="rect">
                <a:avLst/>
              </a:prstGeom>
              <a:solidFill>
                <a:srgbClr val="000000"/>
              </a:solidFill>
              <a:ln w="9525">
                <a:noFill/>
                <a:miter lim="800000"/>
                <a:headEnd/>
                <a:tailEnd/>
              </a:ln>
            </p:spPr>
            <p:txBody>
              <a:bodyPr/>
              <a:lstStyle/>
              <a:p>
                <a:endParaRPr lang="en-US"/>
              </a:p>
            </p:txBody>
          </p:sp>
          <p:sp>
            <p:nvSpPr>
              <p:cNvPr id="397468" name="Rectangle 156"/>
              <p:cNvSpPr>
                <a:spLocks noChangeArrowheads="1"/>
              </p:cNvSpPr>
              <p:nvPr/>
            </p:nvSpPr>
            <p:spPr bwMode="auto">
              <a:xfrm>
                <a:off x="5557" y="4049"/>
                <a:ext cx="33" cy="8"/>
              </a:xfrm>
              <a:prstGeom prst="rect">
                <a:avLst/>
              </a:prstGeom>
              <a:solidFill>
                <a:srgbClr val="000000"/>
              </a:solidFill>
              <a:ln w="9525">
                <a:noFill/>
                <a:miter lim="800000"/>
                <a:headEnd/>
                <a:tailEnd/>
              </a:ln>
            </p:spPr>
            <p:txBody>
              <a:bodyPr/>
              <a:lstStyle/>
              <a:p>
                <a:endParaRPr lang="en-US"/>
              </a:p>
            </p:txBody>
          </p:sp>
          <p:sp>
            <p:nvSpPr>
              <p:cNvPr id="397469" name="Rectangle 157"/>
              <p:cNvSpPr>
                <a:spLocks noChangeArrowheads="1"/>
              </p:cNvSpPr>
              <p:nvPr/>
            </p:nvSpPr>
            <p:spPr bwMode="auto">
              <a:xfrm>
                <a:off x="5615" y="4049"/>
                <a:ext cx="33" cy="8"/>
              </a:xfrm>
              <a:prstGeom prst="rect">
                <a:avLst/>
              </a:prstGeom>
              <a:solidFill>
                <a:srgbClr val="000000"/>
              </a:solidFill>
              <a:ln w="9525">
                <a:noFill/>
                <a:miter lim="800000"/>
                <a:headEnd/>
                <a:tailEnd/>
              </a:ln>
            </p:spPr>
            <p:txBody>
              <a:bodyPr/>
              <a:lstStyle/>
              <a:p>
                <a:endParaRPr lang="en-US"/>
              </a:p>
            </p:txBody>
          </p:sp>
          <p:sp>
            <p:nvSpPr>
              <p:cNvPr id="397470" name="Rectangle 158"/>
              <p:cNvSpPr>
                <a:spLocks noChangeArrowheads="1"/>
              </p:cNvSpPr>
              <p:nvPr/>
            </p:nvSpPr>
            <p:spPr bwMode="auto">
              <a:xfrm>
                <a:off x="5673" y="4049"/>
                <a:ext cx="33" cy="8"/>
              </a:xfrm>
              <a:prstGeom prst="rect">
                <a:avLst/>
              </a:prstGeom>
              <a:solidFill>
                <a:srgbClr val="000000"/>
              </a:solidFill>
              <a:ln w="9525">
                <a:noFill/>
                <a:miter lim="800000"/>
                <a:headEnd/>
                <a:tailEnd/>
              </a:ln>
            </p:spPr>
            <p:txBody>
              <a:bodyPr/>
              <a:lstStyle/>
              <a:p>
                <a:endParaRPr lang="en-US"/>
              </a:p>
            </p:txBody>
          </p:sp>
          <p:sp>
            <p:nvSpPr>
              <p:cNvPr id="397471" name="Freeform 159"/>
              <p:cNvSpPr>
                <a:spLocks/>
              </p:cNvSpPr>
              <p:nvPr/>
            </p:nvSpPr>
            <p:spPr bwMode="auto">
              <a:xfrm>
                <a:off x="5731" y="4043"/>
                <a:ext cx="27" cy="14"/>
              </a:xfrm>
              <a:custGeom>
                <a:avLst/>
                <a:gdLst/>
                <a:ahLst/>
                <a:cxnLst>
                  <a:cxn ang="0">
                    <a:pos x="0" y="12"/>
                  </a:cxn>
                  <a:cxn ang="0">
                    <a:pos x="0" y="28"/>
                  </a:cxn>
                  <a:cxn ang="0">
                    <a:pos x="23" y="28"/>
                  </a:cxn>
                  <a:cxn ang="0">
                    <a:pos x="27" y="28"/>
                  </a:cxn>
                  <a:cxn ang="0">
                    <a:pos x="27" y="20"/>
                  </a:cxn>
                  <a:cxn ang="0">
                    <a:pos x="27" y="0"/>
                  </a:cxn>
                  <a:cxn ang="0">
                    <a:pos x="19" y="0"/>
                  </a:cxn>
                  <a:cxn ang="0">
                    <a:pos x="19" y="20"/>
                  </a:cxn>
                  <a:cxn ang="0">
                    <a:pos x="23" y="20"/>
                  </a:cxn>
                  <a:cxn ang="0">
                    <a:pos x="23" y="12"/>
                  </a:cxn>
                  <a:cxn ang="0">
                    <a:pos x="0" y="12"/>
                  </a:cxn>
                </a:cxnLst>
                <a:rect l="0" t="0" r="r" b="b"/>
                <a:pathLst>
                  <a:path w="27" h="28">
                    <a:moveTo>
                      <a:pt x="0" y="12"/>
                    </a:moveTo>
                    <a:lnTo>
                      <a:pt x="0" y="28"/>
                    </a:lnTo>
                    <a:lnTo>
                      <a:pt x="23" y="28"/>
                    </a:lnTo>
                    <a:lnTo>
                      <a:pt x="27" y="28"/>
                    </a:lnTo>
                    <a:lnTo>
                      <a:pt x="27" y="20"/>
                    </a:lnTo>
                    <a:lnTo>
                      <a:pt x="27" y="0"/>
                    </a:lnTo>
                    <a:lnTo>
                      <a:pt x="19" y="0"/>
                    </a:lnTo>
                    <a:lnTo>
                      <a:pt x="19" y="20"/>
                    </a:lnTo>
                    <a:lnTo>
                      <a:pt x="23" y="20"/>
                    </a:lnTo>
                    <a:lnTo>
                      <a:pt x="23" y="12"/>
                    </a:lnTo>
                    <a:lnTo>
                      <a:pt x="0" y="12"/>
                    </a:lnTo>
                    <a:close/>
                  </a:path>
                </a:pathLst>
              </a:custGeom>
              <a:solidFill>
                <a:srgbClr val="000000"/>
              </a:solidFill>
              <a:ln w="9525">
                <a:noFill/>
                <a:round/>
                <a:headEnd/>
                <a:tailEnd/>
              </a:ln>
            </p:spPr>
            <p:txBody>
              <a:bodyPr/>
              <a:lstStyle/>
              <a:p>
                <a:endParaRPr lang="en-US"/>
              </a:p>
            </p:txBody>
          </p:sp>
          <p:sp>
            <p:nvSpPr>
              <p:cNvPr id="397472" name="Rectangle 160"/>
              <p:cNvSpPr>
                <a:spLocks noChangeArrowheads="1"/>
              </p:cNvSpPr>
              <p:nvPr/>
            </p:nvSpPr>
            <p:spPr bwMode="auto">
              <a:xfrm>
                <a:off x="5750" y="3988"/>
                <a:ext cx="8" cy="31"/>
              </a:xfrm>
              <a:prstGeom prst="rect">
                <a:avLst/>
              </a:prstGeom>
              <a:solidFill>
                <a:srgbClr val="000000"/>
              </a:solidFill>
              <a:ln w="9525">
                <a:noFill/>
                <a:miter lim="800000"/>
                <a:headEnd/>
                <a:tailEnd/>
              </a:ln>
            </p:spPr>
            <p:txBody>
              <a:bodyPr/>
              <a:lstStyle/>
              <a:p>
                <a:endParaRPr lang="en-US"/>
              </a:p>
            </p:txBody>
          </p:sp>
          <p:sp>
            <p:nvSpPr>
              <p:cNvPr id="397473" name="Rectangle 161"/>
              <p:cNvSpPr>
                <a:spLocks noChangeArrowheads="1"/>
              </p:cNvSpPr>
              <p:nvPr/>
            </p:nvSpPr>
            <p:spPr bwMode="auto">
              <a:xfrm>
                <a:off x="5750" y="3932"/>
                <a:ext cx="8" cy="32"/>
              </a:xfrm>
              <a:prstGeom prst="rect">
                <a:avLst/>
              </a:prstGeom>
              <a:solidFill>
                <a:srgbClr val="000000"/>
              </a:solidFill>
              <a:ln w="9525">
                <a:noFill/>
                <a:miter lim="800000"/>
                <a:headEnd/>
                <a:tailEnd/>
              </a:ln>
            </p:spPr>
            <p:txBody>
              <a:bodyPr/>
              <a:lstStyle/>
              <a:p>
                <a:endParaRPr lang="en-US"/>
              </a:p>
            </p:txBody>
          </p:sp>
          <p:sp>
            <p:nvSpPr>
              <p:cNvPr id="397474" name="Rectangle 162"/>
              <p:cNvSpPr>
                <a:spLocks noChangeArrowheads="1"/>
              </p:cNvSpPr>
              <p:nvPr/>
            </p:nvSpPr>
            <p:spPr bwMode="auto">
              <a:xfrm>
                <a:off x="5750" y="3877"/>
                <a:ext cx="8" cy="31"/>
              </a:xfrm>
              <a:prstGeom prst="rect">
                <a:avLst/>
              </a:prstGeom>
              <a:solidFill>
                <a:srgbClr val="000000"/>
              </a:solidFill>
              <a:ln w="9525">
                <a:noFill/>
                <a:miter lim="800000"/>
                <a:headEnd/>
                <a:tailEnd/>
              </a:ln>
            </p:spPr>
            <p:txBody>
              <a:bodyPr/>
              <a:lstStyle/>
              <a:p>
                <a:endParaRPr lang="en-US"/>
              </a:p>
            </p:txBody>
          </p:sp>
          <p:sp>
            <p:nvSpPr>
              <p:cNvPr id="397475" name="Rectangle 163"/>
              <p:cNvSpPr>
                <a:spLocks noChangeArrowheads="1"/>
              </p:cNvSpPr>
              <p:nvPr/>
            </p:nvSpPr>
            <p:spPr bwMode="auto">
              <a:xfrm>
                <a:off x="5750" y="3821"/>
                <a:ext cx="8" cy="32"/>
              </a:xfrm>
              <a:prstGeom prst="rect">
                <a:avLst/>
              </a:prstGeom>
              <a:solidFill>
                <a:srgbClr val="000000"/>
              </a:solidFill>
              <a:ln w="9525">
                <a:noFill/>
                <a:miter lim="800000"/>
                <a:headEnd/>
                <a:tailEnd/>
              </a:ln>
            </p:spPr>
            <p:txBody>
              <a:bodyPr/>
              <a:lstStyle/>
              <a:p>
                <a:endParaRPr lang="en-US"/>
              </a:p>
            </p:txBody>
          </p:sp>
          <p:sp>
            <p:nvSpPr>
              <p:cNvPr id="397476" name="Rectangle 164"/>
              <p:cNvSpPr>
                <a:spLocks noChangeArrowheads="1"/>
              </p:cNvSpPr>
              <p:nvPr/>
            </p:nvSpPr>
            <p:spPr bwMode="auto">
              <a:xfrm>
                <a:off x="5750" y="3766"/>
                <a:ext cx="8" cy="32"/>
              </a:xfrm>
              <a:prstGeom prst="rect">
                <a:avLst/>
              </a:prstGeom>
              <a:solidFill>
                <a:srgbClr val="000000"/>
              </a:solidFill>
              <a:ln w="9525">
                <a:noFill/>
                <a:miter lim="800000"/>
                <a:headEnd/>
                <a:tailEnd/>
              </a:ln>
            </p:spPr>
            <p:txBody>
              <a:bodyPr/>
              <a:lstStyle/>
              <a:p>
                <a:endParaRPr lang="en-US"/>
              </a:p>
            </p:txBody>
          </p:sp>
          <p:sp>
            <p:nvSpPr>
              <p:cNvPr id="397477" name="Rectangle 165"/>
              <p:cNvSpPr>
                <a:spLocks noChangeArrowheads="1"/>
              </p:cNvSpPr>
              <p:nvPr/>
            </p:nvSpPr>
            <p:spPr bwMode="auto">
              <a:xfrm>
                <a:off x="5750" y="3710"/>
                <a:ext cx="8" cy="32"/>
              </a:xfrm>
              <a:prstGeom prst="rect">
                <a:avLst/>
              </a:prstGeom>
              <a:solidFill>
                <a:srgbClr val="000000"/>
              </a:solidFill>
              <a:ln w="9525">
                <a:noFill/>
                <a:miter lim="800000"/>
                <a:headEnd/>
                <a:tailEnd/>
              </a:ln>
            </p:spPr>
            <p:txBody>
              <a:bodyPr/>
              <a:lstStyle/>
              <a:p>
                <a:endParaRPr lang="en-US"/>
              </a:p>
            </p:txBody>
          </p:sp>
          <p:sp>
            <p:nvSpPr>
              <p:cNvPr id="397478" name="Rectangle 166"/>
              <p:cNvSpPr>
                <a:spLocks noChangeArrowheads="1"/>
              </p:cNvSpPr>
              <p:nvPr/>
            </p:nvSpPr>
            <p:spPr bwMode="auto">
              <a:xfrm>
                <a:off x="5750" y="3655"/>
                <a:ext cx="8" cy="32"/>
              </a:xfrm>
              <a:prstGeom prst="rect">
                <a:avLst/>
              </a:prstGeom>
              <a:solidFill>
                <a:srgbClr val="000000"/>
              </a:solidFill>
              <a:ln w="9525">
                <a:noFill/>
                <a:miter lim="800000"/>
                <a:headEnd/>
                <a:tailEnd/>
              </a:ln>
            </p:spPr>
            <p:txBody>
              <a:bodyPr/>
              <a:lstStyle/>
              <a:p>
                <a:endParaRPr lang="en-US"/>
              </a:p>
            </p:txBody>
          </p:sp>
          <p:sp>
            <p:nvSpPr>
              <p:cNvPr id="397479" name="Rectangle 167"/>
              <p:cNvSpPr>
                <a:spLocks noChangeArrowheads="1"/>
              </p:cNvSpPr>
              <p:nvPr/>
            </p:nvSpPr>
            <p:spPr bwMode="auto">
              <a:xfrm>
                <a:off x="5750" y="3600"/>
                <a:ext cx="8" cy="31"/>
              </a:xfrm>
              <a:prstGeom prst="rect">
                <a:avLst/>
              </a:prstGeom>
              <a:solidFill>
                <a:srgbClr val="000000"/>
              </a:solidFill>
              <a:ln w="9525">
                <a:noFill/>
                <a:miter lim="800000"/>
                <a:headEnd/>
                <a:tailEnd/>
              </a:ln>
            </p:spPr>
            <p:txBody>
              <a:bodyPr/>
              <a:lstStyle/>
              <a:p>
                <a:endParaRPr lang="en-US"/>
              </a:p>
            </p:txBody>
          </p:sp>
          <p:sp>
            <p:nvSpPr>
              <p:cNvPr id="397480" name="Rectangle 168"/>
              <p:cNvSpPr>
                <a:spLocks noChangeArrowheads="1"/>
              </p:cNvSpPr>
              <p:nvPr/>
            </p:nvSpPr>
            <p:spPr bwMode="auto">
              <a:xfrm>
                <a:off x="5750" y="3544"/>
                <a:ext cx="8" cy="32"/>
              </a:xfrm>
              <a:prstGeom prst="rect">
                <a:avLst/>
              </a:prstGeom>
              <a:solidFill>
                <a:srgbClr val="000000"/>
              </a:solidFill>
              <a:ln w="9525">
                <a:noFill/>
                <a:miter lim="800000"/>
                <a:headEnd/>
                <a:tailEnd/>
              </a:ln>
            </p:spPr>
            <p:txBody>
              <a:bodyPr/>
              <a:lstStyle/>
              <a:p>
                <a:endParaRPr lang="en-US"/>
              </a:p>
            </p:txBody>
          </p:sp>
          <p:sp>
            <p:nvSpPr>
              <p:cNvPr id="397481" name="Rectangle 169"/>
              <p:cNvSpPr>
                <a:spLocks noChangeArrowheads="1"/>
              </p:cNvSpPr>
              <p:nvPr/>
            </p:nvSpPr>
            <p:spPr bwMode="auto">
              <a:xfrm>
                <a:off x="5750" y="3489"/>
                <a:ext cx="8" cy="31"/>
              </a:xfrm>
              <a:prstGeom prst="rect">
                <a:avLst/>
              </a:prstGeom>
              <a:solidFill>
                <a:srgbClr val="000000"/>
              </a:solidFill>
              <a:ln w="9525">
                <a:noFill/>
                <a:miter lim="800000"/>
                <a:headEnd/>
                <a:tailEnd/>
              </a:ln>
            </p:spPr>
            <p:txBody>
              <a:bodyPr/>
              <a:lstStyle/>
              <a:p>
                <a:endParaRPr lang="en-US"/>
              </a:p>
            </p:txBody>
          </p:sp>
          <p:sp>
            <p:nvSpPr>
              <p:cNvPr id="397482" name="Rectangle 170"/>
              <p:cNvSpPr>
                <a:spLocks noChangeArrowheads="1"/>
              </p:cNvSpPr>
              <p:nvPr/>
            </p:nvSpPr>
            <p:spPr bwMode="auto">
              <a:xfrm>
                <a:off x="5750" y="3433"/>
                <a:ext cx="8" cy="32"/>
              </a:xfrm>
              <a:prstGeom prst="rect">
                <a:avLst/>
              </a:prstGeom>
              <a:solidFill>
                <a:srgbClr val="000000"/>
              </a:solidFill>
              <a:ln w="9525">
                <a:noFill/>
                <a:miter lim="800000"/>
                <a:headEnd/>
                <a:tailEnd/>
              </a:ln>
            </p:spPr>
            <p:txBody>
              <a:bodyPr/>
              <a:lstStyle/>
              <a:p>
                <a:endParaRPr lang="en-US"/>
              </a:p>
            </p:txBody>
          </p:sp>
          <p:sp>
            <p:nvSpPr>
              <p:cNvPr id="397483" name="Rectangle 171"/>
              <p:cNvSpPr>
                <a:spLocks noChangeArrowheads="1"/>
              </p:cNvSpPr>
              <p:nvPr/>
            </p:nvSpPr>
            <p:spPr bwMode="auto">
              <a:xfrm>
                <a:off x="5750" y="3378"/>
                <a:ext cx="8" cy="31"/>
              </a:xfrm>
              <a:prstGeom prst="rect">
                <a:avLst/>
              </a:prstGeom>
              <a:solidFill>
                <a:srgbClr val="000000"/>
              </a:solidFill>
              <a:ln w="9525">
                <a:noFill/>
                <a:miter lim="800000"/>
                <a:headEnd/>
                <a:tailEnd/>
              </a:ln>
            </p:spPr>
            <p:txBody>
              <a:bodyPr/>
              <a:lstStyle/>
              <a:p>
                <a:endParaRPr lang="en-US"/>
              </a:p>
            </p:txBody>
          </p:sp>
          <p:sp>
            <p:nvSpPr>
              <p:cNvPr id="397484" name="Rectangle 172"/>
              <p:cNvSpPr>
                <a:spLocks noChangeArrowheads="1"/>
              </p:cNvSpPr>
              <p:nvPr/>
            </p:nvSpPr>
            <p:spPr bwMode="auto">
              <a:xfrm>
                <a:off x="5750" y="3322"/>
                <a:ext cx="8" cy="32"/>
              </a:xfrm>
              <a:prstGeom prst="rect">
                <a:avLst/>
              </a:prstGeom>
              <a:solidFill>
                <a:srgbClr val="000000"/>
              </a:solidFill>
              <a:ln w="9525">
                <a:noFill/>
                <a:miter lim="800000"/>
                <a:headEnd/>
                <a:tailEnd/>
              </a:ln>
            </p:spPr>
            <p:txBody>
              <a:bodyPr/>
              <a:lstStyle/>
              <a:p>
                <a:endParaRPr lang="en-US"/>
              </a:p>
            </p:txBody>
          </p:sp>
          <p:sp>
            <p:nvSpPr>
              <p:cNvPr id="397485" name="Rectangle 173"/>
              <p:cNvSpPr>
                <a:spLocks noChangeArrowheads="1"/>
              </p:cNvSpPr>
              <p:nvPr/>
            </p:nvSpPr>
            <p:spPr bwMode="auto">
              <a:xfrm>
                <a:off x="5750" y="3267"/>
                <a:ext cx="8" cy="32"/>
              </a:xfrm>
              <a:prstGeom prst="rect">
                <a:avLst/>
              </a:prstGeom>
              <a:solidFill>
                <a:srgbClr val="000000"/>
              </a:solidFill>
              <a:ln w="9525">
                <a:noFill/>
                <a:miter lim="800000"/>
                <a:headEnd/>
                <a:tailEnd/>
              </a:ln>
            </p:spPr>
            <p:txBody>
              <a:bodyPr/>
              <a:lstStyle/>
              <a:p>
                <a:endParaRPr lang="en-US"/>
              </a:p>
            </p:txBody>
          </p:sp>
          <p:sp>
            <p:nvSpPr>
              <p:cNvPr id="397486" name="Rectangle 174"/>
              <p:cNvSpPr>
                <a:spLocks noChangeArrowheads="1"/>
              </p:cNvSpPr>
              <p:nvPr/>
            </p:nvSpPr>
            <p:spPr bwMode="auto">
              <a:xfrm>
                <a:off x="5750" y="3211"/>
                <a:ext cx="8" cy="32"/>
              </a:xfrm>
              <a:prstGeom prst="rect">
                <a:avLst/>
              </a:prstGeom>
              <a:solidFill>
                <a:srgbClr val="000000"/>
              </a:solidFill>
              <a:ln w="9525">
                <a:noFill/>
                <a:miter lim="800000"/>
                <a:headEnd/>
                <a:tailEnd/>
              </a:ln>
            </p:spPr>
            <p:txBody>
              <a:bodyPr/>
              <a:lstStyle/>
              <a:p>
                <a:endParaRPr lang="en-US"/>
              </a:p>
            </p:txBody>
          </p:sp>
          <p:sp>
            <p:nvSpPr>
              <p:cNvPr id="397487" name="Rectangle 175"/>
              <p:cNvSpPr>
                <a:spLocks noChangeArrowheads="1"/>
              </p:cNvSpPr>
              <p:nvPr/>
            </p:nvSpPr>
            <p:spPr bwMode="auto">
              <a:xfrm>
                <a:off x="5750" y="3156"/>
                <a:ext cx="8" cy="32"/>
              </a:xfrm>
              <a:prstGeom prst="rect">
                <a:avLst/>
              </a:prstGeom>
              <a:solidFill>
                <a:srgbClr val="000000"/>
              </a:solidFill>
              <a:ln w="9525">
                <a:noFill/>
                <a:miter lim="800000"/>
                <a:headEnd/>
                <a:tailEnd/>
              </a:ln>
            </p:spPr>
            <p:txBody>
              <a:bodyPr/>
              <a:lstStyle/>
              <a:p>
                <a:endParaRPr lang="en-US"/>
              </a:p>
            </p:txBody>
          </p:sp>
          <p:sp>
            <p:nvSpPr>
              <p:cNvPr id="397488" name="Rectangle 176"/>
              <p:cNvSpPr>
                <a:spLocks noChangeArrowheads="1"/>
              </p:cNvSpPr>
              <p:nvPr/>
            </p:nvSpPr>
            <p:spPr bwMode="auto">
              <a:xfrm>
                <a:off x="5750" y="3100"/>
                <a:ext cx="8" cy="32"/>
              </a:xfrm>
              <a:prstGeom prst="rect">
                <a:avLst/>
              </a:prstGeom>
              <a:solidFill>
                <a:srgbClr val="000000"/>
              </a:solidFill>
              <a:ln w="9525">
                <a:noFill/>
                <a:miter lim="800000"/>
                <a:headEnd/>
                <a:tailEnd/>
              </a:ln>
            </p:spPr>
            <p:txBody>
              <a:bodyPr/>
              <a:lstStyle/>
              <a:p>
                <a:endParaRPr lang="en-US"/>
              </a:p>
            </p:txBody>
          </p:sp>
          <p:sp>
            <p:nvSpPr>
              <p:cNvPr id="397489" name="Rectangle 177"/>
              <p:cNvSpPr>
                <a:spLocks noChangeArrowheads="1"/>
              </p:cNvSpPr>
              <p:nvPr/>
            </p:nvSpPr>
            <p:spPr bwMode="auto">
              <a:xfrm>
                <a:off x="5750" y="3045"/>
                <a:ext cx="8" cy="32"/>
              </a:xfrm>
              <a:prstGeom prst="rect">
                <a:avLst/>
              </a:prstGeom>
              <a:solidFill>
                <a:srgbClr val="000000"/>
              </a:solidFill>
              <a:ln w="9525">
                <a:noFill/>
                <a:miter lim="800000"/>
                <a:headEnd/>
                <a:tailEnd/>
              </a:ln>
            </p:spPr>
            <p:txBody>
              <a:bodyPr/>
              <a:lstStyle/>
              <a:p>
                <a:endParaRPr lang="en-US"/>
              </a:p>
            </p:txBody>
          </p:sp>
          <p:sp>
            <p:nvSpPr>
              <p:cNvPr id="397490" name="Rectangle 178"/>
              <p:cNvSpPr>
                <a:spLocks noChangeArrowheads="1"/>
              </p:cNvSpPr>
              <p:nvPr/>
            </p:nvSpPr>
            <p:spPr bwMode="auto">
              <a:xfrm>
                <a:off x="5750" y="2990"/>
                <a:ext cx="8" cy="31"/>
              </a:xfrm>
              <a:prstGeom prst="rect">
                <a:avLst/>
              </a:prstGeom>
              <a:solidFill>
                <a:srgbClr val="000000"/>
              </a:solidFill>
              <a:ln w="9525">
                <a:noFill/>
                <a:miter lim="800000"/>
                <a:headEnd/>
                <a:tailEnd/>
              </a:ln>
            </p:spPr>
            <p:txBody>
              <a:bodyPr/>
              <a:lstStyle/>
              <a:p>
                <a:endParaRPr lang="en-US"/>
              </a:p>
            </p:txBody>
          </p:sp>
          <p:sp>
            <p:nvSpPr>
              <p:cNvPr id="397491" name="Rectangle 179"/>
              <p:cNvSpPr>
                <a:spLocks noChangeArrowheads="1"/>
              </p:cNvSpPr>
              <p:nvPr/>
            </p:nvSpPr>
            <p:spPr bwMode="auto">
              <a:xfrm>
                <a:off x="5750" y="2934"/>
                <a:ext cx="8" cy="32"/>
              </a:xfrm>
              <a:prstGeom prst="rect">
                <a:avLst/>
              </a:prstGeom>
              <a:solidFill>
                <a:srgbClr val="000000"/>
              </a:solidFill>
              <a:ln w="9525">
                <a:noFill/>
                <a:miter lim="800000"/>
                <a:headEnd/>
                <a:tailEnd/>
              </a:ln>
            </p:spPr>
            <p:txBody>
              <a:bodyPr/>
              <a:lstStyle/>
              <a:p>
                <a:endParaRPr lang="en-US"/>
              </a:p>
            </p:txBody>
          </p:sp>
          <p:sp>
            <p:nvSpPr>
              <p:cNvPr id="397492" name="Rectangle 180"/>
              <p:cNvSpPr>
                <a:spLocks noChangeArrowheads="1"/>
              </p:cNvSpPr>
              <p:nvPr/>
            </p:nvSpPr>
            <p:spPr bwMode="auto">
              <a:xfrm>
                <a:off x="5750" y="2879"/>
                <a:ext cx="8" cy="31"/>
              </a:xfrm>
              <a:prstGeom prst="rect">
                <a:avLst/>
              </a:prstGeom>
              <a:solidFill>
                <a:srgbClr val="000000"/>
              </a:solidFill>
              <a:ln w="9525">
                <a:noFill/>
                <a:miter lim="800000"/>
                <a:headEnd/>
                <a:tailEnd/>
              </a:ln>
            </p:spPr>
            <p:txBody>
              <a:bodyPr/>
              <a:lstStyle/>
              <a:p>
                <a:endParaRPr lang="en-US"/>
              </a:p>
            </p:txBody>
          </p:sp>
          <p:sp>
            <p:nvSpPr>
              <p:cNvPr id="397493" name="Rectangle 181"/>
              <p:cNvSpPr>
                <a:spLocks noChangeArrowheads="1"/>
              </p:cNvSpPr>
              <p:nvPr/>
            </p:nvSpPr>
            <p:spPr bwMode="auto">
              <a:xfrm>
                <a:off x="5750" y="2823"/>
                <a:ext cx="8" cy="32"/>
              </a:xfrm>
              <a:prstGeom prst="rect">
                <a:avLst/>
              </a:prstGeom>
              <a:solidFill>
                <a:srgbClr val="000000"/>
              </a:solidFill>
              <a:ln w="9525">
                <a:noFill/>
                <a:miter lim="800000"/>
                <a:headEnd/>
                <a:tailEnd/>
              </a:ln>
            </p:spPr>
            <p:txBody>
              <a:bodyPr/>
              <a:lstStyle/>
              <a:p>
                <a:endParaRPr lang="en-US"/>
              </a:p>
            </p:txBody>
          </p:sp>
          <p:sp>
            <p:nvSpPr>
              <p:cNvPr id="397494" name="Rectangle 182"/>
              <p:cNvSpPr>
                <a:spLocks noChangeArrowheads="1"/>
              </p:cNvSpPr>
              <p:nvPr/>
            </p:nvSpPr>
            <p:spPr bwMode="auto">
              <a:xfrm>
                <a:off x="5750" y="2768"/>
                <a:ext cx="8" cy="31"/>
              </a:xfrm>
              <a:prstGeom prst="rect">
                <a:avLst/>
              </a:prstGeom>
              <a:solidFill>
                <a:srgbClr val="000000"/>
              </a:solidFill>
              <a:ln w="9525">
                <a:noFill/>
                <a:miter lim="800000"/>
                <a:headEnd/>
                <a:tailEnd/>
              </a:ln>
            </p:spPr>
            <p:txBody>
              <a:bodyPr/>
              <a:lstStyle/>
              <a:p>
                <a:endParaRPr lang="en-US"/>
              </a:p>
            </p:txBody>
          </p:sp>
          <p:sp>
            <p:nvSpPr>
              <p:cNvPr id="397495" name="Rectangle 183"/>
              <p:cNvSpPr>
                <a:spLocks noChangeArrowheads="1"/>
              </p:cNvSpPr>
              <p:nvPr/>
            </p:nvSpPr>
            <p:spPr bwMode="auto">
              <a:xfrm>
                <a:off x="5750" y="2712"/>
                <a:ext cx="8" cy="32"/>
              </a:xfrm>
              <a:prstGeom prst="rect">
                <a:avLst/>
              </a:prstGeom>
              <a:solidFill>
                <a:srgbClr val="000000"/>
              </a:solidFill>
              <a:ln w="9525">
                <a:noFill/>
                <a:miter lim="800000"/>
                <a:headEnd/>
                <a:tailEnd/>
              </a:ln>
            </p:spPr>
            <p:txBody>
              <a:bodyPr/>
              <a:lstStyle/>
              <a:p>
                <a:endParaRPr lang="en-US"/>
              </a:p>
            </p:txBody>
          </p:sp>
          <p:sp>
            <p:nvSpPr>
              <p:cNvPr id="397496" name="Rectangle 184"/>
              <p:cNvSpPr>
                <a:spLocks noChangeArrowheads="1"/>
              </p:cNvSpPr>
              <p:nvPr/>
            </p:nvSpPr>
            <p:spPr bwMode="auto">
              <a:xfrm>
                <a:off x="5750" y="2657"/>
                <a:ext cx="8" cy="32"/>
              </a:xfrm>
              <a:prstGeom prst="rect">
                <a:avLst/>
              </a:prstGeom>
              <a:solidFill>
                <a:srgbClr val="000000"/>
              </a:solidFill>
              <a:ln w="9525">
                <a:noFill/>
                <a:miter lim="800000"/>
                <a:headEnd/>
                <a:tailEnd/>
              </a:ln>
            </p:spPr>
            <p:txBody>
              <a:bodyPr/>
              <a:lstStyle/>
              <a:p>
                <a:endParaRPr lang="en-US"/>
              </a:p>
            </p:txBody>
          </p:sp>
          <p:sp>
            <p:nvSpPr>
              <p:cNvPr id="397497" name="Rectangle 185"/>
              <p:cNvSpPr>
                <a:spLocks noChangeArrowheads="1"/>
              </p:cNvSpPr>
              <p:nvPr/>
            </p:nvSpPr>
            <p:spPr bwMode="auto">
              <a:xfrm>
                <a:off x="5750" y="2601"/>
                <a:ext cx="8" cy="32"/>
              </a:xfrm>
              <a:prstGeom prst="rect">
                <a:avLst/>
              </a:prstGeom>
              <a:solidFill>
                <a:srgbClr val="000000"/>
              </a:solidFill>
              <a:ln w="9525">
                <a:noFill/>
                <a:miter lim="800000"/>
                <a:headEnd/>
                <a:tailEnd/>
              </a:ln>
            </p:spPr>
            <p:txBody>
              <a:bodyPr/>
              <a:lstStyle/>
              <a:p>
                <a:endParaRPr lang="en-US"/>
              </a:p>
            </p:txBody>
          </p:sp>
          <p:sp>
            <p:nvSpPr>
              <p:cNvPr id="397498" name="Rectangle 186"/>
              <p:cNvSpPr>
                <a:spLocks noChangeArrowheads="1"/>
              </p:cNvSpPr>
              <p:nvPr/>
            </p:nvSpPr>
            <p:spPr bwMode="auto">
              <a:xfrm>
                <a:off x="5750" y="2546"/>
                <a:ext cx="8" cy="32"/>
              </a:xfrm>
              <a:prstGeom prst="rect">
                <a:avLst/>
              </a:prstGeom>
              <a:solidFill>
                <a:srgbClr val="000000"/>
              </a:solidFill>
              <a:ln w="9525">
                <a:noFill/>
                <a:miter lim="800000"/>
                <a:headEnd/>
                <a:tailEnd/>
              </a:ln>
            </p:spPr>
            <p:txBody>
              <a:bodyPr/>
              <a:lstStyle/>
              <a:p>
                <a:endParaRPr lang="en-US"/>
              </a:p>
            </p:txBody>
          </p:sp>
          <p:sp>
            <p:nvSpPr>
              <p:cNvPr id="397499" name="Rectangle 187"/>
              <p:cNvSpPr>
                <a:spLocks noChangeArrowheads="1"/>
              </p:cNvSpPr>
              <p:nvPr/>
            </p:nvSpPr>
            <p:spPr bwMode="auto">
              <a:xfrm>
                <a:off x="5750" y="2491"/>
                <a:ext cx="8" cy="31"/>
              </a:xfrm>
              <a:prstGeom prst="rect">
                <a:avLst/>
              </a:prstGeom>
              <a:solidFill>
                <a:srgbClr val="000000"/>
              </a:solidFill>
              <a:ln w="9525">
                <a:noFill/>
                <a:miter lim="800000"/>
                <a:headEnd/>
                <a:tailEnd/>
              </a:ln>
            </p:spPr>
            <p:txBody>
              <a:bodyPr/>
              <a:lstStyle/>
              <a:p>
                <a:endParaRPr lang="en-US"/>
              </a:p>
            </p:txBody>
          </p:sp>
          <p:sp>
            <p:nvSpPr>
              <p:cNvPr id="397500" name="Rectangle 188"/>
              <p:cNvSpPr>
                <a:spLocks noChangeArrowheads="1"/>
              </p:cNvSpPr>
              <p:nvPr/>
            </p:nvSpPr>
            <p:spPr bwMode="auto">
              <a:xfrm>
                <a:off x="5750" y="2435"/>
                <a:ext cx="8" cy="32"/>
              </a:xfrm>
              <a:prstGeom prst="rect">
                <a:avLst/>
              </a:prstGeom>
              <a:solidFill>
                <a:srgbClr val="000000"/>
              </a:solidFill>
              <a:ln w="9525">
                <a:noFill/>
                <a:miter lim="800000"/>
                <a:headEnd/>
                <a:tailEnd/>
              </a:ln>
            </p:spPr>
            <p:txBody>
              <a:bodyPr/>
              <a:lstStyle/>
              <a:p>
                <a:endParaRPr lang="en-US"/>
              </a:p>
            </p:txBody>
          </p:sp>
          <p:sp>
            <p:nvSpPr>
              <p:cNvPr id="397501" name="Rectangle 189"/>
              <p:cNvSpPr>
                <a:spLocks noChangeArrowheads="1"/>
              </p:cNvSpPr>
              <p:nvPr/>
            </p:nvSpPr>
            <p:spPr bwMode="auto">
              <a:xfrm>
                <a:off x="5750" y="2380"/>
                <a:ext cx="8" cy="31"/>
              </a:xfrm>
              <a:prstGeom prst="rect">
                <a:avLst/>
              </a:prstGeom>
              <a:solidFill>
                <a:srgbClr val="000000"/>
              </a:solidFill>
              <a:ln w="9525">
                <a:noFill/>
                <a:miter lim="800000"/>
                <a:headEnd/>
                <a:tailEnd/>
              </a:ln>
            </p:spPr>
            <p:txBody>
              <a:bodyPr/>
              <a:lstStyle/>
              <a:p>
                <a:endParaRPr lang="en-US"/>
              </a:p>
            </p:txBody>
          </p:sp>
          <p:sp>
            <p:nvSpPr>
              <p:cNvPr id="397502" name="Rectangle 190"/>
              <p:cNvSpPr>
                <a:spLocks noChangeArrowheads="1"/>
              </p:cNvSpPr>
              <p:nvPr/>
            </p:nvSpPr>
            <p:spPr bwMode="auto">
              <a:xfrm>
                <a:off x="5750" y="2324"/>
                <a:ext cx="8" cy="32"/>
              </a:xfrm>
              <a:prstGeom prst="rect">
                <a:avLst/>
              </a:prstGeom>
              <a:solidFill>
                <a:srgbClr val="000000"/>
              </a:solidFill>
              <a:ln w="9525">
                <a:noFill/>
                <a:miter lim="800000"/>
                <a:headEnd/>
                <a:tailEnd/>
              </a:ln>
            </p:spPr>
            <p:txBody>
              <a:bodyPr/>
              <a:lstStyle/>
              <a:p>
                <a:endParaRPr lang="en-US"/>
              </a:p>
            </p:txBody>
          </p:sp>
          <p:sp>
            <p:nvSpPr>
              <p:cNvPr id="397503" name="Rectangle 191"/>
              <p:cNvSpPr>
                <a:spLocks noChangeArrowheads="1"/>
              </p:cNvSpPr>
              <p:nvPr/>
            </p:nvSpPr>
            <p:spPr bwMode="auto">
              <a:xfrm>
                <a:off x="5750" y="2269"/>
                <a:ext cx="8" cy="31"/>
              </a:xfrm>
              <a:prstGeom prst="rect">
                <a:avLst/>
              </a:prstGeom>
              <a:solidFill>
                <a:srgbClr val="000000"/>
              </a:solidFill>
              <a:ln w="9525">
                <a:noFill/>
                <a:miter lim="800000"/>
                <a:headEnd/>
                <a:tailEnd/>
              </a:ln>
            </p:spPr>
            <p:txBody>
              <a:bodyPr/>
              <a:lstStyle/>
              <a:p>
                <a:endParaRPr lang="en-US"/>
              </a:p>
            </p:txBody>
          </p:sp>
          <p:sp>
            <p:nvSpPr>
              <p:cNvPr id="397504" name="Rectangle 192"/>
              <p:cNvSpPr>
                <a:spLocks noChangeArrowheads="1"/>
              </p:cNvSpPr>
              <p:nvPr/>
            </p:nvSpPr>
            <p:spPr bwMode="auto">
              <a:xfrm>
                <a:off x="5750" y="2213"/>
                <a:ext cx="8" cy="32"/>
              </a:xfrm>
              <a:prstGeom prst="rect">
                <a:avLst/>
              </a:prstGeom>
              <a:solidFill>
                <a:srgbClr val="000000"/>
              </a:solidFill>
              <a:ln w="9525">
                <a:noFill/>
                <a:miter lim="800000"/>
                <a:headEnd/>
                <a:tailEnd/>
              </a:ln>
            </p:spPr>
            <p:txBody>
              <a:bodyPr/>
              <a:lstStyle/>
              <a:p>
                <a:endParaRPr lang="en-US"/>
              </a:p>
            </p:txBody>
          </p:sp>
          <p:sp>
            <p:nvSpPr>
              <p:cNvPr id="397505" name="Rectangle 193"/>
              <p:cNvSpPr>
                <a:spLocks noChangeArrowheads="1"/>
              </p:cNvSpPr>
              <p:nvPr/>
            </p:nvSpPr>
            <p:spPr bwMode="auto">
              <a:xfrm>
                <a:off x="5750" y="2158"/>
                <a:ext cx="8" cy="32"/>
              </a:xfrm>
              <a:prstGeom prst="rect">
                <a:avLst/>
              </a:prstGeom>
              <a:solidFill>
                <a:srgbClr val="000000"/>
              </a:solidFill>
              <a:ln w="9525">
                <a:noFill/>
                <a:miter lim="800000"/>
                <a:headEnd/>
                <a:tailEnd/>
              </a:ln>
            </p:spPr>
            <p:txBody>
              <a:bodyPr/>
              <a:lstStyle/>
              <a:p>
                <a:endParaRPr lang="en-US"/>
              </a:p>
            </p:txBody>
          </p:sp>
          <p:sp>
            <p:nvSpPr>
              <p:cNvPr id="397506" name="Rectangle 194"/>
              <p:cNvSpPr>
                <a:spLocks noChangeArrowheads="1"/>
              </p:cNvSpPr>
              <p:nvPr/>
            </p:nvSpPr>
            <p:spPr bwMode="auto">
              <a:xfrm>
                <a:off x="5750" y="2102"/>
                <a:ext cx="8" cy="32"/>
              </a:xfrm>
              <a:prstGeom prst="rect">
                <a:avLst/>
              </a:prstGeom>
              <a:solidFill>
                <a:srgbClr val="000000"/>
              </a:solidFill>
              <a:ln w="9525">
                <a:noFill/>
                <a:miter lim="800000"/>
                <a:headEnd/>
                <a:tailEnd/>
              </a:ln>
            </p:spPr>
            <p:txBody>
              <a:bodyPr/>
              <a:lstStyle/>
              <a:p>
                <a:endParaRPr lang="en-US"/>
              </a:p>
            </p:txBody>
          </p:sp>
          <p:sp>
            <p:nvSpPr>
              <p:cNvPr id="397507" name="Rectangle 195"/>
              <p:cNvSpPr>
                <a:spLocks noChangeArrowheads="1"/>
              </p:cNvSpPr>
              <p:nvPr/>
            </p:nvSpPr>
            <p:spPr bwMode="auto">
              <a:xfrm>
                <a:off x="5750" y="2047"/>
                <a:ext cx="8" cy="32"/>
              </a:xfrm>
              <a:prstGeom prst="rect">
                <a:avLst/>
              </a:prstGeom>
              <a:solidFill>
                <a:srgbClr val="000000"/>
              </a:solidFill>
              <a:ln w="9525">
                <a:noFill/>
                <a:miter lim="800000"/>
                <a:headEnd/>
                <a:tailEnd/>
              </a:ln>
            </p:spPr>
            <p:txBody>
              <a:bodyPr/>
              <a:lstStyle/>
              <a:p>
                <a:endParaRPr lang="en-US"/>
              </a:p>
            </p:txBody>
          </p:sp>
          <p:sp>
            <p:nvSpPr>
              <p:cNvPr id="397508" name="Rectangle 196"/>
              <p:cNvSpPr>
                <a:spLocks noChangeArrowheads="1"/>
              </p:cNvSpPr>
              <p:nvPr/>
            </p:nvSpPr>
            <p:spPr bwMode="auto">
              <a:xfrm>
                <a:off x="5750" y="1991"/>
                <a:ext cx="8" cy="32"/>
              </a:xfrm>
              <a:prstGeom prst="rect">
                <a:avLst/>
              </a:prstGeom>
              <a:solidFill>
                <a:srgbClr val="000000"/>
              </a:solidFill>
              <a:ln w="9525">
                <a:noFill/>
                <a:miter lim="800000"/>
                <a:headEnd/>
                <a:tailEnd/>
              </a:ln>
            </p:spPr>
            <p:txBody>
              <a:bodyPr/>
              <a:lstStyle/>
              <a:p>
                <a:endParaRPr lang="en-US"/>
              </a:p>
            </p:txBody>
          </p:sp>
          <p:sp>
            <p:nvSpPr>
              <p:cNvPr id="397509" name="Rectangle 197"/>
              <p:cNvSpPr>
                <a:spLocks noChangeArrowheads="1"/>
              </p:cNvSpPr>
              <p:nvPr/>
            </p:nvSpPr>
            <p:spPr bwMode="auto">
              <a:xfrm>
                <a:off x="5750" y="1936"/>
                <a:ext cx="8" cy="32"/>
              </a:xfrm>
              <a:prstGeom prst="rect">
                <a:avLst/>
              </a:prstGeom>
              <a:solidFill>
                <a:srgbClr val="000000"/>
              </a:solidFill>
              <a:ln w="9525">
                <a:noFill/>
                <a:miter lim="800000"/>
                <a:headEnd/>
                <a:tailEnd/>
              </a:ln>
            </p:spPr>
            <p:txBody>
              <a:bodyPr/>
              <a:lstStyle/>
              <a:p>
                <a:endParaRPr lang="en-US"/>
              </a:p>
            </p:txBody>
          </p:sp>
          <p:sp>
            <p:nvSpPr>
              <p:cNvPr id="397510" name="Rectangle 198"/>
              <p:cNvSpPr>
                <a:spLocks noChangeArrowheads="1"/>
              </p:cNvSpPr>
              <p:nvPr/>
            </p:nvSpPr>
            <p:spPr bwMode="auto">
              <a:xfrm>
                <a:off x="5750" y="1881"/>
                <a:ext cx="8" cy="31"/>
              </a:xfrm>
              <a:prstGeom prst="rect">
                <a:avLst/>
              </a:prstGeom>
              <a:solidFill>
                <a:srgbClr val="000000"/>
              </a:solidFill>
              <a:ln w="9525">
                <a:noFill/>
                <a:miter lim="800000"/>
                <a:headEnd/>
                <a:tailEnd/>
              </a:ln>
            </p:spPr>
            <p:txBody>
              <a:bodyPr/>
              <a:lstStyle/>
              <a:p>
                <a:endParaRPr lang="en-US"/>
              </a:p>
            </p:txBody>
          </p:sp>
          <p:sp>
            <p:nvSpPr>
              <p:cNvPr id="397511" name="Rectangle 199"/>
              <p:cNvSpPr>
                <a:spLocks noChangeArrowheads="1"/>
              </p:cNvSpPr>
              <p:nvPr/>
            </p:nvSpPr>
            <p:spPr bwMode="auto">
              <a:xfrm>
                <a:off x="5750" y="1825"/>
                <a:ext cx="8" cy="32"/>
              </a:xfrm>
              <a:prstGeom prst="rect">
                <a:avLst/>
              </a:prstGeom>
              <a:solidFill>
                <a:srgbClr val="000000"/>
              </a:solidFill>
              <a:ln w="9525">
                <a:noFill/>
                <a:miter lim="800000"/>
                <a:headEnd/>
                <a:tailEnd/>
              </a:ln>
            </p:spPr>
            <p:txBody>
              <a:bodyPr/>
              <a:lstStyle/>
              <a:p>
                <a:endParaRPr lang="en-US"/>
              </a:p>
            </p:txBody>
          </p:sp>
          <p:sp>
            <p:nvSpPr>
              <p:cNvPr id="397512" name="Rectangle 200"/>
              <p:cNvSpPr>
                <a:spLocks noChangeArrowheads="1"/>
              </p:cNvSpPr>
              <p:nvPr/>
            </p:nvSpPr>
            <p:spPr bwMode="auto">
              <a:xfrm>
                <a:off x="5750" y="1770"/>
                <a:ext cx="8" cy="31"/>
              </a:xfrm>
              <a:prstGeom prst="rect">
                <a:avLst/>
              </a:prstGeom>
              <a:solidFill>
                <a:srgbClr val="000000"/>
              </a:solidFill>
              <a:ln w="9525">
                <a:noFill/>
                <a:miter lim="800000"/>
                <a:headEnd/>
                <a:tailEnd/>
              </a:ln>
            </p:spPr>
            <p:txBody>
              <a:bodyPr/>
              <a:lstStyle/>
              <a:p>
                <a:endParaRPr lang="en-US"/>
              </a:p>
            </p:txBody>
          </p:sp>
          <p:sp>
            <p:nvSpPr>
              <p:cNvPr id="397513" name="Rectangle 201"/>
              <p:cNvSpPr>
                <a:spLocks noChangeArrowheads="1"/>
              </p:cNvSpPr>
              <p:nvPr/>
            </p:nvSpPr>
            <p:spPr bwMode="auto">
              <a:xfrm>
                <a:off x="5750" y="1714"/>
                <a:ext cx="8" cy="32"/>
              </a:xfrm>
              <a:prstGeom prst="rect">
                <a:avLst/>
              </a:prstGeom>
              <a:solidFill>
                <a:srgbClr val="000000"/>
              </a:solidFill>
              <a:ln w="9525">
                <a:noFill/>
                <a:miter lim="800000"/>
                <a:headEnd/>
                <a:tailEnd/>
              </a:ln>
            </p:spPr>
            <p:txBody>
              <a:bodyPr/>
              <a:lstStyle/>
              <a:p>
                <a:endParaRPr lang="en-US"/>
              </a:p>
            </p:txBody>
          </p:sp>
          <p:sp>
            <p:nvSpPr>
              <p:cNvPr id="397514" name="Rectangle 202"/>
              <p:cNvSpPr>
                <a:spLocks noChangeArrowheads="1"/>
              </p:cNvSpPr>
              <p:nvPr/>
            </p:nvSpPr>
            <p:spPr bwMode="auto">
              <a:xfrm>
                <a:off x="5750" y="1659"/>
                <a:ext cx="8" cy="31"/>
              </a:xfrm>
              <a:prstGeom prst="rect">
                <a:avLst/>
              </a:prstGeom>
              <a:solidFill>
                <a:srgbClr val="000000"/>
              </a:solidFill>
              <a:ln w="9525">
                <a:noFill/>
                <a:miter lim="800000"/>
                <a:headEnd/>
                <a:tailEnd/>
              </a:ln>
            </p:spPr>
            <p:txBody>
              <a:bodyPr/>
              <a:lstStyle/>
              <a:p>
                <a:endParaRPr lang="en-US"/>
              </a:p>
            </p:txBody>
          </p:sp>
          <p:sp>
            <p:nvSpPr>
              <p:cNvPr id="397515" name="Rectangle 203"/>
              <p:cNvSpPr>
                <a:spLocks noChangeArrowheads="1"/>
              </p:cNvSpPr>
              <p:nvPr/>
            </p:nvSpPr>
            <p:spPr bwMode="auto">
              <a:xfrm>
                <a:off x="5750" y="1603"/>
                <a:ext cx="8" cy="32"/>
              </a:xfrm>
              <a:prstGeom prst="rect">
                <a:avLst/>
              </a:prstGeom>
              <a:solidFill>
                <a:srgbClr val="000000"/>
              </a:solidFill>
              <a:ln w="9525">
                <a:noFill/>
                <a:miter lim="800000"/>
                <a:headEnd/>
                <a:tailEnd/>
              </a:ln>
            </p:spPr>
            <p:txBody>
              <a:bodyPr/>
              <a:lstStyle/>
              <a:p>
                <a:endParaRPr lang="en-US"/>
              </a:p>
            </p:txBody>
          </p:sp>
          <p:sp>
            <p:nvSpPr>
              <p:cNvPr id="397516" name="Rectangle 204"/>
              <p:cNvSpPr>
                <a:spLocks noChangeArrowheads="1"/>
              </p:cNvSpPr>
              <p:nvPr/>
            </p:nvSpPr>
            <p:spPr bwMode="auto">
              <a:xfrm>
                <a:off x="5750" y="1548"/>
                <a:ext cx="8" cy="32"/>
              </a:xfrm>
              <a:prstGeom prst="rect">
                <a:avLst/>
              </a:prstGeom>
              <a:solidFill>
                <a:srgbClr val="000000"/>
              </a:solidFill>
              <a:ln w="9525">
                <a:noFill/>
                <a:miter lim="800000"/>
                <a:headEnd/>
                <a:tailEnd/>
              </a:ln>
            </p:spPr>
            <p:txBody>
              <a:bodyPr/>
              <a:lstStyle/>
              <a:p>
                <a:endParaRPr lang="en-US"/>
              </a:p>
            </p:txBody>
          </p:sp>
        </p:grpSp>
        <p:sp>
          <p:nvSpPr>
            <p:cNvPr id="397517" name="Rectangle 205"/>
            <p:cNvSpPr>
              <a:spLocks noChangeArrowheads="1"/>
            </p:cNvSpPr>
            <p:nvPr/>
          </p:nvSpPr>
          <p:spPr bwMode="auto">
            <a:xfrm>
              <a:off x="5750" y="1492"/>
              <a:ext cx="8" cy="32"/>
            </a:xfrm>
            <a:prstGeom prst="rect">
              <a:avLst/>
            </a:prstGeom>
            <a:solidFill>
              <a:srgbClr val="000000"/>
            </a:solidFill>
            <a:ln w="9525">
              <a:noFill/>
              <a:miter lim="800000"/>
              <a:headEnd/>
              <a:tailEnd/>
            </a:ln>
          </p:spPr>
          <p:txBody>
            <a:bodyPr/>
            <a:lstStyle/>
            <a:p>
              <a:endParaRPr lang="en-US"/>
            </a:p>
          </p:txBody>
        </p:sp>
        <p:sp>
          <p:nvSpPr>
            <p:cNvPr id="397518" name="Rectangle 206"/>
            <p:cNvSpPr>
              <a:spLocks noChangeArrowheads="1"/>
            </p:cNvSpPr>
            <p:nvPr/>
          </p:nvSpPr>
          <p:spPr bwMode="auto">
            <a:xfrm>
              <a:off x="5750" y="1437"/>
              <a:ext cx="8" cy="32"/>
            </a:xfrm>
            <a:prstGeom prst="rect">
              <a:avLst/>
            </a:prstGeom>
            <a:solidFill>
              <a:srgbClr val="000000"/>
            </a:solidFill>
            <a:ln w="9525">
              <a:noFill/>
              <a:miter lim="800000"/>
              <a:headEnd/>
              <a:tailEnd/>
            </a:ln>
          </p:spPr>
          <p:txBody>
            <a:bodyPr/>
            <a:lstStyle/>
            <a:p>
              <a:endParaRPr lang="en-US"/>
            </a:p>
          </p:txBody>
        </p:sp>
        <p:sp>
          <p:nvSpPr>
            <p:cNvPr id="397519" name="Rectangle 207"/>
            <p:cNvSpPr>
              <a:spLocks noChangeArrowheads="1"/>
            </p:cNvSpPr>
            <p:nvPr/>
          </p:nvSpPr>
          <p:spPr bwMode="auto">
            <a:xfrm>
              <a:off x="5750" y="1382"/>
              <a:ext cx="8" cy="31"/>
            </a:xfrm>
            <a:prstGeom prst="rect">
              <a:avLst/>
            </a:prstGeom>
            <a:solidFill>
              <a:srgbClr val="000000"/>
            </a:solidFill>
            <a:ln w="9525">
              <a:noFill/>
              <a:miter lim="800000"/>
              <a:headEnd/>
              <a:tailEnd/>
            </a:ln>
          </p:spPr>
          <p:txBody>
            <a:bodyPr/>
            <a:lstStyle/>
            <a:p>
              <a:endParaRPr lang="en-US"/>
            </a:p>
          </p:txBody>
        </p:sp>
        <p:sp>
          <p:nvSpPr>
            <p:cNvPr id="397520" name="Rectangle 208"/>
            <p:cNvSpPr>
              <a:spLocks noChangeArrowheads="1"/>
            </p:cNvSpPr>
            <p:nvPr/>
          </p:nvSpPr>
          <p:spPr bwMode="auto">
            <a:xfrm>
              <a:off x="5750" y="1326"/>
              <a:ext cx="8" cy="32"/>
            </a:xfrm>
            <a:prstGeom prst="rect">
              <a:avLst/>
            </a:prstGeom>
            <a:solidFill>
              <a:srgbClr val="000000"/>
            </a:solidFill>
            <a:ln w="9525">
              <a:noFill/>
              <a:miter lim="800000"/>
              <a:headEnd/>
              <a:tailEnd/>
            </a:ln>
          </p:spPr>
          <p:txBody>
            <a:bodyPr/>
            <a:lstStyle/>
            <a:p>
              <a:endParaRPr lang="en-US"/>
            </a:p>
          </p:txBody>
        </p:sp>
        <p:sp>
          <p:nvSpPr>
            <p:cNvPr id="397521" name="Rectangle 209"/>
            <p:cNvSpPr>
              <a:spLocks noChangeArrowheads="1"/>
            </p:cNvSpPr>
            <p:nvPr/>
          </p:nvSpPr>
          <p:spPr bwMode="auto">
            <a:xfrm>
              <a:off x="5750" y="1271"/>
              <a:ext cx="8" cy="31"/>
            </a:xfrm>
            <a:prstGeom prst="rect">
              <a:avLst/>
            </a:prstGeom>
            <a:solidFill>
              <a:srgbClr val="000000"/>
            </a:solidFill>
            <a:ln w="9525">
              <a:noFill/>
              <a:miter lim="800000"/>
              <a:headEnd/>
              <a:tailEnd/>
            </a:ln>
          </p:spPr>
          <p:txBody>
            <a:bodyPr/>
            <a:lstStyle/>
            <a:p>
              <a:endParaRPr lang="en-US"/>
            </a:p>
          </p:txBody>
        </p:sp>
        <p:sp>
          <p:nvSpPr>
            <p:cNvPr id="397522" name="Rectangle 210"/>
            <p:cNvSpPr>
              <a:spLocks noChangeArrowheads="1"/>
            </p:cNvSpPr>
            <p:nvPr/>
          </p:nvSpPr>
          <p:spPr bwMode="auto">
            <a:xfrm>
              <a:off x="5750" y="1215"/>
              <a:ext cx="8" cy="32"/>
            </a:xfrm>
            <a:prstGeom prst="rect">
              <a:avLst/>
            </a:prstGeom>
            <a:solidFill>
              <a:srgbClr val="000000"/>
            </a:solidFill>
            <a:ln w="9525">
              <a:noFill/>
              <a:miter lim="800000"/>
              <a:headEnd/>
              <a:tailEnd/>
            </a:ln>
          </p:spPr>
          <p:txBody>
            <a:bodyPr/>
            <a:lstStyle/>
            <a:p>
              <a:endParaRPr lang="en-US"/>
            </a:p>
          </p:txBody>
        </p:sp>
        <p:sp>
          <p:nvSpPr>
            <p:cNvPr id="397523" name="Rectangle 211"/>
            <p:cNvSpPr>
              <a:spLocks noChangeArrowheads="1"/>
            </p:cNvSpPr>
            <p:nvPr/>
          </p:nvSpPr>
          <p:spPr bwMode="auto">
            <a:xfrm>
              <a:off x="5750" y="1160"/>
              <a:ext cx="8" cy="31"/>
            </a:xfrm>
            <a:prstGeom prst="rect">
              <a:avLst/>
            </a:prstGeom>
            <a:solidFill>
              <a:srgbClr val="000000"/>
            </a:solidFill>
            <a:ln w="9525">
              <a:noFill/>
              <a:miter lim="800000"/>
              <a:headEnd/>
              <a:tailEnd/>
            </a:ln>
          </p:spPr>
          <p:txBody>
            <a:bodyPr/>
            <a:lstStyle/>
            <a:p>
              <a:endParaRPr lang="en-US"/>
            </a:p>
          </p:txBody>
        </p:sp>
        <p:sp>
          <p:nvSpPr>
            <p:cNvPr id="397524" name="Rectangle 212"/>
            <p:cNvSpPr>
              <a:spLocks noChangeArrowheads="1"/>
            </p:cNvSpPr>
            <p:nvPr/>
          </p:nvSpPr>
          <p:spPr bwMode="auto">
            <a:xfrm>
              <a:off x="5750" y="1104"/>
              <a:ext cx="8" cy="32"/>
            </a:xfrm>
            <a:prstGeom prst="rect">
              <a:avLst/>
            </a:prstGeom>
            <a:solidFill>
              <a:srgbClr val="000000"/>
            </a:solidFill>
            <a:ln w="9525">
              <a:noFill/>
              <a:miter lim="800000"/>
              <a:headEnd/>
              <a:tailEnd/>
            </a:ln>
          </p:spPr>
          <p:txBody>
            <a:bodyPr/>
            <a:lstStyle/>
            <a:p>
              <a:endParaRPr lang="en-US"/>
            </a:p>
          </p:txBody>
        </p:sp>
        <p:sp>
          <p:nvSpPr>
            <p:cNvPr id="397525" name="Rectangle 213"/>
            <p:cNvSpPr>
              <a:spLocks noChangeArrowheads="1"/>
            </p:cNvSpPr>
            <p:nvPr/>
          </p:nvSpPr>
          <p:spPr bwMode="auto">
            <a:xfrm>
              <a:off x="5750" y="1049"/>
              <a:ext cx="8" cy="32"/>
            </a:xfrm>
            <a:prstGeom prst="rect">
              <a:avLst/>
            </a:prstGeom>
            <a:solidFill>
              <a:srgbClr val="000000"/>
            </a:solidFill>
            <a:ln w="9525">
              <a:noFill/>
              <a:miter lim="800000"/>
              <a:headEnd/>
              <a:tailEnd/>
            </a:ln>
          </p:spPr>
          <p:txBody>
            <a:bodyPr/>
            <a:lstStyle/>
            <a:p>
              <a:endParaRPr lang="en-US"/>
            </a:p>
          </p:txBody>
        </p:sp>
        <p:sp>
          <p:nvSpPr>
            <p:cNvPr id="397526" name="Rectangle 214"/>
            <p:cNvSpPr>
              <a:spLocks noChangeArrowheads="1"/>
            </p:cNvSpPr>
            <p:nvPr/>
          </p:nvSpPr>
          <p:spPr bwMode="auto">
            <a:xfrm>
              <a:off x="5750" y="993"/>
              <a:ext cx="8" cy="32"/>
            </a:xfrm>
            <a:prstGeom prst="rect">
              <a:avLst/>
            </a:prstGeom>
            <a:solidFill>
              <a:srgbClr val="000000"/>
            </a:solidFill>
            <a:ln w="9525">
              <a:noFill/>
              <a:miter lim="800000"/>
              <a:headEnd/>
              <a:tailEnd/>
            </a:ln>
          </p:spPr>
          <p:txBody>
            <a:bodyPr/>
            <a:lstStyle/>
            <a:p>
              <a:endParaRPr lang="en-US"/>
            </a:p>
          </p:txBody>
        </p:sp>
        <p:sp>
          <p:nvSpPr>
            <p:cNvPr id="397527" name="Rectangle 215"/>
            <p:cNvSpPr>
              <a:spLocks noChangeArrowheads="1"/>
            </p:cNvSpPr>
            <p:nvPr/>
          </p:nvSpPr>
          <p:spPr bwMode="auto">
            <a:xfrm>
              <a:off x="5750" y="938"/>
              <a:ext cx="8" cy="32"/>
            </a:xfrm>
            <a:prstGeom prst="rect">
              <a:avLst/>
            </a:prstGeom>
            <a:solidFill>
              <a:srgbClr val="000000"/>
            </a:solidFill>
            <a:ln w="9525">
              <a:noFill/>
              <a:miter lim="800000"/>
              <a:headEnd/>
              <a:tailEnd/>
            </a:ln>
          </p:spPr>
          <p:txBody>
            <a:bodyPr/>
            <a:lstStyle/>
            <a:p>
              <a:endParaRPr lang="en-US"/>
            </a:p>
          </p:txBody>
        </p:sp>
        <p:sp>
          <p:nvSpPr>
            <p:cNvPr id="397528" name="Rectangle 216"/>
            <p:cNvSpPr>
              <a:spLocks noChangeArrowheads="1"/>
            </p:cNvSpPr>
            <p:nvPr/>
          </p:nvSpPr>
          <p:spPr bwMode="auto">
            <a:xfrm>
              <a:off x="5721" y="910"/>
              <a:ext cx="33" cy="8"/>
            </a:xfrm>
            <a:prstGeom prst="rect">
              <a:avLst/>
            </a:prstGeom>
            <a:solidFill>
              <a:srgbClr val="000000"/>
            </a:solidFill>
            <a:ln w="9525">
              <a:noFill/>
              <a:miter lim="800000"/>
              <a:headEnd/>
              <a:tailEnd/>
            </a:ln>
          </p:spPr>
          <p:txBody>
            <a:bodyPr/>
            <a:lstStyle/>
            <a:p>
              <a:endParaRPr lang="en-US"/>
            </a:p>
          </p:txBody>
        </p:sp>
        <p:sp>
          <p:nvSpPr>
            <p:cNvPr id="397529" name="Rectangle 217"/>
            <p:cNvSpPr>
              <a:spLocks noChangeArrowheads="1"/>
            </p:cNvSpPr>
            <p:nvPr/>
          </p:nvSpPr>
          <p:spPr bwMode="auto">
            <a:xfrm>
              <a:off x="5663" y="910"/>
              <a:ext cx="33" cy="8"/>
            </a:xfrm>
            <a:prstGeom prst="rect">
              <a:avLst/>
            </a:prstGeom>
            <a:solidFill>
              <a:srgbClr val="000000"/>
            </a:solidFill>
            <a:ln w="9525">
              <a:noFill/>
              <a:miter lim="800000"/>
              <a:headEnd/>
              <a:tailEnd/>
            </a:ln>
          </p:spPr>
          <p:txBody>
            <a:bodyPr/>
            <a:lstStyle/>
            <a:p>
              <a:endParaRPr lang="en-US"/>
            </a:p>
          </p:txBody>
        </p:sp>
        <p:sp>
          <p:nvSpPr>
            <p:cNvPr id="397530" name="Rectangle 218"/>
            <p:cNvSpPr>
              <a:spLocks noChangeArrowheads="1"/>
            </p:cNvSpPr>
            <p:nvPr/>
          </p:nvSpPr>
          <p:spPr bwMode="auto">
            <a:xfrm>
              <a:off x="5605" y="910"/>
              <a:ext cx="33" cy="8"/>
            </a:xfrm>
            <a:prstGeom prst="rect">
              <a:avLst/>
            </a:prstGeom>
            <a:solidFill>
              <a:srgbClr val="000000"/>
            </a:solidFill>
            <a:ln w="9525">
              <a:noFill/>
              <a:miter lim="800000"/>
              <a:headEnd/>
              <a:tailEnd/>
            </a:ln>
          </p:spPr>
          <p:txBody>
            <a:bodyPr/>
            <a:lstStyle/>
            <a:p>
              <a:endParaRPr lang="en-US"/>
            </a:p>
          </p:txBody>
        </p:sp>
        <p:sp>
          <p:nvSpPr>
            <p:cNvPr id="397531" name="Rectangle 219"/>
            <p:cNvSpPr>
              <a:spLocks noChangeArrowheads="1"/>
            </p:cNvSpPr>
            <p:nvPr/>
          </p:nvSpPr>
          <p:spPr bwMode="auto">
            <a:xfrm>
              <a:off x="5547" y="910"/>
              <a:ext cx="33" cy="8"/>
            </a:xfrm>
            <a:prstGeom prst="rect">
              <a:avLst/>
            </a:prstGeom>
            <a:solidFill>
              <a:srgbClr val="000000"/>
            </a:solidFill>
            <a:ln w="9525">
              <a:noFill/>
              <a:miter lim="800000"/>
              <a:headEnd/>
              <a:tailEnd/>
            </a:ln>
          </p:spPr>
          <p:txBody>
            <a:bodyPr/>
            <a:lstStyle/>
            <a:p>
              <a:endParaRPr lang="en-US"/>
            </a:p>
          </p:txBody>
        </p:sp>
        <p:sp>
          <p:nvSpPr>
            <p:cNvPr id="397532" name="Rectangle 220"/>
            <p:cNvSpPr>
              <a:spLocks noChangeArrowheads="1"/>
            </p:cNvSpPr>
            <p:nvPr/>
          </p:nvSpPr>
          <p:spPr bwMode="auto">
            <a:xfrm>
              <a:off x="5489" y="910"/>
              <a:ext cx="33" cy="8"/>
            </a:xfrm>
            <a:prstGeom prst="rect">
              <a:avLst/>
            </a:prstGeom>
            <a:solidFill>
              <a:srgbClr val="000000"/>
            </a:solidFill>
            <a:ln w="9525">
              <a:noFill/>
              <a:miter lim="800000"/>
              <a:headEnd/>
              <a:tailEnd/>
            </a:ln>
          </p:spPr>
          <p:txBody>
            <a:bodyPr/>
            <a:lstStyle/>
            <a:p>
              <a:endParaRPr lang="en-US"/>
            </a:p>
          </p:txBody>
        </p:sp>
        <p:sp>
          <p:nvSpPr>
            <p:cNvPr id="397533" name="Rectangle 221"/>
            <p:cNvSpPr>
              <a:spLocks noChangeArrowheads="1"/>
            </p:cNvSpPr>
            <p:nvPr/>
          </p:nvSpPr>
          <p:spPr bwMode="auto">
            <a:xfrm>
              <a:off x="5431" y="910"/>
              <a:ext cx="33" cy="8"/>
            </a:xfrm>
            <a:prstGeom prst="rect">
              <a:avLst/>
            </a:prstGeom>
            <a:solidFill>
              <a:srgbClr val="000000"/>
            </a:solidFill>
            <a:ln w="9525">
              <a:noFill/>
              <a:miter lim="800000"/>
              <a:headEnd/>
              <a:tailEnd/>
            </a:ln>
          </p:spPr>
          <p:txBody>
            <a:bodyPr/>
            <a:lstStyle/>
            <a:p>
              <a:endParaRPr lang="en-US"/>
            </a:p>
          </p:txBody>
        </p:sp>
        <p:sp>
          <p:nvSpPr>
            <p:cNvPr id="397534" name="Rectangle 222"/>
            <p:cNvSpPr>
              <a:spLocks noChangeArrowheads="1"/>
            </p:cNvSpPr>
            <p:nvPr/>
          </p:nvSpPr>
          <p:spPr bwMode="auto">
            <a:xfrm>
              <a:off x="5373" y="910"/>
              <a:ext cx="33" cy="8"/>
            </a:xfrm>
            <a:prstGeom prst="rect">
              <a:avLst/>
            </a:prstGeom>
            <a:solidFill>
              <a:srgbClr val="000000"/>
            </a:solidFill>
            <a:ln w="9525">
              <a:noFill/>
              <a:miter lim="800000"/>
              <a:headEnd/>
              <a:tailEnd/>
            </a:ln>
          </p:spPr>
          <p:txBody>
            <a:bodyPr/>
            <a:lstStyle/>
            <a:p>
              <a:endParaRPr lang="en-US"/>
            </a:p>
          </p:txBody>
        </p:sp>
        <p:sp>
          <p:nvSpPr>
            <p:cNvPr id="397535" name="Rectangle 223"/>
            <p:cNvSpPr>
              <a:spLocks noChangeArrowheads="1"/>
            </p:cNvSpPr>
            <p:nvPr/>
          </p:nvSpPr>
          <p:spPr bwMode="auto">
            <a:xfrm>
              <a:off x="5315" y="910"/>
              <a:ext cx="33" cy="8"/>
            </a:xfrm>
            <a:prstGeom prst="rect">
              <a:avLst/>
            </a:prstGeom>
            <a:solidFill>
              <a:srgbClr val="000000"/>
            </a:solidFill>
            <a:ln w="9525">
              <a:noFill/>
              <a:miter lim="800000"/>
              <a:headEnd/>
              <a:tailEnd/>
            </a:ln>
          </p:spPr>
          <p:txBody>
            <a:bodyPr/>
            <a:lstStyle/>
            <a:p>
              <a:endParaRPr lang="en-US"/>
            </a:p>
          </p:txBody>
        </p:sp>
        <p:sp>
          <p:nvSpPr>
            <p:cNvPr id="397536" name="Rectangle 224"/>
            <p:cNvSpPr>
              <a:spLocks noChangeArrowheads="1"/>
            </p:cNvSpPr>
            <p:nvPr/>
          </p:nvSpPr>
          <p:spPr bwMode="auto">
            <a:xfrm>
              <a:off x="5257" y="910"/>
              <a:ext cx="33" cy="8"/>
            </a:xfrm>
            <a:prstGeom prst="rect">
              <a:avLst/>
            </a:prstGeom>
            <a:solidFill>
              <a:srgbClr val="000000"/>
            </a:solidFill>
            <a:ln w="9525">
              <a:noFill/>
              <a:miter lim="800000"/>
              <a:headEnd/>
              <a:tailEnd/>
            </a:ln>
          </p:spPr>
          <p:txBody>
            <a:bodyPr/>
            <a:lstStyle/>
            <a:p>
              <a:endParaRPr lang="en-US"/>
            </a:p>
          </p:txBody>
        </p:sp>
        <p:sp>
          <p:nvSpPr>
            <p:cNvPr id="397537" name="Rectangle 225"/>
            <p:cNvSpPr>
              <a:spLocks noChangeArrowheads="1"/>
            </p:cNvSpPr>
            <p:nvPr/>
          </p:nvSpPr>
          <p:spPr bwMode="auto">
            <a:xfrm>
              <a:off x="5199" y="910"/>
              <a:ext cx="34" cy="8"/>
            </a:xfrm>
            <a:prstGeom prst="rect">
              <a:avLst/>
            </a:prstGeom>
            <a:solidFill>
              <a:srgbClr val="000000"/>
            </a:solidFill>
            <a:ln w="9525">
              <a:noFill/>
              <a:miter lim="800000"/>
              <a:headEnd/>
              <a:tailEnd/>
            </a:ln>
          </p:spPr>
          <p:txBody>
            <a:bodyPr/>
            <a:lstStyle/>
            <a:p>
              <a:endParaRPr lang="en-US"/>
            </a:p>
          </p:txBody>
        </p:sp>
        <p:sp>
          <p:nvSpPr>
            <p:cNvPr id="397538" name="Rectangle 226"/>
            <p:cNvSpPr>
              <a:spLocks noChangeArrowheads="1"/>
            </p:cNvSpPr>
            <p:nvPr/>
          </p:nvSpPr>
          <p:spPr bwMode="auto">
            <a:xfrm>
              <a:off x="5141" y="910"/>
              <a:ext cx="34" cy="8"/>
            </a:xfrm>
            <a:prstGeom prst="rect">
              <a:avLst/>
            </a:prstGeom>
            <a:solidFill>
              <a:srgbClr val="000000"/>
            </a:solidFill>
            <a:ln w="9525">
              <a:noFill/>
              <a:miter lim="800000"/>
              <a:headEnd/>
              <a:tailEnd/>
            </a:ln>
          </p:spPr>
          <p:txBody>
            <a:bodyPr/>
            <a:lstStyle/>
            <a:p>
              <a:endParaRPr lang="en-US"/>
            </a:p>
          </p:txBody>
        </p:sp>
        <p:sp>
          <p:nvSpPr>
            <p:cNvPr id="397539" name="Rectangle 227"/>
            <p:cNvSpPr>
              <a:spLocks noChangeArrowheads="1"/>
            </p:cNvSpPr>
            <p:nvPr/>
          </p:nvSpPr>
          <p:spPr bwMode="auto">
            <a:xfrm>
              <a:off x="5084" y="910"/>
              <a:ext cx="33" cy="8"/>
            </a:xfrm>
            <a:prstGeom prst="rect">
              <a:avLst/>
            </a:prstGeom>
            <a:solidFill>
              <a:srgbClr val="000000"/>
            </a:solidFill>
            <a:ln w="9525">
              <a:noFill/>
              <a:miter lim="800000"/>
              <a:headEnd/>
              <a:tailEnd/>
            </a:ln>
          </p:spPr>
          <p:txBody>
            <a:bodyPr/>
            <a:lstStyle/>
            <a:p>
              <a:endParaRPr lang="en-US"/>
            </a:p>
          </p:txBody>
        </p:sp>
        <p:sp>
          <p:nvSpPr>
            <p:cNvPr id="397540" name="Rectangle 228"/>
            <p:cNvSpPr>
              <a:spLocks noChangeArrowheads="1"/>
            </p:cNvSpPr>
            <p:nvPr/>
          </p:nvSpPr>
          <p:spPr bwMode="auto">
            <a:xfrm>
              <a:off x="5026" y="910"/>
              <a:ext cx="33" cy="8"/>
            </a:xfrm>
            <a:prstGeom prst="rect">
              <a:avLst/>
            </a:prstGeom>
            <a:solidFill>
              <a:srgbClr val="000000"/>
            </a:solidFill>
            <a:ln w="9525">
              <a:noFill/>
              <a:miter lim="800000"/>
              <a:headEnd/>
              <a:tailEnd/>
            </a:ln>
          </p:spPr>
          <p:txBody>
            <a:bodyPr/>
            <a:lstStyle/>
            <a:p>
              <a:endParaRPr lang="en-US"/>
            </a:p>
          </p:txBody>
        </p:sp>
        <p:sp>
          <p:nvSpPr>
            <p:cNvPr id="397541" name="Rectangle 229"/>
            <p:cNvSpPr>
              <a:spLocks noChangeArrowheads="1"/>
            </p:cNvSpPr>
            <p:nvPr/>
          </p:nvSpPr>
          <p:spPr bwMode="auto">
            <a:xfrm>
              <a:off x="4968" y="910"/>
              <a:ext cx="33" cy="8"/>
            </a:xfrm>
            <a:prstGeom prst="rect">
              <a:avLst/>
            </a:prstGeom>
            <a:solidFill>
              <a:srgbClr val="000000"/>
            </a:solidFill>
            <a:ln w="9525">
              <a:noFill/>
              <a:miter lim="800000"/>
              <a:headEnd/>
              <a:tailEnd/>
            </a:ln>
          </p:spPr>
          <p:txBody>
            <a:bodyPr/>
            <a:lstStyle/>
            <a:p>
              <a:endParaRPr lang="en-US"/>
            </a:p>
          </p:txBody>
        </p:sp>
        <p:sp>
          <p:nvSpPr>
            <p:cNvPr id="397542" name="Rectangle 230"/>
            <p:cNvSpPr>
              <a:spLocks noChangeArrowheads="1"/>
            </p:cNvSpPr>
            <p:nvPr/>
          </p:nvSpPr>
          <p:spPr bwMode="auto">
            <a:xfrm>
              <a:off x="4910" y="910"/>
              <a:ext cx="33" cy="8"/>
            </a:xfrm>
            <a:prstGeom prst="rect">
              <a:avLst/>
            </a:prstGeom>
            <a:solidFill>
              <a:srgbClr val="000000"/>
            </a:solidFill>
            <a:ln w="9525">
              <a:noFill/>
              <a:miter lim="800000"/>
              <a:headEnd/>
              <a:tailEnd/>
            </a:ln>
          </p:spPr>
          <p:txBody>
            <a:bodyPr/>
            <a:lstStyle/>
            <a:p>
              <a:endParaRPr lang="en-US"/>
            </a:p>
          </p:txBody>
        </p:sp>
        <p:sp>
          <p:nvSpPr>
            <p:cNvPr id="397543" name="Rectangle 231"/>
            <p:cNvSpPr>
              <a:spLocks noChangeArrowheads="1"/>
            </p:cNvSpPr>
            <p:nvPr/>
          </p:nvSpPr>
          <p:spPr bwMode="auto">
            <a:xfrm>
              <a:off x="4852" y="910"/>
              <a:ext cx="33" cy="8"/>
            </a:xfrm>
            <a:prstGeom prst="rect">
              <a:avLst/>
            </a:prstGeom>
            <a:solidFill>
              <a:srgbClr val="000000"/>
            </a:solidFill>
            <a:ln w="9525">
              <a:noFill/>
              <a:miter lim="800000"/>
              <a:headEnd/>
              <a:tailEnd/>
            </a:ln>
          </p:spPr>
          <p:txBody>
            <a:bodyPr/>
            <a:lstStyle/>
            <a:p>
              <a:endParaRPr lang="en-US"/>
            </a:p>
          </p:txBody>
        </p:sp>
        <p:sp>
          <p:nvSpPr>
            <p:cNvPr id="397544" name="Rectangle 232"/>
            <p:cNvSpPr>
              <a:spLocks noChangeArrowheads="1"/>
            </p:cNvSpPr>
            <p:nvPr/>
          </p:nvSpPr>
          <p:spPr bwMode="auto">
            <a:xfrm>
              <a:off x="4794" y="910"/>
              <a:ext cx="33" cy="8"/>
            </a:xfrm>
            <a:prstGeom prst="rect">
              <a:avLst/>
            </a:prstGeom>
            <a:solidFill>
              <a:srgbClr val="000000"/>
            </a:solidFill>
            <a:ln w="9525">
              <a:noFill/>
              <a:miter lim="800000"/>
              <a:headEnd/>
              <a:tailEnd/>
            </a:ln>
          </p:spPr>
          <p:txBody>
            <a:bodyPr/>
            <a:lstStyle/>
            <a:p>
              <a:endParaRPr lang="en-US"/>
            </a:p>
          </p:txBody>
        </p:sp>
        <p:sp>
          <p:nvSpPr>
            <p:cNvPr id="397545" name="Rectangle 233"/>
            <p:cNvSpPr>
              <a:spLocks noChangeArrowheads="1"/>
            </p:cNvSpPr>
            <p:nvPr/>
          </p:nvSpPr>
          <p:spPr bwMode="auto">
            <a:xfrm>
              <a:off x="4736" y="910"/>
              <a:ext cx="33" cy="8"/>
            </a:xfrm>
            <a:prstGeom prst="rect">
              <a:avLst/>
            </a:prstGeom>
            <a:solidFill>
              <a:srgbClr val="000000"/>
            </a:solidFill>
            <a:ln w="9525">
              <a:noFill/>
              <a:miter lim="800000"/>
              <a:headEnd/>
              <a:tailEnd/>
            </a:ln>
          </p:spPr>
          <p:txBody>
            <a:bodyPr/>
            <a:lstStyle/>
            <a:p>
              <a:endParaRPr lang="en-US"/>
            </a:p>
          </p:txBody>
        </p:sp>
        <p:sp>
          <p:nvSpPr>
            <p:cNvPr id="397546" name="Rectangle 234"/>
            <p:cNvSpPr>
              <a:spLocks noChangeArrowheads="1"/>
            </p:cNvSpPr>
            <p:nvPr/>
          </p:nvSpPr>
          <p:spPr bwMode="auto">
            <a:xfrm>
              <a:off x="4678" y="910"/>
              <a:ext cx="33" cy="8"/>
            </a:xfrm>
            <a:prstGeom prst="rect">
              <a:avLst/>
            </a:prstGeom>
            <a:solidFill>
              <a:srgbClr val="000000"/>
            </a:solidFill>
            <a:ln w="9525">
              <a:noFill/>
              <a:miter lim="800000"/>
              <a:headEnd/>
              <a:tailEnd/>
            </a:ln>
          </p:spPr>
          <p:txBody>
            <a:bodyPr/>
            <a:lstStyle/>
            <a:p>
              <a:endParaRPr lang="en-US"/>
            </a:p>
          </p:txBody>
        </p:sp>
        <p:sp>
          <p:nvSpPr>
            <p:cNvPr id="397547" name="Rectangle 235"/>
            <p:cNvSpPr>
              <a:spLocks noChangeArrowheads="1"/>
            </p:cNvSpPr>
            <p:nvPr/>
          </p:nvSpPr>
          <p:spPr bwMode="auto">
            <a:xfrm>
              <a:off x="4620" y="910"/>
              <a:ext cx="33" cy="8"/>
            </a:xfrm>
            <a:prstGeom prst="rect">
              <a:avLst/>
            </a:prstGeom>
            <a:solidFill>
              <a:srgbClr val="000000"/>
            </a:solidFill>
            <a:ln w="9525">
              <a:noFill/>
              <a:miter lim="800000"/>
              <a:headEnd/>
              <a:tailEnd/>
            </a:ln>
          </p:spPr>
          <p:txBody>
            <a:bodyPr/>
            <a:lstStyle/>
            <a:p>
              <a:endParaRPr lang="en-US"/>
            </a:p>
          </p:txBody>
        </p:sp>
        <p:sp>
          <p:nvSpPr>
            <p:cNvPr id="397548" name="Rectangle 236"/>
            <p:cNvSpPr>
              <a:spLocks noChangeArrowheads="1"/>
            </p:cNvSpPr>
            <p:nvPr/>
          </p:nvSpPr>
          <p:spPr bwMode="auto">
            <a:xfrm>
              <a:off x="4562" y="910"/>
              <a:ext cx="33" cy="8"/>
            </a:xfrm>
            <a:prstGeom prst="rect">
              <a:avLst/>
            </a:prstGeom>
            <a:solidFill>
              <a:srgbClr val="000000"/>
            </a:solidFill>
            <a:ln w="9525">
              <a:noFill/>
              <a:miter lim="800000"/>
              <a:headEnd/>
              <a:tailEnd/>
            </a:ln>
          </p:spPr>
          <p:txBody>
            <a:bodyPr/>
            <a:lstStyle/>
            <a:p>
              <a:endParaRPr lang="en-US"/>
            </a:p>
          </p:txBody>
        </p:sp>
        <p:sp>
          <p:nvSpPr>
            <p:cNvPr id="397549" name="Rectangle 237"/>
            <p:cNvSpPr>
              <a:spLocks noChangeArrowheads="1"/>
            </p:cNvSpPr>
            <p:nvPr/>
          </p:nvSpPr>
          <p:spPr bwMode="auto">
            <a:xfrm>
              <a:off x="4504" y="910"/>
              <a:ext cx="33" cy="8"/>
            </a:xfrm>
            <a:prstGeom prst="rect">
              <a:avLst/>
            </a:prstGeom>
            <a:solidFill>
              <a:srgbClr val="000000"/>
            </a:solidFill>
            <a:ln w="9525">
              <a:noFill/>
              <a:miter lim="800000"/>
              <a:headEnd/>
              <a:tailEnd/>
            </a:ln>
          </p:spPr>
          <p:txBody>
            <a:bodyPr/>
            <a:lstStyle/>
            <a:p>
              <a:endParaRPr lang="en-US"/>
            </a:p>
          </p:txBody>
        </p:sp>
        <p:sp>
          <p:nvSpPr>
            <p:cNvPr id="397550" name="Rectangle 238"/>
            <p:cNvSpPr>
              <a:spLocks noChangeArrowheads="1"/>
            </p:cNvSpPr>
            <p:nvPr/>
          </p:nvSpPr>
          <p:spPr bwMode="auto">
            <a:xfrm>
              <a:off x="4446" y="910"/>
              <a:ext cx="34" cy="8"/>
            </a:xfrm>
            <a:prstGeom prst="rect">
              <a:avLst/>
            </a:prstGeom>
            <a:solidFill>
              <a:srgbClr val="000000"/>
            </a:solidFill>
            <a:ln w="9525">
              <a:noFill/>
              <a:miter lim="800000"/>
              <a:headEnd/>
              <a:tailEnd/>
            </a:ln>
          </p:spPr>
          <p:txBody>
            <a:bodyPr/>
            <a:lstStyle/>
            <a:p>
              <a:endParaRPr lang="en-US"/>
            </a:p>
          </p:txBody>
        </p:sp>
        <p:sp>
          <p:nvSpPr>
            <p:cNvPr id="397551" name="Rectangle 239"/>
            <p:cNvSpPr>
              <a:spLocks noChangeArrowheads="1"/>
            </p:cNvSpPr>
            <p:nvPr/>
          </p:nvSpPr>
          <p:spPr bwMode="auto">
            <a:xfrm>
              <a:off x="4389" y="910"/>
              <a:ext cx="33" cy="8"/>
            </a:xfrm>
            <a:prstGeom prst="rect">
              <a:avLst/>
            </a:prstGeom>
            <a:solidFill>
              <a:srgbClr val="000000"/>
            </a:solidFill>
            <a:ln w="9525">
              <a:noFill/>
              <a:miter lim="800000"/>
              <a:headEnd/>
              <a:tailEnd/>
            </a:ln>
          </p:spPr>
          <p:txBody>
            <a:bodyPr/>
            <a:lstStyle/>
            <a:p>
              <a:endParaRPr lang="en-US"/>
            </a:p>
          </p:txBody>
        </p:sp>
        <p:sp>
          <p:nvSpPr>
            <p:cNvPr id="397552" name="Rectangle 240"/>
            <p:cNvSpPr>
              <a:spLocks noChangeArrowheads="1"/>
            </p:cNvSpPr>
            <p:nvPr/>
          </p:nvSpPr>
          <p:spPr bwMode="auto">
            <a:xfrm>
              <a:off x="4331" y="910"/>
              <a:ext cx="33" cy="8"/>
            </a:xfrm>
            <a:prstGeom prst="rect">
              <a:avLst/>
            </a:prstGeom>
            <a:solidFill>
              <a:srgbClr val="000000"/>
            </a:solidFill>
            <a:ln w="9525">
              <a:noFill/>
              <a:miter lim="800000"/>
              <a:headEnd/>
              <a:tailEnd/>
            </a:ln>
          </p:spPr>
          <p:txBody>
            <a:bodyPr/>
            <a:lstStyle/>
            <a:p>
              <a:endParaRPr lang="en-US"/>
            </a:p>
          </p:txBody>
        </p:sp>
        <p:sp>
          <p:nvSpPr>
            <p:cNvPr id="397553" name="Rectangle 241"/>
            <p:cNvSpPr>
              <a:spLocks noChangeArrowheads="1"/>
            </p:cNvSpPr>
            <p:nvPr/>
          </p:nvSpPr>
          <p:spPr bwMode="auto">
            <a:xfrm>
              <a:off x="4273" y="910"/>
              <a:ext cx="33" cy="8"/>
            </a:xfrm>
            <a:prstGeom prst="rect">
              <a:avLst/>
            </a:prstGeom>
            <a:solidFill>
              <a:srgbClr val="000000"/>
            </a:solidFill>
            <a:ln w="9525">
              <a:noFill/>
              <a:miter lim="800000"/>
              <a:headEnd/>
              <a:tailEnd/>
            </a:ln>
          </p:spPr>
          <p:txBody>
            <a:bodyPr/>
            <a:lstStyle/>
            <a:p>
              <a:endParaRPr lang="en-US"/>
            </a:p>
          </p:txBody>
        </p:sp>
        <p:sp>
          <p:nvSpPr>
            <p:cNvPr id="397554" name="Rectangle 242"/>
            <p:cNvSpPr>
              <a:spLocks noChangeArrowheads="1"/>
            </p:cNvSpPr>
            <p:nvPr/>
          </p:nvSpPr>
          <p:spPr bwMode="auto">
            <a:xfrm>
              <a:off x="4215" y="910"/>
              <a:ext cx="33" cy="8"/>
            </a:xfrm>
            <a:prstGeom prst="rect">
              <a:avLst/>
            </a:prstGeom>
            <a:solidFill>
              <a:srgbClr val="000000"/>
            </a:solidFill>
            <a:ln w="9525">
              <a:noFill/>
              <a:miter lim="800000"/>
              <a:headEnd/>
              <a:tailEnd/>
            </a:ln>
          </p:spPr>
          <p:txBody>
            <a:bodyPr/>
            <a:lstStyle/>
            <a:p>
              <a:endParaRPr lang="en-US"/>
            </a:p>
          </p:txBody>
        </p:sp>
        <p:sp>
          <p:nvSpPr>
            <p:cNvPr id="397555" name="Rectangle 243"/>
            <p:cNvSpPr>
              <a:spLocks noChangeArrowheads="1"/>
            </p:cNvSpPr>
            <p:nvPr/>
          </p:nvSpPr>
          <p:spPr bwMode="auto">
            <a:xfrm>
              <a:off x="4157" y="910"/>
              <a:ext cx="33" cy="8"/>
            </a:xfrm>
            <a:prstGeom prst="rect">
              <a:avLst/>
            </a:prstGeom>
            <a:solidFill>
              <a:srgbClr val="000000"/>
            </a:solidFill>
            <a:ln w="9525">
              <a:noFill/>
              <a:miter lim="800000"/>
              <a:headEnd/>
              <a:tailEnd/>
            </a:ln>
          </p:spPr>
          <p:txBody>
            <a:bodyPr/>
            <a:lstStyle/>
            <a:p>
              <a:endParaRPr lang="en-US"/>
            </a:p>
          </p:txBody>
        </p:sp>
        <p:sp>
          <p:nvSpPr>
            <p:cNvPr id="397556" name="Rectangle 244"/>
            <p:cNvSpPr>
              <a:spLocks noChangeArrowheads="1"/>
            </p:cNvSpPr>
            <p:nvPr/>
          </p:nvSpPr>
          <p:spPr bwMode="auto">
            <a:xfrm>
              <a:off x="4099" y="910"/>
              <a:ext cx="33" cy="8"/>
            </a:xfrm>
            <a:prstGeom prst="rect">
              <a:avLst/>
            </a:prstGeom>
            <a:solidFill>
              <a:srgbClr val="000000"/>
            </a:solidFill>
            <a:ln w="9525">
              <a:noFill/>
              <a:miter lim="800000"/>
              <a:headEnd/>
              <a:tailEnd/>
            </a:ln>
          </p:spPr>
          <p:txBody>
            <a:bodyPr/>
            <a:lstStyle/>
            <a:p>
              <a:endParaRPr lang="en-US"/>
            </a:p>
          </p:txBody>
        </p:sp>
        <p:sp>
          <p:nvSpPr>
            <p:cNvPr id="397557" name="Rectangle 245"/>
            <p:cNvSpPr>
              <a:spLocks noChangeArrowheads="1"/>
            </p:cNvSpPr>
            <p:nvPr/>
          </p:nvSpPr>
          <p:spPr bwMode="auto">
            <a:xfrm>
              <a:off x="4041" y="910"/>
              <a:ext cx="33" cy="8"/>
            </a:xfrm>
            <a:prstGeom prst="rect">
              <a:avLst/>
            </a:prstGeom>
            <a:solidFill>
              <a:srgbClr val="000000"/>
            </a:solidFill>
            <a:ln w="9525">
              <a:noFill/>
              <a:miter lim="800000"/>
              <a:headEnd/>
              <a:tailEnd/>
            </a:ln>
          </p:spPr>
          <p:txBody>
            <a:bodyPr/>
            <a:lstStyle/>
            <a:p>
              <a:endParaRPr lang="en-US"/>
            </a:p>
          </p:txBody>
        </p:sp>
        <p:sp>
          <p:nvSpPr>
            <p:cNvPr id="397558" name="Rectangle 246"/>
            <p:cNvSpPr>
              <a:spLocks noChangeArrowheads="1"/>
            </p:cNvSpPr>
            <p:nvPr/>
          </p:nvSpPr>
          <p:spPr bwMode="auto">
            <a:xfrm>
              <a:off x="3983" y="910"/>
              <a:ext cx="33" cy="8"/>
            </a:xfrm>
            <a:prstGeom prst="rect">
              <a:avLst/>
            </a:prstGeom>
            <a:solidFill>
              <a:srgbClr val="000000"/>
            </a:solidFill>
            <a:ln w="9525">
              <a:noFill/>
              <a:miter lim="800000"/>
              <a:headEnd/>
              <a:tailEnd/>
            </a:ln>
          </p:spPr>
          <p:txBody>
            <a:bodyPr/>
            <a:lstStyle/>
            <a:p>
              <a:endParaRPr lang="en-US"/>
            </a:p>
          </p:txBody>
        </p:sp>
        <p:sp>
          <p:nvSpPr>
            <p:cNvPr id="397559" name="Rectangle 247"/>
            <p:cNvSpPr>
              <a:spLocks noChangeArrowheads="1"/>
            </p:cNvSpPr>
            <p:nvPr/>
          </p:nvSpPr>
          <p:spPr bwMode="auto">
            <a:xfrm>
              <a:off x="3925" y="910"/>
              <a:ext cx="33" cy="8"/>
            </a:xfrm>
            <a:prstGeom prst="rect">
              <a:avLst/>
            </a:prstGeom>
            <a:solidFill>
              <a:srgbClr val="000000"/>
            </a:solidFill>
            <a:ln w="9525">
              <a:noFill/>
              <a:miter lim="800000"/>
              <a:headEnd/>
              <a:tailEnd/>
            </a:ln>
          </p:spPr>
          <p:txBody>
            <a:bodyPr/>
            <a:lstStyle/>
            <a:p>
              <a:endParaRPr lang="en-US"/>
            </a:p>
          </p:txBody>
        </p:sp>
        <p:sp>
          <p:nvSpPr>
            <p:cNvPr id="397560" name="Rectangle 248"/>
            <p:cNvSpPr>
              <a:spLocks noChangeArrowheads="1"/>
            </p:cNvSpPr>
            <p:nvPr/>
          </p:nvSpPr>
          <p:spPr bwMode="auto">
            <a:xfrm>
              <a:off x="3867" y="910"/>
              <a:ext cx="33" cy="8"/>
            </a:xfrm>
            <a:prstGeom prst="rect">
              <a:avLst/>
            </a:prstGeom>
            <a:solidFill>
              <a:srgbClr val="000000"/>
            </a:solidFill>
            <a:ln w="9525">
              <a:noFill/>
              <a:miter lim="800000"/>
              <a:headEnd/>
              <a:tailEnd/>
            </a:ln>
          </p:spPr>
          <p:txBody>
            <a:bodyPr/>
            <a:lstStyle/>
            <a:p>
              <a:endParaRPr lang="en-US"/>
            </a:p>
          </p:txBody>
        </p:sp>
        <p:sp>
          <p:nvSpPr>
            <p:cNvPr id="397561" name="Rectangle 249"/>
            <p:cNvSpPr>
              <a:spLocks noChangeArrowheads="1"/>
            </p:cNvSpPr>
            <p:nvPr/>
          </p:nvSpPr>
          <p:spPr bwMode="auto">
            <a:xfrm>
              <a:off x="3809" y="910"/>
              <a:ext cx="33" cy="8"/>
            </a:xfrm>
            <a:prstGeom prst="rect">
              <a:avLst/>
            </a:prstGeom>
            <a:solidFill>
              <a:srgbClr val="000000"/>
            </a:solidFill>
            <a:ln w="9525">
              <a:noFill/>
              <a:miter lim="800000"/>
              <a:headEnd/>
              <a:tailEnd/>
            </a:ln>
          </p:spPr>
          <p:txBody>
            <a:bodyPr/>
            <a:lstStyle/>
            <a:p>
              <a:endParaRPr lang="en-US"/>
            </a:p>
          </p:txBody>
        </p:sp>
        <p:sp>
          <p:nvSpPr>
            <p:cNvPr id="397562" name="Rectangle 250"/>
            <p:cNvSpPr>
              <a:spLocks noChangeArrowheads="1"/>
            </p:cNvSpPr>
            <p:nvPr/>
          </p:nvSpPr>
          <p:spPr bwMode="auto">
            <a:xfrm>
              <a:off x="3751" y="910"/>
              <a:ext cx="34" cy="8"/>
            </a:xfrm>
            <a:prstGeom prst="rect">
              <a:avLst/>
            </a:prstGeom>
            <a:solidFill>
              <a:srgbClr val="000000"/>
            </a:solidFill>
            <a:ln w="9525">
              <a:noFill/>
              <a:miter lim="800000"/>
              <a:headEnd/>
              <a:tailEnd/>
            </a:ln>
          </p:spPr>
          <p:txBody>
            <a:bodyPr/>
            <a:lstStyle/>
            <a:p>
              <a:endParaRPr lang="en-US"/>
            </a:p>
          </p:txBody>
        </p:sp>
        <p:sp>
          <p:nvSpPr>
            <p:cNvPr id="397563" name="Rectangle 251"/>
            <p:cNvSpPr>
              <a:spLocks noChangeArrowheads="1"/>
            </p:cNvSpPr>
            <p:nvPr/>
          </p:nvSpPr>
          <p:spPr bwMode="auto">
            <a:xfrm>
              <a:off x="3693" y="910"/>
              <a:ext cx="34" cy="8"/>
            </a:xfrm>
            <a:prstGeom prst="rect">
              <a:avLst/>
            </a:prstGeom>
            <a:solidFill>
              <a:srgbClr val="000000"/>
            </a:solidFill>
            <a:ln w="9525">
              <a:noFill/>
              <a:miter lim="800000"/>
              <a:headEnd/>
              <a:tailEnd/>
            </a:ln>
          </p:spPr>
          <p:txBody>
            <a:bodyPr/>
            <a:lstStyle/>
            <a:p>
              <a:endParaRPr lang="en-US"/>
            </a:p>
          </p:txBody>
        </p:sp>
        <p:sp>
          <p:nvSpPr>
            <p:cNvPr id="397564" name="Rectangle 252"/>
            <p:cNvSpPr>
              <a:spLocks noChangeArrowheads="1"/>
            </p:cNvSpPr>
            <p:nvPr/>
          </p:nvSpPr>
          <p:spPr bwMode="auto">
            <a:xfrm>
              <a:off x="3636" y="910"/>
              <a:ext cx="33" cy="8"/>
            </a:xfrm>
            <a:prstGeom prst="rect">
              <a:avLst/>
            </a:prstGeom>
            <a:solidFill>
              <a:srgbClr val="000000"/>
            </a:solidFill>
            <a:ln w="9525">
              <a:noFill/>
              <a:miter lim="800000"/>
              <a:headEnd/>
              <a:tailEnd/>
            </a:ln>
          </p:spPr>
          <p:txBody>
            <a:bodyPr/>
            <a:lstStyle/>
            <a:p>
              <a:endParaRPr lang="en-US"/>
            </a:p>
          </p:txBody>
        </p:sp>
        <p:sp>
          <p:nvSpPr>
            <p:cNvPr id="397565" name="Rectangle 253"/>
            <p:cNvSpPr>
              <a:spLocks noChangeArrowheads="1"/>
            </p:cNvSpPr>
            <p:nvPr/>
          </p:nvSpPr>
          <p:spPr bwMode="auto">
            <a:xfrm>
              <a:off x="3578" y="910"/>
              <a:ext cx="33" cy="8"/>
            </a:xfrm>
            <a:prstGeom prst="rect">
              <a:avLst/>
            </a:prstGeom>
            <a:solidFill>
              <a:srgbClr val="000000"/>
            </a:solidFill>
            <a:ln w="9525">
              <a:noFill/>
              <a:miter lim="800000"/>
              <a:headEnd/>
              <a:tailEnd/>
            </a:ln>
          </p:spPr>
          <p:txBody>
            <a:bodyPr/>
            <a:lstStyle/>
            <a:p>
              <a:endParaRPr lang="en-US"/>
            </a:p>
          </p:txBody>
        </p:sp>
        <p:sp>
          <p:nvSpPr>
            <p:cNvPr id="397566" name="Rectangle 254"/>
            <p:cNvSpPr>
              <a:spLocks noChangeArrowheads="1"/>
            </p:cNvSpPr>
            <p:nvPr/>
          </p:nvSpPr>
          <p:spPr bwMode="auto">
            <a:xfrm>
              <a:off x="3520" y="910"/>
              <a:ext cx="33" cy="8"/>
            </a:xfrm>
            <a:prstGeom prst="rect">
              <a:avLst/>
            </a:prstGeom>
            <a:solidFill>
              <a:srgbClr val="000000"/>
            </a:solidFill>
            <a:ln w="9525">
              <a:noFill/>
              <a:miter lim="800000"/>
              <a:headEnd/>
              <a:tailEnd/>
            </a:ln>
          </p:spPr>
          <p:txBody>
            <a:bodyPr/>
            <a:lstStyle/>
            <a:p>
              <a:endParaRPr lang="en-US"/>
            </a:p>
          </p:txBody>
        </p:sp>
        <p:sp>
          <p:nvSpPr>
            <p:cNvPr id="397567" name="Rectangle 255"/>
            <p:cNvSpPr>
              <a:spLocks noChangeArrowheads="1"/>
            </p:cNvSpPr>
            <p:nvPr/>
          </p:nvSpPr>
          <p:spPr bwMode="auto">
            <a:xfrm>
              <a:off x="3462" y="910"/>
              <a:ext cx="33" cy="8"/>
            </a:xfrm>
            <a:prstGeom prst="rect">
              <a:avLst/>
            </a:prstGeom>
            <a:solidFill>
              <a:srgbClr val="000000"/>
            </a:solidFill>
            <a:ln w="9525">
              <a:noFill/>
              <a:miter lim="800000"/>
              <a:headEnd/>
              <a:tailEnd/>
            </a:ln>
          </p:spPr>
          <p:txBody>
            <a:bodyPr/>
            <a:lstStyle/>
            <a:p>
              <a:endParaRPr lang="en-US"/>
            </a:p>
          </p:txBody>
        </p:sp>
        <p:sp>
          <p:nvSpPr>
            <p:cNvPr id="397568" name="Rectangle 256"/>
            <p:cNvSpPr>
              <a:spLocks noChangeArrowheads="1"/>
            </p:cNvSpPr>
            <p:nvPr/>
          </p:nvSpPr>
          <p:spPr bwMode="auto">
            <a:xfrm>
              <a:off x="3404" y="910"/>
              <a:ext cx="33" cy="8"/>
            </a:xfrm>
            <a:prstGeom prst="rect">
              <a:avLst/>
            </a:prstGeom>
            <a:solidFill>
              <a:srgbClr val="000000"/>
            </a:solidFill>
            <a:ln w="9525">
              <a:noFill/>
              <a:miter lim="800000"/>
              <a:headEnd/>
              <a:tailEnd/>
            </a:ln>
          </p:spPr>
          <p:txBody>
            <a:bodyPr/>
            <a:lstStyle/>
            <a:p>
              <a:endParaRPr lang="en-US"/>
            </a:p>
          </p:txBody>
        </p:sp>
        <p:sp>
          <p:nvSpPr>
            <p:cNvPr id="397569" name="Rectangle 257"/>
            <p:cNvSpPr>
              <a:spLocks noChangeArrowheads="1"/>
            </p:cNvSpPr>
            <p:nvPr/>
          </p:nvSpPr>
          <p:spPr bwMode="auto">
            <a:xfrm>
              <a:off x="3346" y="910"/>
              <a:ext cx="33" cy="8"/>
            </a:xfrm>
            <a:prstGeom prst="rect">
              <a:avLst/>
            </a:prstGeom>
            <a:solidFill>
              <a:srgbClr val="000000"/>
            </a:solidFill>
            <a:ln w="9525">
              <a:noFill/>
              <a:miter lim="800000"/>
              <a:headEnd/>
              <a:tailEnd/>
            </a:ln>
          </p:spPr>
          <p:txBody>
            <a:bodyPr/>
            <a:lstStyle/>
            <a:p>
              <a:endParaRPr lang="en-US"/>
            </a:p>
          </p:txBody>
        </p:sp>
        <p:sp>
          <p:nvSpPr>
            <p:cNvPr id="397570" name="Rectangle 258"/>
            <p:cNvSpPr>
              <a:spLocks noChangeArrowheads="1"/>
            </p:cNvSpPr>
            <p:nvPr/>
          </p:nvSpPr>
          <p:spPr bwMode="auto">
            <a:xfrm>
              <a:off x="3288" y="910"/>
              <a:ext cx="33" cy="8"/>
            </a:xfrm>
            <a:prstGeom prst="rect">
              <a:avLst/>
            </a:prstGeom>
            <a:solidFill>
              <a:srgbClr val="000000"/>
            </a:solidFill>
            <a:ln w="9525">
              <a:noFill/>
              <a:miter lim="800000"/>
              <a:headEnd/>
              <a:tailEnd/>
            </a:ln>
          </p:spPr>
          <p:txBody>
            <a:bodyPr/>
            <a:lstStyle/>
            <a:p>
              <a:endParaRPr lang="en-US"/>
            </a:p>
          </p:txBody>
        </p:sp>
        <p:sp>
          <p:nvSpPr>
            <p:cNvPr id="397571" name="Rectangle 259"/>
            <p:cNvSpPr>
              <a:spLocks noChangeArrowheads="1"/>
            </p:cNvSpPr>
            <p:nvPr/>
          </p:nvSpPr>
          <p:spPr bwMode="auto">
            <a:xfrm>
              <a:off x="3230" y="910"/>
              <a:ext cx="33" cy="8"/>
            </a:xfrm>
            <a:prstGeom prst="rect">
              <a:avLst/>
            </a:prstGeom>
            <a:solidFill>
              <a:srgbClr val="000000"/>
            </a:solidFill>
            <a:ln w="9525">
              <a:noFill/>
              <a:miter lim="800000"/>
              <a:headEnd/>
              <a:tailEnd/>
            </a:ln>
          </p:spPr>
          <p:txBody>
            <a:bodyPr/>
            <a:lstStyle/>
            <a:p>
              <a:endParaRPr lang="en-US"/>
            </a:p>
          </p:txBody>
        </p:sp>
        <p:sp>
          <p:nvSpPr>
            <p:cNvPr id="397572" name="Rectangle 260"/>
            <p:cNvSpPr>
              <a:spLocks noChangeArrowheads="1"/>
            </p:cNvSpPr>
            <p:nvPr/>
          </p:nvSpPr>
          <p:spPr bwMode="auto">
            <a:xfrm>
              <a:off x="3172" y="910"/>
              <a:ext cx="33" cy="8"/>
            </a:xfrm>
            <a:prstGeom prst="rect">
              <a:avLst/>
            </a:prstGeom>
            <a:solidFill>
              <a:srgbClr val="000000"/>
            </a:solidFill>
            <a:ln w="9525">
              <a:noFill/>
              <a:miter lim="800000"/>
              <a:headEnd/>
              <a:tailEnd/>
            </a:ln>
          </p:spPr>
          <p:txBody>
            <a:bodyPr/>
            <a:lstStyle/>
            <a:p>
              <a:endParaRPr lang="en-US"/>
            </a:p>
          </p:txBody>
        </p:sp>
        <p:sp>
          <p:nvSpPr>
            <p:cNvPr id="397573" name="Rectangle 261"/>
            <p:cNvSpPr>
              <a:spLocks noChangeArrowheads="1"/>
            </p:cNvSpPr>
            <p:nvPr/>
          </p:nvSpPr>
          <p:spPr bwMode="auto">
            <a:xfrm>
              <a:off x="3114" y="910"/>
              <a:ext cx="33" cy="8"/>
            </a:xfrm>
            <a:prstGeom prst="rect">
              <a:avLst/>
            </a:prstGeom>
            <a:solidFill>
              <a:srgbClr val="000000"/>
            </a:solidFill>
            <a:ln w="9525">
              <a:noFill/>
              <a:miter lim="800000"/>
              <a:headEnd/>
              <a:tailEnd/>
            </a:ln>
          </p:spPr>
          <p:txBody>
            <a:bodyPr/>
            <a:lstStyle/>
            <a:p>
              <a:endParaRPr lang="en-US"/>
            </a:p>
          </p:txBody>
        </p:sp>
        <p:sp>
          <p:nvSpPr>
            <p:cNvPr id="397574" name="Rectangle 262"/>
            <p:cNvSpPr>
              <a:spLocks noChangeArrowheads="1"/>
            </p:cNvSpPr>
            <p:nvPr/>
          </p:nvSpPr>
          <p:spPr bwMode="auto">
            <a:xfrm>
              <a:off x="3056" y="910"/>
              <a:ext cx="33" cy="8"/>
            </a:xfrm>
            <a:prstGeom prst="rect">
              <a:avLst/>
            </a:prstGeom>
            <a:solidFill>
              <a:srgbClr val="000000"/>
            </a:solidFill>
            <a:ln w="9525">
              <a:noFill/>
              <a:miter lim="800000"/>
              <a:headEnd/>
              <a:tailEnd/>
            </a:ln>
          </p:spPr>
          <p:txBody>
            <a:bodyPr/>
            <a:lstStyle/>
            <a:p>
              <a:endParaRPr lang="en-US"/>
            </a:p>
          </p:txBody>
        </p:sp>
        <p:sp>
          <p:nvSpPr>
            <p:cNvPr id="397575" name="Rectangle 263"/>
            <p:cNvSpPr>
              <a:spLocks noChangeArrowheads="1"/>
            </p:cNvSpPr>
            <p:nvPr/>
          </p:nvSpPr>
          <p:spPr bwMode="auto">
            <a:xfrm>
              <a:off x="2998" y="910"/>
              <a:ext cx="34" cy="8"/>
            </a:xfrm>
            <a:prstGeom prst="rect">
              <a:avLst/>
            </a:prstGeom>
            <a:solidFill>
              <a:srgbClr val="000000"/>
            </a:solidFill>
            <a:ln w="9525">
              <a:noFill/>
              <a:miter lim="800000"/>
              <a:headEnd/>
              <a:tailEnd/>
            </a:ln>
          </p:spPr>
          <p:txBody>
            <a:bodyPr/>
            <a:lstStyle/>
            <a:p>
              <a:endParaRPr lang="en-US"/>
            </a:p>
          </p:txBody>
        </p:sp>
        <p:sp>
          <p:nvSpPr>
            <p:cNvPr id="397576" name="Rectangle 264"/>
            <p:cNvSpPr>
              <a:spLocks noChangeArrowheads="1"/>
            </p:cNvSpPr>
            <p:nvPr/>
          </p:nvSpPr>
          <p:spPr bwMode="auto">
            <a:xfrm>
              <a:off x="2941" y="910"/>
              <a:ext cx="33" cy="8"/>
            </a:xfrm>
            <a:prstGeom prst="rect">
              <a:avLst/>
            </a:prstGeom>
            <a:solidFill>
              <a:srgbClr val="000000"/>
            </a:solidFill>
            <a:ln w="9525">
              <a:noFill/>
              <a:miter lim="800000"/>
              <a:headEnd/>
              <a:tailEnd/>
            </a:ln>
          </p:spPr>
          <p:txBody>
            <a:bodyPr/>
            <a:lstStyle/>
            <a:p>
              <a:endParaRPr lang="en-US"/>
            </a:p>
          </p:txBody>
        </p:sp>
        <p:sp>
          <p:nvSpPr>
            <p:cNvPr id="397577" name="Rectangle 265"/>
            <p:cNvSpPr>
              <a:spLocks noChangeArrowheads="1"/>
            </p:cNvSpPr>
            <p:nvPr/>
          </p:nvSpPr>
          <p:spPr bwMode="auto">
            <a:xfrm>
              <a:off x="2883" y="910"/>
              <a:ext cx="33" cy="8"/>
            </a:xfrm>
            <a:prstGeom prst="rect">
              <a:avLst/>
            </a:prstGeom>
            <a:solidFill>
              <a:srgbClr val="000000"/>
            </a:solidFill>
            <a:ln w="9525">
              <a:noFill/>
              <a:miter lim="800000"/>
              <a:headEnd/>
              <a:tailEnd/>
            </a:ln>
          </p:spPr>
          <p:txBody>
            <a:bodyPr/>
            <a:lstStyle/>
            <a:p>
              <a:endParaRPr lang="en-US"/>
            </a:p>
          </p:txBody>
        </p:sp>
        <p:sp>
          <p:nvSpPr>
            <p:cNvPr id="397578" name="Rectangle 266"/>
            <p:cNvSpPr>
              <a:spLocks noChangeArrowheads="1"/>
            </p:cNvSpPr>
            <p:nvPr/>
          </p:nvSpPr>
          <p:spPr bwMode="auto">
            <a:xfrm>
              <a:off x="2825" y="910"/>
              <a:ext cx="33" cy="8"/>
            </a:xfrm>
            <a:prstGeom prst="rect">
              <a:avLst/>
            </a:prstGeom>
            <a:solidFill>
              <a:srgbClr val="000000"/>
            </a:solidFill>
            <a:ln w="9525">
              <a:noFill/>
              <a:miter lim="800000"/>
              <a:headEnd/>
              <a:tailEnd/>
            </a:ln>
          </p:spPr>
          <p:txBody>
            <a:bodyPr/>
            <a:lstStyle/>
            <a:p>
              <a:endParaRPr lang="en-US"/>
            </a:p>
          </p:txBody>
        </p:sp>
        <p:sp>
          <p:nvSpPr>
            <p:cNvPr id="397579" name="Rectangle 267"/>
            <p:cNvSpPr>
              <a:spLocks noChangeArrowheads="1"/>
            </p:cNvSpPr>
            <p:nvPr/>
          </p:nvSpPr>
          <p:spPr bwMode="auto">
            <a:xfrm>
              <a:off x="2767" y="910"/>
              <a:ext cx="33" cy="8"/>
            </a:xfrm>
            <a:prstGeom prst="rect">
              <a:avLst/>
            </a:prstGeom>
            <a:solidFill>
              <a:srgbClr val="000000"/>
            </a:solidFill>
            <a:ln w="9525">
              <a:noFill/>
              <a:miter lim="800000"/>
              <a:headEnd/>
              <a:tailEnd/>
            </a:ln>
          </p:spPr>
          <p:txBody>
            <a:bodyPr/>
            <a:lstStyle/>
            <a:p>
              <a:endParaRPr lang="en-US"/>
            </a:p>
          </p:txBody>
        </p:sp>
        <p:sp>
          <p:nvSpPr>
            <p:cNvPr id="397580" name="Rectangle 268"/>
            <p:cNvSpPr>
              <a:spLocks noChangeArrowheads="1"/>
            </p:cNvSpPr>
            <p:nvPr/>
          </p:nvSpPr>
          <p:spPr bwMode="auto">
            <a:xfrm>
              <a:off x="2709" y="910"/>
              <a:ext cx="33" cy="8"/>
            </a:xfrm>
            <a:prstGeom prst="rect">
              <a:avLst/>
            </a:prstGeom>
            <a:solidFill>
              <a:srgbClr val="000000"/>
            </a:solidFill>
            <a:ln w="9525">
              <a:noFill/>
              <a:miter lim="800000"/>
              <a:headEnd/>
              <a:tailEnd/>
            </a:ln>
          </p:spPr>
          <p:txBody>
            <a:bodyPr/>
            <a:lstStyle/>
            <a:p>
              <a:endParaRPr lang="en-US"/>
            </a:p>
          </p:txBody>
        </p:sp>
        <p:sp>
          <p:nvSpPr>
            <p:cNvPr id="397581" name="Rectangle 269"/>
            <p:cNvSpPr>
              <a:spLocks noChangeArrowheads="1"/>
            </p:cNvSpPr>
            <p:nvPr/>
          </p:nvSpPr>
          <p:spPr bwMode="auto">
            <a:xfrm>
              <a:off x="2651" y="910"/>
              <a:ext cx="33" cy="8"/>
            </a:xfrm>
            <a:prstGeom prst="rect">
              <a:avLst/>
            </a:prstGeom>
            <a:solidFill>
              <a:srgbClr val="000000"/>
            </a:solidFill>
            <a:ln w="9525">
              <a:noFill/>
              <a:miter lim="800000"/>
              <a:headEnd/>
              <a:tailEnd/>
            </a:ln>
          </p:spPr>
          <p:txBody>
            <a:bodyPr/>
            <a:lstStyle/>
            <a:p>
              <a:endParaRPr lang="en-US"/>
            </a:p>
          </p:txBody>
        </p:sp>
        <p:sp>
          <p:nvSpPr>
            <p:cNvPr id="397582" name="Rectangle 270"/>
            <p:cNvSpPr>
              <a:spLocks noChangeArrowheads="1"/>
            </p:cNvSpPr>
            <p:nvPr/>
          </p:nvSpPr>
          <p:spPr bwMode="auto">
            <a:xfrm>
              <a:off x="2593" y="910"/>
              <a:ext cx="33" cy="8"/>
            </a:xfrm>
            <a:prstGeom prst="rect">
              <a:avLst/>
            </a:prstGeom>
            <a:solidFill>
              <a:srgbClr val="000000"/>
            </a:solidFill>
            <a:ln w="9525">
              <a:noFill/>
              <a:miter lim="800000"/>
              <a:headEnd/>
              <a:tailEnd/>
            </a:ln>
          </p:spPr>
          <p:txBody>
            <a:bodyPr/>
            <a:lstStyle/>
            <a:p>
              <a:endParaRPr lang="en-US"/>
            </a:p>
          </p:txBody>
        </p:sp>
        <p:sp>
          <p:nvSpPr>
            <p:cNvPr id="397583" name="Rectangle 271"/>
            <p:cNvSpPr>
              <a:spLocks noChangeArrowheads="1"/>
            </p:cNvSpPr>
            <p:nvPr/>
          </p:nvSpPr>
          <p:spPr bwMode="auto">
            <a:xfrm>
              <a:off x="2535" y="910"/>
              <a:ext cx="33" cy="8"/>
            </a:xfrm>
            <a:prstGeom prst="rect">
              <a:avLst/>
            </a:prstGeom>
            <a:solidFill>
              <a:srgbClr val="000000"/>
            </a:solidFill>
            <a:ln w="9525">
              <a:noFill/>
              <a:miter lim="800000"/>
              <a:headEnd/>
              <a:tailEnd/>
            </a:ln>
          </p:spPr>
          <p:txBody>
            <a:bodyPr/>
            <a:lstStyle/>
            <a:p>
              <a:endParaRPr lang="en-US"/>
            </a:p>
          </p:txBody>
        </p:sp>
        <p:sp>
          <p:nvSpPr>
            <p:cNvPr id="397584" name="Rectangle 272"/>
            <p:cNvSpPr>
              <a:spLocks noChangeArrowheads="1"/>
            </p:cNvSpPr>
            <p:nvPr/>
          </p:nvSpPr>
          <p:spPr bwMode="auto">
            <a:xfrm>
              <a:off x="2477" y="910"/>
              <a:ext cx="33" cy="8"/>
            </a:xfrm>
            <a:prstGeom prst="rect">
              <a:avLst/>
            </a:prstGeom>
            <a:solidFill>
              <a:srgbClr val="000000"/>
            </a:solidFill>
            <a:ln w="9525">
              <a:noFill/>
              <a:miter lim="800000"/>
              <a:headEnd/>
              <a:tailEnd/>
            </a:ln>
          </p:spPr>
          <p:txBody>
            <a:bodyPr/>
            <a:lstStyle/>
            <a:p>
              <a:endParaRPr lang="en-US"/>
            </a:p>
          </p:txBody>
        </p:sp>
        <p:sp>
          <p:nvSpPr>
            <p:cNvPr id="397585" name="Rectangle 273"/>
            <p:cNvSpPr>
              <a:spLocks noChangeArrowheads="1"/>
            </p:cNvSpPr>
            <p:nvPr/>
          </p:nvSpPr>
          <p:spPr bwMode="auto">
            <a:xfrm>
              <a:off x="2419" y="910"/>
              <a:ext cx="33" cy="8"/>
            </a:xfrm>
            <a:prstGeom prst="rect">
              <a:avLst/>
            </a:prstGeom>
            <a:solidFill>
              <a:srgbClr val="000000"/>
            </a:solidFill>
            <a:ln w="9525">
              <a:noFill/>
              <a:miter lim="800000"/>
              <a:headEnd/>
              <a:tailEnd/>
            </a:ln>
          </p:spPr>
          <p:txBody>
            <a:bodyPr/>
            <a:lstStyle/>
            <a:p>
              <a:endParaRPr lang="en-US"/>
            </a:p>
          </p:txBody>
        </p:sp>
        <p:sp>
          <p:nvSpPr>
            <p:cNvPr id="397586" name="Rectangle 274"/>
            <p:cNvSpPr>
              <a:spLocks noChangeArrowheads="1"/>
            </p:cNvSpPr>
            <p:nvPr/>
          </p:nvSpPr>
          <p:spPr bwMode="auto">
            <a:xfrm>
              <a:off x="2361" y="910"/>
              <a:ext cx="33" cy="8"/>
            </a:xfrm>
            <a:prstGeom prst="rect">
              <a:avLst/>
            </a:prstGeom>
            <a:solidFill>
              <a:srgbClr val="000000"/>
            </a:solidFill>
            <a:ln w="9525">
              <a:noFill/>
              <a:miter lim="800000"/>
              <a:headEnd/>
              <a:tailEnd/>
            </a:ln>
          </p:spPr>
          <p:txBody>
            <a:bodyPr/>
            <a:lstStyle/>
            <a:p>
              <a:endParaRPr lang="en-US"/>
            </a:p>
          </p:txBody>
        </p:sp>
        <p:sp>
          <p:nvSpPr>
            <p:cNvPr id="397587" name="Rectangle 275"/>
            <p:cNvSpPr>
              <a:spLocks noChangeArrowheads="1"/>
            </p:cNvSpPr>
            <p:nvPr/>
          </p:nvSpPr>
          <p:spPr bwMode="auto">
            <a:xfrm>
              <a:off x="2303" y="910"/>
              <a:ext cx="33" cy="8"/>
            </a:xfrm>
            <a:prstGeom prst="rect">
              <a:avLst/>
            </a:prstGeom>
            <a:solidFill>
              <a:srgbClr val="000000"/>
            </a:solidFill>
            <a:ln w="9525">
              <a:noFill/>
              <a:miter lim="800000"/>
              <a:headEnd/>
              <a:tailEnd/>
            </a:ln>
          </p:spPr>
          <p:txBody>
            <a:bodyPr/>
            <a:lstStyle/>
            <a:p>
              <a:endParaRPr lang="en-US"/>
            </a:p>
          </p:txBody>
        </p:sp>
        <p:sp>
          <p:nvSpPr>
            <p:cNvPr id="397588" name="Rectangle 276"/>
            <p:cNvSpPr>
              <a:spLocks noChangeArrowheads="1"/>
            </p:cNvSpPr>
            <p:nvPr/>
          </p:nvSpPr>
          <p:spPr bwMode="auto">
            <a:xfrm>
              <a:off x="2245" y="910"/>
              <a:ext cx="34" cy="8"/>
            </a:xfrm>
            <a:prstGeom prst="rect">
              <a:avLst/>
            </a:prstGeom>
            <a:solidFill>
              <a:srgbClr val="000000"/>
            </a:solidFill>
            <a:ln w="9525">
              <a:noFill/>
              <a:miter lim="800000"/>
              <a:headEnd/>
              <a:tailEnd/>
            </a:ln>
          </p:spPr>
          <p:txBody>
            <a:bodyPr/>
            <a:lstStyle/>
            <a:p>
              <a:endParaRPr lang="en-US"/>
            </a:p>
          </p:txBody>
        </p:sp>
        <p:sp>
          <p:nvSpPr>
            <p:cNvPr id="397589" name="Rectangle 277"/>
            <p:cNvSpPr>
              <a:spLocks noChangeArrowheads="1"/>
            </p:cNvSpPr>
            <p:nvPr/>
          </p:nvSpPr>
          <p:spPr bwMode="auto">
            <a:xfrm>
              <a:off x="2188" y="910"/>
              <a:ext cx="33" cy="8"/>
            </a:xfrm>
            <a:prstGeom prst="rect">
              <a:avLst/>
            </a:prstGeom>
            <a:solidFill>
              <a:srgbClr val="000000"/>
            </a:solidFill>
            <a:ln w="9525">
              <a:noFill/>
              <a:miter lim="800000"/>
              <a:headEnd/>
              <a:tailEnd/>
            </a:ln>
          </p:spPr>
          <p:txBody>
            <a:bodyPr/>
            <a:lstStyle/>
            <a:p>
              <a:endParaRPr lang="en-US"/>
            </a:p>
          </p:txBody>
        </p:sp>
        <p:sp>
          <p:nvSpPr>
            <p:cNvPr id="397590" name="Rectangle 278"/>
            <p:cNvSpPr>
              <a:spLocks noChangeArrowheads="1"/>
            </p:cNvSpPr>
            <p:nvPr/>
          </p:nvSpPr>
          <p:spPr bwMode="auto">
            <a:xfrm>
              <a:off x="2130" y="910"/>
              <a:ext cx="33" cy="8"/>
            </a:xfrm>
            <a:prstGeom prst="rect">
              <a:avLst/>
            </a:prstGeom>
            <a:solidFill>
              <a:srgbClr val="000000"/>
            </a:solidFill>
            <a:ln w="9525">
              <a:noFill/>
              <a:miter lim="800000"/>
              <a:headEnd/>
              <a:tailEnd/>
            </a:ln>
          </p:spPr>
          <p:txBody>
            <a:bodyPr/>
            <a:lstStyle/>
            <a:p>
              <a:endParaRPr lang="en-US"/>
            </a:p>
          </p:txBody>
        </p:sp>
        <p:sp>
          <p:nvSpPr>
            <p:cNvPr id="397591" name="Rectangle 279"/>
            <p:cNvSpPr>
              <a:spLocks noChangeArrowheads="1"/>
            </p:cNvSpPr>
            <p:nvPr/>
          </p:nvSpPr>
          <p:spPr bwMode="auto">
            <a:xfrm>
              <a:off x="2072" y="910"/>
              <a:ext cx="33" cy="8"/>
            </a:xfrm>
            <a:prstGeom prst="rect">
              <a:avLst/>
            </a:prstGeom>
            <a:solidFill>
              <a:srgbClr val="000000"/>
            </a:solidFill>
            <a:ln w="9525">
              <a:noFill/>
              <a:miter lim="800000"/>
              <a:headEnd/>
              <a:tailEnd/>
            </a:ln>
          </p:spPr>
          <p:txBody>
            <a:bodyPr/>
            <a:lstStyle/>
            <a:p>
              <a:endParaRPr lang="en-US"/>
            </a:p>
          </p:txBody>
        </p:sp>
        <p:sp>
          <p:nvSpPr>
            <p:cNvPr id="397592" name="Rectangle 280"/>
            <p:cNvSpPr>
              <a:spLocks noChangeArrowheads="1"/>
            </p:cNvSpPr>
            <p:nvPr/>
          </p:nvSpPr>
          <p:spPr bwMode="auto">
            <a:xfrm>
              <a:off x="2014" y="910"/>
              <a:ext cx="33" cy="8"/>
            </a:xfrm>
            <a:prstGeom prst="rect">
              <a:avLst/>
            </a:prstGeom>
            <a:solidFill>
              <a:srgbClr val="000000"/>
            </a:solidFill>
            <a:ln w="9525">
              <a:noFill/>
              <a:miter lim="800000"/>
              <a:headEnd/>
              <a:tailEnd/>
            </a:ln>
          </p:spPr>
          <p:txBody>
            <a:bodyPr/>
            <a:lstStyle/>
            <a:p>
              <a:endParaRPr lang="en-US"/>
            </a:p>
          </p:txBody>
        </p:sp>
        <p:sp>
          <p:nvSpPr>
            <p:cNvPr id="397593" name="Rectangle 281"/>
            <p:cNvSpPr>
              <a:spLocks noChangeArrowheads="1"/>
            </p:cNvSpPr>
            <p:nvPr/>
          </p:nvSpPr>
          <p:spPr bwMode="auto">
            <a:xfrm>
              <a:off x="1956" y="910"/>
              <a:ext cx="33" cy="8"/>
            </a:xfrm>
            <a:prstGeom prst="rect">
              <a:avLst/>
            </a:prstGeom>
            <a:solidFill>
              <a:srgbClr val="000000"/>
            </a:solidFill>
            <a:ln w="9525">
              <a:noFill/>
              <a:miter lim="800000"/>
              <a:headEnd/>
              <a:tailEnd/>
            </a:ln>
          </p:spPr>
          <p:txBody>
            <a:bodyPr/>
            <a:lstStyle/>
            <a:p>
              <a:endParaRPr lang="en-US"/>
            </a:p>
          </p:txBody>
        </p:sp>
        <p:sp>
          <p:nvSpPr>
            <p:cNvPr id="397594" name="Rectangle 282"/>
            <p:cNvSpPr>
              <a:spLocks noChangeArrowheads="1"/>
            </p:cNvSpPr>
            <p:nvPr/>
          </p:nvSpPr>
          <p:spPr bwMode="auto">
            <a:xfrm>
              <a:off x="1898" y="910"/>
              <a:ext cx="33" cy="8"/>
            </a:xfrm>
            <a:prstGeom prst="rect">
              <a:avLst/>
            </a:prstGeom>
            <a:solidFill>
              <a:srgbClr val="000000"/>
            </a:solidFill>
            <a:ln w="9525">
              <a:noFill/>
              <a:miter lim="800000"/>
              <a:headEnd/>
              <a:tailEnd/>
            </a:ln>
          </p:spPr>
          <p:txBody>
            <a:bodyPr/>
            <a:lstStyle/>
            <a:p>
              <a:endParaRPr lang="en-US"/>
            </a:p>
          </p:txBody>
        </p:sp>
        <p:sp>
          <p:nvSpPr>
            <p:cNvPr id="397595" name="Rectangle 283"/>
            <p:cNvSpPr>
              <a:spLocks noChangeArrowheads="1"/>
            </p:cNvSpPr>
            <p:nvPr/>
          </p:nvSpPr>
          <p:spPr bwMode="auto">
            <a:xfrm>
              <a:off x="1840" y="910"/>
              <a:ext cx="33" cy="8"/>
            </a:xfrm>
            <a:prstGeom prst="rect">
              <a:avLst/>
            </a:prstGeom>
            <a:solidFill>
              <a:srgbClr val="000000"/>
            </a:solidFill>
            <a:ln w="9525">
              <a:noFill/>
              <a:miter lim="800000"/>
              <a:headEnd/>
              <a:tailEnd/>
            </a:ln>
          </p:spPr>
          <p:txBody>
            <a:bodyPr/>
            <a:lstStyle/>
            <a:p>
              <a:endParaRPr lang="en-US"/>
            </a:p>
          </p:txBody>
        </p:sp>
        <p:sp>
          <p:nvSpPr>
            <p:cNvPr id="397596" name="Rectangle 284"/>
            <p:cNvSpPr>
              <a:spLocks noChangeArrowheads="1"/>
            </p:cNvSpPr>
            <p:nvPr/>
          </p:nvSpPr>
          <p:spPr bwMode="auto">
            <a:xfrm>
              <a:off x="1782" y="910"/>
              <a:ext cx="33" cy="8"/>
            </a:xfrm>
            <a:prstGeom prst="rect">
              <a:avLst/>
            </a:prstGeom>
            <a:solidFill>
              <a:srgbClr val="000000"/>
            </a:solidFill>
            <a:ln w="9525">
              <a:noFill/>
              <a:miter lim="800000"/>
              <a:headEnd/>
              <a:tailEnd/>
            </a:ln>
          </p:spPr>
          <p:txBody>
            <a:bodyPr/>
            <a:lstStyle/>
            <a:p>
              <a:endParaRPr lang="en-US"/>
            </a:p>
          </p:txBody>
        </p:sp>
        <p:sp>
          <p:nvSpPr>
            <p:cNvPr id="397597" name="Rectangle 285"/>
            <p:cNvSpPr>
              <a:spLocks noChangeArrowheads="1"/>
            </p:cNvSpPr>
            <p:nvPr/>
          </p:nvSpPr>
          <p:spPr bwMode="auto">
            <a:xfrm>
              <a:off x="1724" y="910"/>
              <a:ext cx="33" cy="8"/>
            </a:xfrm>
            <a:prstGeom prst="rect">
              <a:avLst/>
            </a:prstGeom>
            <a:solidFill>
              <a:srgbClr val="000000"/>
            </a:solidFill>
            <a:ln w="9525">
              <a:noFill/>
              <a:miter lim="800000"/>
              <a:headEnd/>
              <a:tailEnd/>
            </a:ln>
          </p:spPr>
          <p:txBody>
            <a:bodyPr/>
            <a:lstStyle/>
            <a:p>
              <a:endParaRPr lang="en-US"/>
            </a:p>
          </p:txBody>
        </p:sp>
        <p:sp>
          <p:nvSpPr>
            <p:cNvPr id="397598" name="Rectangle 286"/>
            <p:cNvSpPr>
              <a:spLocks noChangeArrowheads="1"/>
            </p:cNvSpPr>
            <p:nvPr/>
          </p:nvSpPr>
          <p:spPr bwMode="auto">
            <a:xfrm>
              <a:off x="1666" y="910"/>
              <a:ext cx="33" cy="8"/>
            </a:xfrm>
            <a:prstGeom prst="rect">
              <a:avLst/>
            </a:prstGeom>
            <a:solidFill>
              <a:srgbClr val="000000"/>
            </a:solidFill>
            <a:ln w="9525">
              <a:noFill/>
              <a:miter lim="800000"/>
              <a:headEnd/>
              <a:tailEnd/>
            </a:ln>
          </p:spPr>
          <p:txBody>
            <a:bodyPr/>
            <a:lstStyle/>
            <a:p>
              <a:endParaRPr lang="en-US"/>
            </a:p>
          </p:txBody>
        </p:sp>
        <p:sp>
          <p:nvSpPr>
            <p:cNvPr id="397599" name="Rectangle 287"/>
            <p:cNvSpPr>
              <a:spLocks noChangeArrowheads="1"/>
            </p:cNvSpPr>
            <p:nvPr/>
          </p:nvSpPr>
          <p:spPr bwMode="auto">
            <a:xfrm>
              <a:off x="1608" y="910"/>
              <a:ext cx="33" cy="8"/>
            </a:xfrm>
            <a:prstGeom prst="rect">
              <a:avLst/>
            </a:prstGeom>
            <a:solidFill>
              <a:srgbClr val="000000"/>
            </a:solidFill>
            <a:ln w="9525">
              <a:noFill/>
              <a:miter lim="800000"/>
              <a:headEnd/>
              <a:tailEnd/>
            </a:ln>
          </p:spPr>
          <p:txBody>
            <a:bodyPr/>
            <a:lstStyle/>
            <a:p>
              <a:endParaRPr lang="en-US"/>
            </a:p>
          </p:txBody>
        </p:sp>
        <p:sp>
          <p:nvSpPr>
            <p:cNvPr id="397600" name="Rectangle 288"/>
            <p:cNvSpPr>
              <a:spLocks noChangeArrowheads="1"/>
            </p:cNvSpPr>
            <p:nvPr/>
          </p:nvSpPr>
          <p:spPr bwMode="auto">
            <a:xfrm>
              <a:off x="1550" y="910"/>
              <a:ext cx="34" cy="8"/>
            </a:xfrm>
            <a:prstGeom prst="rect">
              <a:avLst/>
            </a:prstGeom>
            <a:solidFill>
              <a:srgbClr val="000000"/>
            </a:solidFill>
            <a:ln w="9525">
              <a:noFill/>
              <a:miter lim="800000"/>
              <a:headEnd/>
              <a:tailEnd/>
            </a:ln>
          </p:spPr>
          <p:txBody>
            <a:bodyPr/>
            <a:lstStyle/>
            <a:p>
              <a:endParaRPr lang="en-US"/>
            </a:p>
          </p:txBody>
        </p:sp>
        <p:sp>
          <p:nvSpPr>
            <p:cNvPr id="397601" name="Rectangle 289"/>
            <p:cNvSpPr>
              <a:spLocks noChangeArrowheads="1"/>
            </p:cNvSpPr>
            <p:nvPr/>
          </p:nvSpPr>
          <p:spPr bwMode="auto">
            <a:xfrm>
              <a:off x="1493" y="910"/>
              <a:ext cx="33" cy="8"/>
            </a:xfrm>
            <a:prstGeom prst="rect">
              <a:avLst/>
            </a:prstGeom>
            <a:solidFill>
              <a:srgbClr val="000000"/>
            </a:solidFill>
            <a:ln w="9525">
              <a:noFill/>
              <a:miter lim="800000"/>
              <a:headEnd/>
              <a:tailEnd/>
            </a:ln>
          </p:spPr>
          <p:txBody>
            <a:bodyPr/>
            <a:lstStyle/>
            <a:p>
              <a:endParaRPr lang="en-US"/>
            </a:p>
          </p:txBody>
        </p:sp>
        <p:sp>
          <p:nvSpPr>
            <p:cNvPr id="397602" name="Rectangle 290"/>
            <p:cNvSpPr>
              <a:spLocks noChangeArrowheads="1"/>
            </p:cNvSpPr>
            <p:nvPr/>
          </p:nvSpPr>
          <p:spPr bwMode="auto">
            <a:xfrm>
              <a:off x="1435" y="910"/>
              <a:ext cx="33" cy="8"/>
            </a:xfrm>
            <a:prstGeom prst="rect">
              <a:avLst/>
            </a:prstGeom>
            <a:solidFill>
              <a:srgbClr val="000000"/>
            </a:solidFill>
            <a:ln w="9525">
              <a:noFill/>
              <a:miter lim="800000"/>
              <a:headEnd/>
              <a:tailEnd/>
            </a:ln>
          </p:spPr>
          <p:txBody>
            <a:bodyPr/>
            <a:lstStyle/>
            <a:p>
              <a:endParaRPr lang="en-US"/>
            </a:p>
          </p:txBody>
        </p:sp>
        <p:sp>
          <p:nvSpPr>
            <p:cNvPr id="397603" name="Rectangle 291"/>
            <p:cNvSpPr>
              <a:spLocks noChangeArrowheads="1"/>
            </p:cNvSpPr>
            <p:nvPr/>
          </p:nvSpPr>
          <p:spPr bwMode="auto">
            <a:xfrm>
              <a:off x="1377" y="910"/>
              <a:ext cx="33" cy="8"/>
            </a:xfrm>
            <a:prstGeom prst="rect">
              <a:avLst/>
            </a:prstGeom>
            <a:solidFill>
              <a:srgbClr val="000000"/>
            </a:solidFill>
            <a:ln w="9525">
              <a:noFill/>
              <a:miter lim="800000"/>
              <a:headEnd/>
              <a:tailEnd/>
            </a:ln>
          </p:spPr>
          <p:txBody>
            <a:bodyPr/>
            <a:lstStyle/>
            <a:p>
              <a:endParaRPr lang="en-US"/>
            </a:p>
          </p:txBody>
        </p:sp>
        <p:sp>
          <p:nvSpPr>
            <p:cNvPr id="397604" name="Rectangle 292"/>
            <p:cNvSpPr>
              <a:spLocks noChangeArrowheads="1"/>
            </p:cNvSpPr>
            <p:nvPr/>
          </p:nvSpPr>
          <p:spPr bwMode="auto">
            <a:xfrm>
              <a:off x="1319" y="910"/>
              <a:ext cx="33" cy="8"/>
            </a:xfrm>
            <a:prstGeom prst="rect">
              <a:avLst/>
            </a:prstGeom>
            <a:solidFill>
              <a:srgbClr val="000000"/>
            </a:solidFill>
            <a:ln w="9525">
              <a:noFill/>
              <a:miter lim="800000"/>
              <a:headEnd/>
              <a:tailEnd/>
            </a:ln>
          </p:spPr>
          <p:txBody>
            <a:bodyPr/>
            <a:lstStyle/>
            <a:p>
              <a:endParaRPr lang="en-US"/>
            </a:p>
          </p:txBody>
        </p:sp>
        <p:sp>
          <p:nvSpPr>
            <p:cNvPr id="397605" name="Rectangle 293"/>
            <p:cNvSpPr>
              <a:spLocks noChangeArrowheads="1"/>
            </p:cNvSpPr>
            <p:nvPr/>
          </p:nvSpPr>
          <p:spPr bwMode="auto">
            <a:xfrm>
              <a:off x="1261" y="910"/>
              <a:ext cx="33" cy="8"/>
            </a:xfrm>
            <a:prstGeom prst="rect">
              <a:avLst/>
            </a:prstGeom>
            <a:solidFill>
              <a:srgbClr val="000000"/>
            </a:solidFill>
            <a:ln w="9525">
              <a:noFill/>
              <a:miter lim="800000"/>
              <a:headEnd/>
              <a:tailEnd/>
            </a:ln>
          </p:spPr>
          <p:txBody>
            <a:bodyPr/>
            <a:lstStyle/>
            <a:p>
              <a:endParaRPr lang="en-US"/>
            </a:p>
          </p:txBody>
        </p:sp>
        <p:sp>
          <p:nvSpPr>
            <p:cNvPr id="397606" name="Rectangle 294"/>
            <p:cNvSpPr>
              <a:spLocks noChangeArrowheads="1"/>
            </p:cNvSpPr>
            <p:nvPr/>
          </p:nvSpPr>
          <p:spPr bwMode="auto">
            <a:xfrm>
              <a:off x="1203" y="910"/>
              <a:ext cx="33" cy="8"/>
            </a:xfrm>
            <a:prstGeom prst="rect">
              <a:avLst/>
            </a:prstGeom>
            <a:solidFill>
              <a:srgbClr val="000000"/>
            </a:solidFill>
            <a:ln w="9525">
              <a:noFill/>
              <a:miter lim="800000"/>
              <a:headEnd/>
              <a:tailEnd/>
            </a:ln>
          </p:spPr>
          <p:txBody>
            <a:bodyPr/>
            <a:lstStyle/>
            <a:p>
              <a:endParaRPr lang="en-US"/>
            </a:p>
          </p:txBody>
        </p:sp>
        <p:sp>
          <p:nvSpPr>
            <p:cNvPr id="397607" name="Rectangle 295"/>
            <p:cNvSpPr>
              <a:spLocks noChangeArrowheads="1"/>
            </p:cNvSpPr>
            <p:nvPr/>
          </p:nvSpPr>
          <p:spPr bwMode="auto">
            <a:xfrm>
              <a:off x="1145" y="910"/>
              <a:ext cx="33" cy="8"/>
            </a:xfrm>
            <a:prstGeom prst="rect">
              <a:avLst/>
            </a:prstGeom>
            <a:solidFill>
              <a:srgbClr val="000000"/>
            </a:solidFill>
            <a:ln w="9525">
              <a:noFill/>
              <a:miter lim="800000"/>
              <a:headEnd/>
              <a:tailEnd/>
            </a:ln>
          </p:spPr>
          <p:txBody>
            <a:bodyPr/>
            <a:lstStyle/>
            <a:p>
              <a:endParaRPr lang="en-US"/>
            </a:p>
          </p:txBody>
        </p:sp>
        <p:sp>
          <p:nvSpPr>
            <p:cNvPr id="397608" name="Rectangle 296"/>
            <p:cNvSpPr>
              <a:spLocks noChangeArrowheads="1"/>
            </p:cNvSpPr>
            <p:nvPr/>
          </p:nvSpPr>
          <p:spPr bwMode="auto">
            <a:xfrm>
              <a:off x="1087" y="910"/>
              <a:ext cx="33" cy="8"/>
            </a:xfrm>
            <a:prstGeom prst="rect">
              <a:avLst/>
            </a:prstGeom>
            <a:solidFill>
              <a:srgbClr val="000000"/>
            </a:solidFill>
            <a:ln w="9525">
              <a:noFill/>
              <a:miter lim="800000"/>
              <a:headEnd/>
              <a:tailEnd/>
            </a:ln>
          </p:spPr>
          <p:txBody>
            <a:bodyPr/>
            <a:lstStyle/>
            <a:p>
              <a:endParaRPr lang="en-US"/>
            </a:p>
          </p:txBody>
        </p:sp>
        <p:sp>
          <p:nvSpPr>
            <p:cNvPr id="397609" name="Rectangle 297"/>
            <p:cNvSpPr>
              <a:spLocks noChangeArrowheads="1"/>
            </p:cNvSpPr>
            <p:nvPr/>
          </p:nvSpPr>
          <p:spPr bwMode="auto">
            <a:xfrm>
              <a:off x="1029" y="910"/>
              <a:ext cx="33" cy="8"/>
            </a:xfrm>
            <a:prstGeom prst="rect">
              <a:avLst/>
            </a:prstGeom>
            <a:solidFill>
              <a:srgbClr val="000000"/>
            </a:solidFill>
            <a:ln w="9525">
              <a:noFill/>
              <a:miter lim="800000"/>
              <a:headEnd/>
              <a:tailEnd/>
            </a:ln>
          </p:spPr>
          <p:txBody>
            <a:bodyPr/>
            <a:lstStyle/>
            <a:p>
              <a:endParaRPr lang="en-US"/>
            </a:p>
          </p:txBody>
        </p:sp>
        <p:sp>
          <p:nvSpPr>
            <p:cNvPr id="397610" name="Rectangle 298"/>
            <p:cNvSpPr>
              <a:spLocks noChangeArrowheads="1"/>
            </p:cNvSpPr>
            <p:nvPr/>
          </p:nvSpPr>
          <p:spPr bwMode="auto">
            <a:xfrm>
              <a:off x="971" y="910"/>
              <a:ext cx="33" cy="8"/>
            </a:xfrm>
            <a:prstGeom prst="rect">
              <a:avLst/>
            </a:prstGeom>
            <a:solidFill>
              <a:srgbClr val="000000"/>
            </a:solidFill>
            <a:ln w="9525">
              <a:noFill/>
              <a:miter lim="800000"/>
              <a:headEnd/>
              <a:tailEnd/>
            </a:ln>
          </p:spPr>
          <p:txBody>
            <a:bodyPr/>
            <a:lstStyle/>
            <a:p>
              <a:endParaRPr lang="en-US"/>
            </a:p>
          </p:txBody>
        </p:sp>
        <p:sp>
          <p:nvSpPr>
            <p:cNvPr id="397611" name="Rectangle 299"/>
            <p:cNvSpPr>
              <a:spLocks noChangeArrowheads="1"/>
            </p:cNvSpPr>
            <p:nvPr/>
          </p:nvSpPr>
          <p:spPr bwMode="auto">
            <a:xfrm>
              <a:off x="913" y="910"/>
              <a:ext cx="33" cy="8"/>
            </a:xfrm>
            <a:prstGeom prst="rect">
              <a:avLst/>
            </a:prstGeom>
            <a:solidFill>
              <a:srgbClr val="000000"/>
            </a:solidFill>
            <a:ln w="9525">
              <a:noFill/>
              <a:miter lim="800000"/>
              <a:headEnd/>
              <a:tailEnd/>
            </a:ln>
          </p:spPr>
          <p:txBody>
            <a:bodyPr/>
            <a:lstStyle/>
            <a:p>
              <a:endParaRPr lang="en-US"/>
            </a:p>
          </p:txBody>
        </p:sp>
        <p:sp>
          <p:nvSpPr>
            <p:cNvPr id="397612" name="Rectangle 300"/>
            <p:cNvSpPr>
              <a:spLocks noChangeArrowheads="1"/>
            </p:cNvSpPr>
            <p:nvPr/>
          </p:nvSpPr>
          <p:spPr bwMode="auto">
            <a:xfrm>
              <a:off x="855" y="910"/>
              <a:ext cx="33" cy="8"/>
            </a:xfrm>
            <a:prstGeom prst="rect">
              <a:avLst/>
            </a:prstGeom>
            <a:solidFill>
              <a:srgbClr val="000000"/>
            </a:solidFill>
            <a:ln w="9525">
              <a:noFill/>
              <a:miter lim="800000"/>
              <a:headEnd/>
              <a:tailEnd/>
            </a:ln>
          </p:spPr>
          <p:txBody>
            <a:bodyPr/>
            <a:lstStyle/>
            <a:p>
              <a:endParaRPr lang="en-US"/>
            </a:p>
          </p:txBody>
        </p:sp>
        <p:sp>
          <p:nvSpPr>
            <p:cNvPr id="397613" name="Rectangle 301"/>
            <p:cNvSpPr>
              <a:spLocks noChangeArrowheads="1"/>
            </p:cNvSpPr>
            <p:nvPr/>
          </p:nvSpPr>
          <p:spPr bwMode="auto">
            <a:xfrm>
              <a:off x="797" y="910"/>
              <a:ext cx="34" cy="8"/>
            </a:xfrm>
            <a:prstGeom prst="rect">
              <a:avLst/>
            </a:prstGeom>
            <a:solidFill>
              <a:srgbClr val="000000"/>
            </a:solidFill>
            <a:ln w="9525">
              <a:noFill/>
              <a:miter lim="800000"/>
              <a:headEnd/>
              <a:tailEnd/>
            </a:ln>
          </p:spPr>
          <p:txBody>
            <a:bodyPr/>
            <a:lstStyle/>
            <a:p>
              <a:endParaRPr lang="en-US"/>
            </a:p>
          </p:txBody>
        </p:sp>
        <p:sp>
          <p:nvSpPr>
            <p:cNvPr id="397614" name="Rectangle 302"/>
            <p:cNvSpPr>
              <a:spLocks noChangeArrowheads="1"/>
            </p:cNvSpPr>
            <p:nvPr/>
          </p:nvSpPr>
          <p:spPr bwMode="auto">
            <a:xfrm>
              <a:off x="740" y="910"/>
              <a:ext cx="33" cy="8"/>
            </a:xfrm>
            <a:prstGeom prst="rect">
              <a:avLst/>
            </a:prstGeom>
            <a:solidFill>
              <a:srgbClr val="000000"/>
            </a:solidFill>
            <a:ln w="9525">
              <a:noFill/>
              <a:miter lim="800000"/>
              <a:headEnd/>
              <a:tailEnd/>
            </a:ln>
          </p:spPr>
          <p:txBody>
            <a:bodyPr/>
            <a:lstStyle/>
            <a:p>
              <a:endParaRPr lang="en-US"/>
            </a:p>
          </p:txBody>
        </p:sp>
        <p:sp>
          <p:nvSpPr>
            <p:cNvPr id="397615" name="Rectangle 303"/>
            <p:cNvSpPr>
              <a:spLocks noChangeArrowheads="1"/>
            </p:cNvSpPr>
            <p:nvPr/>
          </p:nvSpPr>
          <p:spPr bwMode="auto">
            <a:xfrm>
              <a:off x="682" y="910"/>
              <a:ext cx="33" cy="8"/>
            </a:xfrm>
            <a:prstGeom prst="rect">
              <a:avLst/>
            </a:prstGeom>
            <a:solidFill>
              <a:srgbClr val="000000"/>
            </a:solidFill>
            <a:ln w="9525">
              <a:noFill/>
              <a:miter lim="800000"/>
              <a:headEnd/>
              <a:tailEnd/>
            </a:ln>
          </p:spPr>
          <p:txBody>
            <a:bodyPr/>
            <a:lstStyle/>
            <a:p>
              <a:endParaRPr lang="en-US"/>
            </a:p>
          </p:txBody>
        </p:sp>
        <p:sp>
          <p:nvSpPr>
            <p:cNvPr id="397616" name="Rectangle 304"/>
            <p:cNvSpPr>
              <a:spLocks noChangeArrowheads="1"/>
            </p:cNvSpPr>
            <p:nvPr/>
          </p:nvSpPr>
          <p:spPr bwMode="auto">
            <a:xfrm>
              <a:off x="624" y="910"/>
              <a:ext cx="33" cy="8"/>
            </a:xfrm>
            <a:prstGeom prst="rect">
              <a:avLst/>
            </a:prstGeom>
            <a:solidFill>
              <a:srgbClr val="000000"/>
            </a:solidFill>
            <a:ln w="9525">
              <a:noFill/>
              <a:miter lim="800000"/>
              <a:headEnd/>
              <a:tailEnd/>
            </a:ln>
          </p:spPr>
          <p:txBody>
            <a:bodyPr/>
            <a:lstStyle/>
            <a:p>
              <a:endParaRPr lang="en-US"/>
            </a:p>
          </p:txBody>
        </p:sp>
        <p:sp>
          <p:nvSpPr>
            <p:cNvPr id="397617" name="Rectangle 305"/>
            <p:cNvSpPr>
              <a:spLocks noChangeArrowheads="1"/>
            </p:cNvSpPr>
            <p:nvPr/>
          </p:nvSpPr>
          <p:spPr bwMode="auto">
            <a:xfrm>
              <a:off x="566" y="910"/>
              <a:ext cx="33" cy="8"/>
            </a:xfrm>
            <a:prstGeom prst="rect">
              <a:avLst/>
            </a:prstGeom>
            <a:solidFill>
              <a:srgbClr val="000000"/>
            </a:solidFill>
            <a:ln w="9525">
              <a:noFill/>
              <a:miter lim="800000"/>
              <a:headEnd/>
              <a:tailEnd/>
            </a:ln>
          </p:spPr>
          <p:txBody>
            <a:bodyPr/>
            <a:lstStyle/>
            <a:p>
              <a:endParaRPr lang="en-US"/>
            </a:p>
          </p:txBody>
        </p:sp>
        <p:sp>
          <p:nvSpPr>
            <p:cNvPr id="397618" name="Rectangle 306"/>
            <p:cNvSpPr>
              <a:spLocks noChangeArrowheads="1"/>
            </p:cNvSpPr>
            <p:nvPr/>
          </p:nvSpPr>
          <p:spPr bwMode="auto">
            <a:xfrm>
              <a:off x="508" y="910"/>
              <a:ext cx="33" cy="8"/>
            </a:xfrm>
            <a:prstGeom prst="rect">
              <a:avLst/>
            </a:prstGeom>
            <a:solidFill>
              <a:srgbClr val="000000"/>
            </a:solidFill>
            <a:ln w="9525">
              <a:noFill/>
              <a:miter lim="800000"/>
              <a:headEnd/>
              <a:tailEnd/>
            </a:ln>
          </p:spPr>
          <p:txBody>
            <a:bodyPr/>
            <a:lstStyle/>
            <a:p>
              <a:endParaRPr lang="en-US"/>
            </a:p>
          </p:txBody>
        </p:sp>
        <p:sp>
          <p:nvSpPr>
            <p:cNvPr id="397619" name="Rectangle 307"/>
            <p:cNvSpPr>
              <a:spLocks noChangeArrowheads="1"/>
            </p:cNvSpPr>
            <p:nvPr/>
          </p:nvSpPr>
          <p:spPr bwMode="auto">
            <a:xfrm>
              <a:off x="450" y="910"/>
              <a:ext cx="33" cy="8"/>
            </a:xfrm>
            <a:prstGeom prst="rect">
              <a:avLst/>
            </a:prstGeom>
            <a:solidFill>
              <a:srgbClr val="000000"/>
            </a:solidFill>
            <a:ln w="9525">
              <a:noFill/>
              <a:miter lim="800000"/>
              <a:headEnd/>
              <a:tailEnd/>
            </a:ln>
          </p:spPr>
          <p:txBody>
            <a:bodyPr/>
            <a:lstStyle/>
            <a:p>
              <a:endParaRPr lang="en-US"/>
            </a:p>
          </p:txBody>
        </p:sp>
        <p:sp>
          <p:nvSpPr>
            <p:cNvPr id="397620" name="Rectangle 308"/>
            <p:cNvSpPr>
              <a:spLocks noChangeArrowheads="1"/>
            </p:cNvSpPr>
            <p:nvPr/>
          </p:nvSpPr>
          <p:spPr bwMode="auto">
            <a:xfrm>
              <a:off x="392" y="910"/>
              <a:ext cx="33" cy="8"/>
            </a:xfrm>
            <a:prstGeom prst="rect">
              <a:avLst/>
            </a:prstGeom>
            <a:solidFill>
              <a:srgbClr val="000000"/>
            </a:solidFill>
            <a:ln w="9525">
              <a:noFill/>
              <a:miter lim="800000"/>
              <a:headEnd/>
              <a:tailEnd/>
            </a:ln>
          </p:spPr>
          <p:txBody>
            <a:bodyPr/>
            <a:lstStyle/>
            <a:p>
              <a:endParaRPr lang="en-US"/>
            </a:p>
          </p:txBody>
        </p:sp>
        <p:sp>
          <p:nvSpPr>
            <p:cNvPr id="397621" name="Rectangle 309"/>
            <p:cNvSpPr>
              <a:spLocks noChangeArrowheads="1"/>
            </p:cNvSpPr>
            <p:nvPr/>
          </p:nvSpPr>
          <p:spPr bwMode="auto">
            <a:xfrm>
              <a:off x="334" y="910"/>
              <a:ext cx="33" cy="8"/>
            </a:xfrm>
            <a:prstGeom prst="rect">
              <a:avLst/>
            </a:prstGeom>
            <a:solidFill>
              <a:srgbClr val="000000"/>
            </a:solidFill>
            <a:ln w="9525">
              <a:noFill/>
              <a:miter lim="800000"/>
              <a:headEnd/>
              <a:tailEnd/>
            </a:ln>
          </p:spPr>
          <p:txBody>
            <a:bodyPr/>
            <a:lstStyle/>
            <a:p>
              <a:endParaRPr lang="en-US"/>
            </a:p>
          </p:txBody>
        </p:sp>
        <p:sp>
          <p:nvSpPr>
            <p:cNvPr id="397622" name="Rectangle 310"/>
            <p:cNvSpPr>
              <a:spLocks noChangeArrowheads="1"/>
            </p:cNvSpPr>
            <p:nvPr/>
          </p:nvSpPr>
          <p:spPr bwMode="auto">
            <a:xfrm>
              <a:off x="276" y="910"/>
              <a:ext cx="33" cy="8"/>
            </a:xfrm>
            <a:prstGeom prst="rect">
              <a:avLst/>
            </a:prstGeom>
            <a:solidFill>
              <a:srgbClr val="000000"/>
            </a:solidFill>
            <a:ln w="9525">
              <a:noFill/>
              <a:miter lim="800000"/>
              <a:headEnd/>
              <a:tailEnd/>
            </a:ln>
          </p:spPr>
          <p:txBody>
            <a:bodyPr/>
            <a:lstStyle/>
            <a:p>
              <a:endParaRPr lang="en-US"/>
            </a:p>
          </p:txBody>
        </p:sp>
        <p:sp>
          <p:nvSpPr>
            <p:cNvPr id="397623" name="Rectangle 311"/>
            <p:cNvSpPr>
              <a:spLocks noChangeArrowheads="1"/>
            </p:cNvSpPr>
            <p:nvPr/>
          </p:nvSpPr>
          <p:spPr bwMode="auto">
            <a:xfrm>
              <a:off x="218" y="910"/>
              <a:ext cx="33" cy="8"/>
            </a:xfrm>
            <a:prstGeom prst="rect">
              <a:avLst/>
            </a:prstGeom>
            <a:solidFill>
              <a:srgbClr val="000000"/>
            </a:solidFill>
            <a:ln w="9525">
              <a:noFill/>
              <a:miter lim="800000"/>
              <a:headEnd/>
              <a:tailEnd/>
            </a:ln>
          </p:spPr>
          <p:txBody>
            <a:bodyPr/>
            <a:lstStyle/>
            <a:p>
              <a:endParaRPr lang="en-US"/>
            </a:p>
          </p:txBody>
        </p:sp>
      </p:grpSp>
      <p:grpSp>
        <p:nvGrpSpPr>
          <p:cNvPr id="397624" name="Group 312"/>
          <p:cNvGrpSpPr>
            <a:grpSpLocks/>
          </p:cNvGrpSpPr>
          <p:nvPr/>
        </p:nvGrpSpPr>
        <p:grpSpPr bwMode="auto">
          <a:xfrm>
            <a:off x="7175500" y="5765800"/>
            <a:ext cx="127000" cy="115888"/>
            <a:chOff x="4520" y="3632"/>
            <a:chExt cx="80" cy="73"/>
          </a:xfrm>
        </p:grpSpPr>
        <p:sp>
          <p:nvSpPr>
            <p:cNvPr id="397625" name="Freeform 313"/>
            <p:cNvSpPr>
              <a:spLocks/>
            </p:cNvSpPr>
            <p:nvPr/>
          </p:nvSpPr>
          <p:spPr bwMode="auto">
            <a:xfrm>
              <a:off x="4520" y="3659"/>
              <a:ext cx="40" cy="46"/>
            </a:xfrm>
            <a:custGeom>
              <a:avLst/>
              <a:gdLst/>
              <a:ahLst/>
              <a:cxnLst>
                <a:cxn ang="0">
                  <a:pos x="0" y="0"/>
                </a:cxn>
                <a:cxn ang="0">
                  <a:pos x="40" y="26"/>
                </a:cxn>
                <a:cxn ang="0">
                  <a:pos x="11" y="91"/>
                </a:cxn>
                <a:cxn ang="0">
                  <a:pos x="24" y="36"/>
                </a:cxn>
                <a:cxn ang="0">
                  <a:pos x="0" y="0"/>
                </a:cxn>
              </a:cxnLst>
              <a:rect l="0" t="0" r="r" b="b"/>
              <a:pathLst>
                <a:path w="40" h="91">
                  <a:moveTo>
                    <a:pt x="0" y="0"/>
                  </a:moveTo>
                  <a:lnTo>
                    <a:pt x="40" y="26"/>
                  </a:lnTo>
                  <a:lnTo>
                    <a:pt x="11" y="91"/>
                  </a:lnTo>
                  <a:lnTo>
                    <a:pt x="24" y="36"/>
                  </a:lnTo>
                  <a:lnTo>
                    <a:pt x="0" y="0"/>
                  </a:lnTo>
                  <a:close/>
                </a:path>
              </a:pathLst>
            </a:custGeom>
            <a:solidFill>
              <a:srgbClr val="FF3300"/>
            </a:solidFill>
            <a:ln w="12700">
              <a:solidFill>
                <a:srgbClr val="CCCCFF"/>
              </a:solidFill>
              <a:prstDash val="solid"/>
              <a:round/>
              <a:headEnd/>
              <a:tailEnd/>
            </a:ln>
          </p:spPr>
          <p:txBody>
            <a:bodyPr/>
            <a:lstStyle/>
            <a:p>
              <a:endParaRPr lang="en-US"/>
            </a:p>
          </p:txBody>
        </p:sp>
        <p:sp>
          <p:nvSpPr>
            <p:cNvPr id="397626" name="Freeform 314"/>
            <p:cNvSpPr>
              <a:spLocks/>
            </p:cNvSpPr>
            <p:nvPr/>
          </p:nvSpPr>
          <p:spPr bwMode="auto">
            <a:xfrm>
              <a:off x="4560" y="3659"/>
              <a:ext cx="40" cy="46"/>
            </a:xfrm>
            <a:custGeom>
              <a:avLst/>
              <a:gdLst/>
              <a:ahLst/>
              <a:cxnLst>
                <a:cxn ang="0">
                  <a:pos x="40" y="0"/>
                </a:cxn>
                <a:cxn ang="0">
                  <a:pos x="0" y="26"/>
                </a:cxn>
                <a:cxn ang="0">
                  <a:pos x="28" y="91"/>
                </a:cxn>
                <a:cxn ang="0">
                  <a:pos x="18" y="36"/>
                </a:cxn>
                <a:cxn ang="0">
                  <a:pos x="40" y="0"/>
                </a:cxn>
              </a:cxnLst>
              <a:rect l="0" t="0" r="r" b="b"/>
              <a:pathLst>
                <a:path w="40" h="91">
                  <a:moveTo>
                    <a:pt x="40" y="0"/>
                  </a:moveTo>
                  <a:lnTo>
                    <a:pt x="0" y="26"/>
                  </a:lnTo>
                  <a:lnTo>
                    <a:pt x="28" y="91"/>
                  </a:lnTo>
                  <a:lnTo>
                    <a:pt x="18" y="36"/>
                  </a:lnTo>
                  <a:lnTo>
                    <a:pt x="40" y="0"/>
                  </a:lnTo>
                  <a:close/>
                </a:path>
              </a:pathLst>
            </a:custGeom>
            <a:solidFill>
              <a:srgbClr val="FF3300"/>
            </a:solidFill>
            <a:ln w="12700">
              <a:solidFill>
                <a:srgbClr val="CCCCFF"/>
              </a:solidFill>
              <a:prstDash val="solid"/>
              <a:round/>
              <a:headEnd/>
              <a:tailEnd/>
            </a:ln>
          </p:spPr>
          <p:txBody>
            <a:bodyPr/>
            <a:lstStyle/>
            <a:p>
              <a:endParaRPr lang="en-US"/>
            </a:p>
          </p:txBody>
        </p:sp>
        <p:sp>
          <p:nvSpPr>
            <p:cNvPr id="397627" name="Freeform 315"/>
            <p:cNvSpPr>
              <a:spLocks/>
            </p:cNvSpPr>
            <p:nvPr/>
          </p:nvSpPr>
          <p:spPr bwMode="auto">
            <a:xfrm>
              <a:off x="4520" y="3632"/>
              <a:ext cx="40" cy="40"/>
            </a:xfrm>
            <a:custGeom>
              <a:avLst/>
              <a:gdLst/>
              <a:ahLst/>
              <a:cxnLst>
                <a:cxn ang="0">
                  <a:pos x="0" y="54"/>
                </a:cxn>
                <a:cxn ang="0">
                  <a:pos x="40" y="80"/>
                </a:cxn>
                <a:cxn ang="0">
                  <a:pos x="40" y="0"/>
                </a:cxn>
                <a:cxn ang="0">
                  <a:pos x="29" y="54"/>
                </a:cxn>
                <a:cxn ang="0">
                  <a:pos x="0" y="54"/>
                </a:cxn>
              </a:cxnLst>
              <a:rect l="0" t="0" r="r" b="b"/>
              <a:pathLst>
                <a:path w="40" h="80">
                  <a:moveTo>
                    <a:pt x="0" y="54"/>
                  </a:moveTo>
                  <a:lnTo>
                    <a:pt x="40" y="80"/>
                  </a:lnTo>
                  <a:lnTo>
                    <a:pt x="40" y="0"/>
                  </a:lnTo>
                  <a:lnTo>
                    <a:pt x="29" y="54"/>
                  </a:lnTo>
                  <a:lnTo>
                    <a:pt x="0" y="54"/>
                  </a:lnTo>
                  <a:close/>
                </a:path>
              </a:pathLst>
            </a:custGeom>
            <a:solidFill>
              <a:srgbClr val="FF3300"/>
            </a:solidFill>
            <a:ln w="12700">
              <a:solidFill>
                <a:srgbClr val="CCCCFF"/>
              </a:solidFill>
              <a:prstDash val="solid"/>
              <a:round/>
              <a:headEnd/>
              <a:tailEnd/>
            </a:ln>
          </p:spPr>
          <p:txBody>
            <a:bodyPr/>
            <a:lstStyle/>
            <a:p>
              <a:endParaRPr lang="en-US"/>
            </a:p>
          </p:txBody>
        </p:sp>
        <p:sp>
          <p:nvSpPr>
            <p:cNvPr id="397628" name="Freeform 316"/>
            <p:cNvSpPr>
              <a:spLocks/>
            </p:cNvSpPr>
            <p:nvPr/>
          </p:nvSpPr>
          <p:spPr bwMode="auto">
            <a:xfrm>
              <a:off x="4560" y="3632"/>
              <a:ext cx="40" cy="40"/>
            </a:xfrm>
            <a:custGeom>
              <a:avLst/>
              <a:gdLst/>
              <a:ahLst/>
              <a:cxnLst>
                <a:cxn ang="0">
                  <a:pos x="40" y="54"/>
                </a:cxn>
                <a:cxn ang="0">
                  <a:pos x="0" y="80"/>
                </a:cxn>
                <a:cxn ang="0">
                  <a:pos x="0" y="0"/>
                </a:cxn>
                <a:cxn ang="0">
                  <a:pos x="12" y="54"/>
                </a:cxn>
                <a:cxn ang="0">
                  <a:pos x="40" y="54"/>
                </a:cxn>
              </a:cxnLst>
              <a:rect l="0" t="0" r="r" b="b"/>
              <a:pathLst>
                <a:path w="40" h="80">
                  <a:moveTo>
                    <a:pt x="40" y="54"/>
                  </a:moveTo>
                  <a:lnTo>
                    <a:pt x="0" y="80"/>
                  </a:lnTo>
                  <a:lnTo>
                    <a:pt x="0" y="0"/>
                  </a:lnTo>
                  <a:lnTo>
                    <a:pt x="12" y="54"/>
                  </a:lnTo>
                  <a:lnTo>
                    <a:pt x="40" y="54"/>
                  </a:lnTo>
                  <a:close/>
                </a:path>
              </a:pathLst>
            </a:custGeom>
            <a:solidFill>
              <a:srgbClr val="FF3300"/>
            </a:solidFill>
            <a:ln w="12700">
              <a:solidFill>
                <a:srgbClr val="CCCCFF"/>
              </a:solidFill>
              <a:prstDash val="solid"/>
              <a:round/>
              <a:headEnd/>
              <a:tailEnd/>
            </a:ln>
          </p:spPr>
          <p:txBody>
            <a:bodyPr/>
            <a:lstStyle/>
            <a:p>
              <a:endParaRPr lang="en-US"/>
            </a:p>
          </p:txBody>
        </p:sp>
        <p:sp>
          <p:nvSpPr>
            <p:cNvPr id="397629" name="Freeform 317"/>
            <p:cNvSpPr>
              <a:spLocks/>
            </p:cNvSpPr>
            <p:nvPr/>
          </p:nvSpPr>
          <p:spPr bwMode="auto">
            <a:xfrm>
              <a:off x="4531" y="3672"/>
              <a:ext cx="29" cy="33"/>
            </a:xfrm>
            <a:custGeom>
              <a:avLst/>
              <a:gdLst/>
              <a:ahLst/>
              <a:cxnLst>
                <a:cxn ang="0">
                  <a:pos x="29" y="0"/>
                </a:cxn>
                <a:cxn ang="0">
                  <a:pos x="0" y="65"/>
                </a:cxn>
                <a:cxn ang="0">
                  <a:pos x="29" y="33"/>
                </a:cxn>
                <a:cxn ang="0">
                  <a:pos x="29" y="0"/>
                </a:cxn>
              </a:cxnLst>
              <a:rect l="0" t="0" r="r" b="b"/>
              <a:pathLst>
                <a:path w="29" h="65">
                  <a:moveTo>
                    <a:pt x="29" y="0"/>
                  </a:moveTo>
                  <a:lnTo>
                    <a:pt x="0" y="65"/>
                  </a:lnTo>
                  <a:lnTo>
                    <a:pt x="29" y="33"/>
                  </a:lnTo>
                  <a:lnTo>
                    <a:pt x="29" y="0"/>
                  </a:lnTo>
                  <a:close/>
                </a:path>
              </a:pathLst>
            </a:custGeom>
            <a:solidFill>
              <a:srgbClr val="FF3300"/>
            </a:solidFill>
            <a:ln w="12700">
              <a:solidFill>
                <a:srgbClr val="CCCCFF"/>
              </a:solidFill>
              <a:prstDash val="solid"/>
              <a:round/>
              <a:headEnd/>
              <a:tailEnd/>
            </a:ln>
          </p:spPr>
          <p:txBody>
            <a:bodyPr/>
            <a:lstStyle/>
            <a:p>
              <a:endParaRPr lang="en-US"/>
            </a:p>
          </p:txBody>
        </p:sp>
        <p:sp>
          <p:nvSpPr>
            <p:cNvPr id="397630" name="Freeform 318"/>
            <p:cNvSpPr>
              <a:spLocks/>
            </p:cNvSpPr>
            <p:nvPr/>
          </p:nvSpPr>
          <p:spPr bwMode="auto">
            <a:xfrm>
              <a:off x="4560" y="3672"/>
              <a:ext cx="28" cy="33"/>
            </a:xfrm>
            <a:custGeom>
              <a:avLst/>
              <a:gdLst/>
              <a:ahLst/>
              <a:cxnLst>
                <a:cxn ang="0">
                  <a:pos x="0" y="0"/>
                </a:cxn>
                <a:cxn ang="0">
                  <a:pos x="28" y="65"/>
                </a:cxn>
                <a:cxn ang="0">
                  <a:pos x="0" y="33"/>
                </a:cxn>
                <a:cxn ang="0">
                  <a:pos x="0" y="0"/>
                </a:cxn>
              </a:cxnLst>
              <a:rect l="0" t="0" r="r" b="b"/>
              <a:pathLst>
                <a:path w="28" h="65">
                  <a:moveTo>
                    <a:pt x="0" y="0"/>
                  </a:moveTo>
                  <a:lnTo>
                    <a:pt x="28" y="65"/>
                  </a:lnTo>
                  <a:lnTo>
                    <a:pt x="0" y="33"/>
                  </a:lnTo>
                  <a:lnTo>
                    <a:pt x="0" y="0"/>
                  </a:lnTo>
                  <a:close/>
                </a:path>
              </a:pathLst>
            </a:custGeom>
            <a:solidFill>
              <a:srgbClr val="FF3300"/>
            </a:solidFill>
            <a:ln w="12700">
              <a:solidFill>
                <a:srgbClr val="CCCCFF"/>
              </a:solidFill>
              <a:prstDash val="solid"/>
              <a:round/>
              <a:headEnd/>
              <a:tailEnd/>
            </a:ln>
          </p:spPr>
          <p:txBody>
            <a:bodyPr/>
            <a:lstStyle/>
            <a:p>
              <a:endParaRPr lang="en-US"/>
            </a:p>
          </p:txBody>
        </p:sp>
      </p:grpSp>
      <p:sp>
        <p:nvSpPr>
          <p:cNvPr id="397631" name="Rectangle 319"/>
          <p:cNvSpPr>
            <a:spLocks noChangeArrowheads="1"/>
          </p:cNvSpPr>
          <p:nvPr/>
        </p:nvSpPr>
        <p:spPr bwMode="auto">
          <a:xfrm>
            <a:off x="7277100" y="5710238"/>
            <a:ext cx="1666875" cy="227012"/>
          </a:xfrm>
          <a:prstGeom prst="rect">
            <a:avLst/>
          </a:prstGeom>
          <a:noFill/>
          <a:ln w="9525">
            <a:noFill/>
            <a:miter lim="800000"/>
            <a:headEnd/>
            <a:tailEnd/>
          </a:ln>
        </p:spPr>
        <p:txBody>
          <a:bodyPr/>
          <a:lstStyle/>
          <a:p>
            <a:endParaRPr lang="en-US"/>
          </a:p>
        </p:txBody>
      </p:sp>
      <p:sp>
        <p:nvSpPr>
          <p:cNvPr id="397632" name="Rectangle 320"/>
          <p:cNvSpPr>
            <a:spLocks noChangeArrowheads="1"/>
          </p:cNvSpPr>
          <p:nvPr/>
        </p:nvSpPr>
        <p:spPr bwMode="auto">
          <a:xfrm>
            <a:off x="7372350" y="5737225"/>
            <a:ext cx="1117600" cy="192088"/>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Architecture Roles</a:t>
            </a:r>
            <a:endParaRPr lang="en-US" sz="1800">
              <a:latin typeface="Garamond" pitchFamily="18" charset="0"/>
            </a:endParaRPr>
          </a:p>
        </p:txBody>
      </p:sp>
      <p:sp>
        <p:nvSpPr>
          <p:cNvPr id="397633" name="Freeform 321"/>
          <p:cNvSpPr>
            <a:spLocks/>
          </p:cNvSpPr>
          <p:nvPr/>
        </p:nvSpPr>
        <p:spPr bwMode="auto">
          <a:xfrm>
            <a:off x="7110413" y="5975350"/>
            <a:ext cx="234950" cy="207963"/>
          </a:xfrm>
          <a:custGeom>
            <a:avLst/>
            <a:gdLst/>
            <a:ahLst/>
            <a:cxnLst>
              <a:cxn ang="0">
                <a:pos x="74" y="0"/>
              </a:cxn>
              <a:cxn ang="0">
                <a:pos x="0" y="131"/>
              </a:cxn>
              <a:cxn ang="0">
                <a:pos x="74" y="261"/>
              </a:cxn>
              <a:cxn ang="0">
                <a:pos x="148" y="131"/>
              </a:cxn>
              <a:cxn ang="0">
                <a:pos x="74" y="0"/>
              </a:cxn>
            </a:cxnLst>
            <a:rect l="0" t="0" r="r" b="b"/>
            <a:pathLst>
              <a:path w="148" h="261">
                <a:moveTo>
                  <a:pt x="74" y="0"/>
                </a:moveTo>
                <a:lnTo>
                  <a:pt x="0" y="131"/>
                </a:lnTo>
                <a:lnTo>
                  <a:pt x="74" y="261"/>
                </a:lnTo>
                <a:lnTo>
                  <a:pt x="148" y="131"/>
                </a:lnTo>
                <a:lnTo>
                  <a:pt x="74" y="0"/>
                </a:lnTo>
                <a:close/>
              </a:path>
            </a:pathLst>
          </a:custGeom>
          <a:solidFill>
            <a:srgbClr val="FF3300"/>
          </a:solidFill>
          <a:ln w="12700">
            <a:solidFill>
              <a:srgbClr val="000000"/>
            </a:solidFill>
            <a:prstDash val="solid"/>
            <a:round/>
            <a:headEnd/>
            <a:tailEnd/>
          </a:ln>
        </p:spPr>
        <p:txBody>
          <a:bodyPr/>
          <a:lstStyle/>
          <a:p>
            <a:endParaRPr lang="en-US"/>
          </a:p>
        </p:txBody>
      </p:sp>
      <p:sp>
        <p:nvSpPr>
          <p:cNvPr id="397634" name="Rectangle 322"/>
          <p:cNvSpPr>
            <a:spLocks noChangeArrowheads="1"/>
          </p:cNvSpPr>
          <p:nvPr/>
        </p:nvSpPr>
        <p:spPr bwMode="auto">
          <a:xfrm>
            <a:off x="7273925" y="5973763"/>
            <a:ext cx="1666875" cy="228600"/>
          </a:xfrm>
          <a:prstGeom prst="rect">
            <a:avLst/>
          </a:prstGeom>
          <a:noFill/>
          <a:ln w="9525">
            <a:noFill/>
            <a:miter lim="800000"/>
            <a:headEnd/>
            <a:tailEnd/>
          </a:ln>
        </p:spPr>
        <p:txBody>
          <a:bodyPr/>
          <a:lstStyle/>
          <a:p>
            <a:endParaRPr lang="en-US"/>
          </a:p>
        </p:txBody>
      </p:sp>
      <p:sp>
        <p:nvSpPr>
          <p:cNvPr id="397635" name="Rectangle 323"/>
          <p:cNvSpPr>
            <a:spLocks noChangeArrowheads="1"/>
          </p:cNvSpPr>
          <p:nvPr/>
        </p:nvSpPr>
        <p:spPr bwMode="auto">
          <a:xfrm>
            <a:off x="7369175" y="6000750"/>
            <a:ext cx="884238" cy="136525"/>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Validation Points</a:t>
            </a:r>
            <a:endParaRPr lang="en-US" sz="1800">
              <a:latin typeface="Garamond" pitchFamily="18" charset="0"/>
            </a:endParaRPr>
          </a:p>
        </p:txBody>
      </p:sp>
      <p:sp>
        <p:nvSpPr>
          <p:cNvPr id="397636" name="Freeform 324"/>
          <p:cNvSpPr>
            <a:spLocks/>
          </p:cNvSpPr>
          <p:nvPr/>
        </p:nvSpPr>
        <p:spPr bwMode="auto">
          <a:xfrm>
            <a:off x="785813" y="1971675"/>
            <a:ext cx="1168400" cy="509588"/>
          </a:xfrm>
          <a:custGeom>
            <a:avLst/>
            <a:gdLst/>
            <a:ahLst/>
            <a:cxnLst>
              <a:cxn ang="0">
                <a:pos x="634" y="0"/>
              </a:cxn>
              <a:cxn ang="0">
                <a:pos x="0" y="0"/>
              </a:cxn>
              <a:cxn ang="0">
                <a:pos x="102" y="321"/>
              </a:cxn>
              <a:cxn ang="0">
                <a:pos x="0" y="641"/>
              </a:cxn>
              <a:cxn ang="0">
                <a:pos x="634" y="641"/>
              </a:cxn>
              <a:cxn ang="0">
                <a:pos x="736" y="321"/>
              </a:cxn>
              <a:cxn ang="0">
                <a:pos x="634" y="0"/>
              </a:cxn>
            </a:cxnLst>
            <a:rect l="0" t="0" r="r" b="b"/>
            <a:pathLst>
              <a:path w="736" h="641">
                <a:moveTo>
                  <a:pt x="634" y="0"/>
                </a:moveTo>
                <a:lnTo>
                  <a:pt x="0" y="0"/>
                </a:lnTo>
                <a:lnTo>
                  <a:pt x="102" y="321"/>
                </a:lnTo>
                <a:lnTo>
                  <a:pt x="0" y="641"/>
                </a:lnTo>
                <a:lnTo>
                  <a:pt x="634" y="641"/>
                </a:lnTo>
                <a:lnTo>
                  <a:pt x="736" y="321"/>
                </a:lnTo>
                <a:lnTo>
                  <a:pt x="634" y="0"/>
                </a:lnTo>
                <a:close/>
              </a:path>
            </a:pathLst>
          </a:custGeom>
          <a:solidFill>
            <a:srgbClr val="FFFFFF"/>
          </a:solidFill>
          <a:ln w="12700">
            <a:solidFill>
              <a:srgbClr val="000000"/>
            </a:solidFill>
            <a:prstDash val="solid"/>
            <a:round/>
            <a:headEnd/>
            <a:tailEnd/>
          </a:ln>
        </p:spPr>
        <p:txBody>
          <a:bodyPr/>
          <a:lstStyle/>
          <a:p>
            <a:endParaRPr lang="en-US"/>
          </a:p>
        </p:txBody>
      </p:sp>
      <p:sp>
        <p:nvSpPr>
          <p:cNvPr id="397637" name="Rectangle 325"/>
          <p:cNvSpPr>
            <a:spLocks noChangeArrowheads="1"/>
          </p:cNvSpPr>
          <p:nvPr/>
        </p:nvSpPr>
        <p:spPr bwMode="auto">
          <a:xfrm>
            <a:off x="998538" y="1990725"/>
            <a:ext cx="744537" cy="217488"/>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Respond to</a:t>
            </a:r>
            <a:endParaRPr lang="en-US" sz="1800">
              <a:latin typeface="Garamond" pitchFamily="18" charset="0"/>
            </a:endParaRPr>
          </a:p>
        </p:txBody>
      </p:sp>
      <p:sp>
        <p:nvSpPr>
          <p:cNvPr id="397638" name="Rectangle 326"/>
          <p:cNvSpPr>
            <a:spLocks noChangeArrowheads="1"/>
          </p:cNvSpPr>
          <p:nvPr/>
        </p:nvSpPr>
        <p:spPr bwMode="auto">
          <a:xfrm>
            <a:off x="1074738" y="2125663"/>
            <a:ext cx="585787" cy="217487"/>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Business</a:t>
            </a:r>
            <a:endParaRPr lang="en-US" sz="1800">
              <a:latin typeface="Garamond" pitchFamily="18" charset="0"/>
            </a:endParaRPr>
          </a:p>
        </p:txBody>
      </p:sp>
      <p:sp>
        <p:nvSpPr>
          <p:cNvPr id="397639" name="Rectangle 327"/>
          <p:cNvSpPr>
            <a:spLocks noChangeArrowheads="1"/>
          </p:cNvSpPr>
          <p:nvPr/>
        </p:nvSpPr>
        <p:spPr bwMode="auto">
          <a:xfrm>
            <a:off x="1119188" y="2260600"/>
            <a:ext cx="498475" cy="217488"/>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Change</a:t>
            </a:r>
            <a:endParaRPr lang="en-US" sz="1800">
              <a:latin typeface="Garamond" pitchFamily="18" charset="0"/>
            </a:endParaRPr>
          </a:p>
        </p:txBody>
      </p:sp>
      <p:sp>
        <p:nvSpPr>
          <p:cNvPr id="397640" name="Rectangle 328"/>
          <p:cNvSpPr>
            <a:spLocks noChangeArrowheads="1"/>
          </p:cNvSpPr>
          <p:nvPr/>
        </p:nvSpPr>
        <p:spPr bwMode="auto">
          <a:xfrm>
            <a:off x="1800225" y="1420813"/>
            <a:ext cx="5192713" cy="530225"/>
          </a:xfrm>
          <a:prstGeom prst="rect">
            <a:avLst/>
          </a:prstGeom>
          <a:noFill/>
          <a:ln w="9525">
            <a:noFill/>
            <a:miter lim="800000"/>
            <a:headEnd/>
            <a:tailEnd/>
          </a:ln>
        </p:spPr>
        <p:txBody>
          <a:bodyPr/>
          <a:lstStyle/>
          <a:p>
            <a:endParaRPr lang="en-US"/>
          </a:p>
        </p:txBody>
      </p:sp>
      <p:sp>
        <p:nvSpPr>
          <p:cNvPr id="397641" name="Rectangle 329"/>
          <p:cNvSpPr>
            <a:spLocks noChangeArrowheads="1"/>
          </p:cNvSpPr>
          <p:nvPr/>
        </p:nvSpPr>
        <p:spPr bwMode="auto">
          <a:xfrm>
            <a:off x="2338388" y="1457325"/>
            <a:ext cx="4244975" cy="279400"/>
          </a:xfrm>
          <a:prstGeom prst="rect">
            <a:avLst/>
          </a:prstGeom>
          <a:noFill/>
          <a:ln w="9525">
            <a:noFill/>
            <a:miter lim="800000"/>
            <a:headEnd/>
            <a:tailEnd/>
          </a:ln>
        </p:spPr>
        <p:txBody>
          <a:bodyPr wrap="none" lIns="0" tIns="0" rIns="0" bIns="0">
            <a:spAutoFit/>
          </a:bodyPr>
          <a:lstStyle/>
          <a:p>
            <a:r>
              <a:rPr lang="en-US" sz="1600" u="sng">
                <a:solidFill>
                  <a:srgbClr val="000000"/>
                </a:solidFill>
                <a:latin typeface="Arial" charset="0"/>
              </a:rPr>
              <a:t>Investment Process /Architecture Project</a:t>
            </a:r>
            <a:endParaRPr lang="en-US" sz="1800">
              <a:latin typeface="Garamond" pitchFamily="18" charset="0"/>
            </a:endParaRPr>
          </a:p>
        </p:txBody>
      </p:sp>
      <p:sp>
        <p:nvSpPr>
          <p:cNvPr id="397642" name="Rectangle 330"/>
          <p:cNvSpPr>
            <a:spLocks noChangeArrowheads="1"/>
          </p:cNvSpPr>
          <p:nvPr/>
        </p:nvSpPr>
        <p:spPr bwMode="auto">
          <a:xfrm>
            <a:off x="3187700" y="1676400"/>
            <a:ext cx="2544763" cy="279400"/>
          </a:xfrm>
          <a:prstGeom prst="rect">
            <a:avLst/>
          </a:prstGeom>
          <a:noFill/>
          <a:ln w="9525">
            <a:noFill/>
            <a:miter lim="800000"/>
            <a:headEnd/>
            <a:tailEnd/>
          </a:ln>
        </p:spPr>
        <p:txBody>
          <a:bodyPr wrap="none" lIns="0" tIns="0" rIns="0" bIns="0">
            <a:spAutoFit/>
          </a:bodyPr>
          <a:lstStyle/>
          <a:p>
            <a:r>
              <a:rPr lang="en-US" sz="1600" u="sng">
                <a:solidFill>
                  <a:srgbClr val="000000"/>
                </a:solidFill>
                <a:latin typeface="Arial" charset="0"/>
              </a:rPr>
              <a:t>Assessment Framework</a:t>
            </a:r>
            <a:endParaRPr lang="en-US" sz="1800">
              <a:latin typeface="Garamond" pitchFamily="18" charset="0"/>
            </a:endParaRPr>
          </a:p>
        </p:txBody>
      </p:sp>
      <p:sp>
        <p:nvSpPr>
          <p:cNvPr id="397643" name="Freeform 331"/>
          <p:cNvSpPr>
            <a:spLocks/>
          </p:cNvSpPr>
          <p:nvPr/>
        </p:nvSpPr>
        <p:spPr bwMode="auto">
          <a:xfrm>
            <a:off x="3792538" y="2493963"/>
            <a:ext cx="315912" cy="301625"/>
          </a:xfrm>
          <a:custGeom>
            <a:avLst/>
            <a:gdLst/>
            <a:ahLst/>
            <a:cxnLst>
              <a:cxn ang="0">
                <a:pos x="100" y="0"/>
              </a:cxn>
              <a:cxn ang="0">
                <a:pos x="0" y="190"/>
              </a:cxn>
              <a:cxn ang="0">
                <a:pos x="100" y="381"/>
              </a:cxn>
              <a:cxn ang="0">
                <a:pos x="199" y="190"/>
              </a:cxn>
              <a:cxn ang="0">
                <a:pos x="100" y="0"/>
              </a:cxn>
            </a:cxnLst>
            <a:rect l="0" t="0" r="r" b="b"/>
            <a:pathLst>
              <a:path w="199" h="381">
                <a:moveTo>
                  <a:pt x="100" y="0"/>
                </a:moveTo>
                <a:lnTo>
                  <a:pt x="0" y="190"/>
                </a:lnTo>
                <a:lnTo>
                  <a:pt x="100" y="381"/>
                </a:lnTo>
                <a:lnTo>
                  <a:pt x="199" y="190"/>
                </a:lnTo>
                <a:lnTo>
                  <a:pt x="100" y="0"/>
                </a:lnTo>
                <a:close/>
              </a:path>
            </a:pathLst>
          </a:custGeom>
          <a:solidFill>
            <a:srgbClr val="FF3300"/>
          </a:solidFill>
          <a:ln w="12700">
            <a:solidFill>
              <a:srgbClr val="000000"/>
            </a:solidFill>
            <a:prstDash val="solid"/>
            <a:round/>
            <a:headEnd/>
            <a:tailEnd/>
          </a:ln>
        </p:spPr>
        <p:txBody>
          <a:bodyPr/>
          <a:lstStyle/>
          <a:p>
            <a:endParaRPr lang="en-US"/>
          </a:p>
        </p:txBody>
      </p:sp>
      <p:sp>
        <p:nvSpPr>
          <p:cNvPr id="397644" name="Rectangle 332"/>
          <p:cNvSpPr>
            <a:spLocks noChangeArrowheads="1"/>
          </p:cNvSpPr>
          <p:nvPr/>
        </p:nvSpPr>
        <p:spPr bwMode="auto">
          <a:xfrm>
            <a:off x="3898900" y="2544763"/>
            <a:ext cx="192088" cy="242887"/>
          </a:xfrm>
          <a:prstGeom prst="rect">
            <a:avLst/>
          </a:prstGeom>
          <a:noFill/>
          <a:ln w="9525">
            <a:noFill/>
            <a:miter lim="800000"/>
            <a:headEnd/>
            <a:tailEnd/>
          </a:ln>
        </p:spPr>
        <p:txBody>
          <a:bodyPr wrap="none" lIns="0" tIns="0" rIns="0" bIns="0">
            <a:spAutoFit/>
          </a:bodyPr>
          <a:lstStyle/>
          <a:p>
            <a:r>
              <a:rPr lang="en-US" sz="1400">
                <a:solidFill>
                  <a:srgbClr val="FFFFFF"/>
                </a:solidFill>
                <a:latin typeface="Arial" charset="0"/>
              </a:rPr>
              <a:t>1</a:t>
            </a:r>
            <a:endParaRPr lang="en-US" sz="1800">
              <a:latin typeface="Garamond" pitchFamily="18" charset="0"/>
            </a:endParaRPr>
          </a:p>
        </p:txBody>
      </p:sp>
      <p:grpSp>
        <p:nvGrpSpPr>
          <p:cNvPr id="397645" name="Group 333"/>
          <p:cNvGrpSpPr>
            <a:grpSpLocks/>
          </p:cNvGrpSpPr>
          <p:nvPr/>
        </p:nvGrpSpPr>
        <p:grpSpPr bwMode="auto">
          <a:xfrm>
            <a:off x="4108450" y="2600325"/>
            <a:ext cx="1758950" cy="104775"/>
            <a:chOff x="2588" y="1638"/>
            <a:chExt cx="1108" cy="66"/>
          </a:xfrm>
        </p:grpSpPr>
        <p:sp>
          <p:nvSpPr>
            <p:cNvPr id="397646" name="Freeform 334"/>
            <p:cNvSpPr>
              <a:spLocks/>
            </p:cNvSpPr>
            <p:nvPr/>
          </p:nvSpPr>
          <p:spPr bwMode="auto">
            <a:xfrm>
              <a:off x="2588" y="1666"/>
              <a:ext cx="1040" cy="5"/>
            </a:xfrm>
            <a:custGeom>
              <a:avLst/>
              <a:gdLst/>
              <a:ahLst/>
              <a:cxnLst>
                <a:cxn ang="0">
                  <a:pos x="0" y="0"/>
                </a:cxn>
                <a:cxn ang="0">
                  <a:pos x="553" y="0"/>
                </a:cxn>
                <a:cxn ang="0">
                  <a:pos x="553" y="10"/>
                </a:cxn>
                <a:cxn ang="0">
                  <a:pos x="1040" y="10"/>
                </a:cxn>
              </a:cxnLst>
              <a:rect l="0" t="0" r="r" b="b"/>
              <a:pathLst>
                <a:path w="1040" h="10">
                  <a:moveTo>
                    <a:pt x="0" y="0"/>
                  </a:moveTo>
                  <a:lnTo>
                    <a:pt x="553" y="0"/>
                  </a:lnTo>
                  <a:lnTo>
                    <a:pt x="553" y="10"/>
                  </a:lnTo>
                  <a:lnTo>
                    <a:pt x="1040" y="10"/>
                  </a:lnTo>
                </a:path>
              </a:pathLst>
            </a:custGeom>
            <a:noFill/>
            <a:ln w="12700">
              <a:solidFill>
                <a:srgbClr val="000000"/>
              </a:solidFill>
              <a:prstDash val="solid"/>
              <a:round/>
              <a:headEnd/>
              <a:tailEnd/>
            </a:ln>
          </p:spPr>
          <p:txBody>
            <a:bodyPr/>
            <a:lstStyle/>
            <a:p>
              <a:endParaRPr lang="en-US"/>
            </a:p>
          </p:txBody>
        </p:sp>
        <p:sp>
          <p:nvSpPr>
            <p:cNvPr id="397647" name="Freeform 335"/>
            <p:cNvSpPr>
              <a:spLocks/>
            </p:cNvSpPr>
            <p:nvPr/>
          </p:nvSpPr>
          <p:spPr bwMode="auto">
            <a:xfrm>
              <a:off x="3626" y="1638"/>
              <a:ext cx="70" cy="66"/>
            </a:xfrm>
            <a:custGeom>
              <a:avLst/>
              <a:gdLst/>
              <a:ahLst/>
              <a:cxnLst>
                <a:cxn ang="0">
                  <a:pos x="0" y="133"/>
                </a:cxn>
                <a:cxn ang="0">
                  <a:pos x="70" y="65"/>
                </a:cxn>
                <a:cxn ang="0">
                  <a:pos x="0" y="0"/>
                </a:cxn>
                <a:cxn ang="0">
                  <a:pos x="0" y="133"/>
                </a:cxn>
              </a:cxnLst>
              <a:rect l="0" t="0" r="r" b="b"/>
              <a:pathLst>
                <a:path w="70" h="133">
                  <a:moveTo>
                    <a:pt x="0" y="133"/>
                  </a:moveTo>
                  <a:lnTo>
                    <a:pt x="70" y="65"/>
                  </a:lnTo>
                  <a:lnTo>
                    <a:pt x="0" y="0"/>
                  </a:lnTo>
                  <a:lnTo>
                    <a:pt x="0" y="133"/>
                  </a:lnTo>
                  <a:close/>
                </a:path>
              </a:pathLst>
            </a:custGeom>
            <a:solidFill>
              <a:srgbClr val="000000"/>
            </a:solidFill>
            <a:ln w="9525">
              <a:noFill/>
              <a:round/>
              <a:headEnd/>
              <a:tailEnd/>
            </a:ln>
          </p:spPr>
          <p:txBody>
            <a:bodyPr/>
            <a:lstStyle/>
            <a:p>
              <a:endParaRPr lang="en-US"/>
            </a:p>
          </p:txBody>
        </p:sp>
      </p:grpSp>
      <p:sp>
        <p:nvSpPr>
          <p:cNvPr id="397648" name="Rectangle 336"/>
          <p:cNvSpPr>
            <a:spLocks noChangeArrowheads="1"/>
          </p:cNvSpPr>
          <p:nvPr/>
        </p:nvSpPr>
        <p:spPr bwMode="auto">
          <a:xfrm>
            <a:off x="3367088" y="1903413"/>
            <a:ext cx="1176337" cy="546100"/>
          </a:xfrm>
          <a:prstGeom prst="rect">
            <a:avLst/>
          </a:prstGeom>
          <a:noFill/>
          <a:ln w="9525">
            <a:noFill/>
            <a:miter lim="800000"/>
            <a:headEnd/>
            <a:tailEnd/>
          </a:ln>
        </p:spPr>
        <p:txBody>
          <a:bodyPr/>
          <a:lstStyle/>
          <a:p>
            <a:endParaRPr lang="en-US"/>
          </a:p>
        </p:txBody>
      </p:sp>
      <p:sp>
        <p:nvSpPr>
          <p:cNvPr id="397649" name="Rectangle 337"/>
          <p:cNvSpPr>
            <a:spLocks noChangeArrowheads="1"/>
          </p:cNvSpPr>
          <p:nvPr/>
        </p:nvSpPr>
        <p:spPr bwMode="auto">
          <a:xfrm>
            <a:off x="3740150" y="1930400"/>
            <a:ext cx="49212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Assess</a:t>
            </a:r>
            <a:endParaRPr lang="en-US" sz="1800">
              <a:latin typeface="Garamond" pitchFamily="18" charset="0"/>
            </a:endParaRPr>
          </a:p>
        </p:txBody>
      </p:sp>
      <p:sp>
        <p:nvSpPr>
          <p:cNvPr id="397650" name="Rectangle 338"/>
          <p:cNvSpPr>
            <a:spLocks noChangeArrowheads="1"/>
          </p:cNvSpPr>
          <p:nvPr/>
        </p:nvSpPr>
        <p:spPr bwMode="auto">
          <a:xfrm>
            <a:off x="3692525" y="2081213"/>
            <a:ext cx="590550"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Business</a:t>
            </a:r>
            <a:endParaRPr lang="en-US" sz="1800">
              <a:latin typeface="Garamond" pitchFamily="18" charset="0"/>
            </a:endParaRPr>
          </a:p>
        </p:txBody>
      </p:sp>
      <p:sp>
        <p:nvSpPr>
          <p:cNvPr id="397651" name="Rectangle 339"/>
          <p:cNvSpPr>
            <a:spLocks noChangeArrowheads="1"/>
          </p:cNvSpPr>
          <p:nvPr/>
        </p:nvSpPr>
        <p:spPr bwMode="auto">
          <a:xfrm>
            <a:off x="3646488" y="2232025"/>
            <a:ext cx="684212"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Alignment</a:t>
            </a:r>
            <a:endParaRPr lang="en-US" sz="1800">
              <a:latin typeface="Garamond" pitchFamily="18" charset="0"/>
            </a:endParaRPr>
          </a:p>
        </p:txBody>
      </p:sp>
      <p:grpSp>
        <p:nvGrpSpPr>
          <p:cNvPr id="397652" name="Group 340"/>
          <p:cNvGrpSpPr>
            <a:grpSpLocks/>
          </p:cNvGrpSpPr>
          <p:nvPr/>
        </p:nvGrpSpPr>
        <p:grpSpPr bwMode="auto">
          <a:xfrm>
            <a:off x="6929438" y="2652713"/>
            <a:ext cx="428625" cy="671512"/>
            <a:chOff x="4365" y="1671"/>
            <a:chExt cx="270" cy="423"/>
          </a:xfrm>
        </p:grpSpPr>
        <p:sp>
          <p:nvSpPr>
            <p:cNvPr id="397653" name="Freeform 341"/>
            <p:cNvSpPr>
              <a:spLocks/>
            </p:cNvSpPr>
            <p:nvPr/>
          </p:nvSpPr>
          <p:spPr bwMode="auto">
            <a:xfrm>
              <a:off x="4365" y="1671"/>
              <a:ext cx="236" cy="359"/>
            </a:xfrm>
            <a:custGeom>
              <a:avLst/>
              <a:gdLst/>
              <a:ahLst/>
              <a:cxnLst>
                <a:cxn ang="0">
                  <a:pos x="0" y="0"/>
                </a:cxn>
                <a:cxn ang="0">
                  <a:pos x="236" y="0"/>
                </a:cxn>
                <a:cxn ang="0">
                  <a:pos x="236" y="719"/>
                </a:cxn>
              </a:cxnLst>
              <a:rect l="0" t="0" r="r" b="b"/>
              <a:pathLst>
                <a:path w="236" h="719">
                  <a:moveTo>
                    <a:pt x="0" y="0"/>
                  </a:moveTo>
                  <a:lnTo>
                    <a:pt x="236" y="0"/>
                  </a:lnTo>
                  <a:lnTo>
                    <a:pt x="236" y="719"/>
                  </a:lnTo>
                </a:path>
              </a:pathLst>
            </a:custGeom>
            <a:noFill/>
            <a:ln w="12700">
              <a:solidFill>
                <a:srgbClr val="000000"/>
              </a:solidFill>
              <a:prstDash val="solid"/>
              <a:round/>
              <a:headEnd/>
              <a:tailEnd/>
            </a:ln>
          </p:spPr>
          <p:txBody>
            <a:bodyPr/>
            <a:lstStyle/>
            <a:p>
              <a:endParaRPr lang="en-US"/>
            </a:p>
          </p:txBody>
        </p:sp>
        <p:sp>
          <p:nvSpPr>
            <p:cNvPr id="397654" name="Freeform 342"/>
            <p:cNvSpPr>
              <a:spLocks/>
            </p:cNvSpPr>
            <p:nvPr/>
          </p:nvSpPr>
          <p:spPr bwMode="auto">
            <a:xfrm>
              <a:off x="4565" y="2028"/>
              <a:ext cx="70" cy="66"/>
            </a:xfrm>
            <a:custGeom>
              <a:avLst/>
              <a:gdLst/>
              <a:ahLst/>
              <a:cxnLst>
                <a:cxn ang="0">
                  <a:pos x="0" y="0"/>
                </a:cxn>
                <a:cxn ang="0">
                  <a:pos x="36" y="133"/>
                </a:cxn>
                <a:cxn ang="0">
                  <a:pos x="70" y="0"/>
                </a:cxn>
                <a:cxn ang="0">
                  <a:pos x="0" y="0"/>
                </a:cxn>
              </a:cxnLst>
              <a:rect l="0" t="0" r="r" b="b"/>
              <a:pathLst>
                <a:path w="70" h="133">
                  <a:moveTo>
                    <a:pt x="0" y="0"/>
                  </a:moveTo>
                  <a:lnTo>
                    <a:pt x="36" y="133"/>
                  </a:lnTo>
                  <a:lnTo>
                    <a:pt x="70" y="0"/>
                  </a:lnTo>
                  <a:lnTo>
                    <a:pt x="0" y="0"/>
                  </a:lnTo>
                  <a:close/>
                </a:path>
              </a:pathLst>
            </a:custGeom>
            <a:solidFill>
              <a:srgbClr val="000000"/>
            </a:solidFill>
            <a:ln w="9525">
              <a:noFill/>
              <a:round/>
              <a:headEnd/>
              <a:tailEnd/>
            </a:ln>
          </p:spPr>
          <p:txBody>
            <a:bodyPr/>
            <a:lstStyle/>
            <a:p>
              <a:endParaRPr lang="en-US"/>
            </a:p>
          </p:txBody>
        </p:sp>
      </p:grpSp>
      <p:sp>
        <p:nvSpPr>
          <p:cNvPr id="397655" name="Freeform 343"/>
          <p:cNvSpPr>
            <a:spLocks/>
          </p:cNvSpPr>
          <p:nvPr/>
        </p:nvSpPr>
        <p:spPr bwMode="auto">
          <a:xfrm>
            <a:off x="7145338" y="3324225"/>
            <a:ext cx="315912" cy="303213"/>
          </a:xfrm>
          <a:custGeom>
            <a:avLst/>
            <a:gdLst/>
            <a:ahLst/>
            <a:cxnLst>
              <a:cxn ang="0">
                <a:pos x="100" y="0"/>
              </a:cxn>
              <a:cxn ang="0">
                <a:pos x="0" y="190"/>
              </a:cxn>
              <a:cxn ang="0">
                <a:pos x="100" y="380"/>
              </a:cxn>
              <a:cxn ang="0">
                <a:pos x="199" y="190"/>
              </a:cxn>
              <a:cxn ang="0">
                <a:pos x="100" y="0"/>
              </a:cxn>
            </a:cxnLst>
            <a:rect l="0" t="0" r="r" b="b"/>
            <a:pathLst>
              <a:path w="199" h="380">
                <a:moveTo>
                  <a:pt x="100" y="0"/>
                </a:moveTo>
                <a:lnTo>
                  <a:pt x="0" y="190"/>
                </a:lnTo>
                <a:lnTo>
                  <a:pt x="100" y="380"/>
                </a:lnTo>
                <a:lnTo>
                  <a:pt x="199" y="190"/>
                </a:lnTo>
                <a:lnTo>
                  <a:pt x="100" y="0"/>
                </a:lnTo>
                <a:close/>
              </a:path>
            </a:pathLst>
          </a:custGeom>
          <a:solidFill>
            <a:srgbClr val="FF3300"/>
          </a:solidFill>
          <a:ln w="12700">
            <a:solidFill>
              <a:srgbClr val="000000"/>
            </a:solidFill>
            <a:prstDash val="solid"/>
            <a:round/>
            <a:headEnd/>
            <a:tailEnd/>
          </a:ln>
        </p:spPr>
        <p:txBody>
          <a:bodyPr/>
          <a:lstStyle/>
          <a:p>
            <a:endParaRPr lang="en-US"/>
          </a:p>
        </p:txBody>
      </p:sp>
      <p:sp>
        <p:nvSpPr>
          <p:cNvPr id="397656" name="Rectangle 344"/>
          <p:cNvSpPr>
            <a:spLocks noChangeArrowheads="1"/>
          </p:cNvSpPr>
          <p:nvPr/>
        </p:nvSpPr>
        <p:spPr bwMode="auto">
          <a:xfrm>
            <a:off x="7256463" y="3360738"/>
            <a:ext cx="176212" cy="255587"/>
          </a:xfrm>
          <a:prstGeom prst="rect">
            <a:avLst/>
          </a:prstGeom>
          <a:noFill/>
          <a:ln w="9525">
            <a:noFill/>
            <a:miter lim="800000"/>
            <a:headEnd/>
            <a:tailEnd/>
          </a:ln>
        </p:spPr>
        <p:txBody>
          <a:bodyPr wrap="none" lIns="0" tIns="0" rIns="0" bIns="0">
            <a:spAutoFit/>
          </a:bodyPr>
          <a:lstStyle/>
          <a:p>
            <a:r>
              <a:rPr lang="en-US" sz="1200">
                <a:solidFill>
                  <a:srgbClr val="FFFFFF"/>
                </a:solidFill>
                <a:latin typeface="Comic Sans MS" pitchFamily="66" charset="0"/>
              </a:rPr>
              <a:t>2</a:t>
            </a:r>
            <a:endParaRPr lang="en-US" sz="1800">
              <a:latin typeface="Garamond" pitchFamily="18" charset="0"/>
            </a:endParaRPr>
          </a:p>
        </p:txBody>
      </p:sp>
      <p:sp>
        <p:nvSpPr>
          <p:cNvPr id="397657" name="Rectangle 345"/>
          <p:cNvSpPr>
            <a:spLocks noChangeArrowheads="1"/>
          </p:cNvSpPr>
          <p:nvPr/>
        </p:nvSpPr>
        <p:spPr bwMode="auto">
          <a:xfrm>
            <a:off x="7240588" y="2638425"/>
            <a:ext cx="1168400" cy="544513"/>
          </a:xfrm>
          <a:prstGeom prst="rect">
            <a:avLst/>
          </a:prstGeom>
          <a:noFill/>
          <a:ln w="9525">
            <a:noFill/>
            <a:miter lim="800000"/>
            <a:headEnd/>
            <a:tailEnd/>
          </a:ln>
        </p:spPr>
        <p:txBody>
          <a:bodyPr/>
          <a:lstStyle/>
          <a:p>
            <a:endParaRPr lang="en-US"/>
          </a:p>
        </p:txBody>
      </p:sp>
      <p:sp>
        <p:nvSpPr>
          <p:cNvPr id="397658" name="Rectangle 346"/>
          <p:cNvSpPr>
            <a:spLocks noChangeArrowheads="1"/>
          </p:cNvSpPr>
          <p:nvPr/>
        </p:nvSpPr>
        <p:spPr bwMode="auto">
          <a:xfrm>
            <a:off x="7610475" y="2665413"/>
            <a:ext cx="49212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Assess</a:t>
            </a:r>
            <a:endParaRPr lang="en-US" sz="1800">
              <a:latin typeface="Garamond" pitchFamily="18" charset="0"/>
            </a:endParaRPr>
          </a:p>
        </p:txBody>
      </p:sp>
      <p:sp>
        <p:nvSpPr>
          <p:cNvPr id="397659" name="Rectangle 347"/>
          <p:cNvSpPr>
            <a:spLocks noChangeArrowheads="1"/>
          </p:cNvSpPr>
          <p:nvPr/>
        </p:nvSpPr>
        <p:spPr bwMode="auto">
          <a:xfrm>
            <a:off x="7388225" y="2816225"/>
            <a:ext cx="94297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Business Case</a:t>
            </a:r>
            <a:endParaRPr lang="en-US" sz="1800">
              <a:latin typeface="Garamond" pitchFamily="18" charset="0"/>
            </a:endParaRPr>
          </a:p>
        </p:txBody>
      </p:sp>
      <p:sp>
        <p:nvSpPr>
          <p:cNvPr id="397660" name="Rectangle 348"/>
          <p:cNvSpPr>
            <a:spLocks noChangeArrowheads="1"/>
          </p:cNvSpPr>
          <p:nvPr/>
        </p:nvSpPr>
        <p:spPr bwMode="auto">
          <a:xfrm>
            <a:off x="7566025" y="2967038"/>
            <a:ext cx="585788"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Proposal</a:t>
            </a:r>
            <a:endParaRPr lang="en-US" sz="1800">
              <a:latin typeface="Garamond" pitchFamily="18" charset="0"/>
            </a:endParaRPr>
          </a:p>
        </p:txBody>
      </p:sp>
      <p:grpSp>
        <p:nvGrpSpPr>
          <p:cNvPr id="397661" name="Group 349"/>
          <p:cNvGrpSpPr>
            <a:grpSpLocks/>
          </p:cNvGrpSpPr>
          <p:nvPr/>
        </p:nvGrpSpPr>
        <p:grpSpPr bwMode="auto">
          <a:xfrm>
            <a:off x="6931025" y="3627438"/>
            <a:ext cx="373063" cy="444500"/>
            <a:chOff x="4366" y="2285"/>
            <a:chExt cx="235" cy="280"/>
          </a:xfrm>
        </p:grpSpPr>
        <p:sp>
          <p:nvSpPr>
            <p:cNvPr id="397662" name="Freeform 350"/>
            <p:cNvSpPr>
              <a:spLocks/>
            </p:cNvSpPr>
            <p:nvPr/>
          </p:nvSpPr>
          <p:spPr bwMode="auto">
            <a:xfrm>
              <a:off x="4433" y="2285"/>
              <a:ext cx="168" cy="247"/>
            </a:xfrm>
            <a:custGeom>
              <a:avLst/>
              <a:gdLst/>
              <a:ahLst/>
              <a:cxnLst>
                <a:cxn ang="0">
                  <a:pos x="168" y="0"/>
                </a:cxn>
                <a:cxn ang="0">
                  <a:pos x="168" y="495"/>
                </a:cxn>
                <a:cxn ang="0">
                  <a:pos x="0" y="495"/>
                </a:cxn>
              </a:cxnLst>
              <a:rect l="0" t="0" r="r" b="b"/>
              <a:pathLst>
                <a:path w="168" h="495">
                  <a:moveTo>
                    <a:pt x="168" y="0"/>
                  </a:moveTo>
                  <a:lnTo>
                    <a:pt x="168" y="495"/>
                  </a:lnTo>
                  <a:lnTo>
                    <a:pt x="0" y="495"/>
                  </a:lnTo>
                </a:path>
              </a:pathLst>
            </a:custGeom>
            <a:noFill/>
            <a:ln w="12700">
              <a:solidFill>
                <a:srgbClr val="000000"/>
              </a:solidFill>
              <a:prstDash val="solid"/>
              <a:round/>
              <a:headEnd/>
              <a:tailEnd/>
            </a:ln>
          </p:spPr>
          <p:txBody>
            <a:bodyPr/>
            <a:lstStyle/>
            <a:p>
              <a:endParaRPr lang="en-US"/>
            </a:p>
          </p:txBody>
        </p:sp>
        <p:sp>
          <p:nvSpPr>
            <p:cNvPr id="397663" name="Freeform 351"/>
            <p:cNvSpPr>
              <a:spLocks/>
            </p:cNvSpPr>
            <p:nvPr/>
          </p:nvSpPr>
          <p:spPr bwMode="auto">
            <a:xfrm>
              <a:off x="4366" y="2498"/>
              <a:ext cx="69" cy="67"/>
            </a:xfrm>
            <a:custGeom>
              <a:avLst/>
              <a:gdLst/>
              <a:ahLst/>
              <a:cxnLst>
                <a:cxn ang="0">
                  <a:pos x="69" y="0"/>
                </a:cxn>
                <a:cxn ang="0">
                  <a:pos x="0" y="67"/>
                </a:cxn>
                <a:cxn ang="0">
                  <a:pos x="69" y="133"/>
                </a:cxn>
                <a:cxn ang="0">
                  <a:pos x="69" y="0"/>
                </a:cxn>
              </a:cxnLst>
              <a:rect l="0" t="0" r="r" b="b"/>
              <a:pathLst>
                <a:path w="69" h="133">
                  <a:moveTo>
                    <a:pt x="69" y="0"/>
                  </a:moveTo>
                  <a:lnTo>
                    <a:pt x="0" y="67"/>
                  </a:lnTo>
                  <a:lnTo>
                    <a:pt x="69" y="133"/>
                  </a:lnTo>
                  <a:lnTo>
                    <a:pt x="69" y="0"/>
                  </a:lnTo>
                  <a:close/>
                </a:path>
              </a:pathLst>
            </a:custGeom>
            <a:solidFill>
              <a:srgbClr val="000000"/>
            </a:solidFill>
            <a:ln w="9525">
              <a:noFill/>
              <a:round/>
              <a:headEnd/>
              <a:tailEnd/>
            </a:ln>
          </p:spPr>
          <p:txBody>
            <a:bodyPr/>
            <a:lstStyle/>
            <a:p>
              <a:endParaRPr lang="en-US"/>
            </a:p>
          </p:txBody>
        </p:sp>
      </p:grpSp>
      <p:sp>
        <p:nvSpPr>
          <p:cNvPr id="397664" name="Rectangle 352"/>
          <p:cNvSpPr>
            <a:spLocks noChangeArrowheads="1"/>
          </p:cNvSpPr>
          <p:nvPr/>
        </p:nvSpPr>
        <p:spPr bwMode="auto">
          <a:xfrm>
            <a:off x="2244725" y="3138488"/>
            <a:ext cx="895350" cy="544512"/>
          </a:xfrm>
          <a:prstGeom prst="rect">
            <a:avLst/>
          </a:prstGeom>
          <a:noFill/>
          <a:ln w="9525">
            <a:noFill/>
            <a:miter lim="800000"/>
            <a:headEnd/>
            <a:tailEnd/>
          </a:ln>
        </p:spPr>
        <p:txBody>
          <a:bodyPr/>
          <a:lstStyle/>
          <a:p>
            <a:endParaRPr lang="en-US"/>
          </a:p>
        </p:txBody>
      </p:sp>
      <p:sp>
        <p:nvSpPr>
          <p:cNvPr id="397665" name="Rectangle 353"/>
          <p:cNvSpPr>
            <a:spLocks noChangeArrowheads="1"/>
          </p:cNvSpPr>
          <p:nvPr/>
        </p:nvSpPr>
        <p:spPr bwMode="auto">
          <a:xfrm>
            <a:off x="2478088" y="3165475"/>
            <a:ext cx="49212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Assess</a:t>
            </a:r>
            <a:endParaRPr lang="en-US" sz="1800">
              <a:latin typeface="Garamond" pitchFamily="18" charset="0"/>
            </a:endParaRPr>
          </a:p>
        </p:txBody>
      </p:sp>
      <p:sp>
        <p:nvSpPr>
          <p:cNvPr id="397666" name="Rectangle 354"/>
          <p:cNvSpPr>
            <a:spLocks noChangeArrowheads="1"/>
          </p:cNvSpPr>
          <p:nvPr/>
        </p:nvSpPr>
        <p:spPr bwMode="auto">
          <a:xfrm>
            <a:off x="2344738" y="3316288"/>
            <a:ext cx="768350"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Technology</a:t>
            </a:r>
            <a:endParaRPr lang="en-US" sz="1800">
              <a:latin typeface="Garamond" pitchFamily="18" charset="0"/>
            </a:endParaRPr>
          </a:p>
        </p:txBody>
      </p:sp>
      <p:sp>
        <p:nvSpPr>
          <p:cNvPr id="397667" name="Rectangle 355"/>
          <p:cNvSpPr>
            <a:spLocks noChangeArrowheads="1"/>
          </p:cNvSpPr>
          <p:nvPr/>
        </p:nvSpPr>
        <p:spPr bwMode="auto">
          <a:xfrm>
            <a:off x="2352675" y="3467100"/>
            <a:ext cx="75247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Compliance</a:t>
            </a:r>
            <a:endParaRPr lang="en-US" sz="1800">
              <a:latin typeface="Garamond" pitchFamily="18" charset="0"/>
            </a:endParaRPr>
          </a:p>
        </p:txBody>
      </p:sp>
      <p:grpSp>
        <p:nvGrpSpPr>
          <p:cNvPr id="397668" name="Group 356"/>
          <p:cNvGrpSpPr>
            <a:grpSpLocks/>
          </p:cNvGrpSpPr>
          <p:nvPr/>
        </p:nvGrpSpPr>
        <p:grpSpPr bwMode="auto">
          <a:xfrm>
            <a:off x="7780338" y="1327150"/>
            <a:ext cx="1065212" cy="1108075"/>
            <a:chOff x="4901" y="836"/>
            <a:chExt cx="671" cy="698"/>
          </a:xfrm>
        </p:grpSpPr>
        <p:sp>
          <p:nvSpPr>
            <p:cNvPr id="397669" name="Freeform 357"/>
            <p:cNvSpPr>
              <a:spLocks/>
            </p:cNvSpPr>
            <p:nvPr/>
          </p:nvSpPr>
          <p:spPr bwMode="auto">
            <a:xfrm>
              <a:off x="4901" y="836"/>
              <a:ext cx="671" cy="698"/>
            </a:xfrm>
            <a:custGeom>
              <a:avLst/>
              <a:gdLst/>
              <a:ahLst/>
              <a:cxnLst>
                <a:cxn ang="0">
                  <a:pos x="0" y="1323"/>
                </a:cxn>
                <a:cxn ang="0">
                  <a:pos x="18" y="1337"/>
                </a:cxn>
                <a:cxn ang="0">
                  <a:pos x="37" y="1347"/>
                </a:cxn>
                <a:cxn ang="0">
                  <a:pos x="55" y="1358"/>
                </a:cxn>
                <a:cxn ang="0">
                  <a:pos x="74" y="1370"/>
                </a:cxn>
                <a:cxn ang="0">
                  <a:pos x="106" y="1382"/>
                </a:cxn>
                <a:cxn ang="0">
                  <a:pos x="122" y="1388"/>
                </a:cxn>
                <a:cxn ang="0">
                  <a:pos x="136" y="1396"/>
                </a:cxn>
                <a:cxn ang="0">
                  <a:pos x="154" y="1396"/>
                </a:cxn>
                <a:cxn ang="0">
                  <a:pos x="168" y="1394"/>
                </a:cxn>
                <a:cxn ang="0">
                  <a:pos x="181" y="1392"/>
                </a:cxn>
                <a:cxn ang="0">
                  <a:pos x="192" y="1390"/>
                </a:cxn>
                <a:cxn ang="0">
                  <a:pos x="200" y="1386"/>
                </a:cxn>
                <a:cxn ang="0">
                  <a:pos x="207" y="1384"/>
                </a:cxn>
                <a:cxn ang="0">
                  <a:pos x="214" y="1380"/>
                </a:cxn>
                <a:cxn ang="0">
                  <a:pos x="219" y="1378"/>
                </a:cxn>
                <a:cxn ang="0">
                  <a:pos x="230" y="1374"/>
                </a:cxn>
                <a:cxn ang="0">
                  <a:pos x="242" y="1366"/>
                </a:cxn>
                <a:cxn ang="0">
                  <a:pos x="252" y="1358"/>
                </a:cxn>
                <a:cxn ang="0">
                  <a:pos x="262" y="1352"/>
                </a:cxn>
                <a:cxn ang="0">
                  <a:pos x="273" y="1345"/>
                </a:cxn>
                <a:cxn ang="0">
                  <a:pos x="282" y="1335"/>
                </a:cxn>
                <a:cxn ang="0">
                  <a:pos x="292" y="1325"/>
                </a:cxn>
                <a:cxn ang="0">
                  <a:pos x="304" y="1317"/>
                </a:cxn>
                <a:cxn ang="0">
                  <a:pos x="324" y="1297"/>
                </a:cxn>
                <a:cxn ang="0">
                  <a:pos x="344" y="1275"/>
                </a:cxn>
                <a:cxn ang="0">
                  <a:pos x="367" y="1257"/>
                </a:cxn>
                <a:cxn ang="0">
                  <a:pos x="388" y="1238"/>
                </a:cxn>
                <a:cxn ang="0">
                  <a:pos x="402" y="1230"/>
                </a:cxn>
                <a:cxn ang="0">
                  <a:pos x="414" y="1220"/>
                </a:cxn>
                <a:cxn ang="0">
                  <a:pos x="428" y="1210"/>
                </a:cxn>
                <a:cxn ang="0">
                  <a:pos x="442" y="1202"/>
                </a:cxn>
                <a:cxn ang="0">
                  <a:pos x="472" y="1188"/>
                </a:cxn>
                <a:cxn ang="0">
                  <a:pos x="503" y="1176"/>
                </a:cxn>
                <a:cxn ang="0">
                  <a:pos x="521" y="1174"/>
                </a:cxn>
                <a:cxn ang="0">
                  <a:pos x="539" y="1170"/>
                </a:cxn>
                <a:cxn ang="0">
                  <a:pos x="558" y="1166"/>
                </a:cxn>
                <a:cxn ang="0">
                  <a:pos x="578" y="1164"/>
                </a:cxn>
                <a:cxn ang="0">
                  <a:pos x="578" y="1057"/>
                </a:cxn>
                <a:cxn ang="0">
                  <a:pos x="596" y="1049"/>
                </a:cxn>
                <a:cxn ang="0">
                  <a:pos x="621" y="1049"/>
                </a:cxn>
                <a:cxn ang="0">
                  <a:pos x="621" y="935"/>
                </a:cxn>
                <a:cxn ang="0">
                  <a:pos x="644" y="931"/>
                </a:cxn>
                <a:cxn ang="0">
                  <a:pos x="671" y="931"/>
                </a:cxn>
                <a:cxn ang="0">
                  <a:pos x="671" y="0"/>
                </a:cxn>
                <a:cxn ang="0">
                  <a:pos x="92" y="0"/>
                </a:cxn>
                <a:cxn ang="0">
                  <a:pos x="92" y="117"/>
                </a:cxn>
                <a:cxn ang="0">
                  <a:pos x="47" y="117"/>
                </a:cxn>
                <a:cxn ang="0">
                  <a:pos x="47" y="238"/>
                </a:cxn>
                <a:cxn ang="0">
                  <a:pos x="0" y="238"/>
                </a:cxn>
                <a:cxn ang="0">
                  <a:pos x="0" y="1323"/>
                </a:cxn>
              </a:cxnLst>
              <a:rect l="0" t="0" r="r" b="b"/>
              <a:pathLst>
                <a:path w="671" h="1396">
                  <a:moveTo>
                    <a:pt x="0" y="1323"/>
                  </a:moveTo>
                  <a:lnTo>
                    <a:pt x="18" y="1337"/>
                  </a:lnTo>
                  <a:lnTo>
                    <a:pt x="37" y="1347"/>
                  </a:lnTo>
                  <a:lnTo>
                    <a:pt x="55" y="1358"/>
                  </a:lnTo>
                  <a:lnTo>
                    <a:pt x="74" y="1370"/>
                  </a:lnTo>
                  <a:lnTo>
                    <a:pt x="106" y="1382"/>
                  </a:lnTo>
                  <a:lnTo>
                    <a:pt x="122" y="1388"/>
                  </a:lnTo>
                  <a:lnTo>
                    <a:pt x="136" y="1396"/>
                  </a:lnTo>
                  <a:lnTo>
                    <a:pt x="154" y="1396"/>
                  </a:lnTo>
                  <a:lnTo>
                    <a:pt x="168" y="1394"/>
                  </a:lnTo>
                  <a:lnTo>
                    <a:pt x="181" y="1392"/>
                  </a:lnTo>
                  <a:lnTo>
                    <a:pt x="192" y="1390"/>
                  </a:lnTo>
                  <a:lnTo>
                    <a:pt x="200" y="1386"/>
                  </a:lnTo>
                  <a:lnTo>
                    <a:pt x="207" y="1384"/>
                  </a:lnTo>
                  <a:lnTo>
                    <a:pt x="214" y="1380"/>
                  </a:lnTo>
                  <a:lnTo>
                    <a:pt x="219" y="1378"/>
                  </a:lnTo>
                  <a:lnTo>
                    <a:pt x="230" y="1374"/>
                  </a:lnTo>
                  <a:lnTo>
                    <a:pt x="242" y="1366"/>
                  </a:lnTo>
                  <a:lnTo>
                    <a:pt x="252" y="1358"/>
                  </a:lnTo>
                  <a:lnTo>
                    <a:pt x="262" y="1352"/>
                  </a:lnTo>
                  <a:lnTo>
                    <a:pt x="273" y="1345"/>
                  </a:lnTo>
                  <a:lnTo>
                    <a:pt x="282" y="1335"/>
                  </a:lnTo>
                  <a:lnTo>
                    <a:pt x="292" y="1325"/>
                  </a:lnTo>
                  <a:lnTo>
                    <a:pt x="304" y="1317"/>
                  </a:lnTo>
                  <a:lnTo>
                    <a:pt x="324" y="1297"/>
                  </a:lnTo>
                  <a:lnTo>
                    <a:pt x="344" y="1275"/>
                  </a:lnTo>
                  <a:lnTo>
                    <a:pt x="367" y="1257"/>
                  </a:lnTo>
                  <a:lnTo>
                    <a:pt x="388" y="1238"/>
                  </a:lnTo>
                  <a:lnTo>
                    <a:pt x="402" y="1230"/>
                  </a:lnTo>
                  <a:lnTo>
                    <a:pt x="414" y="1220"/>
                  </a:lnTo>
                  <a:lnTo>
                    <a:pt x="428" y="1210"/>
                  </a:lnTo>
                  <a:lnTo>
                    <a:pt x="442" y="1202"/>
                  </a:lnTo>
                  <a:lnTo>
                    <a:pt x="472" y="1188"/>
                  </a:lnTo>
                  <a:lnTo>
                    <a:pt x="503" y="1176"/>
                  </a:lnTo>
                  <a:lnTo>
                    <a:pt x="521" y="1174"/>
                  </a:lnTo>
                  <a:lnTo>
                    <a:pt x="539" y="1170"/>
                  </a:lnTo>
                  <a:lnTo>
                    <a:pt x="558" y="1166"/>
                  </a:lnTo>
                  <a:lnTo>
                    <a:pt x="578" y="1164"/>
                  </a:lnTo>
                  <a:lnTo>
                    <a:pt x="578" y="1057"/>
                  </a:lnTo>
                  <a:lnTo>
                    <a:pt x="596" y="1049"/>
                  </a:lnTo>
                  <a:lnTo>
                    <a:pt x="621" y="1049"/>
                  </a:lnTo>
                  <a:lnTo>
                    <a:pt x="621" y="935"/>
                  </a:lnTo>
                  <a:lnTo>
                    <a:pt x="644" y="931"/>
                  </a:lnTo>
                  <a:lnTo>
                    <a:pt x="671" y="931"/>
                  </a:lnTo>
                  <a:lnTo>
                    <a:pt x="671" y="0"/>
                  </a:lnTo>
                  <a:lnTo>
                    <a:pt x="92" y="0"/>
                  </a:lnTo>
                  <a:lnTo>
                    <a:pt x="92" y="117"/>
                  </a:lnTo>
                  <a:lnTo>
                    <a:pt x="47" y="117"/>
                  </a:lnTo>
                  <a:lnTo>
                    <a:pt x="47" y="238"/>
                  </a:lnTo>
                  <a:lnTo>
                    <a:pt x="0" y="238"/>
                  </a:lnTo>
                  <a:lnTo>
                    <a:pt x="0" y="1323"/>
                  </a:lnTo>
                  <a:close/>
                </a:path>
              </a:pathLst>
            </a:custGeom>
            <a:solidFill>
              <a:srgbClr val="FFFFFF"/>
            </a:solidFill>
            <a:ln w="9525">
              <a:noFill/>
              <a:round/>
              <a:headEnd/>
              <a:tailEnd/>
            </a:ln>
          </p:spPr>
          <p:txBody>
            <a:bodyPr/>
            <a:lstStyle/>
            <a:p>
              <a:endParaRPr lang="en-US"/>
            </a:p>
          </p:txBody>
        </p:sp>
        <p:sp>
          <p:nvSpPr>
            <p:cNvPr id="397670" name="Freeform 358"/>
            <p:cNvSpPr>
              <a:spLocks/>
            </p:cNvSpPr>
            <p:nvPr/>
          </p:nvSpPr>
          <p:spPr bwMode="auto">
            <a:xfrm>
              <a:off x="4901" y="836"/>
              <a:ext cx="671" cy="698"/>
            </a:xfrm>
            <a:custGeom>
              <a:avLst/>
              <a:gdLst/>
              <a:ahLst/>
              <a:cxnLst>
                <a:cxn ang="0">
                  <a:pos x="0" y="1323"/>
                </a:cxn>
                <a:cxn ang="0">
                  <a:pos x="18" y="1337"/>
                </a:cxn>
                <a:cxn ang="0">
                  <a:pos x="37" y="1347"/>
                </a:cxn>
                <a:cxn ang="0">
                  <a:pos x="55" y="1358"/>
                </a:cxn>
                <a:cxn ang="0">
                  <a:pos x="74" y="1370"/>
                </a:cxn>
                <a:cxn ang="0">
                  <a:pos x="106" y="1382"/>
                </a:cxn>
                <a:cxn ang="0">
                  <a:pos x="122" y="1388"/>
                </a:cxn>
                <a:cxn ang="0">
                  <a:pos x="136" y="1396"/>
                </a:cxn>
                <a:cxn ang="0">
                  <a:pos x="154" y="1396"/>
                </a:cxn>
                <a:cxn ang="0">
                  <a:pos x="168" y="1394"/>
                </a:cxn>
                <a:cxn ang="0">
                  <a:pos x="181" y="1392"/>
                </a:cxn>
                <a:cxn ang="0">
                  <a:pos x="192" y="1390"/>
                </a:cxn>
                <a:cxn ang="0">
                  <a:pos x="200" y="1386"/>
                </a:cxn>
                <a:cxn ang="0">
                  <a:pos x="207" y="1384"/>
                </a:cxn>
                <a:cxn ang="0">
                  <a:pos x="214" y="1380"/>
                </a:cxn>
                <a:cxn ang="0">
                  <a:pos x="219" y="1378"/>
                </a:cxn>
                <a:cxn ang="0">
                  <a:pos x="230" y="1374"/>
                </a:cxn>
                <a:cxn ang="0">
                  <a:pos x="242" y="1366"/>
                </a:cxn>
                <a:cxn ang="0">
                  <a:pos x="252" y="1358"/>
                </a:cxn>
                <a:cxn ang="0">
                  <a:pos x="262" y="1352"/>
                </a:cxn>
                <a:cxn ang="0">
                  <a:pos x="273" y="1345"/>
                </a:cxn>
                <a:cxn ang="0">
                  <a:pos x="282" y="1335"/>
                </a:cxn>
                <a:cxn ang="0">
                  <a:pos x="292" y="1325"/>
                </a:cxn>
                <a:cxn ang="0">
                  <a:pos x="304" y="1317"/>
                </a:cxn>
                <a:cxn ang="0">
                  <a:pos x="324" y="1297"/>
                </a:cxn>
                <a:cxn ang="0">
                  <a:pos x="344" y="1275"/>
                </a:cxn>
                <a:cxn ang="0">
                  <a:pos x="367" y="1257"/>
                </a:cxn>
                <a:cxn ang="0">
                  <a:pos x="388" y="1238"/>
                </a:cxn>
                <a:cxn ang="0">
                  <a:pos x="402" y="1230"/>
                </a:cxn>
                <a:cxn ang="0">
                  <a:pos x="414" y="1220"/>
                </a:cxn>
                <a:cxn ang="0">
                  <a:pos x="428" y="1210"/>
                </a:cxn>
                <a:cxn ang="0">
                  <a:pos x="442" y="1202"/>
                </a:cxn>
                <a:cxn ang="0">
                  <a:pos x="472" y="1188"/>
                </a:cxn>
                <a:cxn ang="0">
                  <a:pos x="503" y="1176"/>
                </a:cxn>
                <a:cxn ang="0">
                  <a:pos x="521" y="1174"/>
                </a:cxn>
                <a:cxn ang="0">
                  <a:pos x="539" y="1170"/>
                </a:cxn>
                <a:cxn ang="0">
                  <a:pos x="558" y="1166"/>
                </a:cxn>
                <a:cxn ang="0">
                  <a:pos x="578" y="1164"/>
                </a:cxn>
                <a:cxn ang="0">
                  <a:pos x="578" y="1057"/>
                </a:cxn>
                <a:cxn ang="0">
                  <a:pos x="596" y="1049"/>
                </a:cxn>
                <a:cxn ang="0">
                  <a:pos x="621" y="1049"/>
                </a:cxn>
                <a:cxn ang="0">
                  <a:pos x="621" y="935"/>
                </a:cxn>
                <a:cxn ang="0">
                  <a:pos x="644" y="931"/>
                </a:cxn>
                <a:cxn ang="0">
                  <a:pos x="671" y="931"/>
                </a:cxn>
                <a:cxn ang="0">
                  <a:pos x="671" y="0"/>
                </a:cxn>
                <a:cxn ang="0">
                  <a:pos x="92" y="0"/>
                </a:cxn>
                <a:cxn ang="0">
                  <a:pos x="92" y="117"/>
                </a:cxn>
                <a:cxn ang="0">
                  <a:pos x="47" y="117"/>
                </a:cxn>
                <a:cxn ang="0">
                  <a:pos x="47" y="238"/>
                </a:cxn>
                <a:cxn ang="0">
                  <a:pos x="0" y="238"/>
                </a:cxn>
                <a:cxn ang="0">
                  <a:pos x="0" y="1323"/>
                </a:cxn>
              </a:cxnLst>
              <a:rect l="0" t="0" r="r" b="b"/>
              <a:pathLst>
                <a:path w="671" h="1396">
                  <a:moveTo>
                    <a:pt x="0" y="1323"/>
                  </a:moveTo>
                  <a:lnTo>
                    <a:pt x="18" y="1337"/>
                  </a:lnTo>
                  <a:lnTo>
                    <a:pt x="37" y="1347"/>
                  </a:lnTo>
                  <a:lnTo>
                    <a:pt x="55" y="1358"/>
                  </a:lnTo>
                  <a:lnTo>
                    <a:pt x="74" y="1370"/>
                  </a:lnTo>
                  <a:lnTo>
                    <a:pt x="106" y="1382"/>
                  </a:lnTo>
                  <a:lnTo>
                    <a:pt x="122" y="1388"/>
                  </a:lnTo>
                  <a:lnTo>
                    <a:pt x="136" y="1396"/>
                  </a:lnTo>
                  <a:lnTo>
                    <a:pt x="154" y="1396"/>
                  </a:lnTo>
                  <a:lnTo>
                    <a:pt x="168" y="1394"/>
                  </a:lnTo>
                  <a:lnTo>
                    <a:pt x="181" y="1392"/>
                  </a:lnTo>
                  <a:lnTo>
                    <a:pt x="192" y="1390"/>
                  </a:lnTo>
                  <a:lnTo>
                    <a:pt x="200" y="1386"/>
                  </a:lnTo>
                  <a:lnTo>
                    <a:pt x="207" y="1384"/>
                  </a:lnTo>
                  <a:lnTo>
                    <a:pt x="214" y="1380"/>
                  </a:lnTo>
                  <a:lnTo>
                    <a:pt x="219" y="1378"/>
                  </a:lnTo>
                  <a:lnTo>
                    <a:pt x="230" y="1374"/>
                  </a:lnTo>
                  <a:lnTo>
                    <a:pt x="242" y="1366"/>
                  </a:lnTo>
                  <a:lnTo>
                    <a:pt x="252" y="1358"/>
                  </a:lnTo>
                  <a:lnTo>
                    <a:pt x="262" y="1352"/>
                  </a:lnTo>
                  <a:lnTo>
                    <a:pt x="273" y="1345"/>
                  </a:lnTo>
                  <a:lnTo>
                    <a:pt x="282" y="1335"/>
                  </a:lnTo>
                  <a:lnTo>
                    <a:pt x="292" y="1325"/>
                  </a:lnTo>
                  <a:lnTo>
                    <a:pt x="304" y="1317"/>
                  </a:lnTo>
                  <a:lnTo>
                    <a:pt x="324" y="1297"/>
                  </a:lnTo>
                  <a:lnTo>
                    <a:pt x="344" y="1275"/>
                  </a:lnTo>
                  <a:lnTo>
                    <a:pt x="367" y="1257"/>
                  </a:lnTo>
                  <a:lnTo>
                    <a:pt x="388" y="1238"/>
                  </a:lnTo>
                  <a:lnTo>
                    <a:pt x="402" y="1230"/>
                  </a:lnTo>
                  <a:lnTo>
                    <a:pt x="414" y="1220"/>
                  </a:lnTo>
                  <a:lnTo>
                    <a:pt x="428" y="1210"/>
                  </a:lnTo>
                  <a:lnTo>
                    <a:pt x="442" y="1202"/>
                  </a:lnTo>
                  <a:lnTo>
                    <a:pt x="472" y="1188"/>
                  </a:lnTo>
                  <a:lnTo>
                    <a:pt x="503" y="1176"/>
                  </a:lnTo>
                  <a:lnTo>
                    <a:pt x="521" y="1174"/>
                  </a:lnTo>
                  <a:lnTo>
                    <a:pt x="539" y="1170"/>
                  </a:lnTo>
                  <a:lnTo>
                    <a:pt x="558" y="1166"/>
                  </a:lnTo>
                  <a:lnTo>
                    <a:pt x="578" y="1164"/>
                  </a:lnTo>
                  <a:lnTo>
                    <a:pt x="578" y="1057"/>
                  </a:lnTo>
                  <a:lnTo>
                    <a:pt x="596" y="1049"/>
                  </a:lnTo>
                  <a:lnTo>
                    <a:pt x="621" y="1049"/>
                  </a:lnTo>
                  <a:lnTo>
                    <a:pt x="621" y="935"/>
                  </a:lnTo>
                  <a:lnTo>
                    <a:pt x="644" y="931"/>
                  </a:lnTo>
                  <a:lnTo>
                    <a:pt x="671" y="931"/>
                  </a:lnTo>
                  <a:lnTo>
                    <a:pt x="671" y="0"/>
                  </a:lnTo>
                  <a:lnTo>
                    <a:pt x="92" y="0"/>
                  </a:lnTo>
                  <a:lnTo>
                    <a:pt x="92" y="117"/>
                  </a:lnTo>
                  <a:lnTo>
                    <a:pt x="47" y="117"/>
                  </a:lnTo>
                  <a:lnTo>
                    <a:pt x="47" y="238"/>
                  </a:lnTo>
                  <a:lnTo>
                    <a:pt x="0" y="238"/>
                  </a:lnTo>
                  <a:lnTo>
                    <a:pt x="0" y="1323"/>
                  </a:lnTo>
                  <a:close/>
                </a:path>
              </a:pathLst>
            </a:custGeom>
            <a:noFill/>
            <a:ln w="12700">
              <a:solidFill>
                <a:srgbClr val="000000"/>
              </a:solidFill>
              <a:prstDash val="solid"/>
              <a:round/>
              <a:headEnd/>
              <a:tailEnd/>
            </a:ln>
          </p:spPr>
          <p:txBody>
            <a:bodyPr/>
            <a:lstStyle/>
            <a:p>
              <a:endParaRPr lang="en-US"/>
            </a:p>
          </p:txBody>
        </p:sp>
        <p:sp>
          <p:nvSpPr>
            <p:cNvPr id="397671" name="Freeform 359"/>
            <p:cNvSpPr>
              <a:spLocks/>
            </p:cNvSpPr>
            <p:nvPr/>
          </p:nvSpPr>
          <p:spPr bwMode="auto">
            <a:xfrm>
              <a:off x="4948" y="955"/>
              <a:ext cx="531" cy="410"/>
            </a:xfrm>
            <a:custGeom>
              <a:avLst/>
              <a:gdLst/>
              <a:ahLst/>
              <a:cxnLst>
                <a:cxn ang="0">
                  <a:pos x="0" y="0"/>
                </a:cxn>
                <a:cxn ang="0">
                  <a:pos x="531" y="0"/>
                </a:cxn>
                <a:cxn ang="0">
                  <a:pos x="531" y="819"/>
                </a:cxn>
              </a:cxnLst>
              <a:rect l="0" t="0" r="r" b="b"/>
              <a:pathLst>
                <a:path w="531" h="819">
                  <a:moveTo>
                    <a:pt x="0" y="0"/>
                  </a:moveTo>
                  <a:lnTo>
                    <a:pt x="531" y="0"/>
                  </a:lnTo>
                  <a:lnTo>
                    <a:pt x="531" y="819"/>
                  </a:lnTo>
                </a:path>
              </a:pathLst>
            </a:custGeom>
            <a:noFill/>
            <a:ln w="12700">
              <a:solidFill>
                <a:srgbClr val="000000"/>
              </a:solidFill>
              <a:prstDash val="solid"/>
              <a:round/>
              <a:headEnd/>
              <a:tailEnd/>
            </a:ln>
          </p:spPr>
          <p:txBody>
            <a:bodyPr/>
            <a:lstStyle/>
            <a:p>
              <a:endParaRPr lang="en-US"/>
            </a:p>
          </p:txBody>
        </p:sp>
        <p:sp>
          <p:nvSpPr>
            <p:cNvPr id="397672" name="Freeform 360"/>
            <p:cNvSpPr>
              <a:spLocks/>
            </p:cNvSpPr>
            <p:nvPr/>
          </p:nvSpPr>
          <p:spPr bwMode="auto">
            <a:xfrm>
              <a:off x="4993" y="894"/>
              <a:ext cx="529" cy="409"/>
            </a:xfrm>
            <a:custGeom>
              <a:avLst/>
              <a:gdLst/>
              <a:ahLst/>
              <a:cxnLst>
                <a:cxn ang="0">
                  <a:pos x="0" y="0"/>
                </a:cxn>
                <a:cxn ang="0">
                  <a:pos x="529" y="0"/>
                </a:cxn>
                <a:cxn ang="0">
                  <a:pos x="529" y="818"/>
                </a:cxn>
              </a:cxnLst>
              <a:rect l="0" t="0" r="r" b="b"/>
              <a:pathLst>
                <a:path w="529" h="818">
                  <a:moveTo>
                    <a:pt x="0" y="0"/>
                  </a:moveTo>
                  <a:lnTo>
                    <a:pt x="529" y="0"/>
                  </a:lnTo>
                  <a:lnTo>
                    <a:pt x="529" y="818"/>
                  </a:lnTo>
                </a:path>
              </a:pathLst>
            </a:custGeom>
            <a:noFill/>
            <a:ln w="12700">
              <a:solidFill>
                <a:srgbClr val="000000"/>
              </a:solidFill>
              <a:prstDash val="solid"/>
              <a:round/>
              <a:headEnd/>
              <a:tailEnd/>
            </a:ln>
          </p:spPr>
          <p:txBody>
            <a:bodyPr/>
            <a:lstStyle/>
            <a:p>
              <a:endParaRPr lang="en-US"/>
            </a:p>
          </p:txBody>
        </p:sp>
      </p:grpSp>
      <p:sp>
        <p:nvSpPr>
          <p:cNvPr id="397673" name="Rectangle 361"/>
          <p:cNvSpPr>
            <a:spLocks noChangeArrowheads="1"/>
          </p:cNvSpPr>
          <p:nvPr/>
        </p:nvSpPr>
        <p:spPr bwMode="auto">
          <a:xfrm>
            <a:off x="7940675" y="1562100"/>
            <a:ext cx="690563" cy="217488"/>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Target IT</a:t>
            </a:r>
            <a:endParaRPr lang="en-US" sz="1800">
              <a:latin typeface="Garamond" pitchFamily="18" charset="0"/>
            </a:endParaRPr>
          </a:p>
        </p:txBody>
      </p:sp>
      <p:sp>
        <p:nvSpPr>
          <p:cNvPr id="397674" name="Rectangle 362"/>
          <p:cNvSpPr>
            <a:spLocks noChangeArrowheads="1"/>
          </p:cNvSpPr>
          <p:nvPr/>
        </p:nvSpPr>
        <p:spPr bwMode="auto">
          <a:xfrm>
            <a:off x="7931150" y="1712913"/>
            <a:ext cx="708025" cy="217487"/>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App.Port /</a:t>
            </a:r>
            <a:endParaRPr lang="en-US" sz="1800">
              <a:latin typeface="Garamond" pitchFamily="18" charset="0"/>
            </a:endParaRPr>
          </a:p>
        </p:txBody>
      </p:sp>
      <p:sp>
        <p:nvSpPr>
          <p:cNvPr id="397675" name="Rectangle 363"/>
          <p:cNvSpPr>
            <a:spLocks noChangeArrowheads="1"/>
          </p:cNvSpPr>
          <p:nvPr/>
        </p:nvSpPr>
        <p:spPr bwMode="auto">
          <a:xfrm>
            <a:off x="8064500" y="1863725"/>
            <a:ext cx="436563" cy="217488"/>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Infra.</a:t>
            </a:r>
            <a:endParaRPr lang="en-US" sz="1800">
              <a:latin typeface="Garamond" pitchFamily="18" charset="0"/>
            </a:endParaRPr>
          </a:p>
        </p:txBody>
      </p:sp>
      <p:sp>
        <p:nvSpPr>
          <p:cNvPr id="397676" name="Rectangle 364"/>
          <p:cNvSpPr>
            <a:spLocks noChangeArrowheads="1"/>
          </p:cNvSpPr>
          <p:nvPr/>
        </p:nvSpPr>
        <p:spPr bwMode="auto">
          <a:xfrm>
            <a:off x="7931150" y="2014538"/>
            <a:ext cx="709613" cy="217487"/>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Initiatives</a:t>
            </a:r>
            <a:endParaRPr lang="en-US" sz="1800">
              <a:latin typeface="Garamond" pitchFamily="18" charset="0"/>
            </a:endParaRPr>
          </a:p>
        </p:txBody>
      </p:sp>
      <p:grpSp>
        <p:nvGrpSpPr>
          <p:cNvPr id="397677" name="Group 365"/>
          <p:cNvGrpSpPr>
            <a:grpSpLocks/>
          </p:cNvGrpSpPr>
          <p:nvPr/>
        </p:nvGrpSpPr>
        <p:grpSpPr bwMode="auto">
          <a:xfrm>
            <a:off x="6342063" y="1881188"/>
            <a:ext cx="1438275" cy="417512"/>
            <a:chOff x="3995" y="1185"/>
            <a:chExt cx="906" cy="263"/>
          </a:xfrm>
        </p:grpSpPr>
        <p:sp>
          <p:nvSpPr>
            <p:cNvPr id="397678" name="Freeform 366"/>
            <p:cNvSpPr>
              <a:spLocks/>
            </p:cNvSpPr>
            <p:nvPr/>
          </p:nvSpPr>
          <p:spPr bwMode="auto">
            <a:xfrm>
              <a:off x="4031" y="1185"/>
              <a:ext cx="870" cy="199"/>
            </a:xfrm>
            <a:custGeom>
              <a:avLst/>
              <a:gdLst/>
              <a:ahLst/>
              <a:cxnLst>
                <a:cxn ang="0">
                  <a:pos x="870" y="0"/>
                </a:cxn>
                <a:cxn ang="0">
                  <a:pos x="0" y="0"/>
                </a:cxn>
                <a:cxn ang="0">
                  <a:pos x="0" y="396"/>
                </a:cxn>
              </a:cxnLst>
              <a:rect l="0" t="0" r="r" b="b"/>
              <a:pathLst>
                <a:path w="870" h="396">
                  <a:moveTo>
                    <a:pt x="870" y="0"/>
                  </a:moveTo>
                  <a:lnTo>
                    <a:pt x="0" y="0"/>
                  </a:lnTo>
                  <a:lnTo>
                    <a:pt x="0" y="396"/>
                  </a:lnTo>
                </a:path>
              </a:pathLst>
            </a:custGeom>
            <a:noFill/>
            <a:ln w="12700">
              <a:solidFill>
                <a:srgbClr val="000000"/>
              </a:solidFill>
              <a:prstDash val="solid"/>
              <a:round/>
              <a:headEnd/>
              <a:tailEnd/>
            </a:ln>
          </p:spPr>
          <p:txBody>
            <a:bodyPr/>
            <a:lstStyle/>
            <a:p>
              <a:endParaRPr lang="en-US"/>
            </a:p>
          </p:txBody>
        </p:sp>
        <p:sp>
          <p:nvSpPr>
            <p:cNvPr id="397679" name="Freeform 367"/>
            <p:cNvSpPr>
              <a:spLocks/>
            </p:cNvSpPr>
            <p:nvPr/>
          </p:nvSpPr>
          <p:spPr bwMode="auto">
            <a:xfrm>
              <a:off x="3995" y="1382"/>
              <a:ext cx="70" cy="66"/>
            </a:xfrm>
            <a:custGeom>
              <a:avLst/>
              <a:gdLst/>
              <a:ahLst/>
              <a:cxnLst>
                <a:cxn ang="0">
                  <a:pos x="0" y="0"/>
                </a:cxn>
                <a:cxn ang="0">
                  <a:pos x="36" y="133"/>
                </a:cxn>
                <a:cxn ang="0">
                  <a:pos x="70" y="0"/>
                </a:cxn>
                <a:cxn ang="0">
                  <a:pos x="0" y="0"/>
                </a:cxn>
              </a:cxnLst>
              <a:rect l="0" t="0" r="r" b="b"/>
              <a:pathLst>
                <a:path w="70" h="133">
                  <a:moveTo>
                    <a:pt x="0" y="0"/>
                  </a:moveTo>
                  <a:lnTo>
                    <a:pt x="36" y="133"/>
                  </a:lnTo>
                  <a:lnTo>
                    <a:pt x="70" y="0"/>
                  </a:lnTo>
                  <a:lnTo>
                    <a:pt x="0" y="0"/>
                  </a:lnTo>
                  <a:close/>
                </a:path>
              </a:pathLst>
            </a:custGeom>
            <a:solidFill>
              <a:srgbClr val="000000"/>
            </a:solidFill>
            <a:ln w="9525">
              <a:noFill/>
              <a:round/>
              <a:headEnd/>
              <a:tailEnd/>
            </a:ln>
          </p:spPr>
          <p:txBody>
            <a:bodyPr/>
            <a:lstStyle/>
            <a:p>
              <a:endParaRPr lang="en-US"/>
            </a:p>
          </p:txBody>
        </p:sp>
      </p:grpSp>
      <p:sp>
        <p:nvSpPr>
          <p:cNvPr id="397680" name="Rectangle 368"/>
          <p:cNvSpPr>
            <a:spLocks noChangeArrowheads="1"/>
          </p:cNvSpPr>
          <p:nvPr/>
        </p:nvSpPr>
        <p:spPr bwMode="auto">
          <a:xfrm>
            <a:off x="6484938" y="1866900"/>
            <a:ext cx="1577975" cy="196850"/>
          </a:xfrm>
          <a:prstGeom prst="rect">
            <a:avLst/>
          </a:prstGeom>
          <a:noFill/>
          <a:ln w="9525">
            <a:noFill/>
            <a:miter lim="800000"/>
            <a:headEnd/>
            <a:tailEnd/>
          </a:ln>
        </p:spPr>
        <p:txBody>
          <a:bodyPr/>
          <a:lstStyle/>
          <a:p>
            <a:endParaRPr lang="en-US"/>
          </a:p>
        </p:txBody>
      </p:sp>
      <p:sp>
        <p:nvSpPr>
          <p:cNvPr id="397681" name="Rectangle 369"/>
          <p:cNvSpPr>
            <a:spLocks noChangeArrowheads="1"/>
          </p:cNvSpPr>
          <p:nvPr/>
        </p:nvSpPr>
        <p:spPr bwMode="auto">
          <a:xfrm>
            <a:off x="6580188" y="1897063"/>
            <a:ext cx="1106487"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Aligned per IT Strategy</a:t>
            </a:r>
            <a:endParaRPr lang="en-US" sz="1800">
              <a:latin typeface="Garamond" pitchFamily="18" charset="0"/>
            </a:endParaRPr>
          </a:p>
        </p:txBody>
      </p:sp>
      <p:grpSp>
        <p:nvGrpSpPr>
          <p:cNvPr id="397682" name="Group 370"/>
          <p:cNvGrpSpPr>
            <a:grpSpLocks/>
          </p:cNvGrpSpPr>
          <p:nvPr/>
        </p:nvGrpSpPr>
        <p:grpSpPr bwMode="auto">
          <a:xfrm>
            <a:off x="3627438" y="3025775"/>
            <a:ext cx="528637" cy="504825"/>
            <a:chOff x="2285" y="1906"/>
            <a:chExt cx="333" cy="318"/>
          </a:xfrm>
        </p:grpSpPr>
        <p:grpSp>
          <p:nvGrpSpPr>
            <p:cNvPr id="397683" name="Group 371"/>
            <p:cNvGrpSpPr>
              <a:grpSpLocks/>
            </p:cNvGrpSpPr>
            <p:nvPr/>
          </p:nvGrpSpPr>
          <p:grpSpPr bwMode="auto">
            <a:xfrm>
              <a:off x="2359" y="1975"/>
              <a:ext cx="247" cy="246"/>
              <a:chOff x="2359" y="1975"/>
              <a:chExt cx="247" cy="246"/>
            </a:xfrm>
          </p:grpSpPr>
          <p:sp>
            <p:nvSpPr>
              <p:cNvPr id="397684" name="Rectangle 372"/>
              <p:cNvSpPr>
                <a:spLocks noChangeArrowheads="1"/>
              </p:cNvSpPr>
              <p:nvPr/>
            </p:nvSpPr>
            <p:spPr bwMode="auto">
              <a:xfrm>
                <a:off x="2359" y="1975"/>
                <a:ext cx="246" cy="245"/>
              </a:xfrm>
              <a:prstGeom prst="rect">
                <a:avLst/>
              </a:prstGeom>
              <a:solidFill>
                <a:srgbClr val="B2B2B2"/>
              </a:solidFill>
              <a:ln w="9525">
                <a:noFill/>
                <a:miter lim="800000"/>
                <a:headEnd/>
                <a:tailEnd/>
              </a:ln>
            </p:spPr>
            <p:txBody>
              <a:bodyPr/>
              <a:lstStyle/>
              <a:p>
                <a:endParaRPr lang="en-US"/>
              </a:p>
            </p:txBody>
          </p:sp>
          <p:sp>
            <p:nvSpPr>
              <p:cNvPr id="397685" name="Rectangle 373"/>
              <p:cNvSpPr>
                <a:spLocks noChangeArrowheads="1"/>
              </p:cNvSpPr>
              <p:nvPr/>
            </p:nvSpPr>
            <p:spPr bwMode="auto">
              <a:xfrm>
                <a:off x="2359" y="1975"/>
                <a:ext cx="246" cy="245"/>
              </a:xfrm>
              <a:prstGeom prst="rect">
                <a:avLst/>
              </a:prstGeom>
              <a:solidFill>
                <a:srgbClr val="B2B2B2"/>
              </a:solidFill>
              <a:ln w="0">
                <a:solidFill>
                  <a:srgbClr val="FFFFFF"/>
                </a:solidFill>
                <a:miter lim="800000"/>
                <a:headEnd/>
                <a:tailEnd/>
              </a:ln>
            </p:spPr>
            <p:txBody>
              <a:bodyPr/>
              <a:lstStyle/>
              <a:p>
                <a:endParaRPr lang="en-US"/>
              </a:p>
            </p:txBody>
          </p:sp>
          <p:sp>
            <p:nvSpPr>
              <p:cNvPr id="397686" name="Rectangle 374"/>
              <p:cNvSpPr>
                <a:spLocks noChangeArrowheads="1"/>
              </p:cNvSpPr>
              <p:nvPr/>
            </p:nvSpPr>
            <p:spPr bwMode="auto">
              <a:xfrm>
                <a:off x="2359" y="1975"/>
                <a:ext cx="247" cy="246"/>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397687" name="Rectangle 375"/>
              <p:cNvSpPr>
                <a:spLocks noChangeArrowheads="1"/>
              </p:cNvSpPr>
              <p:nvPr/>
            </p:nvSpPr>
            <p:spPr bwMode="auto">
              <a:xfrm>
                <a:off x="2359" y="1975"/>
                <a:ext cx="246" cy="245"/>
              </a:xfrm>
              <a:prstGeom prst="rect">
                <a:avLst/>
              </a:prstGeom>
              <a:solidFill>
                <a:srgbClr val="B2B2B2"/>
              </a:solidFill>
              <a:ln w="9525">
                <a:noFill/>
                <a:miter lim="800000"/>
                <a:headEnd/>
                <a:tailEnd/>
              </a:ln>
            </p:spPr>
            <p:txBody>
              <a:bodyPr/>
              <a:lstStyle/>
              <a:p>
                <a:endParaRPr lang="en-US"/>
              </a:p>
            </p:txBody>
          </p:sp>
        </p:grpSp>
        <p:grpSp>
          <p:nvGrpSpPr>
            <p:cNvPr id="397688" name="Group 376"/>
            <p:cNvGrpSpPr>
              <a:grpSpLocks/>
            </p:cNvGrpSpPr>
            <p:nvPr/>
          </p:nvGrpSpPr>
          <p:grpSpPr bwMode="auto">
            <a:xfrm>
              <a:off x="2285" y="1906"/>
              <a:ext cx="333" cy="318"/>
              <a:chOff x="2285" y="1906"/>
              <a:chExt cx="333" cy="318"/>
            </a:xfrm>
          </p:grpSpPr>
          <p:grpSp>
            <p:nvGrpSpPr>
              <p:cNvPr id="397689" name="Group 377"/>
              <p:cNvGrpSpPr>
                <a:grpSpLocks/>
              </p:cNvGrpSpPr>
              <p:nvPr/>
            </p:nvGrpSpPr>
            <p:grpSpPr bwMode="auto">
              <a:xfrm>
                <a:off x="2285" y="1906"/>
                <a:ext cx="333" cy="318"/>
                <a:chOff x="2285" y="1906"/>
                <a:chExt cx="333" cy="318"/>
              </a:xfrm>
            </p:grpSpPr>
            <p:sp>
              <p:nvSpPr>
                <p:cNvPr id="397690" name="Rectangle 378"/>
                <p:cNvSpPr>
                  <a:spLocks noChangeArrowheads="1"/>
                </p:cNvSpPr>
                <p:nvPr/>
              </p:nvSpPr>
              <p:spPr bwMode="auto">
                <a:xfrm>
                  <a:off x="2285" y="1906"/>
                  <a:ext cx="333" cy="318"/>
                </a:xfrm>
                <a:prstGeom prst="rect">
                  <a:avLst/>
                </a:prstGeom>
                <a:noFill/>
                <a:ln w="12700">
                  <a:solidFill>
                    <a:srgbClr val="000000"/>
                  </a:solidFill>
                  <a:miter lim="800000"/>
                  <a:headEnd/>
                  <a:tailEnd/>
                </a:ln>
              </p:spPr>
              <p:txBody>
                <a:bodyPr/>
                <a:lstStyle/>
                <a:p>
                  <a:endParaRPr lang="en-US"/>
                </a:p>
              </p:txBody>
            </p:sp>
            <p:sp>
              <p:nvSpPr>
                <p:cNvPr id="397691" name="Line 379"/>
                <p:cNvSpPr>
                  <a:spLocks noChangeShapeType="1"/>
                </p:cNvSpPr>
                <p:nvPr/>
              </p:nvSpPr>
              <p:spPr bwMode="auto">
                <a:xfrm>
                  <a:off x="2350" y="1906"/>
                  <a:ext cx="1" cy="318"/>
                </a:xfrm>
                <a:prstGeom prst="line">
                  <a:avLst/>
                </a:prstGeom>
                <a:noFill/>
                <a:ln w="12700">
                  <a:solidFill>
                    <a:srgbClr val="000000"/>
                  </a:solidFill>
                  <a:round/>
                  <a:headEnd/>
                  <a:tailEnd/>
                </a:ln>
              </p:spPr>
              <p:txBody>
                <a:bodyPr/>
                <a:lstStyle/>
                <a:p>
                  <a:endParaRPr lang="en-US"/>
                </a:p>
              </p:txBody>
            </p:sp>
            <p:sp>
              <p:nvSpPr>
                <p:cNvPr id="397692" name="Line 380"/>
                <p:cNvSpPr>
                  <a:spLocks noChangeShapeType="1"/>
                </p:cNvSpPr>
                <p:nvPr/>
              </p:nvSpPr>
              <p:spPr bwMode="auto">
                <a:xfrm>
                  <a:off x="2285" y="1969"/>
                  <a:ext cx="333" cy="1"/>
                </a:xfrm>
                <a:prstGeom prst="line">
                  <a:avLst/>
                </a:prstGeom>
                <a:noFill/>
                <a:ln w="12700">
                  <a:solidFill>
                    <a:srgbClr val="000000"/>
                  </a:solidFill>
                  <a:round/>
                  <a:headEnd/>
                  <a:tailEnd/>
                </a:ln>
              </p:spPr>
              <p:txBody>
                <a:bodyPr/>
                <a:lstStyle/>
                <a:p>
                  <a:endParaRPr lang="en-US"/>
                </a:p>
              </p:txBody>
            </p:sp>
          </p:grpSp>
          <p:sp>
            <p:nvSpPr>
              <p:cNvPr id="397693" name="Line 381"/>
              <p:cNvSpPr>
                <a:spLocks noChangeShapeType="1"/>
              </p:cNvSpPr>
              <p:nvPr/>
            </p:nvSpPr>
            <p:spPr bwMode="auto">
              <a:xfrm>
                <a:off x="2292" y="2044"/>
                <a:ext cx="319" cy="1"/>
              </a:xfrm>
              <a:prstGeom prst="line">
                <a:avLst/>
              </a:prstGeom>
              <a:noFill/>
              <a:ln w="9525">
                <a:solidFill>
                  <a:srgbClr val="CCCCFF"/>
                </a:solidFill>
                <a:round/>
                <a:headEnd/>
                <a:tailEnd/>
              </a:ln>
            </p:spPr>
            <p:txBody>
              <a:bodyPr/>
              <a:lstStyle/>
              <a:p>
                <a:endParaRPr lang="en-US"/>
              </a:p>
            </p:txBody>
          </p:sp>
          <p:sp>
            <p:nvSpPr>
              <p:cNvPr id="397694" name="Line 382"/>
              <p:cNvSpPr>
                <a:spLocks noChangeShapeType="1"/>
              </p:cNvSpPr>
              <p:nvPr/>
            </p:nvSpPr>
            <p:spPr bwMode="auto">
              <a:xfrm>
                <a:off x="2287" y="2112"/>
                <a:ext cx="318" cy="1"/>
              </a:xfrm>
              <a:prstGeom prst="line">
                <a:avLst/>
              </a:prstGeom>
              <a:noFill/>
              <a:ln w="9525">
                <a:solidFill>
                  <a:srgbClr val="CCCCFF"/>
                </a:solidFill>
                <a:round/>
                <a:headEnd/>
                <a:tailEnd/>
              </a:ln>
            </p:spPr>
            <p:txBody>
              <a:bodyPr/>
              <a:lstStyle/>
              <a:p>
                <a:endParaRPr lang="en-US"/>
              </a:p>
            </p:txBody>
          </p:sp>
          <p:sp>
            <p:nvSpPr>
              <p:cNvPr id="397695" name="Line 383"/>
              <p:cNvSpPr>
                <a:spLocks noChangeShapeType="1"/>
              </p:cNvSpPr>
              <p:nvPr/>
            </p:nvSpPr>
            <p:spPr bwMode="auto">
              <a:xfrm>
                <a:off x="2292" y="2181"/>
                <a:ext cx="319" cy="1"/>
              </a:xfrm>
              <a:prstGeom prst="line">
                <a:avLst/>
              </a:prstGeom>
              <a:noFill/>
              <a:ln w="9525">
                <a:solidFill>
                  <a:srgbClr val="CCCCFF"/>
                </a:solidFill>
                <a:round/>
                <a:headEnd/>
                <a:tailEnd/>
              </a:ln>
            </p:spPr>
            <p:txBody>
              <a:bodyPr/>
              <a:lstStyle/>
              <a:p>
                <a:endParaRPr lang="en-US"/>
              </a:p>
            </p:txBody>
          </p:sp>
          <p:grpSp>
            <p:nvGrpSpPr>
              <p:cNvPr id="397696" name="Group 384"/>
              <p:cNvGrpSpPr>
                <a:grpSpLocks/>
              </p:cNvGrpSpPr>
              <p:nvPr/>
            </p:nvGrpSpPr>
            <p:grpSpPr bwMode="auto">
              <a:xfrm>
                <a:off x="2412" y="1911"/>
                <a:ext cx="145" cy="309"/>
                <a:chOff x="2412" y="1911"/>
                <a:chExt cx="145" cy="309"/>
              </a:xfrm>
            </p:grpSpPr>
            <p:sp>
              <p:nvSpPr>
                <p:cNvPr id="397697" name="Line 385"/>
                <p:cNvSpPr>
                  <a:spLocks noChangeShapeType="1"/>
                </p:cNvSpPr>
                <p:nvPr/>
              </p:nvSpPr>
              <p:spPr bwMode="auto">
                <a:xfrm flipV="1">
                  <a:off x="2412" y="1911"/>
                  <a:ext cx="1" cy="304"/>
                </a:xfrm>
                <a:prstGeom prst="line">
                  <a:avLst/>
                </a:prstGeom>
                <a:noFill/>
                <a:ln w="9525">
                  <a:solidFill>
                    <a:srgbClr val="CCCCFF"/>
                  </a:solidFill>
                  <a:round/>
                  <a:headEnd/>
                  <a:tailEnd/>
                </a:ln>
              </p:spPr>
              <p:txBody>
                <a:bodyPr/>
                <a:lstStyle/>
                <a:p>
                  <a:endParaRPr lang="en-US"/>
                </a:p>
              </p:txBody>
            </p:sp>
            <p:sp>
              <p:nvSpPr>
                <p:cNvPr id="397698" name="Line 386"/>
                <p:cNvSpPr>
                  <a:spLocks noChangeShapeType="1"/>
                </p:cNvSpPr>
                <p:nvPr/>
              </p:nvSpPr>
              <p:spPr bwMode="auto">
                <a:xfrm flipV="1">
                  <a:off x="2484" y="1916"/>
                  <a:ext cx="1" cy="304"/>
                </a:xfrm>
                <a:prstGeom prst="line">
                  <a:avLst/>
                </a:prstGeom>
                <a:noFill/>
                <a:ln w="9525">
                  <a:solidFill>
                    <a:srgbClr val="CCCCFF"/>
                  </a:solidFill>
                  <a:round/>
                  <a:headEnd/>
                  <a:tailEnd/>
                </a:ln>
              </p:spPr>
              <p:txBody>
                <a:bodyPr/>
                <a:lstStyle/>
                <a:p>
                  <a:endParaRPr lang="en-US"/>
                </a:p>
              </p:txBody>
            </p:sp>
            <p:sp>
              <p:nvSpPr>
                <p:cNvPr id="397699" name="Line 387"/>
                <p:cNvSpPr>
                  <a:spLocks noChangeShapeType="1"/>
                </p:cNvSpPr>
                <p:nvPr/>
              </p:nvSpPr>
              <p:spPr bwMode="auto">
                <a:xfrm flipV="1">
                  <a:off x="2556" y="1911"/>
                  <a:ext cx="1" cy="304"/>
                </a:xfrm>
                <a:prstGeom prst="line">
                  <a:avLst/>
                </a:prstGeom>
                <a:noFill/>
                <a:ln w="9525">
                  <a:solidFill>
                    <a:srgbClr val="CCCCFF"/>
                  </a:solidFill>
                  <a:round/>
                  <a:headEnd/>
                  <a:tailEnd/>
                </a:ln>
              </p:spPr>
              <p:txBody>
                <a:bodyPr/>
                <a:lstStyle/>
                <a:p>
                  <a:endParaRPr lang="en-US"/>
                </a:p>
              </p:txBody>
            </p:sp>
          </p:grpSp>
        </p:grpSp>
      </p:grpSp>
      <p:sp>
        <p:nvSpPr>
          <p:cNvPr id="397700" name="Rectangle 388"/>
          <p:cNvSpPr>
            <a:spLocks noChangeArrowheads="1"/>
          </p:cNvSpPr>
          <p:nvPr/>
        </p:nvSpPr>
        <p:spPr bwMode="auto">
          <a:xfrm>
            <a:off x="4186238" y="3154363"/>
            <a:ext cx="996950" cy="333375"/>
          </a:xfrm>
          <a:prstGeom prst="rect">
            <a:avLst/>
          </a:prstGeom>
          <a:noFill/>
          <a:ln w="9525">
            <a:noFill/>
            <a:miter lim="800000"/>
            <a:headEnd/>
            <a:tailEnd/>
          </a:ln>
        </p:spPr>
        <p:txBody>
          <a:bodyPr/>
          <a:lstStyle/>
          <a:p>
            <a:endParaRPr lang="en-US"/>
          </a:p>
        </p:txBody>
      </p:sp>
      <p:sp>
        <p:nvSpPr>
          <p:cNvPr id="397701" name="Rectangle 389"/>
          <p:cNvSpPr>
            <a:spLocks noChangeArrowheads="1"/>
          </p:cNvSpPr>
          <p:nvPr/>
        </p:nvSpPr>
        <p:spPr bwMode="auto">
          <a:xfrm>
            <a:off x="4281488" y="3184525"/>
            <a:ext cx="546100" cy="173038"/>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Alignment</a:t>
            </a:r>
            <a:endParaRPr lang="en-US" sz="1800">
              <a:latin typeface="Garamond" pitchFamily="18" charset="0"/>
            </a:endParaRPr>
          </a:p>
        </p:txBody>
      </p:sp>
      <p:sp>
        <p:nvSpPr>
          <p:cNvPr id="397702" name="Rectangle 390"/>
          <p:cNvSpPr>
            <a:spLocks noChangeArrowheads="1"/>
          </p:cNvSpPr>
          <p:nvPr/>
        </p:nvSpPr>
        <p:spPr bwMode="auto">
          <a:xfrm>
            <a:off x="4281488" y="3305175"/>
            <a:ext cx="568325" cy="173038"/>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Scorecard</a:t>
            </a:r>
            <a:endParaRPr lang="en-US" sz="1800">
              <a:latin typeface="Garamond" pitchFamily="18" charset="0"/>
            </a:endParaRPr>
          </a:p>
        </p:txBody>
      </p:sp>
      <p:grpSp>
        <p:nvGrpSpPr>
          <p:cNvPr id="397703" name="Group 391"/>
          <p:cNvGrpSpPr>
            <a:grpSpLocks/>
          </p:cNvGrpSpPr>
          <p:nvPr/>
        </p:nvGrpSpPr>
        <p:grpSpPr bwMode="auto">
          <a:xfrm>
            <a:off x="5867400" y="2298700"/>
            <a:ext cx="1062038" cy="704850"/>
            <a:chOff x="3696" y="1448"/>
            <a:chExt cx="669" cy="444"/>
          </a:xfrm>
        </p:grpSpPr>
        <p:sp>
          <p:nvSpPr>
            <p:cNvPr id="397704" name="Rectangle 392"/>
            <p:cNvSpPr>
              <a:spLocks noChangeArrowheads="1"/>
            </p:cNvSpPr>
            <p:nvPr/>
          </p:nvSpPr>
          <p:spPr bwMode="auto">
            <a:xfrm>
              <a:off x="3696" y="1448"/>
              <a:ext cx="669" cy="444"/>
            </a:xfrm>
            <a:prstGeom prst="rect">
              <a:avLst/>
            </a:prstGeom>
            <a:solidFill>
              <a:srgbClr val="CCFFFF"/>
            </a:solidFill>
            <a:ln w="9525">
              <a:noFill/>
              <a:miter lim="800000"/>
              <a:headEnd/>
              <a:tailEnd/>
            </a:ln>
          </p:spPr>
          <p:txBody>
            <a:bodyPr/>
            <a:lstStyle/>
            <a:p>
              <a:endParaRPr lang="en-US"/>
            </a:p>
          </p:txBody>
        </p:sp>
        <p:sp>
          <p:nvSpPr>
            <p:cNvPr id="397705" name="Rectangle 393"/>
            <p:cNvSpPr>
              <a:spLocks noChangeArrowheads="1"/>
            </p:cNvSpPr>
            <p:nvPr/>
          </p:nvSpPr>
          <p:spPr bwMode="auto">
            <a:xfrm>
              <a:off x="3696" y="1448"/>
              <a:ext cx="669" cy="444"/>
            </a:xfrm>
            <a:prstGeom prst="rect">
              <a:avLst/>
            </a:prstGeom>
            <a:noFill/>
            <a:ln w="12700">
              <a:solidFill>
                <a:srgbClr val="000000"/>
              </a:solidFill>
              <a:miter lim="800000"/>
              <a:headEnd/>
              <a:tailEnd/>
            </a:ln>
          </p:spPr>
          <p:txBody>
            <a:bodyPr/>
            <a:lstStyle/>
            <a:p>
              <a:endParaRPr lang="en-US"/>
            </a:p>
          </p:txBody>
        </p:sp>
        <p:sp>
          <p:nvSpPr>
            <p:cNvPr id="397706" name="Line 394"/>
            <p:cNvSpPr>
              <a:spLocks noChangeShapeType="1"/>
            </p:cNvSpPr>
            <p:nvPr/>
          </p:nvSpPr>
          <p:spPr bwMode="auto">
            <a:xfrm>
              <a:off x="3776" y="1448"/>
              <a:ext cx="1" cy="444"/>
            </a:xfrm>
            <a:prstGeom prst="line">
              <a:avLst/>
            </a:prstGeom>
            <a:noFill/>
            <a:ln w="12700">
              <a:solidFill>
                <a:srgbClr val="000000"/>
              </a:solidFill>
              <a:round/>
              <a:headEnd/>
              <a:tailEnd/>
            </a:ln>
          </p:spPr>
          <p:txBody>
            <a:bodyPr/>
            <a:lstStyle/>
            <a:p>
              <a:endParaRPr lang="en-US"/>
            </a:p>
          </p:txBody>
        </p:sp>
        <p:sp>
          <p:nvSpPr>
            <p:cNvPr id="397707" name="Line 395"/>
            <p:cNvSpPr>
              <a:spLocks noChangeShapeType="1"/>
            </p:cNvSpPr>
            <p:nvPr/>
          </p:nvSpPr>
          <p:spPr bwMode="auto">
            <a:xfrm>
              <a:off x="4284" y="1448"/>
              <a:ext cx="1" cy="444"/>
            </a:xfrm>
            <a:prstGeom prst="line">
              <a:avLst/>
            </a:prstGeom>
            <a:noFill/>
            <a:ln w="12700">
              <a:solidFill>
                <a:srgbClr val="000000"/>
              </a:solidFill>
              <a:round/>
              <a:headEnd/>
              <a:tailEnd/>
            </a:ln>
          </p:spPr>
          <p:txBody>
            <a:bodyPr/>
            <a:lstStyle/>
            <a:p>
              <a:endParaRPr lang="en-US"/>
            </a:p>
          </p:txBody>
        </p:sp>
      </p:grpSp>
      <p:sp>
        <p:nvSpPr>
          <p:cNvPr id="397708" name="Rectangle 396"/>
          <p:cNvSpPr>
            <a:spLocks noChangeArrowheads="1"/>
          </p:cNvSpPr>
          <p:nvPr/>
        </p:nvSpPr>
        <p:spPr bwMode="auto">
          <a:xfrm>
            <a:off x="6099175" y="2319338"/>
            <a:ext cx="671513"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(SELECT)</a:t>
            </a:r>
            <a:endParaRPr lang="en-US" sz="1800">
              <a:latin typeface="Garamond" pitchFamily="18" charset="0"/>
            </a:endParaRPr>
          </a:p>
        </p:txBody>
      </p:sp>
      <p:sp>
        <p:nvSpPr>
          <p:cNvPr id="397709" name="Rectangle 397"/>
          <p:cNvSpPr>
            <a:spLocks noChangeArrowheads="1"/>
          </p:cNvSpPr>
          <p:nvPr/>
        </p:nvSpPr>
        <p:spPr bwMode="auto">
          <a:xfrm>
            <a:off x="6183313" y="2544763"/>
            <a:ext cx="492125" cy="192087"/>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Develop</a:t>
            </a:r>
            <a:endParaRPr lang="en-US" sz="1800">
              <a:latin typeface="Garamond" pitchFamily="18" charset="0"/>
            </a:endParaRPr>
          </a:p>
        </p:txBody>
      </p:sp>
      <p:sp>
        <p:nvSpPr>
          <p:cNvPr id="397710" name="Rectangle 398"/>
          <p:cNvSpPr>
            <a:spLocks noChangeArrowheads="1"/>
          </p:cNvSpPr>
          <p:nvPr/>
        </p:nvSpPr>
        <p:spPr bwMode="auto">
          <a:xfrm>
            <a:off x="6165850" y="2679700"/>
            <a:ext cx="531813" cy="192088"/>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Business</a:t>
            </a:r>
            <a:endParaRPr lang="en-US" sz="1800">
              <a:latin typeface="Garamond" pitchFamily="18" charset="0"/>
            </a:endParaRPr>
          </a:p>
        </p:txBody>
      </p:sp>
      <p:sp>
        <p:nvSpPr>
          <p:cNvPr id="397711" name="Rectangle 399"/>
          <p:cNvSpPr>
            <a:spLocks noChangeArrowheads="1"/>
          </p:cNvSpPr>
          <p:nvPr/>
        </p:nvSpPr>
        <p:spPr bwMode="auto">
          <a:xfrm>
            <a:off x="6272213" y="2814638"/>
            <a:ext cx="314325" cy="192087"/>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Case</a:t>
            </a:r>
            <a:endParaRPr lang="en-US" sz="1800">
              <a:latin typeface="Garamond" pitchFamily="18" charset="0"/>
            </a:endParaRPr>
          </a:p>
        </p:txBody>
      </p:sp>
      <p:sp>
        <p:nvSpPr>
          <p:cNvPr id="397712" name="Rectangle 400"/>
          <p:cNvSpPr>
            <a:spLocks noChangeArrowheads="1"/>
          </p:cNvSpPr>
          <p:nvPr/>
        </p:nvSpPr>
        <p:spPr bwMode="auto">
          <a:xfrm>
            <a:off x="2282825" y="4519613"/>
            <a:ext cx="812800" cy="334962"/>
          </a:xfrm>
          <a:prstGeom prst="rect">
            <a:avLst/>
          </a:prstGeom>
          <a:noFill/>
          <a:ln w="9525">
            <a:noFill/>
            <a:miter lim="800000"/>
            <a:headEnd/>
            <a:tailEnd/>
          </a:ln>
        </p:spPr>
        <p:txBody>
          <a:bodyPr/>
          <a:lstStyle/>
          <a:p>
            <a:endParaRPr lang="en-US"/>
          </a:p>
        </p:txBody>
      </p:sp>
      <p:sp>
        <p:nvSpPr>
          <p:cNvPr id="397713" name="Rectangle 401"/>
          <p:cNvSpPr>
            <a:spLocks noChangeArrowheads="1"/>
          </p:cNvSpPr>
          <p:nvPr/>
        </p:nvSpPr>
        <p:spPr bwMode="auto">
          <a:xfrm>
            <a:off x="2378075" y="4549775"/>
            <a:ext cx="590550" cy="173038"/>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Compliance</a:t>
            </a:r>
            <a:endParaRPr lang="en-US" sz="1800">
              <a:latin typeface="Garamond" pitchFamily="18" charset="0"/>
            </a:endParaRPr>
          </a:p>
        </p:txBody>
      </p:sp>
      <p:sp>
        <p:nvSpPr>
          <p:cNvPr id="397714" name="Rectangle 402"/>
          <p:cNvSpPr>
            <a:spLocks noChangeArrowheads="1"/>
          </p:cNvSpPr>
          <p:nvPr/>
        </p:nvSpPr>
        <p:spPr bwMode="auto">
          <a:xfrm>
            <a:off x="2378075" y="4670425"/>
            <a:ext cx="644525" cy="173038"/>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Assessment</a:t>
            </a:r>
            <a:endParaRPr lang="en-US" sz="1800">
              <a:latin typeface="Garamond" pitchFamily="18" charset="0"/>
            </a:endParaRPr>
          </a:p>
        </p:txBody>
      </p:sp>
      <p:grpSp>
        <p:nvGrpSpPr>
          <p:cNvPr id="397715" name="Group 403"/>
          <p:cNvGrpSpPr>
            <a:grpSpLocks/>
          </p:cNvGrpSpPr>
          <p:nvPr/>
        </p:nvGrpSpPr>
        <p:grpSpPr bwMode="auto">
          <a:xfrm>
            <a:off x="3913188" y="2795588"/>
            <a:ext cx="63500" cy="279400"/>
            <a:chOff x="2465" y="1761"/>
            <a:chExt cx="40" cy="176"/>
          </a:xfrm>
        </p:grpSpPr>
        <p:sp>
          <p:nvSpPr>
            <p:cNvPr id="397716" name="Line 404"/>
            <p:cNvSpPr>
              <a:spLocks noChangeShapeType="1"/>
            </p:cNvSpPr>
            <p:nvPr/>
          </p:nvSpPr>
          <p:spPr bwMode="auto">
            <a:xfrm flipH="1">
              <a:off x="2484" y="1761"/>
              <a:ext cx="5" cy="156"/>
            </a:xfrm>
            <a:prstGeom prst="line">
              <a:avLst/>
            </a:prstGeom>
            <a:noFill/>
            <a:ln w="12700">
              <a:solidFill>
                <a:srgbClr val="000000"/>
              </a:solidFill>
              <a:round/>
              <a:headEnd/>
              <a:tailEnd/>
            </a:ln>
          </p:spPr>
          <p:txBody>
            <a:bodyPr/>
            <a:lstStyle/>
            <a:p>
              <a:endParaRPr lang="en-US"/>
            </a:p>
          </p:txBody>
        </p:sp>
        <p:sp>
          <p:nvSpPr>
            <p:cNvPr id="397717" name="Oval 405"/>
            <p:cNvSpPr>
              <a:spLocks noChangeArrowheads="1"/>
            </p:cNvSpPr>
            <p:nvPr/>
          </p:nvSpPr>
          <p:spPr bwMode="auto">
            <a:xfrm>
              <a:off x="2465" y="1898"/>
              <a:ext cx="40" cy="39"/>
            </a:xfrm>
            <a:prstGeom prst="ellipse">
              <a:avLst/>
            </a:prstGeom>
            <a:solidFill>
              <a:srgbClr val="000000"/>
            </a:solidFill>
            <a:ln w="9525">
              <a:noFill/>
              <a:round/>
              <a:headEnd/>
              <a:tailEnd/>
            </a:ln>
          </p:spPr>
          <p:txBody>
            <a:bodyPr/>
            <a:lstStyle/>
            <a:p>
              <a:endParaRPr lang="en-US"/>
            </a:p>
          </p:txBody>
        </p:sp>
      </p:grpSp>
      <p:sp>
        <p:nvSpPr>
          <p:cNvPr id="397718" name="Freeform 406"/>
          <p:cNvSpPr>
            <a:spLocks/>
          </p:cNvSpPr>
          <p:nvPr/>
        </p:nvSpPr>
        <p:spPr bwMode="auto">
          <a:xfrm>
            <a:off x="5849938" y="5556250"/>
            <a:ext cx="315912" cy="301625"/>
          </a:xfrm>
          <a:custGeom>
            <a:avLst/>
            <a:gdLst/>
            <a:ahLst/>
            <a:cxnLst>
              <a:cxn ang="0">
                <a:pos x="100" y="0"/>
              </a:cxn>
              <a:cxn ang="0">
                <a:pos x="0" y="190"/>
              </a:cxn>
              <a:cxn ang="0">
                <a:pos x="100" y="380"/>
              </a:cxn>
              <a:cxn ang="0">
                <a:pos x="199" y="190"/>
              </a:cxn>
              <a:cxn ang="0">
                <a:pos x="100" y="0"/>
              </a:cxn>
            </a:cxnLst>
            <a:rect l="0" t="0" r="r" b="b"/>
            <a:pathLst>
              <a:path w="199" h="380">
                <a:moveTo>
                  <a:pt x="100" y="0"/>
                </a:moveTo>
                <a:lnTo>
                  <a:pt x="0" y="190"/>
                </a:lnTo>
                <a:lnTo>
                  <a:pt x="100" y="380"/>
                </a:lnTo>
                <a:lnTo>
                  <a:pt x="199" y="190"/>
                </a:lnTo>
                <a:lnTo>
                  <a:pt x="100" y="0"/>
                </a:lnTo>
                <a:close/>
              </a:path>
            </a:pathLst>
          </a:custGeom>
          <a:solidFill>
            <a:srgbClr val="FF3300"/>
          </a:solidFill>
          <a:ln w="12700">
            <a:solidFill>
              <a:srgbClr val="000000"/>
            </a:solidFill>
            <a:prstDash val="solid"/>
            <a:round/>
            <a:headEnd/>
            <a:tailEnd/>
          </a:ln>
        </p:spPr>
        <p:txBody>
          <a:bodyPr/>
          <a:lstStyle/>
          <a:p>
            <a:endParaRPr lang="en-US"/>
          </a:p>
        </p:txBody>
      </p:sp>
      <p:sp>
        <p:nvSpPr>
          <p:cNvPr id="397719" name="Rectangle 407"/>
          <p:cNvSpPr>
            <a:spLocks noChangeArrowheads="1"/>
          </p:cNvSpPr>
          <p:nvPr/>
        </p:nvSpPr>
        <p:spPr bwMode="auto">
          <a:xfrm>
            <a:off x="5956300" y="5607050"/>
            <a:ext cx="192088" cy="242888"/>
          </a:xfrm>
          <a:prstGeom prst="rect">
            <a:avLst/>
          </a:prstGeom>
          <a:noFill/>
          <a:ln w="9525">
            <a:noFill/>
            <a:miter lim="800000"/>
            <a:headEnd/>
            <a:tailEnd/>
          </a:ln>
        </p:spPr>
        <p:txBody>
          <a:bodyPr wrap="none" lIns="0" tIns="0" rIns="0" bIns="0">
            <a:spAutoFit/>
          </a:bodyPr>
          <a:lstStyle/>
          <a:p>
            <a:r>
              <a:rPr lang="en-US" sz="1400">
                <a:solidFill>
                  <a:srgbClr val="FFFFFF"/>
                </a:solidFill>
                <a:latin typeface="Arial" charset="0"/>
              </a:rPr>
              <a:t>5</a:t>
            </a:r>
            <a:endParaRPr lang="en-US" sz="1800">
              <a:latin typeface="Garamond" pitchFamily="18" charset="0"/>
            </a:endParaRPr>
          </a:p>
        </p:txBody>
      </p:sp>
      <p:grpSp>
        <p:nvGrpSpPr>
          <p:cNvPr id="397720" name="Group 408"/>
          <p:cNvGrpSpPr>
            <a:grpSpLocks/>
          </p:cNvGrpSpPr>
          <p:nvPr/>
        </p:nvGrpSpPr>
        <p:grpSpPr bwMode="auto">
          <a:xfrm>
            <a:off x="5840413" y="3692525"/>
            <a:ext cx="1090612" cy="652463"/>
            <a:chOff x="3679" y="2326"/>
            <a:chExt cx="687" cy="411"/>
          </a:xfrm>
        </p:grpSpPr>
        <p:grpSp>
          <p:nvGrpSpPr>
            <p:cNvPr id="397721" name="Group 409"/>
            <p:cNvGrpSpPr>
              <a:grpSpLocks/>
            </p:cNvGrpSpPr>
            <p:nvPr/>
          </p:nvGrpSpPr>
          <p:grpSpPr bwMode="auto">
            <a:xfrm>
              <a:off x="3679" y="2326"/>
              <a:ext cx="687" cy="411"/>
              <a:chOff x="3679" y="2326"/>
              <a:chExt cx="687" cy="411"/>
            </a:xfrm>
          </p:grpSpPr>
          <p:sp>
            <p:nvSpPr>
              <p:cNvPr id="397722" name="Rectangle 410"/>
              <p:cNvSpPr>
                <a:spLocks noChangeArrowheads="1"/>
              </p:cNvSpPr>
              <p:nvPr/>
            </p:nvSpPr>
            <p:spPr bwMode="auto">
              <a:xfrm>
                <a:off x="3679" y="2326"/>
                <a:ext cx="687" cy="411"/>
              </a:xfrm>
              <a:prstGeom prst="rect">
                <a:avLst/>
              </a:prstGeom>
              <a:solidFill>
                <a:srgbClr val="CCFFFF"/>
              </a:solidFill>
              <a:ln w="9525">
                <a:noFill/>
                <a:miter lim="800000"/>
                <a:headEnd/>
                <a:tailEnd/>
              </a:ln>
            </p:spPr>
            <p:txBody>
              <a:bodyPr/>
              <a:lstStyle/>
              <a:p>
                <a:endParaRPr lang="en-US"/>
              </a:p>
            </p:txBody>
          </p:sp>
          <p:sp>
            <p:nvSpPr>
              <p:cNvPr id="397723" name="Rectangle 411"/>
              <p:cNvSpPr>
                <a:spLocks noChangeArrowheads="1"/>
              </p:cNvSpPr>
              <p:nvPr/>
            </p:nvSpPr>
            <p:spPr bwMode="auto">
              <a:xfrm>
                <a:off x="3679" y="2326"/>
                <a:ext cx="687" cy="411"/>
              </a:xfrm>
              <a:prstGeom prst="rect">
                <a:avLst/>
              </a:prstGeom>
              <a:noFill/>
              <a:ln w="12700">
                <a:solidFill>
                  <a:srgbClr val="000000"/>
                </a:solidFill>
                <a:miter lim="800000"/>
                <a:headEnd/>
                <a:tailEnd/>
              </a:ln>
            </p:spPr>
            <p:txBody>
              <a:bodyPr/>
              <a:lstStyle/>
              <a:p>
                <a:endParaRPr lang="en-US"/>
              </a:p>
            </p:txBody>
          </p:sp>
          <p:sp>
            <p:nvSpPr>
              <p:cNvPr id="397724" name="Line 412"/>
              <p:cNvSpPr>
                <a:spLocks noChangeShapeType="1"/>
              </p:cNvSpPr>
              <p:nvPr/>
            </p:nvSpPr>
            <p:spPr bwMode="auto">
              <a:xfrm>
                <a:off x="3762" y="2326"/>
                <a:ext cx="1" cy="411"/>
              </a:xfrm>
              <a:prstGeom prst="line">
                <a:avLst/>
              </a:prstGeom>
              <a:noFill/>
              <a:ln w="12700">
                <a:solidFill>
                  <a:srgbClr val="000000"/>
                </a:solidFill>
                <a:round/>
                <a:headEnd/>
                <a:tailEnd/>
              </a:ln>
            </p:spPr>
            <p:txBody>
              <a:bodyPr/>
              <a:lstStyle/>
              <a:p>
                <a:endParaRPr lang="en-US"/>
              </a:p>
            </p:txBody>
          </p:sp>
          <p:sp>
            <p:nvSpPr>
              <p:cNvPr id="397725" name="Line 413"/>
              <p:cNvSpPr>
                <a:spLocks noChangeShapeType="1"/>
              </p:cNvSpPr>
              <p:nvPr/>
            </p:nvSpPr>
            <p:spPr bwMode="auto">
              <a:xfrm>
                <a:off x="4283" y="2326"/>
                <a:ext cx="1" cy="411"/>
              </a:xfrm>
              <a:prstGeom prst="line">
                <a:avLst/>
              </a:prstGeom>
              <a:noFill/>
              <a:ln w="12700">
                <a:solidFill>
                  <a:srgbClr val="000000"/>
                </a:solidFill>
                <a:round/>
                <a:headEnd/>
                <a:tailEnd/>
              </a:ln>
            </p:spPr>
            <p:txBody>
              <a:bodyPr/>
              <a:lstStyle/>
              <a:p>
                <a:endParaRPr lang="en-US"/>
              </a:p>
            </p:txBody>
          </p:sp>
        </p:grpSp>
        <p:sp>
          <p:nvSpPr>
            <p:cNvPr id="397726" name="Rectangle 414"/>
            <p:cNvSpPr>
              <a:spLocks noChangeArrowheads="1"/>
            </p:cNvSpPr>
            <p:nvPr/>
          </p:nvSpPr>
          <p:spPr bwMode="auto">
            <a:xfrm>
              <a:off x="3835" y="2339"/>
              <a:ext cx="423" cy="136"/>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(SELECT)</a:t>
              </a:r>
              <a:endParaRPr lang="en-US" sz="1800">
                <a:latin typeface="Garamond" pitchFamily="18" charset="0"/>
              </a:endParaRPr>
            </a:p>
          </p:txBody>
        </p:sp>
        <p:sp>
          <p:nvSpPr>
            <p:cNvPr id="397727" name="Rectangle 415"/>
            <p:cNvSpPr>
              <a:spLocks noChangeArrowheads="1"/>
            </p:cNvSpPr>
            <p:nvPr/>
          </p:nvSpPr>
          <p:spPr bwMode="auto">
            <a:xfrm>
              <a:off x="3891" y="2478"/>
              <a:ext cx="295"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Project</a:t>
              </a:r>
              <a:endParaRPr lang="en-US" sz="1800">
                <a:latin typeface="Garamond" pitchFamily="18" charset="0"/>
              </a:endParaRPr>
            </a:p>
          </p:txBody>
        </p:sp>
        <p:sp>
          <p:nvSpPr>
            <p:cNvPr id="397728" name="Rectangle 416"/>
            <p:cNvSpPr>
              <a:spLocks noChangeArrowheads="1"/>
            </p:cNvSpPr>
            <p:nvPr/>
          </p:nvSpPr>
          <p:spPr bwMode="auto">
            <a:xfrm>
              <a:off x="3796" y="2563"/>
              <a:ext cx="485"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Initialization</a:t>
              </a:r>
              <a:endParaRPr lang="en-US" sz="1800">
                <a:latin typeface="Garamond" pitchFamily="18" charset="0"/>
              </a:endParaRPr>
            </a:p>
          </p:txBody>
        </p:sp>
      </p:grpSp>
      <p:sp>
        <p:nvSpPr>
          <p:cNvPr id="397729" name="Rectangle 417"/>
          <p:cNvSpPr>
            <a:spLocks noChangeArrowheads="1"/>
          </p:cNvSpPr>
          <p:nvPr/>
        </p:nvSpPr>
        <p:spPr bwMode="auto">
          <a:xfrm>
            <a:off x="5391150" y="5791200"/>
            <a:ext cx="1366838" cy="395288"/>
          </a:xfrm>
          <a:prstGeom prst="rect">
            <a:avLst/>
          </a:prstGeom>
          <a:noFill/>
          <a:ln w="9525">
            <a:noFill/>
            <a:miter lim="800000"/>
            <a:headEnd/>
            <a:tailEnd/>
          </a:ln>
        </p:spPr>
        <p:txBody>
          <a:bodyPr/>
          <a:lstStyle/>
          <a:p>
            <a:endParaRPr lang="en-US"/>
          </a:p>
        </p:txBody>
      </p:sp>
      <p:sp>
        <p:nvSpPr>
          <p:cNvPr id="397730" name="Rectangle 418"/>
          <p:cNvSpPr>
            <a:spLocks noChangeArrowheads="1"/>
          </p:cNvSpPr>
          <p:nvPr/>
        </p:nvSpPr>
        <p:spPr bwMode="auto">
          <a:xfrm>
            <a:off x="5573713" y="5818188"/>
            <a:ext cx="1068387"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Assess Waiver/</a:t>
            </a:r>
            <a:endParaRPr lang="en-US" sz="1800">
              <a:latin typeface="Garamond" pitchFamily="18" charset="0"/>
            </a:endParaRPr>
          </a:p>
        </p:txBody>
      </p:sp>
      <p:sp>
        <p:nvSpPr>
          <p:cNvPr id="397731" name="Rectangle 419"/>
          <p:cNvSpPr>
            <a:spLocks noChangeArrowheads="1"/>
          </p:cNvSpPr>
          <p:nvPr/>
        </p:nvSpPr>
        <p:spPr bwMode="auto">
          <a:xfrm>
            <a:off x="5492750" y="5969000"/>
            <a:ext cx="1236663"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Exception Request</a:t>
            </a:r>
            <a:endParaRPr lang="en-US" sz="1800">
              <a:latin typeface="Garamond" pitchFamily="18" charset="0"/>
            </a:endParaRPr>
          </a:p>
        </p:txBody>
      </p:sp>
      <p:sp>
        <p:nvSpPr>
          <p:cNvPr id="397732" name="Freeform 420"/>
          <p:cNvSpPr>
            <a:spLocks/>
          </p:cNvSpPr>
          <p:nvPr/>
        </p:nvSpPr>
        <p:spPr bwMode="auto">
          <a:xfrm>
            <a:off x="7551738" y="3227388"/>
            <a:ext cx="739775" cy="481012"/>
          </a:xfrm>
          <a:custGeom>
            <a:avLst/>
            <a:gdLst/>
            <a:ahLst/>
            <a:cxnLst>
              <a:cxn ang="0">
                <a:pos x="93" y="0"/>
              </a:cxn>
              <a:cxn ang="0">
                <a:pos x="466" y="0"/>
              </a:cxn>
              <a:cxn ang="0">
                <a:pos x="466" y="606"/>
              </a:cxn>
              <a:cxn ang="0">
                <a:pos x="0" y="606"/>
              </a:cxn>
              <a:cxn ang="0">
                <a:pos x="0" y="121"/>
              </a:cxn>
              <a:cxn ang="0">
                <a:pos x="93" y="0"/>
              </a:cxn>
            </a:cxnLst>
            <a:rect l="0" t="0" r="r" b="b"/>
            <a:pathLst>
              <a:path w="466" h="606">
                <a:moveTo>
                  <a:pt x="93" y="0"/>
                </a:moveTo>
                <a:lnTo>
                  <a:pt x="466" y="0"/>
                </a:lnTo>
                <a:lnTo>
                  <a:pt x="466" y="606"/>
                </a:lnTo>
                <a:lnTo>
                  <a:pt x="0" y="606"/>
                </a:lnTo>
                <a:lnTo>
                  <a:pt x="0" y="121"/>
                </a:lnTo>
                <a:lnTo>
                  <a:pt x="93" y="0"/>
                </a:lnTo>
                <a:close/>
              </a:path>
            </a:pathLst>
          </a:custGeom>
          <a:solidFill>
            <a:srgbClr val="FFFFFF"/>
          </a:solidFill>
          <a:ln w="12700">
            <a:solidFill>
              <a:srgbClr val="000000"/>
            </a:solidFill>
            <a:prstDash val="solid"/>
            <a:round/>
            <a:headEnd/>
            <a:tailEnd/>
          </a:ln>
        </p:spPr>
        <p:txBody>
          <a:bodyPr/>
          <a:lstStyle/>
          <a:p>
            <a:endParaRPr lang="en-US"/>
          </a:p>
        </p:txBody>
      </p:sp>
      <p:sp>
        <p:nvSpPr>
          <p:cNvPr id="397733" name="Rectangle 421"/>
          <p:cNvSpPr>
            <a:spLocks noChangeArrowheads="1"/>
          </p:cNvSpPr>
          <p:nvPr/>
        </p:nvSpPr>
        <p:spPr bwMode="auto">
          <a:xfrm>
            <a:off x="7659688" y="3309938"/>
            <a:ext cx="585787" cy="173037"/>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Enterprise</a:t>
            </a:r>
            <a:endParaRPr lang="en-US" sz="1800">
              <a:latin typeface="Garamond" pitchFamily="18" charset="0"/>
            </a:endParaRPr>
          </a:p>
        </p:txBody>
      </p:sp>
      <p:sp>
        <p:nvSpPr>
          <p:cNvPr id="397734" name="Rectangle 422"/>
          <p:cNvSpPr>
            <a:spLocks noChangeArrowheads="1"/>
          </p:cNvSpPr>
          <p:nvPr/>
        </p:nvSpPr>
        <p:spPr bwMode="auto">
          <a:xfrm>
            <a:off x="7758113" y="3430588"/>
            <a:ext cx="379412" cy="173037"/>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Design</a:t>
            </a:r>
            <a:endParaRPr lang="en-US" sz="1800">
              <a:latin typeface="Garamond" pitchFamily="18" charset="0"/>
            </a:endParaRPr>
          </a:p>
        </p:txBody>
      </p:sp>
      <p:sp>
        <p:nvSpPr>
          <p:cNvPr id="397735" name="Rectangle 423"/>
          <p:cNvSpPr>
            <a:spLocks noChangeArrowheads="1"/>
          </p:cNvSpPr>
          <p:nvPr/>
        </p:nvSpPr>
        <p:spPr bwMode="auto">
          <a:xfrm>
            <a:off x="7710488" y="3551238"/>
            <a:ext cx="481012" cy="173037"/>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Patterns</a:t>
            </a:r>
            <a:endParaRPr lang="en-US" sz="1800">
              <a:latin typeface="Garamond" pitchFamily="18" charset="0"/>
            </a:endParaRPr>
          </a:p>
        </p:txBody>
      </p:sp>
      <p:sp>
        <p:nvSpPr>
          <p:cNvPr id="397736" name="Rectangle 424"/>
          <p:cNvSpPr>
            <a:spLocks noChangeArrowheads="1"/>
          </p:cNvSpPr>
          <p:nvPr/>
        </p:nvSpPr>
        <p:spPr bwMode="auto">
          <a:xfrm>
            <a:off x="4494213" y="2884488"/>
            <a:ext cx="1166812" cy="198437"/>
          </a:xfrm>
          <a:prstGeom prst="rect">
            <a:avLst/>
          </a:prstGeom>
          <a:noFill/>
          <a:ln w="9525">
            <a:noFill/>
            <a:miter lim="800000"/>
            <a:headEnd/>
            <a:tailEnd/>
          </a:ln>
        </p:spPr>
        <p:txBody>
          <a:bodyPr/>
          <a:lstStyle/>
          <a:p>
            <a:endParaRPr lang="en-US"/>
          </a:p>
        </p:txBody>
      </p:sp>
      <p:sp>
        <p:nvSpPr>
          <p:cNvPr id="397737" name="Rectangle 425"/>
          <p:cNvSpPr>
            <a:spLocks noChangeArrowheads="1"/>
          </p:cNvSpPr>
          <p:nvPr/>
        </p:nvSpPr>
        <p:spPr bwMode="auto">
          <a:xfrm>
            <a:off x="4589463" y="2914650"/>
            <a:ext cx="995362"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Acceptable Alignment</a:t>
            </a:r>
            <a:endParaRPr lang="en-US" sz="1800">
              <a:latin typeface="Garamond" pitchFamily="18" charset="0"/>
            </a:endParaRPr>
          </a:p>
        </p:txBody>
      </p:sp>
      <p:sp>
        <p:nvSpPr>
          <p:cNvPr id="397738" name="Rectangle 426"/>
          <p:cNvSpPr>
            <a:spLocks noChangeArrowheads="1"/>
          </p:cNvSpPr>
          <p:nvPr/>
        </p:nvSpPr>
        <p:spPr bwMode="auto">
          <a:xfrm>
            <a:off x="1620838" y="3197225"/>
            <a:ext cx="698500" cy="357188"/>
          </a:xfrm>
          <a:prstGeom prst="rect">
            <a:avLst/>
          </a:prstGeom>
          <a:noFill/>
          <a:ln w="9525">
            <a:noFill/>
            <a:miter lim="800000"/>
            <a:headEnd/>
            <a:tailEnd/>
          </a:ln>
        </p:spPr>
        <p:txBody>
          <a:bodyPr/>
          <a:lstStyle/>
          <a:p>
            <a:endParaRPr lang="en-US"/>
          </a:p>
        </p:txBody>
      </p:sp>
      <p:sp>
        <p:nvSpPr>
          <p:cNvPr id="397739" name="Rectangle 427"/>
          <p:cNvSpPr>
            <a:spLocks noChangeArrowheads="1"/>
          </p:cNvSpPr>
          <p:nvPr/>
        </p:nvSpPr>
        <p:spPr bwMode="auto">
          <a:xfrm>
            <a:off x="1716088" y="3227388"/>
            <a:ext cx="531812"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Acceptable</a:t>
            </a:r>
            <a:endParaRPr lang="en-US" sz="1800">
              <a:latin typeface="Garamond" pitchFamily="18" charset="0"/>
            </a:endParaRPr>
          </a:p>
        </p:txBody>
      </p:sp>
      <p:sp>
        <p:nvSpPr>
          <p:cNvPr id="397740" name="Rectangle 428"/>
          <p:cNvSpPr>
            <a:spLocks noChangeArrowheads="1"/>
          </p:cNvSpPr>
          <p:nvPr/>
        </p:nvSpPr>
        <p:spPr bwMode="auto">
          <a:xfrm>
            <a:off x="1716088" y="3386138"/>
            <a:ext cx="519112"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Compliance</a:t>
            </a:r>
            <a:endParaRPr lang="en-US" sz="1800">
              <a:latin typeface="Garamond" pitchFamily="18" charset="0"/>
            </a:endParaRPr>
          </a:p>
        </p:txBody>
      </p:sp>
      <p:sp>
        <p:nvSpPr>
          <p:cNvPr id="397741" name="Rectangle 429"/>
          <p:cNvSpPr>
            <a:spLocks noChangeArrowheads="1"/>
          </p:cNvSpPr>
          <p:nvPr/>
        </p:nvSpPr>
        <p:spPr bwMode="auto">
          <a:xfrm>
            <a:off x="2330450" y="5402263"/>
            <a:ext cx="782638" cy="304800"/>
          </a:xfrm>
          <a:prstGeom prst="rect">
            <a:avLst/>
          </a:prstGeom>
          <a:noFill/>
          <a:ln w="9525">
            <a:noFill/>
            <a:miter lim="800000"/>
            <a:headEnd/>
            <a:tailEnd/>
          </a:ln>
        </p:spPr>
        <p:txBody>
          <a:bodyPr/>
          <a:lstStyle/>
          <a:p>
            <a:endParaRPr lang="en-US"/>
          </a:p>
        </p:txBody>
      </p:sp>
      <p:sp>
        <p:nvSpPr>
          <p:cNvPr id="397742" name="Rectangle 430"/>
          <p:cNvSpPr>
            <a:spLocks noChangeArrowheads="1"/>
          </p:cNvSpPr>
          <p:nvPr/>
        </p:nvSpPr>
        <p:spPr bwMode="auto">
          <a:xfrm>
            <a:off x="2425700" y="5434013"/>
            <a:ext cx="630238"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Unacceptable</a:t>
            </a:r>
            <a:endParaRPr lang="en-US" sz="1800">
              <a:latin typeface="Garamond" pitchFamily="18" charset="0"/>
            </a:endParaRPr>
          </a:p>
        </p:txBody>
      </p:sp>
      <p:sp>
        <p:nvSpPr>
          <p:cNvPr id="397743" name="Rectangle 431"/>
          <p:cNvSpPr>
            <a:spLocks noChangeArrowheads="1"/>
          </p:cNvSpPr>
          <p:nvPr/>
        </p:nvSpPr>
        <p:spPr bwMode="auto">
          <a:xfrm>
            <a:off x="2425700" y="5538788"/>
            <a:ext cx="608013"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Conformance</a:t>
            </a:r>
            <a:endParaRPr lang="en-US" sz="1800">
              <a:latin typeface="Garamond" pitchFamily="18" charset="0"/>
            </a:endParaRPr>
          </a:p>
        </p:txBody>
      </p:sp>
      <p:grpSp>
        <p:nvGrpSpPr>
          <p:cNvPr id="397744" name="Group 432"/>
          <p:cNvGrpSpPr>
            <a:grpSpLocks/>
          </p:cNvGrpSpPr>
          <p:nvPr/>
        </p:nvGrpSpPr>
        <p:grpSpPr bwMode="auto">
          <a:xfrm>
            <a:off x="1954213" y="2298700"/>
            <a:ext cx="1820862" cy="377825"/>
            <a:chOff x="1231" y="1448"/>
            <a:chExt cx="1147" cy="238"/>
          </a:xfrm>
        </p:grpSpPr>
        <p:sp>
          <p:nvSpPr>
            <p:cNvPr id="397745" name="Freeform 433"/>
            <p:cNvSpPr>
              <a:spLocks/>
            </p:cNvSpPr>
            <p:nvPr/>
          </p:nvSpPr>
          <p:spPr bwMode="auto">
            <a:xfrm>
              <a:off x="1231" y="1448"/>
              <a:ext cx="1080" cy="204"/>
            </a:xfrm>
            <a:custGeom>
              <a:avLst/>
              <a:gdLst/>
              <a:ahLst/>
              <a:cxnLst>
                <a:cxn ang="0">
                  <a:pos x="0" y="0"/>
                </a:cxn>
                <a:cxn ang="0">
                  <a:pos x="258" y="0"/>
                </a:cxn>
                <a:cxn ang="0">
                  <a:pos x="258" y="408"/>
                </a:cxn>
                <a:cxn ang="0">
                  <a:pos x="1080" y="408"/>
                </a:cxn>
              </a:cxnLst>
              <a:rect l="0" t="0" r="r" b="b"/>
              <a:pathLst>
                <a:path w="1080" h="408">
                  <a:moveTo>
                    <a:pt x="0" y="0"/>
                  </a:moveTo>
                  <a:lnTo>
                    <a:pt x="258" y="0"/>
                  </a:lnTo>
                  <a:lnTo>
                    <a:pt x="258" y="408"/>
                  </a:lnTo>
                  <a:lnTo>
                    <a:pt x="1080" y="408"/>
                  </a:lnTo>
                </a:path>
              </a:pathLst>
            </a:custGeom>
            <a:noFill/>
            <a:ln w="12700">
              <a:solidFill>
                <a:srgbClr val="000000"/>
              </a:solidFill>
              <a:prstDash val="solid"/>
              <a:round/>
              <a:headEnd/>
              <a:tailEnd/>
            </a:ln>
          </p:spPr>
          <p:txBody>
            <a:bodyPr/>
            <a:lstStyle/>
            <a:p>
              <a:endParaRPr lang="en-US"/>
            </a:p>
          </p:txBody>
        </p:sp>
        <p:sp>
          <p:nvSpPr>
            <p:cNvPr id="397746" name="Freeform 434"/>
            <p:cNvSpPr>
              <a:spLocks/>
            </p:cNvSpPr>
            <p:nvPr/>
          </p:nvSpPr>
          <p:spPr bwMode="auto">
            <a:xfrm>
              <a:off x="2309" y="1619"/>
              <a:ext cx="69" cy="67"/>
            </a:xfrm>
            <a:custGeom>
              <a:avLst/>
              <a:gdLst/>
              <a:ahLst/>
              <a:cxnLst>
                <a:cxn ang="0">
                  <a:pos x="0" y="133"/>
                </a:cxn>
                <a:cxn ang="0">
                  <a:pos x="69" y="66"/>
                </a:cxn>
                <a:cxn ang="0">
                  <a:pos x="0" y="0"/>
                </a:cxn>
                <a:cxn ang="0">
                  <a:pos x="0" y="133"/>
                </a:cxn>
              </a:cxnLst>
              <a:rect l="0" t="0" r="r" b="b"/>
              <a:pathLst>
                <a:path w="69" h="133">
                  <a:moveTo>
                    <a:pt x="0" y="133"/>
                  </a:moveTo>
                  <a:lnTo>
                    <a:pt x="69" y="66"/>
                  </a:lnTo>
                  <a:lnTo>
                    <a:pt x="0" y="0"/>
                  </a:lnTo>
                  <a:lnTo>
                    <a:pt x="0" y="133"/>
                  </a:lnTo>
                  <a:close/>
                </a:path>
              </a:pathLst>
            </a:custGeom>
            <a:solidFill>
              <a:srgbClr val="000000"/>
            </a:solidFill>
            <a:ln w="9525">
              <a:noFill/>
              <a:round/>
              <a:headEnd/>
              <a:tailEnd/>
            </a:ln>
          </p:spPr>
          <p:txBody>
            <a:bodyPr/>
            <a:lstStyle/>
            <a:p>
              <a:endParaRPr lang="en-US"/>
            </a:p>
          </p:txBody>
        </p:sp>
      </p:grpSp>
      <p:grpSp>
        <p:nvGrpSpPr>
          <p:cNvPr id="397747" name="Group 435"/>
          <p:cNvGrpSpPr>
            <a:grpSpLocks/>
          </p:cNvGrpSpPr>
          <p:nvPr/>
        </p:nvGrpSpPr>
        <p:grpSpPr bwMode="auto">
          <a:xfrm>
            <a:off x="1963738" y="2303463"/>
            <a:ext cx="1795462" cy="561975"/>
            <a:chOff x="1237" y="1451"/>
            <a:chExt cx="1131" cy="354"/>
          </a:xfrm>
        </p:grpSpPr>
        <p:sp>
          <p:nvSpPr>
            <p:cNvPr id="397748" name="Rectangle 436"/>
            <p:cNvSpPr>
              <a:spLocks noChangeArrowheads="1"/>
            </p:cNvSpPr>
            <p:nvPr/>
          </p:nvSpPr>
          <p:spPr bwMode="auto">
            <a:xfrm>
              <a:off x="1304" y="1481"/>
              <a:ext cx="66" cy="7"/>
            </a:xfrm>
            <a:prstGeom prst="rect">
              <a:avLst/>
            </a:prstGeom>
            <a:solidFill>
              <a:srgbClr val="000000"/>
            </a:solidFill>
            <a:ln w="9525">
              <a:noFill/>
              <a:miter lim="800000"/>
              <a:headEnd/>
              <a:tailEnd/>
            </a:ln>
          </p:spPr>
          <p:txBody>
            <a:bodyPr/>
            <a:lstStyle/>
            <a:p>
              <a:endParaRPr lang="en-US"/>
            </a:p>
          </p:txBody>
        </p:sp>
        <p:sp>
          <p:nvSpPr>
            <p:cNvPr id="397749" name="Freeform 437"/>
            <p:cNvSpPr>
              <a:spLocks/>
            </p:cNvSpPr>
            <p:nvPr/>
          </p:nvSpPr>
          <p:spPr bwMode="auto">
            <a:xfrm>
              <a:off x="1395" y="1481"/>
              <a:ext cx="47" cy="26"/>
            </a:xfrm>
            <a:custGeom>
              <a:avLst/>
              <a:gdLst/>
              <a:ahLst/>
              <a:cxnLst>
                <a:cxn ang="0">
                  <a:pos x="0" y="0"/>
                </a:cxn>
                <a:cxn ang="0">
                  <a:pos x="0" y="16"/>
                </a:cxn>
                <a:cxn ang="0">
                  <a:pos x="43" y="16"/>
                </a:cxn>
                <a:cxn ang="0">
                  <a:pos x="43" y="8"/>
                </a:cxn>
                <a:cxn ang="0">
                  <a:pos x="39" y="8"/>
                </a:cxn>
                <a:cxn ang="0">
                  <a:pos x="39" y="54"/>
                </a:cxn>
                <a:cxn ang="0">
                  <a:pos x="47" y="54"/>
                </a:cxn>
                <a:cxn ang="0">
                  <a:pos x="47" y="8"/>
                </a:cxn>
                <a:cxn ang="0">
                  <a:pos x="47" y="0"/>
                </a:cxn>
                <a:cxn ang="0">
                  <a:pos x="43" y="0"/>
                </a:cxn>
                <a:cxn ang="0">
                  <a:pos x="0" y="0"/>
                </a:cxn>
              </a:cxnLst>
              <a:rect l="0" t="0" r="r" b="b"/>
              <a:pathLst>
                <a:path w="47" h="54">
                  <a:moveTo>
                    <a:pt x="0" y="0"/>
                  </a:moveTo>
                  <a:lnTo>
                    <a:pt x="0" y="16"/>
                  </a:lnTo>
                  <a:lnTo>
                    <a:pt x="43" y="16"/>
                  </a:lnTo>
                  <a:lnTo>
                    <a:pt x="43" y="8"/>
                  </a:lnTo>
                  <a:lnTo>
                    <a:pt x="39" y="8"/>
                  </a:lnTo>
                  <a:lnTo>
                    <a:pt x="39" y="54"/>
                  </a:lnTo>
                  <a:lnTo>
                    <a:pt x="47" y="54"/>
                  </a:lnTo>
                  <a:lnTo>
                    <a:pt x="47" y="8"/>
                  </a:lnTo>
                  <a:lnTo>
                    <a:pt x="47" y="0"/>
                  </a:lnTo>
                  <a:lnTo>
                    <a:pt x="43" y="0"/>
                  </a:lnTo>
                  <a:lnTo>
                    <a:pt x="0" y="0"/>
                  </a:lnTo>
                  <a:close/>
                </a:path>
              </a:pathLst>
            </a:custGeom>
            <a:solidFill>
              <a:srgbClr val="000000"/>
            </a:solidFill>
            <a:ln w="9525">
              <a:noFill/>
              <a:round/>
              <a:headEnd/>
              <a:tailEnd/>
            </a:ln>
          </p:spPr>
          <p:txBody>
            <a:bodyPr/>
            <a:lstStyle/>
            <a:p>
              <a:endParaRPr lang="en-US"/>
            </a:p>
          </p:txBody>
        </p:sp>
        <p:sp>
          <p:nvSpPr>
            <p:cNvPr id="397750" name="Rectangle 438"/>
            <p:cNvSpPr>
              <a:spLocks noChangeArrowheads="1"/>
            </p:cNvSpPr>
            <p:nvPr/>
          </p:nvSpPr>
          <p:spPr bwMode="auto">
            <a:xfrm>
              <a:off x="1434" y="1531"/>
              <a:ext cx="8" cy="63"/>
            </a:xfrm>
            <a:prstGeom prst="rect">
              <a:avLst/>
            </a:prstGeom>
            <a:solidFill>
              <a:srgbClr val="000000"/>
            </a:solidFill>
            <a:ln w="9525">
              <a:noFill/>
              <a:miter lim="800000"/>
              <a:headEnd/>
              <a:tailEnd/>
            </a:ln>
          </p:spPr>
          <p:txBody>
            <a:bodyPr/>
            <a:lstStyle/>
            <a:p>
              <a:endParaRPr lang="en-US"/>
            </a:p>
          </p:txBody>
        </p:sp>
        <p:sp>
          <p:nvSpPr>
            <p:cNvPr id="397751" name="Rectangle 439"/>
            <p:cNvSpPr>
              <a:spLocks noChangeArrowheads="1"/>
            </p:cNvSpPr>
            <p:nvPr/>
          </p:nvSpPr>
          <p:spPr bwMode="auto">
            <a:xfrm>
              <a:off x="1434" y="1618"/>
              <a:ext cx="8" cy="64"/>
            </a:xfrm>
            <a:prstGeom prst="rect">
              <a:avLst/>
            </a:prstGeom>
            <a:solidFill>
              <a:srgbClr val="000000"/>
            </a:solidFill>
            <a:ln w="9525">
              <a:noFill/>
              <a:miter lim="800000"/>
              <a:headEnd/>
              <a:tailEnd/>
            </a:ln>
          </p:spPr>
          <p:txBody>
            <a:bodyPr/>
            <a:lstStyle/>
            <a:p>
              <a:endParaRPr lang="en-US"/>
            </a:p>
          </p:txBody>
        </p:sp>
        <p:sp>
          <p:nvSpPr>
            <p:cNvPr id="397752" name="Rectangle 440"/>
            <p:cNvSpPr>
              <a:spLocks noChangeArrowheads="1"/>
            </p:cNvSpPr>
            <p:nvPr/>
          </p:nvSpPr>
          <p:spPr bwMode="auto">
            <a:xfrm>
              <a:off x="1434" y="1705"/>
              <a:ext cx="8" cy="64"/>
            </a:xfrm>
            <a:prstGeom prst="rect">
              <a:avLst/>
            </a:prstGeom>
            <a:solidFill>
              <a:srgbClr val="000000"/>
            </a:solidFill>
            <a:ln w="9525">
              <a:noFill/>
              <a:miter lim="800000"/>
              <a:headEnd/>
              <a:tailEnd/>
            </a:ln>
          </p:spPr>
          <p:txBody>
            <a:bodyPr/>
            <a:lstStyle/>
            <a:p>
              <a:endParaRPr lang="en-US"/>
            </a:p>
          </p:txBody>
        </p:sp>
        <p:sp>
          <p:nvSpPr>
            <p:cNvPr id="397753" name="Freeform 441"/>
            <p:cNvSpPr>
              <a:spLocks/>
            </p:cNvSpPr>
            <p:nvPr/>
          </p:nvSpPr>
          <p:spPr bwMode="auto">
            <a:xfrm>
              <a:off x="1434" y="1792"/>
              <a:ext cx="61" cy="13"/>
            </a:xfrm>
            <a:custGeom>
              <a:avLst/>
              <a:gdLst/>
              <a:ahLst/>
              <a:cxnLst>
                <a:cxn ang="0">
                  <a:pos x="8" y="0"/>
                </a:cxn>
                <a:cxn ang="0">
                  <a:pos x="0" y="0"/>
                </a:cxn>
                <a:cxn ang="0">
                  <a:pos x="0" y="18"/>
                </a:cxn>
                <a:cxn ang="0">
                  <a:pos x="0" y="26"/>
                </a:cxn>
                <a:cxn ang="0">
                  <a:pos x="4" y="26"/>
                </a:cxn>
                <a:cxn ang="0">
                  <a:pos x="61" y="26"/>
                </a:cxn>
                <a:cxn ang="0">
                  <a:pos x="61" y="10"/>
                </a:cxn>
                <a:cxn ang="0">
                  <a:pos x="4" y="10"/>
                </a:cxn>
                <a:cxn ang="0">
                  <a:pos x="4" y="18"/>
                </a:cxn>
                <a:cxn ang="0">
                  <a:pos x="8" y="18"/>
                </a:cxn>
                <a:cxn ang="0">
                  <a:pos x="8" y="0"/>
                </a:cxn>
              </a:cxnLst>
              <a:rect l="0" t="0" r="r" b="b"/>
              <a:pathLst>
                <a:path w="61" h="26">
                  <a:moveTo>
                    <a:pt x="8" y="0"/>
                  </a:moveTo>
                  <a:lnTo>
                    <a:pt x="0" y="0"/>
                  </a:lnTo>
                  <a:lnTo>
                    <a:pt x="0" y="18"/>
                  </a:lnTo>
                  <a:lnTo>
                    <a:pt x="0" y="26"/>
                  </a:lnTo>
                  <a:lnTo>
                    <a:pt x="4" y="26"/>
                  </a:lnTo>
                  <a:lnTo>
                    <a:pt x="61" y="26"/>
                  </a:lnTo>
                  <a:lnTo>
                    <a:pt x="61" y="10"/>
                  </a:lnTo>
                  <a:lnTo>
                    <a:pt x="4" y="10"/>
                  </a:lnTo>
                  <a:lnTo>
                    <a:pt x="4" y="18"/>
                  </a:lnTo>
                  <a:lnTo>
                    <a:pt x="8" y="18"/>
                  </a:lnTo>
                  <a:lnTo>
                    <a:pt x="8" y="0"/>
                  </a:lnTo>
                  <a:close/>
                </a:path>
              </a:pathLst>
            </a:custGeom>
            <a:solidFill>
              <a:srgbClr val="000000"/>
            </a:solidFill>
            <a:ln w="9525">
              <a:noFill/>
              <a:round/>
              <a:headEnd/>
              <a:tailEnd/>
            </a:ln>
          </p:spPr>
          <p:txBody>
            <a:bodyPr/>
            <a:lstStyle/>
            <a:p>
              <a:endParaRPr lang="en-US"/>
            </a:p>
          </p:txBody>
        </p:sp>
        <p:sp>
          <p:nvSpPr>
            <p:cNvPr id="397754" name="Rectangle 442"/>
            <p:cNvSpPr>
              <a:spLocks noChangeArrowheads="1"/>
            </p:cNvSpPr>
            <p:nvPr/>
          </p:nvSpPr>
          <p:spPr bwMode="auto">
            <a:xfrm>
              <a:off x="1519" y="1797"/>
              <a:ext cx="67" cy="8"/>
            </a:xfrm>
            <a:prstGeom prst="rect">
              <a:avLst/>
            </a:prstGeom>
            <a:solidFill>
              <a:srgbClr val="000000"/>
            </a:solidFill>
            <a:ln w="9525">
              <a:noFill/>
              <a:miter lim="800000"/>
              <a:headEnd/>
              <a:tailEnd/>
            </a:ln>
          </p:spPr>
          <p:txBody>
            <a:bodyPr/>
            <a:lstStyle/>
            <a:p>
              <a:endParaRPr lang="en-US"/>
            </a:p>
          </p:txBody>
        </p:sp>
        <p:sp>
          <p:nvSpPr>
            <p:cNvPr id="397755" name="Rectangle 443"/>
            <p:cNvSpPr>
              <a:spLocks noChangeArrowheads="1"/>
            </p:cNvSpPr>
            <p:nvPr/>
          </p:nvSpPr>
          <p:spPr bwMode="auto">
            <a:xfrm>
              <a:off x="1610" y="1797"/>
              <a:ext cx="67" cy="8"/>
            </a:xfrm>
            <a:prstGeom prst="rect">
              <a:avLst/>
            </a:prstGeom>
            <a:solidFill>
              <a:srgbClr val="000000"/>
            </a:solidFill>
            <a:ln w="9525">
              <a:noFill/>
              <a:miter lim="800000"/>
              <a:headEnd/>
              <a:tailEnd/>
            </a:ln>
          </p:spPr>
          <p:txBody>
            <a:bodyPr/>
            <a:lstStyle/>
            <a:p>
              <a:endParaRPr lang="en-US"/>
            </a:p>
          </p:txBody>
        </p:sp>
        <p:sp>
          <p:nvSpPr>
            <p:cNvPr id="397756" name="Rectangle 444"/>
            <p:cNvSpPr>
              <a:spLocks noChangeArrowheads="1"/>
            </p:cNvSpPr>
            <p:nvPr/>
          </p:nvSpPr>
          <p:spPr bwMode="auto">
            <a:xfrm>
              <a:off x="1701" y="1797"/>
              <a:ext cx="67" cy="8"/>
            </a:xfrm>
            <a:prstGeom prst="rect">
              <a:avLst/>
            </a:prstGeom>
            <a:solidFill>
              <a:srgbClr val="000000"/>
            </a:solidFill>
            <a:ln w="9525">
              <a:noFill/>
              <a:miter lim="800000"/>
              <a:headEnd/>
              <a:tailEnd/>
            </a:ln>
          </p:spPr>
          <p:txBody>
            <a:bodyPr/>
            <a:lstStyle/>
            <a:p>
              <a:endParaRPr lang="en-US"/>
            </a:p>
          </p:txBody>
        </p:sp>
        <p:sp>
          <p:nvSpPr>
            <p:cNvPr id="397757" name="Rectangle 445"/>
            <p:cNvSpPr>
              <a:spLocks noChangeArrowheads="1"/>
            </p:cNvSpPr>
            <p:nvPr/>
          </p:nvSpPr>
          <p:spPr bwMode="auto">
            <a:xfrm>
              <a:off x="1792" y="1797"/>
              <a:ext cx="67" cy="8"/>
            </a:xfrm>
            <a:prstGeom prst="rect">
              <a:avLst/>
            </a:prstGeom>
            <a:solidFill>
              <a:srgbClr val="000000"/>
            </a:solidFill>
            <a:ln w="9525">
              <a:noFill/>
              <a:miter lim="800000"/>
              <a:headEnd/>
              <a:tailEnd/>
            </a:ln>
          </p:spPr>
          <p:txBody>
            <a:bodyPr/>
            <a:lstStyle/>
            <a:p>
              <a:endParaRPr lang="en-US"/>
            </a:p>
          </p:txBody>
        </p:sp>
        <p:sp>
          <p:nvSpPr>
            <p:cNvPr id="397758" name="Rectangle 446"/>
            <p:cNvSpPr>
              <a:spLocks noChangeArrowheads="1"/>
            </p:cNvSpPr>
            <p:nvPr/>
          </p:nvSpPr>
          <p:spPr bwMode="auto">
            <a:xfrm>
              <a:off x="1883" y="1797"/>
              <a:ext cx="67" cy="8"/>
            </a:xfrm>
            <a:prstGeom prst="rect">
              <a:avLst/>
            </a:prstGeom>
            <a:solidFill>
              <a:srgbClr val="000000"/>
            </a:solidFill>
            <a:ln w="9525">
              <a:noFill/>
              <a:miter lim="800000"/>
              <a:headEnd/>
              <a:tailEnd/>
            </a:ln>
          </p:spPr>
          <p:txBody>
            <a:bodyPr/>
            <a:lstStyle/>
            <a:p>
              <a:endParaRPr lang="en-US"/>
            </a:p>
          </p:txBody>
        </p:sp>
        <p:sp>
          <p:nvSpPr>
            <p:cNvPr id="397759" name="Rectangle 447"/>
            <p:cNvSpPr>
              <a:spLocks noChangeArrowheads="1"/>
            </p:cNvSpPr>
            <p:nvPr/>
          </p:nvSpPr>
          <p:spPr bwMode="auto">
            <a:xfrm>
              <a:off x="1974" y="1797"/>
              <a:ext cx="67" cy="8"/>
            </a:xfrm>
            <a:prstGeom prst="rect">
              <a:avLst/>
            </a:prstGeom>
            <a:solidFill>
              <a:srgbClr val="000000"/>
            </a:solidFill>
            <a:ln w="9525">
              <a:noFill/>
              <a:miter lim="800000"/>
              <a:headEnd/>
              <a:tailEnd/>
            </a:ln>
          </p:spPr>
          <p:txBody>
            <a:bodyPr/>
            <a:lstStyle/>
            <a:p>
              <a:endParaRPr lang="en-US"/>
            </a:p>
          </p:txBody>
        </p:sp>
        <p:sp>
          <p:nvSpPr>
            <p:cNvPr id="397760" name="Rectangle 448"/>
            <p:cNvSpPr>
              <a:spLocks noChangeArrowheads="1"/>
            </p:cNvSpPr>
            <p:nvPr/>
          </p:nvSpPr>
          <p:spPr bwMode="auto">
            <a:xfrm>
              <a:off x="2066" y="1797"/>
              <a:ext cx="66" cy="8"/>
            </a:xfrm>
            <a:prstGeom prst="rect">
              <a:avLst/>
            </a:prstGeom>
            <a:solidFill>
              <a:srgbClr val="000000"/>
            </a:solidFill>
            <a:ln w="9525">
              <a:noFill/>
              <a:miter lim="800000"/>
              <a:headEnd/>
              <a:tailEnd/>
            </a:ln>
          </p:spPr>
          <p:txBody>
            <a:bodyPr/>
            <a:lstStyle/>
            <a:p>
              <a:endParaRPr lang="en-US"/>
            </a:p>
          </p:txBody>
        </p:sp>
        <p:sp>
          <p:nvSpPr>
            <p:cNvPr id="397761" name="Rectangle 449"/>
            <p:cNvSpPr>
              <a:spLocks noChangeArrowheads="1"/>
            </p:cNvSpPr>
            <p:nvPr/>
          </p:nvSpPr>
          <p:spPr bwMode="auto">
            <a:xfrm>
              <a:off x="2157" y="1797"/>
              <a:ext cx="66" cy="8"/>
            </a:xfrm>
            <a:prstGeom prst="rect">
              <a:avLst/>
            </a:prstGeom>
            <a:solidFill>
              <a:srgbClr val="000000"/>
            </a:solidFill>
            <a:ln w="9525">
              <a:noFill/>
              <a:miter lim="800000"/>
              <a:headEnd/>
              <a:tailEnd/>
            </a:ln>
          </p:spPr>
          <p:txBody>
            <a:bodyPr/>
            <a:lstStyle/>
            <a:p>
              <a:endParaRPr lang="en-US"/>
            </a:p>
          </p:txBody>
        </p:sp>
        <p:sp>
          <p:nvSpPr>
            <p:cNvPr id="397762" name="Rectangle 450"/>
            <p:cNvSpPr>
              <a:spLocks noChangeArrowheads="1"/>
            </p:cNvSpPr>
            <p:nvPr/>
          </p:nvSpPr>
          <p:spPr bwMode="auto">
            <a:xfrm>
              <a:off x="2248" y="1797"/>
              <a:ext cx="66" cy="8"/>
            </a:xfrm>
            <a:prstGeom prst="rect">
              <a:avLst/>
            </a:prstGeom>
            <a:solidFill>
              <a:srgbClr val="000000"/>
            </a:solidFill>
            <a:ln w="9525">
              <a:noFill/>
              <a:miter lim="800000"/>
              <a:headEnd/>
              <a:tailEnd/>
            </a:ln>
          </p:spPr>
          <p:txBody>
            <a:bodyPr/>
            <a:lstStyle/>
            <a:p>
              <a:endParaRPr lang="en-US"/>
            </a:p>
          </p:txBody>
        </p:sp>
        <p:sp>
          <p:nvSpPr>
            <p:cNvPr id="397763" name="Rectangle 451"/>
            <p:cNvSpPr>
              <a:spLocks noChangeArrowheads="1"/>
            </p:cNvSpPr>
            <p:nvPr/>
          </p:nvSpPr>
          <p:spPr bwMode="auto">
            <a:xfrm>
              <a:off x="2339" y="1797"/>
              <a:ext cx="29" cy="8"/>
            </a:xfrm>
            <a:prstGeom prst="rect">
              <a:avLst/>
            </a:prstGeom>
            <a:solidFill>
              <a:srgbClr val="000000"/>
            </a:solidFill>
            <a:ln w="9525">
              <a:noFill/>
              <a:miter lim="800000"/>
              <a:headEnd/>
              <a:tailEnd/>
            </a:ln>
          </p:spPr>
          <p:txBody>
            <a:bodyPr/>
            <a:lstStyle/>
            <a:p>
              <a:endParaRPr lang="en-US"/>
            </a:p>
          </p:txBody>
        </p:sp>
        <p:sp>
          <p:nvSpPr>
            <p:cNvPr id="397764" name="Freeform 452"/>
            <p:cNvSpPr>
              <a:spLocks/>
            </p:cNvSpPr>
            <p:nvPr/>
          </p:nvSpPr>
          <p:spPr bwMode="auto">
            <a:xfrm>
              <a:off x="1237" y="1451"/>
              <a:ext cx="69" cy="66"/>
            </a:xfrm>
            <a:custGeom>
              <a:avLst/>
              <a:gdLst/>
              <a:ahLst/>
              <a:cxnLst>
                <a:cxn ang="0">
                  <a:pos x="69" y="0"/>
                </a:cxn>
                <a:cxn ang="0">
                  <a:pos x="0" y="67"/>
                </a:cxn>
                <a:cxn ang="0">
                  <a:pos x="69" y="132"/>
                </a:cxn>
                <a:cxn ang="0">
                  <a:pos x="69" y="0"/>
                </a:cxn>
              </a:cxnLst>
              <a:rect l="0" t="0" r="r" b="b"/>
              <a:pathLst>
                <a:path w="69" h="132">
                  <a:moveTo>
                    <a:pt x="69" y="0"/>
                  </a:moveTo>
                  <a:lnTo>
                    <a:pt x="0" y="67"/>
                  </a:lnTo>
                  <a:lnTo>
                    <a:pt x="69" y="132"/>
                  </a:lnTo>
                  <a:lnTo>
                    <a:pt x="69" y="0"/>
                  </a:lnTo>
                  <a:close/>
                </a:path>
              </a:pathLst>
            </a:custGeom>
            <a:solidFill>
              <a:srgbClr val="000000"/>
            </a:solidFill>
            <a:ln w="9525">
              <a:noFill/>
              <a:round/>
              <a:headEnd/>
              <a:tailEnd/>
            </a:ln>
          </p:spPr>
          <p:txBody>
            <a:bodyPr/>
            <a:lstStyle/>
            <a:p>
              <a:endParaRPr lang="en-US"/>
            </a:p>
          </p:txBody>
        </p:sp>
      </p:grpSp>
      <p:grpSp>
        <p:nvGrpSpPr>
          <p:cNvPr id="397765" name="Group 453"/>
          <p:cNvGrpSpPr>
            <a:grpSpLocks/>
          </p:cNvGrpSpPr>
          <p:nvPr/>
        </p:nvGrpSpPr>
        <p:grpSpPr bwMode="auto">
          <a:xfrm>
            <a:off x="6165850" y="4344988"/>
            <a:ext cx="571500" cy="1368425"/>
            <a:chOff x="3884" y="2737"/>
            <a:chExt cx="360" cy="862"/>
          </a:xfrm>
        </p:grpSpPr>
        <p:sp>
          <p:nvSpPr>
            <p:cNvPr id="397766" name="Rectangle 454"/>
            <p:cNvSpPr>
              <a:spLocks noChangeArrowheads="1"/>
            </p:cNvSpPr>
            <p:nvPr/>
          </p:nvSpPr>
          <p:spPr bwMode="auto">
            <a:xfrm>
              <a:off x="4204" y="2801"/>
              <a:ext cx="9" cy="64"/>
            </a:xfrm>
            <a:prstGeom prst="rect">
              <a:avLst/>
            </a:prstGeom>
            <a:solidFill>
              <a:srgbClr val="000000"/>
            </a:solidFill>
            <a:ln w="9525">
              <a:noFill/>
              <a:miter lim="800000"/>
              <a:headEnd/>
              <a:tailEnd/>
            </a:ln>
          </p:spPr>
          <p:txBody>
            <a:bodyPr/>
            <a:lstStyle/>
            <a:p>
              <a:endParaRPr lang="en-US"/>
            </a:p>
          </p:txBody>
        </p:sp>
        <p:sp>
          <p:nvSpPr>
            <p:cNvPr id="397767" name="Rectangle 455"/>
            <p:cNvSpPr>
              <a:spLocks noChangeArrowheads="1"/>
            </p:cNvSpPr>
            <p:nvPr/>
          </p:nvSpPr>
          <p:spPr bwMode="auto">
            <a:xfrm>
              <a:off x="4204" y="2889"/>
              <a:ext cx="9" cy="63"/>
            </a:xfrm>
            <a:prstGeom prst="rect">
              <a:avLst/>
            </a:prstGeom>
            <a:solidFill>
              <a:srgbClr val="000000"/>
            </a:solidFill>
            <a:ln w="9525">
              <a:noFill/>
              <a:miter lim="800000"/>
              <a:headEnd/>
              <a:tailEnd/>
            </a:ln>
          </p:spPr>
          <p:txBody>
            <a:bodyPr/>
            <a:lstStyle/>
            <a:p>
              <a:endParaRPr lang="en-US"/>
            </a:p>
          </p:txBody>
        </p:sp>
        <p:sp>
          <p:nvSpPr>
            <p:cNvPr id="397768" name="Rectangle 456"/>
            <p:cNvSpPr>
              <a:spLocks noChangeArrowheads="1"/>
            </p:cNvSpPr>
            <p:nvPr/>
          </p:nvSpPr>
          <p:spPr bwMode="auto">
            <a:xfrm>
              <a:off x="4204" y="2976"/>
              <a:ext cx="9" cy="63"/>
            </a:xfrm>
            <a:prstGeom prst="rect">
              <a:avLst/>
            </a:prstGeom>
            <a:solidFill>
              <a:srgbClr val="000000"/>
            </a:solidFill>
            <a:ln w="9525">
              <a:noFill/>
              <a:miter lim="800000"/>
              <a:headEnd/>
              <a:tailEnd/>
            </a:ln>
          </p:spPr>
          <p:txBody>
            <a:bodyPr/>
            <a:lstStyle/>
            <a:p>
              <a:endParaRPr lang="en-US"/>
            </a:p>
          </p:txBody>
        </p:sp>
        <p:sp>
          <p:nvSpPr>
            <p:cNvPr id="397769" name="Rectangle 457"/>
            <p:cNvSpPr>
              <a:spLocks noChangeArrowheads="1"/>
            </p:cNvSpPr>
            <p:nvPr/>
          </p:nvSpPr>
          <p:spPr bwMode="auto">
            <a:xfrm>
              <a:off x="4204" y="3063"/>
              <a:ext cx="9" cy="63"/>
            </a:xfrm>
            <a:prstGeom prst="rect">
              <a:avLst/>
            </a:prstGeom>
            <a:solidFill>
              <a:srgbClr val="000000"/>
            </a:solidFill>
            <a:ln w="9525">
              <a:noFill/>
              <a:miter lim="800000"/>
              <a:headEnd/>
              <a:tailEnd/>
            </a:ln>
          </p:spPr>
          <p:txBody>
            <a:bodyPr/>
            <a:lstStyle/>
            <a:p>
              <a:endParaRPr lang="en-US"/>
            </a:p>
          </p:txBody>
        </p:sp>
        <p:sp>
          <p:nvSpPr>
            <p:cNvPr id="397770" name="Rectangle 458"/>
            <p:cNvSpPr>
              <a:spLocks noChangeArrowheads="1"/>
            </p:cNvSpPr>
            <p:nvPr/>
          </p:nvSpPr>
          <p:spPr bwMode="auto">
            <a:xfrm>
              <a:off x="4204" y="3150"/>
              <a:ext cx="9" cy="63"/>
            </a:xfrm>
            <a:prstGeom prst="rect">
              <a:avLst/>
            </a:prstGeom>
            <a:solidFill>
              <a:srgbClr val="000000"/>
            </a:solidFill>
            <a:ln w="9525">
              <a:noFill/>
              <a:miter lim="800000"/>
              <a:headEnd/>
              <a:tailEnd/>
            </a:ln>
          </p:spPr>
          <p:txBody>
            <a:bodyPr/>
            <a:lstStyle/>
            <a:p>
              <a:endParaRPr lang="en-US"/>
            </a:p>
          </p:txBody>
        </p:sp>
        <p:sp>
          <p:nvSpPr>
            <p:cNvPr id="397771" name="Rectangle 459"/>
            <p:cNvSpPr>
              <a:spLocks noChangeArrowheads="1"/>
            </p:cNvSpPr>
            <p:nvPr/>
          </p:nvSpPr>
          <p:spPr bwMode="auto">
            <a:xfrm>
              <a:off x="4204" y="3237"/>
              <a:ext cx="9" cy="64"/>
            </a:xfrm>
            <a:prstGeom prst="rect">
              <a:avLst/>
            </a:prstGeom>
            <a:solidFill>
              <a:srgbClr val="000000"/>
            </a:solidFill>
            <a:ln w="9525">
              <a:noFill/>
              <a:miter lim="800000"/>
              <a:headEnd/>
              <a:tailEnd/>
            </a:ln>
          </p:spPr>
          <p:txBody>
            <a:bodyPr/>
            <a:lstStyle/>
            <a:p>
              <a:endParaRPr lang="en-US"/>
            </a:p>
          </p:txBody>
        </p:sp>
        <p:sp>
          <p:nvSpPr>
            <p:cNvPr id="397772" name="Rectangle 460"/>
            <p:cNvSpPr>
              <a:spLocks noChangeArrowheads="1"/>
            </p:cNvSpPr>
            <p:nvPr/>
          </p:nvSpPr>
          <p:spPr bwMode="auto">
            <a:xfrm>
              <a:off x="4204" y="3324"/>
              <a:ext cx="9" cy="64"/>
            </a:xfrm>
            <a:prstGeom prst="rect">
              <a:avLst/>
            </a:prstGeom>
            <a:solidFill>
              <a:srgbClr val="000000"/>
            </a:solidFill>
            <a:ln w="9525">
              <a:noFill/>
              <a:miter lim="800000"/>
              <a:headEnd/>
              <a:tailEnd/>
            </a:ln>
          </p:spPr>
          <p:txBody>
            <a:bodyPr/>
            <a:lstStyle/>
            <a:p>
              <a:endParaRPr lang="en-US"/>
            </a:p>
          </p:txBody>
        </p:sp>
        <p:sp>
          <p:nvSpPr>
            <p:cNvPr id="397773" name="Rectangle 461"/>
            <p:cNvSpPr>
              <a:spLocks noChangeArrowheads="1"/>
            </p:cNvSpPr>
            <p:nvPr/>
          </p:nvSpPr>
          <p:spPr bwMode="auto">
            <a:xfrm>
              <a:off x="4204" y="3411"/>
              <a:ext cx="9" cy="64"/>
            </a:xfrm>
            <a:prstGeom prst="rect">
              <a:avLst/>
            </a:prstGeom>
            <a:solidFill>
              <a:srgbClr val="000000"/>
            </a:solidFill>
            <a:ln w="9525">
              <a:noFill/>
              <a:miter lim="800000"/>
              <a:headEnd/>
              <a:tailEnd/>
            </a:ln>
          </p:spPr>
          <p:txBody>
            <a:bodyPr/>
            <a:lstStyle/>
            <a:p>
              <a:endParaRPr lang="en-US"/>
            </a:p>
          </p:txBody>
        </p:sp>
        <p:sp>
          <p:nvSpPr>
            <p:cNvPr id="397774" name="Rectangle 462"/>
            <p:cNvSpPr>
              <a:spLocks noChangeArrowheads="1"/>
            </p:cNvSpPr>
            <p:nvPr/>
          </p:nvSpPr>
          <p:spPr bwMode="auto">
            <a:xfrm>
              <a:off x="4204" y="3499"/>
              <a:ext cx="9" cy="63"/>
            </a:xfrm>
            <a:prstGeom prst="rect">
              <a:avLst/>
            </a:prstGeom>
            <a:solidFill>
              <a:srgbClr val="000000"/>
            </a:solidFill>
            <a:ln w="9525">
              <a:noFill/>
              <a:miter lim="800000"/>
              <a:headEnd/>
              <a:tailEnd/>
            </a:ln>
          </p:spPr>
          <p:txBody>
            <a:bodyPr/>
            <a:lstStyle/>
            <a:p>
              <a:endParaRPr lang="en-US"/>
            </a:p>
          </p:txBody>
        </p:sp>
        <p:sp>
          <p:nvSpPr>
            <p:cNvPr id="397775" name="Freeform 463"/>
            <p:cNvSpPr>
              <a:spLocks/>
            </p:cNvSpPr>
            <p:nvPr/>
          </p:nvSpPr>
          <p:spPr bwMode="auto">
            <a:xfrm>
              <a:off x="4152" y="3586"/>
              <a:ext cx="61" cy="13"/>
            </a:xfrm>
            <a:custGeom>
              <a:avLst/>
              <a:gdLst/>
              <a:ahLst/>
              <a:cxnLst>
                <a:cxn ang="0">
                  <a:pos x="61" y="0"/>
                </a:cxn>
                <a:cxn ang="0">
                  <a:pos x="52" y="0"/>
                </a:cxn>
                <a:cxn ang="0">
                  <a:pos x="52" y="18"/>
                </a:cxn>
                <a:cxn ang="0">
                  <a:pos x="57" y="18"/>
                </a:cxn>
                <a:cxn ang="0">
                  <a:pos x="57" y="10"/>
                </a:cxn>
                <a:cxn ang="0">
                  <a:pos x="0" y="10"/>
                </a:cxn>
                <a:cxn ang="0">
                  <a:pos x="0" y="26"/>
                </a:cxn>
                <a:cxn ang="0">
                  <a:pos x="57" y="26"/>
                </a:cxn>
                <a:cxn ang="0">
                  <a:pos x="61" y="26"/>
                </a:cxn>
                <a:cxn ang="0">
                  <a:pos x="61" y="18"/>
                </a:cxn>
                <a:cxn ang="0">
                  <a:pos x="61" y="0"/>
                </a:cxn>
              </a:cxnLst>
              <a:rect l="0" t="0" r="r" b="b"/>
              <a:pathLst>
                <a:path w="61" h="26">
                  <a:moveTo>
                    <a:pt x="61" y="0"/>
                  </a:moveTo>
                  <a:lnTo>
                    <a:pt x="52" y="0"/>
                  </a:lnTo>
                  <a:lnTo>
                    <a:pt x="52" y="18"/>
                  </a:lnTo>
                  <a:lnTo>
                    <a:pt x="57" y="18"/>
                  </a:lnTo>
                  <a:lnTo>
                    <a:pt x="57" y="10"/>
                  </a:lnTo>
                  <a:lnTo>
                    <a:pt x="0" y="10"/>
                  </a:lnTo>
                  <a:lnTo>
                    <a:pt x="0" y="26"/>
                  </a:lnTo>
                  <a:lnTo>
                    <a:pt x="57" y="26"/>
                  </a:lnTo>
                  <a:lnTo>
                    <a:pt x="61" y="26"/>
                  </a:lnTo>
                  <a:lnTo>
                    <a:pt x="61" y="18"/>
                  </a:lnTo>
                  <a:lnTo>
                    <a:pt x="61" y="0"/>
                  </a:lnTo>
                  <a:close/>
                </a:path>
              </a:pathLst>
            </a:custGeom>
            <a:solidFill>
              <a:srgbClr val="000000"/>
            </a:solidFill>
            <a:ln w="9525">
              <a:noFill/>
              <a:round/>
              <a:headEnd/>
              <a:tailEnd/>
            </a:ln>
          </p:spPr>
          <p:txBody>
            <a:bodyPr/>
            <a:lstStyle/>
            <a:p>
              <a:endParaRPr lang="en-US"/>
            </a:p>
          </p:txBody>
        </p:sp>
        <p:sp>
          <p:nvSpPr>
            <p:cNvPr id="397776" name="Rectangle 464"/>
            <p:cNvSpPr>
              <a:spLocks noChangeArrowheads="1"/>
            </p:cNvSpPr>
            <p:nvPr/>
          </p:nvSpPr>
          <p:spPr bwMode="auto">
            <a:xfrm>
              <a:off x="4061" y="3591"/>
              <a:ext cx="66" cy="8"/>
            </a:xfrm>
            <a:prstGeom prst="rect">
              <a:avLst/>
            </a:prstGeom>
            <a:solidFill>
              <a:srgbClr val="000000"/>
            </a:solidFill>
            <a:ln w="9525">
              <a:noFill/>
              <a:miter lim="800000"/>
              <a:headEnd/>
              <a:tailEnd/>
            </a:ln>
          </p:spPr>
          <p:txBody>
            <a:bodyPr/>
            <a:lstStyle/>
            <a:p>
              <a:endParaRPr lang="en-US"/>
            </a:p>
          </p:txBody>
        </p:sp>
        <p:sp>
          <p:nvSpPr>
            <p:cNvPr id="397777" name="Rectangle 465"/>
            <p:cNvSpPr>
              <a:spLocks noChangeArrowheads="1"/>
            </p:cNvSpPr>
            <p:nvPr/>
          </p:nvSpPr>
          <p:spPr bwMode="auto">
            <a:xfrm>
              <a:off x="3970" y="3591"/>
              <a:ext cx="66" cy="8"/>
            </a:xfrm>
            <a:prstGeom prst="rect">
              <a:avLst/>
            </a:prstGeom>
            <a:solidFill>
              <a:srgbClr val="000000"/>
            </a:solidFill>
            <a:ln w="9525">
              <a:noFill/>
              <a:miter lim="800000"/>
              <a:headEnd/>
              <a:tailEnd/>
            </a:ln>
          </p:spPr>
          <p:txBody>
            <a:bodyPr/>
            <a:lstStyle/>
            <a:p>
              <a:endParaRPr lang="en-US"/>
            </a:p>
          </p:txBody>
        </p:sp>
        <p:sp>
          <p:nvSpPr>
            <p:cNvPr id="397778" name="Rectangle 466"/>
            <p:cNvSpPr>
              <a:spLocks noChangeArrowheads="1"/>
            </p:cNvSpPr>
            <p:nvPr/>
          </p:nvSpPr>
          <p:spPr bwMode="auto">
            <a:xfrm>
              <a:off x="3884" y="3591"/>
              <a:ext cx="61" cy="8"/>
            </a:xfrm>
            <a:prstGeom prst="rect">
              <a:avLst/>
            </a:prstGeom>
            <a:solidFill>
              <a:srgbClr val="000000"/>
            </a:solidFill>
            <a:ln w="9525">
              <a:noFill/>
              <a:miter lim="800000"/>
              <a:headEnd/>
              <a:tailEnd/>
            </a:ln>
          </p:spPr>
          <p:txBody>
            <a:bodyPr/>
            <a:lstStyle/>
            <a:p>
              <a:endParaRPr lang="en-US"/>
            </a:p>
          </p:txBody>
        </p:sp>
        <p:sp>
          <p:nvSpPr>
            <p:cNvPr id="397779" name="Freeform 467"/>
            <p:cNvSpPr>
              <a:spLocks/>
            </p:cNvSpPr>
            <p:nvPr/>
          </p:nvSpPr>
          <p:spPr bwMode="auto">
            <a:xfrm>
              <a:off x="4174" y="2737"/>
              <a:ext cx="70" cy="66"/>
            </a:xfrm>
            <a:custGeom>
              <a:avLst/>
              <a:gdLst/>
              <a:ahLst/>
              <a:cxnLst>
                <a:cxn ang="0">
                  <a:pos x="70" y="133"/>
                </a:cxn>
                <a:cxn ang="0">
                  <a:pos x="35" y="0"/>
                </a:cxn>
                <a:cxn ang="0">
                  <a:pos x="0" y="133"/>
                </a:cxn>
                <a:cxn ang="0">
                  <a:pos x="70" y="133"/>
                </a:cxn>
              </a:cxnLst>
              <a:rect l="0" t="0" r="r" b="b"/>
              <a:pathLst>
                <a:path w="70" h="133">
                  <a:moveTo>
                    <a:pt x="70" y="133"/>
                  </a:moveTo>
                  <a:lnTo>
                    <a:pt x="35" y="0"/>
                  </a:lnTo>
                  <a:lnTo>
                    <a:pt x="0" y="133"/>
                  </a:lnTo>
                  <a:lnTo>
                    <a:pt x="70" y="133"/>
                  </a:lnTo>
                  <a:close/>
                </a:path>
              </a:pathLst>
            </a:custGeom>
            <a:solidFill>
              <a:srgbClr val="000000"/>
            </a:solidFill>
            <a:ln w="9525">
              <a:noFill/>
              <a:round/>
              <a:headEnd/>
              <a:tailEnd/>
            </a:ln>
          </p:spPr>
          <p:txBody>
            <a:bodyPr/>
            <a:lstStyle/>
            <a:p>
              <a:endParaRPr lang="en-US"/>
            </a:p>
          </p:txBody>
        </p:sp>
      </p:grpSp>
      <p:sp>
        <p:nvSpPr>
          <p:cNvPr id="397780" name="Rectangle 468"/>
          <p:cNvSpPr>
            <a:spLocks noChangeArrowheads="1"/>
          </p:cNvSpPr>
          <p:nvPr/>
        </p:nvSpPr>
        <p:spPr bwMode="auto">
          <a:xfrm>
            <a:off x="2382838" y="2614613"/>
            <a:ext cx="1346200" cy="198437"/>
          </a:xfrm>
          <a:prstGeom prst="rect">
            <a:avLst/>
          </a:prstGeom>
          <a:noFill/>
          <a:ln w="9525">
            <a:noFill/>
            <a:miter lim="800000"/>
            <a:headEnd/>
            <a:tailEnd/>
          </a:ln>
        </p:spPr>
        <p:txBody>
          <a:bodyPr/>
          <a:lstStyle/>
          <a:p>
            <a:endParaRPr lang="en-US"/>
          </a:p>
        </p:txBody>
      </p:sp>
      <p:sp>
        <p:nvSpPr>
          <p:cNvPr id="397781" name="Rectangle 469"/>
          <p:cNvSpPr>
            <a:spLocks noChangeArrowheads="1"/>
          </p:cNvSpPr>
          <p:nvPr/>
        </p:nvSpPr>
        <p:spPr bwMode="auto">
          <a:xfrm>
            <a:off x="2478088" y="2644775"/>
            <a:ext cx="1093787"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Unacceptable Alignment</a:t>
            </a:r>
            <a:endParaRPr lang="en-US" sz="1800">
              <a:latin typeface="Garamond" pitchFamily="18" charset="0"/>
            </a:endParaRPr>
          </a:p>
        </p:txBody>
      </p:sp>
      <p:sp>
        <p:nvSpPr>
          <p:cNvPr id="397782" name="Rectangle 470"/>
          <p:cNvSpPr>
            <a:spLocks noChangeArrowheads="1"/>
          </p:cNvSpPr>
          <p:nvPr/>
        </p:nvSpPr>
        <p:spPr bwMode="auto">
          <a:xfrm>
            <a:off x="3940175" y="5221288"/>
            <a:ext cx="1346200" cy="303212"/>
          </a:xfrm>
          <a:prstGeom prst="rect">
            <a:avLst/>
          </a:prstGeom>
          <a:noFill/>
          <a:ln w="9525">
            <a:noFill/>
            <a:miter lim="800000"/>
            <a:headEnd/>
            <a:tailEnd/>
          </a:ln>
        </p:spPr>
        <p:txBody>
          <a:bodyPr/>
          <a:lstStyle/>
          <a:p>
            <a:endParaRPr lang="en-US"/>
          </a:p>
        </p:txBody>
      </p:sp>
      <p:sp>
        <p:nvSpPr>
          <p:cNvPr id="397783" name="Rectangle 471"/>
          <p:cNvSpPr>
            <a:spLocks noChangeArrowheads="1"/>
          </p:cNvSpPr>
          <p:nvPr/>
        </p:nvSpPr>
        <p:spPr bwMode="auto">
          <a:xfrm>
            <a:off x="4035425" y="5230813"/>
            <a:ext cx="630238" cy="153987"/>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Unacceptable</a:t>
            </a:r>
            <a:endParaRPr lang="en-US" sz="1800">
              <a:latin typeface="Garamond" pitchFamily="18" charset="0"/>
            </a:endParaRPr>
          </a:p>
        </p:txBody>
      </p:sp>
      <p:sp>
        <p:nvSpPr>
          <p:cNvPr id="397784" name="Rectangle 472"/>
          <p:cNvSpPr>
            <a:spLocks noChangeArrowheads="1"/>
          </p:cNvSpPr>
          <p:nvPr/>
        </p:nvSpPr>
        <p:spPr bwMode="auto">
          <a:xfrm>
            <a:off x="4035425" y="5362575"/>
            <a:ext cx="519113"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Compliance</a:t>
            </a:r>
            <a:endParaRPr lang="en-US" sz="1800">
              <a:latin typeface="Garamond" pitchFamily="18" charset="0"/>
            </a:endParaRPr>
          </a:p>
        </p:txBody>
      </p:sp>
      <p:sp>
        <p:nvSpPr>
          <p:cNvPr id="397785" name="Rectangle 473"/>
          <p:cNvSpPr>
            <a:spLocks noChangeArrowheads="1"/>
          </p:cNvSpPr>
          <p:nvPr/>
        </p:nvSpPr>
        <p:spPr bwMode="auto">
          <a:xfrm>
            <a:off x="2370138" y="2325688"/>
            <a:ext cx="1346200" cy="196850"/>
          </a:xfrm>
          <a:prstGeom prst="rect">
            <a:avLst/>
          </a:prstGeom>
          <a:noFill/>
          <a:ln w="9525">
            <a:noFill/>
            <a:miter lim="800000"/>
            <a:headEnd/>
            <a:tailEnd/>
          </a:ln>
        </p:spPr>
        <p:txBody>
          <a:bodyPr/>
          <a:lstStyle/>
          <a:p>
            <a:endParaRPr lang="en-US"/>
          </a:p>
        </p:txBody>
      </p:sp>
      <p:sp>
        <p:nvSpPr>
          <p:cNvPr id="397786" name="Rectangle 474"/>
          <p:cNvSpPr>
            <a:spLocks noChangeArrowheads="1"/>
          </p:cNvSpPr>
          <p:nvPr/>
        </p:nvSpPr>
        <p:spPr bwMode="auto">
          <a:xfrm>
            <a:off x="2465388" y="2355850"/>
            <a:ext cx="811212"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Proposed Concept</a:t>
            </a:r>
            <a:endParaRPr lang="en-US" sz="1800">
              <a:latin typeface="Garamond" pitchFamily="18" charset="0"/>
            </a:endParaRPr>
          </a:p>
        </p:txBody>
      </p:sp>
      <p:sp>
        <p:nvSpPr>
          <p:cNvPr id="397787" name="Freeform 475"/>
          <p:cNvSpPr>
            <a:spLocks/>
          </p:cNvSpPr>
          <p:nvPr/>
        </p:nvSpPr>
        <p:spPr bwMode="auto">
          <a:xfrm>
            <a:off x="1771650" y="4429125"/>
            <a:ext cx="568325" cy="481013"/>
          </a:xfrm>
          <a:custGeom>
            <a:avLst/>
            <a:gdLst/>
            <a:ahLst/>
            <a:cxnLst>
              <a:cxn ang="0">
                <a:pos x="0" y="567"/>
              </a:cxn>
              <a:cxn ang="0">
                <a:pos x="24" y="580"/>
              </a:cxn>
              <a:cxn ang="0">
                <a:pos x="47" y="592"/>
              </a:cxn>
              <a:cxn ang="0">
                <a:pos x="65" y="600"/>
              </a:cxn>
              <a:cxn ang="0">
                <a:pos x="84" y="606"/>
              </a:cxn>
              <a:cxn ang="0">
                <a:pos x="95" y="606"/>
              </a:cxn>
              <a:cxn ang="0">
                <a:pos x="106" y="606"/>
              </a:cxn>
              <a:cxn ang="0">
                <a:pos x="113" y="604"/>
              </a:cxn>
              <a:cxn ang="0">
                <a:pos x="119" y="602"/>
              </a:cxn>
              <a:cxn ang="0">
                <a:pos x="124" y="602"/>
              </a:cxn>
              <a:cxn ang="0">
                <a:pos x="128" y="600"/>
              </a:cxn>
              <a:cxn ang="0">
                <a:pos x="136" y="598"/>
              </a:cxn>
              <a:cxn ang="0">
                <a:pos x="150" y="592"/>
              </a:cxn>
              <a:cxn ang="0">
                <a:pos x="163" y="584"/>
              </a:cxn>
              <a:cxn ang="0">
                <a:pos x="176" y="574"/>
              </a:cxn>
              <a:cxn ang="0">
                <a:pos x="181" y="569"/>
              </a:cxn>
              <a:cxn ang="0">
                <a:pos x="187" y="563"/>
              </a:cxn>
              <a:cxn ang="0">
                <a:pos x="201" y="555"/>
              </a:cxn>
              <a:cxn ang="0">
                <a:pos x="213" y="543"/>
              </a:cxn>
              <a:cxn ang="0">
                <a:pos x="228" y="533"/>
              </a:cxn>
              <a:cxn ang="0">
                <a:pos x="241" y="523"/>
              </a:cxn>
              <a:cxn ang="0">
                <a:pos x="249" y="519"/>
              </a:cxn>
              <a:cxn ang="0">
                <a:pos x="257" y="513"/>
              </a:cxn>
              <a:cxn ang="0">
                <a:pos x="274" y="503"/>
              </a:cxn>
              <a:cxn ang="0">
                <a:pos x="282" y="501"/>
              </a:cxn>
              <a:cxn ang="0">
                <a:pos x="292" y="497"/>
              </a:cxn>
              <a:cxn ang="0">
                <a:pos x="301" y="493"/>
              </a:cxn>
              <a:cxn ang="0">
                <a:pos x="311" y="489"/>
              </a:cxn>
              <a:cxn ang="0">
                <a:pos x="334" y="487"/>
              </a:cxn>
              <a:cxn ang="0">
                <a:pos x="358" y="485"/>
              </a:cxn>
              <a:cxn ang="0">
                <a:pos x="358" y="0"/>
              </a:cxn>
              <a:cxn ang="0">
                <a:pos x="0" y="0"/>
              </a:cxn>
              <a:cxn ang="0">
                <a:pos x="0" y="567"/>
              </a:cxn>
            </a:cxnLst>
            <a:rect l="0" t="0" r="r" b="b"/>
            <a:pathLst>
              <a:path w="358" h="606">
                <a:moveTo>
                  <a:pt x="0" y="567"/>
                </a:moveTo>
                <a:lnTo>
                  <a:pt x="24" y="580"/>
                </a:lnTo>
                <a:lnTo>
                  <a:pt x="47" y="592"/>
                </a:lnTo>
                <a:lnTo>
                  <a:pt x="65" y="600"/>
                </a:lnTo>
                <a:lnTo>
                  <a:pt x="84" y="606"/>
                </a:lnTo>
                <a:lnTo>
                  <a:pt x="95" y="606"/>
                </a:lnTo>
                <a:lnTo>
                  <a:pt x="106" y="606"/>
                </a:lnTo>
                <a:lnTo>
                  <a:pt x="113" y="604"/>
                </a:lnTo>
                <a:lnTo>
                  <a:pt x="119" y="602"/>
                </a:lnTo>
                <a:lnTo>
                  <a:pt x="124" y="602"/>
                </a:lnTo>
                <a:lnTo>
                  <a:pt x="128" y="600"/>
                </a:lnTo>
                <a:lnTo>
                  <a:pt x="136" y="598"/>
                </a:lnTo>
                <a:lnTo>
                  <a:pt x="150" y="592"/>
                </a:lnTo>
                <a:lnTo>
                  <a:pt x="163" y="584"/>
                </a:lnTo>
                <a:lnTo>
                  <a:pt x="176" y="574"/>
                </a:lnTo>
                <a:lnTo>
                  <a:pt x="181" y="569"/>
                </a:lnTo>
                <a:lnTo>
                  <a:pt x="187" y="563"/>
                </a:lnTo>
                <a:lnTo>
                  <a:pt x="201" y="555"/>
                </a:lnTo>
                <a:lnTo>
                  <a:pt x="213" y="543"/>
                </a:lnTo>
                <a:lnTo>
                  <a:pt x="228" y="533"/>
                </a:lnTo>
                <a:lnTo>
                  <a:pt x="241" y="523"/>
                </a:lnTo>
                <a:lnTo>
                  <a:pt x="249" y="519"/>
                </a:lnTo>
                <a:lnTo>
                  <a:pt x="257" y="513"/>
                </a:lnTo>
                <a:lnTo>
                  <a:pt x="274" y="503"/>
                </a:lnTo>
                <a:lnTo>
                  <a:pt x="282" y="501"/>
                </a:lnTo>
                <a:lnTo>
                  <a:pt x="292" y="497"/>
                </a:lnTo>
                <a:lnTo>
                  <a:pt x="301" y="493"/>
                </a:lnTo>
                <a:lnTo>
                  <a:pt x="311" y="489"/>
                </a:lnTo>
                <a:lnTo>
                  <a:pt x="334" y="487"/>
                </a:lnTo>
                <a:lnTo>
                  <a:pt x="358" y="485"/>
                </a:lnTo>
                <a:lnTo>
                  <a:pt x="358" y="0"/>
                </a:lnTo>
                <a:lnTo>
                  <a:pt x="0" y="0"/>
                </a:lnTo>
                <a:lnTo>
                  <a:pt x="0" y="567"/>
                </a:lnTo>
                <a:close/>
              </a:path>
            </a:pathLst>
          </a:custGeom>
          <a:solidFill>
            <a:srgbClr val="CBCBCB"/>
          </a:solidFill>
          <a:ln w="12700">
            <a:solidFill>
              <a:srgbClr val="000000"/>
            </a:solidFill>
            <a:prstDash val="solid"/>
            <a:round/>
            <a:headEnd/>
            <a:tailEnd/>
          </a:ln>
        </p:spPr>
        <p:txBody>
          <a:bodyPr/>
          <a:lstStyle/>
          <a:p>
            <a:endParaRPr lang="en-US"/>
          </a:p>
        </p:txBody>
      </p:sp>
      <p:sp>
        <p:nvSpPr>
          <p:cNvPr id="397788" name="Rectangle 476"/>
          <p:cNvSpPr>
            <a:spLocks noChangeArrowheads="1"/>
          </p:cNvSpPr>
          <p:nvPr/>
        </p:nvSpPr>
        <p:spPr bwMode="auto">
          <a:xfrm>
            <a:off x="1847850" y="4535488"/>
            <a:ext cx="485775" cy="217487"/>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Report</a:t>
            </a:r>
            <a:endParaRPr lang="en-US" sz="1800">
              <a:latin typeface="Garamond" pitchFamily="18" charset="0"/>
            </a:endParaRPr>
          </a:p>
        </p:txBody>
      </p:sp>
      <p:grpSp>
        <p:nvGrpSpPr>
          <p:cNvPr id="397789" name="Group 477"/>
          <p:cNvGrpSpPr>
            <a:grpSpLocks/>
          </p:cNvGrpSpPr>
          <p:nvPr/>
        </p:nvGrpSpPr>
        <p:grpSpPr bwMode="auto">
          <a:xfrm>
            <a:off x="4891088" y="3684588"/>
            <a:ext cx="711200" cy="528637"/>
            <a:chOff x="3081" y="2321"/>
            <a:chExt cx="448" cy="333"/>
          </a:xfrm>
        </p:grpSpPr>
        <p:sp>
          <p:nvSpPr>
            <p:cNvPr id="397790" name="Freeform 478"/>
            <p:cNvSpPr>
              <a:spLocks/>
            </p:cNvSpPr>
            <p:nvPr/>
          </p:nvSpPr>
          <p:spPr bwMode="auto">
            <a:xfrm>
              <a:off x="3081" y="2321"/>
              <a:ext cx="448" cy="333"/>
            </a:xfrm>
            <a:custGeom>
              <a:avLst/>
              <a:gdLst/>
              <a:ahLst/>
              <a:cxnLst>
                <a:cxn ang="0">
                  <a:pos x="0" y="630"/>
                </a:cxn>
                <a:cxn ang="0">
                  <a:pos x="13" y="636"/>
                </a:cxn>
                <a:cxn ang="0">
                  <a:pos x="25" y="642"/>
                </a:cxn>
                <a:cxn ang="0">
                  <a:pos x="37" y="648"/>
                </a:cxn>
                <a:cxn ang="0">
                  <a:pos x="50" y="654"/>
                </a:cxn>
                <a:cxn ang="0">
                  <a:pos x="72" y="660"/>
                </a:cxn>
                <a:cxn ang="0">
                  <a:pos x="91" y="666"/>
                </a:cxn>
                <a:cxn ang="0">
                  <a:pos x="103" y="666"/>
                </a:cxn>
                <a:cxn ang="0">
                  <a:pos x="113" y="666"/>
                </a:cxn>
                <a:cxn ang="0">
                  <a:pos x="121" y="664"/>
                </a:cxn>
                <a:cxn ang="0">
                  <a:pos x="128" y="662"/>
                </a:cxn>
                <a:cxn ang="0">
                  <a:pos x="134" y="662"/>
                </a:cxn>
                <a:cxn ang="0">
                  <a:pos x="139" y="660"/>
                </a:cxn>
                <a:cxn ang="0">
                  <a:pos x="147" y="658"/>
                </a:cxn>
                <a:cxn ang="0">
                  <a:pos x="154" y="656"/>
                </a:cxn>
                <a:cxn ang="0">
                  <a:pos x="162" y="652"/>
                </a:cxn>
                <a:cxn ang="0">
                  <a:pos x="175" y="644"/>
                </a:cxn>
                <a:cxn ang="0">
                  <a:pos x="188" y="636"/>
                </a:cxn>
                <a:cxn ang="0">
                  <a:pos x="203" y="628"/>
                </a:cxn>
                <a:cxn ang="0">
                  <a:pos x="216" y="618"/>
                </a:cxn>
                <a:cxn ang="0">
                  <a:pos x="230" y="608"/>
                </a:cxn>
                <a:cxn ang="0">
                  <a:pos x="245" y="600"/>
                </a:cxn>
                <a:cxn ang="0">
                  <a:pos x="260" y="591"/>
                </a:cxn>
                <a:cxn ang="0">
                  <a:pos x="277" y="583"/>
                </a:cxn>
                <a:cxn ang="0">
                  <a:pos x="296" y="573"/>
                </a:cxn>
                <a:cxn ang="0">
                  <a:pos x="316" y="567"/>
                </a:cxn>
                <a:cxn ang="0">
                  <a:pos x="336" y="561"/>
                </a:cxn>
                <a:cxn ang="0">
                  <a:pos x="349" y="561"/>
                </a:cxn>
                <a:cxn ang="0">
                  <a:pos x="361" y="559"/>
                </a:cxn>
                <a:cxn ang="0">
                  <a:pos x="374" y="557"/>
                </a:cxn>
                <a:cxn ang="0">
                  <a:pos x="386" y="555"/>
                </a:cxn>
                <a:cxn ang="0">
                  <a:pos x="386" y="503"/>
                </a:cxn>
                <a:cxn ang="0">
                  <a:pos x="398" y="501"/>
                </a:cxn>
                <a:cxn ang="0">
                  <a:pos x="415" y="501"/>
                </a:cxn>
                <a:cxn ang="0">
                  <a:pos x="415" y="446"/>
                </a:cxn>
                <a:cxn ang="0">
                  <a:pos x="429" y="444"/>
                </a:cxn>
                <a:cxn ang="0">
                  <a:pos x="448" y="444"/>
                </a:cxn>
                <a:cxn ang="0">
                  <a:pos x="448" y="0"/>
                </a:cxn>
                <a:cxn ang="0">
                  <a:pos x="62" y="0"/>
                </a:cxn>
                <a:cxn ang="0">
                  <a:pos x="62" y="56"/>
                </a:cxn>
                <a:cxn ang="0">
                  <a:pos x="32" y="56"/>
                </a:cxn>
                <a:cxn ang="0">
                  <a:pos x="32" y="113"/>
                </a:cxn>
                <a:cxn ang="0">
                  <a:pos x="0" y="113"/>
                </a:cxn>
                <a:cxn ang="0">
                  <a:pos x="0" y="630"/>
                </a:cxn>
              </a:cxnLst>
              <a:rect l="0" t="0" r="r" b="b"/>
              <a:pathLst>
                <a:path w="448" h="666">
                  <a:moveTo>
                    <a:pt x="0" y="630"/>
                  </a:moveTo>
                  <a:lnTo>
                    <a:pt x="13" y="636"/>
                  </a:lnTo>
                  <a:lnTo>
                    <a:pt x="25" y="642"/>
                  </a:lnTo>
                  <a:lnTo>
                    <a:pt x="37" y="648"/>
                  </a:lnTo>
                  <a:lnTo>
                    <a:pt x="50" y="654"/>
                  </a:lnTo>
                  <a:lnTo>
                    <a:pt x="72" y="660"/>
                  </a:lnTo>
                  <a:lnTo>
                    <a:pt x="91" y="666"/>
                  </a:lnTo>
                  <a:lnTo>
                    <a:pt x="103" y="666"/>
                  </a:lnTo>
                  <a:lnTo>
                    <a:pt x="113" y="666"/>
                  </a:lnTo>
                  <a:lnTo>
                    <a:pt x="121" y="664"/>
                  </a:lnTo>
                  <a:lnTo>
                    <a:pt x="128" y="662"/>
                  </a:lnTo>
                  <a:lnTo>
                    <a:pt x="134" y="662"/>
                  </a:lnTo>
                  <a:lnTo>
                    <a:pt x="139" y="660"/>
                  </a:lnTo>
                  <a:lnTo>
                    <a:pt x="147" y="658"/>
                  </a:lnTo>
                  <a:lnTo>
                    <a:pt x="154" y="656"/>
                  </a:lnTo>
                  <a:lnTo>
                    <a:pt x="162" y="652"/>
                  </a:lnTo>
                  <a:lnTo>
                    <a:pt x="175" y="644"/>
                  </a:lnTo>
                  <a:lnTo>
                    <a:pt x="188" y="636"/>
                  </a:lnTo>
                  <a:lnTo>
                    <a:pt x="203" y="628"/>
                  </a:lnTo>
                  <a:lnTo>
                    <a:pt x="216" y="618"/>
                  </a:lnTo>
                  <a:lnTo>
                    <a:pt x="230" y="608"/>
                  </a:lnTo>
                  <a:lnTo>
                    <a:pt x="245" y="600"/>
                  </a:lnTo>
                  <a:lnTo>
                    <a:pt x="260" y="591"/>
                  </a:lnTo>
                  <a:lnTo>
                    <a:pt x="277" y="583"/>
                  </a:lnTo>
                  <a:lnTo>
                    <a:pt x="296" y="573"/>
                  </a:lnTo>
                  <a:lnTo>
                    <a:pt x="316" y="567"/>
                  </a:lnTo>
                  <a:lnTo>
                    <a:pt x="336" y="561"/>
                  </a:lnTo>
                  <a:lnTo>
                    <a:pt x="349" y="561"/>
                  </a:lnTo>
                  <a:lnTo>
                    <a:pt x="361" y="559"/>
                  </a:lnTo>
                  <a:lnTo>
                    <a:pt x="374" y="557"/>
                  </a:lnTo>
                  <a:lnTo>
                    <a:pt x="386" y="555"/>
                  </a:lnTo>
                  <a:lnTo>
                    <a:pt x="386" y="503"/>
                  </a:lnTo>
                  <a:lnTo>
                    <a:pt x="398" y="501"/>
                  </a:lnTo>
                  <a:lnTo>
                    <a:pt x="415" y="501"/>
                  </a:lnTo>
                  <a:lnTo>
                    <a:pt x="415" y="446"/>
                  </a:lnTo>
                  <a:lnTo>
                    <a:pt x="429" y="444"/>
                  </a:lnTo>
                  <a:lnTo>
                    <a:pt x="448" y="444"/>
                  </a:lnTo>
                  <a:lnTo>
                    <a:pt x="448" y="0"/>
                  </a:lnTo>
                  <a:lnTo>
                    <a:pt x="62" y="0"/>
                  </a:lnTo>
                  <a:lnTo>
                    <a:pt x="62" y="56"/>
                  </a:lnTo>
                  <a:lnTo>
                    <a:pt x="32" y="56"/>
                  </a:lnTo>
                  <a:lnTo>
                    <a:pt x="32" y="113"/>
                  </a:lnTo>
                  <a:lnTo>
                    <a:pt x="0" y="113"/>
                  </a:lnTo>
                  <a:lnTo>
                    <a:pt x="0" y="630"/>
                  </a:lnTo>
                  <a:close/>
                </a:path>
              </a:pathLst>
            </a:custGeom>
            <a:solidFill>
              <a:srgbClr val="FFFFFF"/>
            </a:solidFill>
            <a:ln w="9525">
              <a:noFill/>
              <a:round/>
              <a:headEnd/>
              <a:tailEnd/>
            </a:ln>
          </p:spPr>
          <p:txBody>
            <a:bodyPr/>
            <a:lstStyle/>
            <a:p>
              <a:endParaRPr lang="en-US"/>
            </a:p>
          </p:txBody>
        </p:sp>
        <p:sp>
          <p:nvSpPr>
            <p:cNvPr id="397791" name="Freeform 479"/>
            <p:cNvSpPr>
              <a:spLocks/>
            </p:cNvSpPr>
            <p:nvPr/>
          </p:nvSpPr>
          <p:spPr bwMode="auto">
            <a:xfrm>
              <a:off x="3081" y="2321"/>
              <a:ext cx="448" cy="333"/>
            </a:xfrm>
            <a:custGeom>
              <a:avLst/>
              <a:gdLst/>
              <a:ahLst/>
              <a:cxnLst>
                <a:cxn ang="0">
                  <a:pos x="0" y="630"/>
                </a:cxn>
                <a:cxn ang="0">
                  <a:pos x="13" y="636"/>
                </a:cxn>
                <a:cxn ang="0">
                  <a:pos x="25" y="642"/>
                </a:cxn>
                <a:cxn ang="0">
                  <a:pos x="37" y="648"/>
                </a:cxn>
                <a:cxn ang="0">
                  <a:pos x="50" y="654"/>
                </a:cxn>
                <a:cxn ang="0">
                  <a:pos x="72" y="660"/>
                </a:cxn>
                <a:cxn ang="0">
                  <a:pos x="91" y="666"/>
                </a:cxn>
                <a:cxn ang="0">
                  <a:pos x="103" y="666"/>
                </a:cxn>
                <a:cxn ang="0">
                  <a:pos x="113" y="666"/>
                </a:cxn>
                <a:cxn ang="0">
                  <a:pos x="121" y="664"/>
                </a:cxn>
                <a:cxn ang="0">
                  <a:pos x="128" y="662"/>
                </a:cxn>
                <a:cxn ang="0">
                  <a:pos x="134" y="662"/>
                </a:cxn>
                <a:cxn ang="0">
                  <a:pos x="139" y="660"/>
                </a:cxn>
                <a:cxn ang="0">
                  <a:pos x="147" y="658"/>
                </a:cxn>
                <a:cxn ang="0">
                  <a:pos x="154" y="656"/>
                </a:cxn>
                <a:cxn ang="0">
                  <a:pos x="162" y="652"/>
                </a:cxn>
                <a:cxn ang="0">
                  <a:pos x="175" y="644"/>
                </a:cxn>
                <a:cxn ang="0">
                  <a:pos x="188" y="636"/>
                </a:cxn>
                <a:cxn ang="0">
                  <a:pos x="203" y="628"/>
                </a:cxn>
                <a:cxn ang="0">
                  <a:pos x="216" y="618"/>
                </a:cxn>
                <a:cxn ang="0">
                  <a:pos x="230" y="608"/>
                </a:cxn>
                <a:cxn ang="0">
                  <a:pos x="245" y="600"/>
                </a:cxn>
                <a:cxn ang="0">
                  <a:pos x="260" y="591"/>
                </a:cxn>
                <a:cxn ang="0">
                  <a:pos x="277" y="583"/>
                </a:cxn>
                <a:cxn ang="0">
                  <a:pos x="296" y="573"/>
                </a:cxn>
                <a:cxn ang="0">
                  <a:pos x="316" y="567"/>
                </a:cxn>
                <a:cxn ang="0">
                  <a:pos x="336" y="561"/>
                </a:cxn>
                <a:cxn ang="0">
                  <a:pos x="349" y="561"/>
                </a:cxn>
                <a:cxn ang="0">
                  <a:pos x="361" y="559"/>
                </a:cxn>
                <a:cxn ang="0">
                  <a:pos x="374" y="557"/>
                </a:cxn>
                <a:cxn ang="0">
                  <a:pos x="386" y="555"/>
                </a:cxn>
                <a:cxn ang="0">
                  <a:pos x="386" y="503"/>
                </a:cxn>
                <a:cxn ang="0">
                  <a:pos x="398" y="501"/>
                </a:cxn>
                <a:cxn ang="0">
                  <a:pos x="415" y="501"/>
                </a:cxn>
                <a:cxn ang="0">
                  <a:pos x="415" y="446"/>
                </a:cxn>
                <a:cxn ang="0">
                  <a:pos x="429" y="444"/>
                </a:cxn>
                <a:cxn ang="0">
                  <a:pos x="448" y="444"/>
                </a:cxn>
                <a:cxn ang="0">
                  <a:pos x="448" y="0"/>
                </a:cxn>
                <a:cxn ang="0">
                  <a:pos x="62" y="0"/>
                </a:cxn>
                <a:cxn ang="0">
                  <a:pos x="62" y="56"/>
                </a:cxn>
                <a:cxn ang="0">
                  <a:pos x="32" y="56"/>
                </a:cxn>
                <a:cxn ang="0">
                  <a:pos x="32" y="113"/>
                </a:cxn>
                <a:cxn ang="0">
                  <a:pos x="0" y="113"/>
                </a:cxn>
                <a:cxn ang="0">
                  <a:pos x="0" y="630"/>
                </a:cxn>
              </a:cxnLst>
              <a:rect l="0" t="0" r="r" b="b"/>
              <a:pathLst>
                <a:path w="448" h="666">
                  <a:moveTo>
                    <a:pt x="0" y="630"/>
                  </a:moveTo>
                  <a:lnTo>
                    <a:pt x="13" y="636"/>
                  </a:lnTo>
                  <a:lnTo>
                    <a:pt x="25" y="642"/>
                  </a:lnTo>
                  <a:lnTo>
                    <a:pt x="37" y="648"/>
                  </a:lnTo>
                  <a:lnTo>
                    <a:pt x="50" y="654"/>
                  </a:lnTo>
                  <a:lnTo>
                    <a:pt x="72" y="660"/>
                  </a:lnTo>
                  <a:lnTo>
                    <a:pt x="91" y="666"/>
                  </a:lnTo>
                  <a:lnTo>
                    <a:pt x="103" y="666"/>
                  </a:lnTo>
                  <a:lnTo>
                    <a:pt x="113" y="666"/>
                  </a:lnTo>
                  <a:lnTo>
                    <a:pt x="121" y="664"/>
                  </a:lnTo>
                  <a:lnTo>
                    <a:pt x="128" y="662"/>
                  </a:lnTo>
                  <a:lnTo>
                    <a:pt x="134" y="662"/>
                  </a:lnTo>
                  <a:lnTo>
                    <a:pt x="139" y="660"/>
                  </a:lnTo>
                  <a:lnTo>
                    <a:pt x="147" y="658"/>
                  </a:lnTo>
                  <a:lnTo>
                    <a:pt x="154" y="656"/>
                  </a:lnTo>
                  <a:lnTo>
                    <a:pt x="162" y="652"/>
                  </a:lnTo>
                  <a:lnTo>
                    <a:pt x="175" y="644"/>
                  </a:lnTo>
                  <a:lnTo>
                    <a:pt x="188" y="636"/>
                  </a:lnTo>
                  <a:lnTo>
                    <a:pt x="203" y="628"/>
                  </a:lnTo>
                  <a:lnTo>
                    <a:pt x="216" y="618"/>
                  </a:lnTo>
                  <a:lnTo>
                    <a:pt x="230" y="608"/>
                  </a:lnTo>
                  <a:lnTo>
                    <a:pt x="245" y="600"/>
                  </a:lnTo>
                  <a:lnTo>
                    <a:pt x="260" y="591"/>
                  </a:lnTo>
                  <a:lnTo>
                    <a:pt x="277" y="583"/>
                  </a:lnTo>
                  <a:lnTo>
                    <a:pt x="296" y="573"/>
                  </a:lnTo>
                  <a:lnTo>
                    <a:pt x="316" y="567"/>
                  </a:lnTo>
                  <a:lnTo>
                    <a:pt x="336" y="561"/>
                  </a:lnTo>
                  <a:lnTo>
                    <a:pt x="349" y="561"/>
                  </a:lnTo>
                  <a:lnTo>
                    <a:pt x="361" y="559"/>
                  </a:lnTo>
                  <a:lnTo>
                    <a:pt x="374" y="557"/>
                  </a:lnTo>
                  <a:lnTo>
                    <a:pt x="386" y="555"/>
                  </a:lnTo>
                  <a:lnTo>
                    <a:pt x="386" y="503"/>
                  </a:lnTo>
                  <a:lnTo>
                    <a:pt x="398" y="501"/>
                  </a:lnTo>
                  <a:lnTo>
                    <a:pt x="415" y="501"/>
                  </a:lnTo>
                  <a:lnTo>
                    <a:pt x="415" y="446"/>
                  </a:lnTo>
                  <a:lnTo>
                    <a:pt x="429" y="444"/>
                  </a:lnTo>
                  <a:lnTo>
                    <a:pt x="448" y="444"/>
                  </a:lnTo>
                  <a:lnTo>
                    <a:pt x="448" y="0"/>
                  </a:lnTo>
                  <a:lnTo>
                    <a:pt x="62" y="0"/>
                  </a:lnTo>
                  <a:lnTo>
                    <a:pt x="62" y="56"/>
                  </a:lnTo>
                  <a:lnTo>
                    <a:pt x="32" y="56"/>
                  </a:lnTo>
                  <a:lnTo>
                    <a:pt x="32" y="113"/>
                  </a:lnTo>
                  <a:lnTo>
                    <a:pt x="0" y="113"/>
                  </a:lnTo>
                  <a:lnTo>
                    <a:pt x="0" y="630"/>
                  </a:lnTo>
                  <a:close/>
                </a:path>
              </a:pathLst>
            </a:custGeom>
            <a:noFill/>
            <a:ln w="12700">
              <a:solidFill>
                <a:srgbClr val="000000"/>
              </a:solidFill>
              <a:prstDash val="solid"/>
              <a:round/>
              <a:headEnd/>
              <a:tailEnd/>
            </a:ln>
          </p:spPr>
          <p:txBody>
            <a:bodyPr/>
            <a:lstStyle/>
            <a:p>
              <a:endParaRPr lang="en-US"/>
            </a:p>
          </p:txBody>
        </p:sp>
        <p:sp>
          <p:nvSpPr>
            <p:cNvPr id="397792" name="Freeform 480"/>
            <p:cNvSpPr>
              <a:spLocks/>
            </p:cNvSpPr>
            <p:nvPr/>
          </p:nvSpPr>
          <p:spPr bwMode="auto">
            <a:xfrm>
              <a:off x="3113" y="2378"/>
              <a:ext cx="354" cy="195"/>
            </a:xfrm>
            <a:custGeom>
              <a:avLst/>
              <a:gdLst/>
              <a:ahLst/>
              <a:cxnLst>
                <a:cxn ang="0">
                  <a:pos x="0" y="0"/>
                </a:cxn>
                <a:cxn ang="0">
                  <a:pos x="354" y="0"/>
                </a:cxn>
                <a:cxn ang="0">
                  <a:pos x="354" y="390"/>
                </a:cxn>
              </a:cxnLst>
              <a:rect l="0" t="0" r="r" b="b"/>
              <a:pathLst>
                <a:path w="354" h="390">
                  <a:moveTo>
                    <a:pt x="0" y="0"/>
                  </a:moveTo>
                  <a:lnTo>
                    <a:pt x="354" y="0"/>
                  </a:lnTo>
                  <a:lnTo>
                    <a:pt x="354" y="390"/>
                  </a:lnTo>
                </a:path>
              </a:pathLst>
            </a:custGeom>
            <a:noFill/>
            <a:ln w="12700">
              <a:solidFill>
                <a:srgbClr val="000000"/>
              </a:solidFill>
              <a:prstDash val="solid"/>
              <a:round/>
              <a:headEnd/>
              <a:tailEnd/>
            </a:ln>
          </p:spPr>
          <p:txBody>
            <a:bodyPr/>
            <a:lstStyle/>
            <a:p>
              <a:endParaRPr lang="en-US"/>
            </a:p>
          </p:txBody>
        </p:sp>
        <p:sp>
          <p:nvSpPr>
            <p:cNvPr id="397793" name="Freeform 481"/>
            <p:cNvSpPr>
              <a:spLocks/>
            </p:cNvSpPr>
            <p:nvPr/>
          </p:nvSpPr>
          <p:spPr bwMode="auto">
            <a:xfrm>
              <a:off x="3143" y="2349"/>
              <a:ext cx="353" cy="195"/>
            </a:xfrm>
            <a:custGeom>
              <a:avLst/>
              <a:gdLst/>
              <a:ahLst/>
              <a:cxnLst>
                <a:cxn ang="0">
                  <a:pos x="0" y="0"/>
                </a:cxn>
                <a:cxn ang="0">
                  <a:pos x="353" y="0"/>
                </a:cxn>
                <a:cxn ang="0">
                  <a:pos x="353" y="390"/>
                </a:cxn>
              </a:cxnLst>
              <a:rect l="0" t="0" r="r" b="b"/>
              <a:pathLst>
                <a:path w="353" h="390">
                  <a:moveTo>
                    <a:pt x="0" y="0"/>
                  </a:moveTo>
                  <a:lnTo>
                    <a:pt x="353" y="0"/>
                  </a:lnTo>
                  <a:lnTo>
                    <a:pt x="353" y="390"/>
                  </a:lnTo>
                </a:path>
              </a:pathLst>
            </a:custGeom>
            <a:noFill/>
            <a:ln w="12700">
              <a:solidFill>
                <a:srgbClr val="000000"/>
              </a:solidFill>
              <a:prstDash val="solid"/>
              <a:round/>
              <a:headEnd/>
              <a:tailEnd/>
            </a:ln>
          </p:spPr>
          <p:txBody>
            <a:bodyPr/>
            <a:lstStyle/>
            <a:p>
              <a:endParaRPr lang="en-US"/>
            </a:p>
          </p:txBody>
        </p:sp>
      </p:grpSp>
      <p:sp>
        <p:nvSpPr>
          <p:cNvPr id="397794" name="Rectangle 482"/>
          <p:cNvSpPr>
            <a:spLocks noChangeArrowheads="1"/>
          </p:cNvSpPr>
          <p:nvPr/>
        </p:nvSpPr>
        <p:spPr bwMode="auto">
          <a:xfrm>
            <a:off x="5095875" y="3829050"/>
            <a:ext cx="249238"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TRM</a:t>
            </a:r>
            <a:endParaRPr lang="en-US" sz="1800">
              <a:latin typeface="Garamond" pitchFamily="18" charset="0"/>
            </a:endParaRPr>
          </a:p>
        </p:txBody>
      </p:sp>
      <p:sp>
        <p:nvSpPr>
          <p:cNvPr id="397795" name="Rectangle 483"/>
          <p:cNvSpPr>
            <a:spLocks noChangeArrowheads="1"/>
          </p:cNvSpPr>
          <p:nvPr/>
        </p:nvSpPr>
        <p:spPr bwMode="auto">
          <a:xfrm>
            <a:off x="4973638" y="3933825"/>
            <a:ext cx="496887"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Standards</a:t>
            </a:r>
            <a:endParaRPr lang="en-US" sz="1800">
              <a:latin typeface="Garamond" pitchFamily="18" charset="0"/>
            </a:endParaRPr>
          </a:p>
        </p:txBody>
      </p:sp>
      <p:grpSp>
        <p:nvGrpSpPr>
          <p:cNvPr id="397796" name="Group 484"/>
          <p:cNvGrpSpPr>
            <a:grpSpLocks/>
          </p:cNvGrpSpPr>
          <p:nvPr/>
        </p:nvGrpSpPr>
        <p:grpSpPr bwMode="auto">
          <a:xfrm>
            <a:off x="5502275" y="4027488"/>
            <a:ext cx="338138" cy="104775"/>
            <a:chOff x="3466" y="2537"/>
            <a:chExt cx="213" cy="66"/>
          </a:xfrm>
        </p:grpSpPr>
        <p:sp>
          <p:nvSpPr>
            <p:cNvPr id="397797" name="Line 485"/>
            <p:cNvSpPr>
              <a:spLocks noChangeShapeType="1"/>
            </p:cNvSpPr>
            <p:nvPr/>
          </p:nvSpPr>
          <p:spPr bwMode="auto">
            <a:xfrm flipV="1">
              <a:off x="3466" y="2570"/>
              <a:ext cx="146" cy="3"/>
            </a:xfrm>
            <a:prstGeom prst="line">
              <a:avLst/>
            </a:prstGeom>
            <a:noFill/>
            <a:ln w="12700">
              <a:solidFill>
                <a:srgbClr val="000000"/>
              </a:solidFill>
              <a:round/>
              <a:headEnd/>
              <a:tailEnd/>
            </a:ln>
          </p:spPr>
          <p:txBody>
            <a:bodyPr/>
            <a:lstStyle/>
            <a:p>
              <a:endParaRPr lang="en-US"/>
            </a:p>
          </p:txBody>
        </p:sp>
        <p:sp>
          <p:nvSpPr>
            <p:cNvPr id="397798" name="Freeform 486"/>
            <p:cNvSpPr>
              <a:spLocks/>
            </p:cNvSpPr>
            <p:nvPr/>
          </p:nvSpPr>
          <p:spPr bwMode="auto">
            <a:xfrm>
              <a:off x="3609" y="2537"/>
              <a:ext cx="70" cy="66"/>
            </a:xfrm>
            <a:custGeom>
              <a:avLst/>
              <a:gdLst/>
              <a:ahLst/>
              <a:cxnLst>
                <a:cxn ang="0">
                  <a:pos x="2" y="133"/>
                </a:cxn>
                <a:cxn ang="0">
                  <a:pos x="70" y="62"/>
                </a:cxn>
                <a:cxn ang="0">
                  <a:pos x="0" y="0"/>
                </a:cxn>
                <a:cxn ang="0">
                  <a:pos x="2" y="133"/>
                </a:cxn>
              </a:cxnLst>
              <a:rect l="0" t="0" r="r" b="b"/>
              <a:pathLst>
                <a:path w="70" h="133">
                  <a:moveTo>
                    <a:pt x="2" y="133"/>
                  </a:moveTo>
                  <a:lnTo>
                    <a:pt x="70" y="62"/>
                  </a:lnTo>
                  <a:lnTo>
                    <a:pt x="0" y="0"/>
                  </a:lnTo>
                  <a:lnTo>
                    <a:pt x="2" y="133"/>
                  </a:lnTo>
                  <a:close/>
                </a:path>
              </a:pathLst>
            </a:custGeom>
            <a:solidFill>
              <a:srgbClr val="000000"/>
            </a:solidFill>
            <a:ln w="9525">
              <a:noFill/>
              <a:round/>
              <a:headEnd/>
              <a:tailEnd/>
            </a:ln>
          </p:spPr>
          <p:txBody>
            <a:bodyPr/>
            <a:lstStyle/>
            <a:p>
              <a:endParaRPr lang="en-US"/>
            </a:p>
          </p:txBody>
        </p:sp>
      </p:grpSp>
      <p:grpSp>
        <p:nvGrpSpPr>
          <p:cNvPr id="397799" name="Group 487"/>
          <p:cNvGrpSpPr>
            <a:grpSpLocks/>
          </p:cNvGrpSpPr>
          <p:nvPr/>
        </p:nvGrpSpPr>
        <p:grpSpPr bwMode="auto">
          <a:xfrm>
            <a:off x="3122613" y="3829050"/>
            <a:ext cx="1749425" cy="106363"/>
            <a:chOff x="1967" y="2412"/>
            <a:chExt cx="1102" cy="67"/>
          </a:xfrm>
        </p:grpSpPr>
        <p:sp>
          <p:nvSpPr>
            <p:cNvPr id="397800" name="Line 488"/>
            <p:cNvSpPr>
              <a:spLocks noChangeShapeType="1"/>
            </p:cNvSpPr>
            <p:nvPr/>
          </p:nvSpPr>
          <p:spPr bwMode="auto">
            <a:xfrm flipH="1" flipV="1">
              <a:off x="2034" y="2446"/>
              <a:ext cx="1035" cy="2"/>
            </a:xfrm>
            <a:prstGeom prst="line">
              <a:avLst/>
            </a:prstGeom>
            <a:noFill/>
            <a:ln w="12700">
              <a:solidFill>
                <a:srgbClr val="000000"/>
              </a:solidFill>
              <a:round/>
              <a:headEnd/>
              <a:tailEnd/>
            </a:ln>
          </p:spPr>
          <p:txBody>
            <a:bodyPr/>
            <a:lstStyle/>
            <a:p>
              <a:endParaRPr lang="en-US"/>
            </a:p>
          </p:txBody>
        </p:sp>
        <p:sp>
          <p:nvSpPr>
            <p:cNvPr id="397801" name="Freeform 489"/>
            <p:cNvSpPr>
              <a:spLocks/>
            </p:cNvSpPr>
            <p:nvPr/>
          </p:nvSpPr>
          <p:spPr bwMode="auto">
            <a:xfrm>
              <a:off x="1967" y="2412"/>
              <a:ext cx="70" cy="67"/>
            </a:xfrm>
            <a:custGeom>
              <a:avLst/>
              <a:gdLst/>
              <a:ahLst/>
              <a:cxnLst>
                <a:cxn ang="0">
                  <a:pos x="70" y="0"/>
                </a:cxn>
                <a:cxn ang="0">
                  <a:pos x="0" y="67"/>
                </a:cxn>
                <a:cxn ang="0">
                  <a:pos x="70" y="132"/>
                </a:cxn>
                <a:cxn ang="0">
                  <a:pos x="70" y="0"/>
                </a:cxn>
              </a:cxnLst>
              <a:rect l="0" t="0" r="r" b="b"/>
              <a:pathLst>
                <a:path w="70" h="132">
                  <a:moveTo>
                    <a:pt x="70" y="0"/>
                  </a:moveTo>
                  <a:lnTo>
                    <a:pt x="0" y="67"/>
                  </a:lnTo>
                  <a:lnTo>
                    <a:pt x="70" y="132"/>
                  </a:lnTo>
                  <a:lnTo>
                    <a:pt x="70" y="0"/>
                  </a:lnTo>
                  <a:close/>
                </a:path>
              </a:pathLst>
            </a:custGeom>
            <a:solidFill>
              <a:srgbClr val="000000"/>
            </a:solidFill>
            <a:ln w="9525">
              <a:noFill/>
              <a:round/>
              <a:headEnd/>
              <a:tailEnd/>
            </a:ln>
          </p:spPr>
          <p:txBody>
            <a:bodyPr/>
            <a:lstStyle/>
            <a:p>
              <a:endParaRPr lang="en-US"/>
            </a:p>
          </p:txBody>
        </p:sp>
      </p:grpSp>
      <p:sp>
        <p:nvSpPr>
          <p:cNvPr id="397802" name="Freeform 490"/>
          <p:cNvSpPr>
            <a:spLocks/>
          </p:cNvSpPr>
          <p:nvPr/>
        </p:nvSpPr>
        <p:spPr bwMode="auto">
          <a:xfrm>
            <a:off x="722313" y="5265738"/>
            <a:ext cx="315912" cy="301625"/>
          </a:xfrm>
          <a:custGeom>
            <a:avLst/>
            <a:gdLst/>
            <a:ahLst/>
            <a:cxnLst>
              <a:cxn ang="0">
                <a:pos x="99" y="0"/>
              </a:cxn>
              <a:cxn ang="0">
                <a:pos x="0" y="190"/>
              </a:cxn>
              <a:cxn ang="0">
                <a:pos x="99" y="380"/>
              </a:cxn>
              <a:cxn ang="0">
                <a:pos x="199" y="190"/>
              </a:cxn>
              <a:cxn ang="0">
                <a:pos x="99" y="0"/>
              </a:cxn>
            </a:cxnLst>
            <a:rect l="0" t="0" r="r" b="b"/>
            <a:pathLst>
              <a:path w="199" h="380">
                <a:moveTo>
                  <a:pt x="99" y="0"/>
                </a:moveTo>
                <a:lnTo>
                  <a:pt x="0" y="190"/>
                </a:lnTo>
                <a:lnTo>
                  <a:pt x="99" y="380"/>
                </a:lnTo>
                <a:lnTo>
                  <a:pt x="199" y="190"/>
                </a:lnTo>
                <a:lnTo>
                  <a:pt x="99" y="0"/>
                </a:lnTo>
                <a:close/>
              </a:path>
            </a:pathLst>
          </a:custGeom>
          <a:solidFill>
            <a:srgbClr val="FF3300"/>
          </a:solidFill>
          <a:ln w="12700">
            <a:solidFill>
              <a:srgbClr val="000000"/>
            </a:solidFill>
            <a:prstDash val="solid"/>
            <a:round/>
            <a:headEnd/>
            <a:tailEnd/>
          </a:ln>
        </p:spPr>
        <p:txBody>
          <a:bodyPr/>
          <a:lstStyle/>
          <a:p>
            <a:endParaRPr lang="en-US"/>
          </a:p>
        </p:txBody>
      </p:sp>
      <p:sp>
        <p:nvSpPr>
          <p:cNvPr id="397803" name="Rectangle 491"/>
          <p:cNvSpPr>
            <a:spLocks noChangeArrowheads="1"/>
          </p:cNvSpPr>
          <p:nvPr/>
        </p:nvSpPr>
        <p:spPr bwMode="auto">
          <a:xfrm>
            <a:off x="828675" y="5318125"/>
            <a:ext cx="192088" cy="242888"/>
          </a:xfrm>
          <a:prstGeom prst="rect">
            <a:avLst/>
          </a:prstGeom>
          <a:noFill/>
          <a:ln w="9525">
            <a:noFill/>
            <a:miter lim="800000"/>
            <a:headEnd/>
            <a:tailEnd/>
          </a:ln>
        </p:spPr>
        <p:txBody>
          <a:bodyPr wrap="none" lIns="0" tIns="0" rIns="0" bIns="0">
            <a:spAutoFit/>
          </a:bodyPr>
          <a:lstStyle/>
          <a:p>
            <a:r>
              <a:rPr lang="en-US" sz="1400">
                <a:solidFill>
                  <a:srgbClr val="FFFFFF"/>
                </a:solidFill>
                <a:latin typeface="Arial" charset="0"/>
              </a:rPr>
              <a:t>4</a:t>
            </a:r>
            <a:endParaRPr lang="en-US" sz="1800">
              <a:latin typeface="Garamond" pitchFamily="18" charset="0"/>
            </a:endParaRPr>
          </a:p>
        </p:txBody>
      </p:sp>
      <p:sp>
        <p:nvSpPr>
          <p:cNvPr id="397804" name="Rectangle 492"/>
          <p:cNvSpPr>
            <a:spLocks noChangeArrowheads="1"/>
          </p:cNvSpPr>
          <p:nvPr/>
        </p:nvSpPr>
        <p:spPr bwMode="auto">
          <a:xfrm>
            <a:off x="903288" y="5073650"/>
            <a:ext cx="1104900" cy="544513"/>
          </a:xfrm>
          <a:prstGeom prst="rect">
            <a:avLst/>
          </a:prstGeom>
          <a:noFill/>
          <a:ln w="9525">
            <a:noFill/>
            <a:miter lim="800000"/>
            <a:headEnd/>
            <a:tailEnd/>
          </a:ln>
        </p:spPr>
        <p:txBody>
          <a:bodyPr/>
          <a:lstStyle/>
          <a:p>
            <a:endParaRPr lang="en-US"/>
          </a:p>
        </p:txBody>
      </p:sp>
      <p:sp>
        <p:nvSpPr>
          <p:cNvPr id="397805" name="Rectangle 493"/>
          <p:cNvSpPr>
            <a:spLocks noChangeArrowheads="1"/>
          </p:cNvSpPr>
          <p:nvPr/>
        </p:nvSpPr>
        <p:spPr bwMode="auto">
          <a:xfrm>
            <a:off x="1189038" y="5100638"/>
            <a:ext cx="603250"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Evaluate</a:t>
            </a:r>
            <a:endParaRPr lang="en-US" sz="1800">
              <a:latin typeface="Garamond" pitchFamily="18" charset="0"/>
            </a:endParaRPr>
          </a:p>
        </p:txBody>
      </p:sp>
      <p:sp>
        <p:nvSpPr>
          <p:cNvPr id="397806" name="Rectangle 494"/>
          <p:cNvSpPr>
            <a:spLocks noChangeArrowheads="1"/>
          </p:cNvSpPr>
          <p:nvPr/>
        </p:nvSpPr>
        <p:spPr bwMode="auto">
          <a:xfrm>
            <a:off x="1049338" y="5251450"/>
            <a:ext cx="884237"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Architecture</a:t>
            </a:r>
            <a:endParaRPr lang="en-US" sz="1800">
              <a:latin typeface="Garamond" pitchFamily="18" charset="0"/>
            </a:endParaRPr>
          </a:p>
        </p:txBody>
      </p:sp>
      <p:sp>
        <p:nvSpPr>
          <p:cNvPr id="397807" name="Rectangle 495"/>
          <p:cNvSpPr>
            <a:spLocks noChangeArrowheads="1"/>
          </p:cNvSpPr>
          <p:nvPr/>
        </p:nvSpPr>
        <p:spPr bwMode="auto">
          <a:xfrm>
            <a:off x="1116013" y="5402263"/>
            <a:ext cx="75247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Compliance</a:t>
            </a:r>
            <a:endParaRPr lang="en-US" sz="1800">
              <a:latin typeface="Garamond" pitchFamily="18" charset="0"/>
            </a:endParaRPr>
          </a:p>
        </p:txBody>
      </p:sp>
      <p:sp>
        <p:nvSpPr>
          <p:cNvPr id="397808" name="Freeform 496"/>
          <p:cNvSpPr>
            <a:spLocks/>
          </p:cNvSpPr>
          <p:nvPr/>
        </p:nvSpPr>
        <p:spPr bwMode="auto">
          <a:xfrm>
            <a:off x="557213" y="5676900"/>
            <a:ext cx="639762" cy="493713"/>
          </a:xfrm>
          <a:custGeom>
            <a:avLst/>
            <a:gdLst/>
            <a:ahLst/>
            <a:cxnLst>
              <a:cxn ang="0">
                <a:pos x="0" y="580"/>
              </a:cxn>
              <a:cxn ang="0">
                <a:pos x="13" y="588"/>
              </a:cxn>
              <a:cxn ang="0">
                <a:pos x="26" y="594"/>
              </a:cxn>
              <a:cxn ang="0">
                <a:pos x="51" y="608"/>
              </a:cxn>
              <a:cxn ang="0">
                <a:pos x="73" y="615"/>
              </a:cxn>
              <a:cxn ang="0">
                <a:pos x="94" y="621"/>
              </a:cxn>
              <a:cxn ang="0">
                <a:pos x="107" y="621"/>
              </a:cxn>
              <a:cxn ang="0">
                <a:pos x="118" y="621"/>
              </a:cxn>
              <a:cxn ang="0">
                <a:pos x="127" y="619"/>
              </a:cxn>
              <a:cxn ang="0">
                <a:pos x="134" y="617"/>
              </a:cxn>
              <a:cxn ang="0">
                <a:pos x="139" y="617"/>
              </a:cxn>
              <a:cxn ang="0">
                <a:pos x="144" y="615"/>
              </a:cxn>
              <a:cxn ang="0">
                <a:pos x="152" y="613"/>
              </a:cxn>
              <a:cxn ang="0">
                <a:pos x="168" y="606"/>
              </a:cxn>
              <a:cxn ang="0">
                <a:pos x="184" y="598"/>
              </a:cxn>
              <a:cxn ang="0">
                <a:pos x="197" y="590"/>
              </a:cxn>
              <a:cxn ang="0">
                <a:pos x="204" y="584"/>
              </a:cxn>
              <a:cxn ang="0">
                <a:pos x="212" y="578"/>
              </a:cxn>
              <a:cxn ang="0">
                <a:pos x="225" y="568"/>
              </a:cxn>
              <a:cxn ang="0">
                <a:pos x="240" y="558"/>
              </a:cxn>
              <a:cxn ang="0">
                <a:pos x="256" y="546"/>
              </a:cxn>
              <a:cxn ang="0">
                <a:pos x="272" y="536"/>
              </a:cxn>
              <a:cxn ang="0">
                <a:pos x="289" y="526"/>
              </a:cxn>
              <a:cxn ang="0">
                <a:pos x="299" y="520"/>
              </a:cxn>
              <a:cxn ang="0">
                <a:pos x="309" y="516"/>
              </a:cxn>
              <a:cxn ang="0">
                <a:pos x="329" y="509"/>
              </a:cxn>
              <a:cxn ang="0">
                <a:pos x="339" y="505"/>
              </a:cxn>
              <a:cxn ang="0">
                <a:pos x="350" y="501"/>
              </a:cxn>
              <a:cxn ang="0">
                <a:pos x="376" y="501"/>
              </a:cxn>
              <a:cxn ang="0">
                <a:pos x="403" y="499"/>
              </a:cxn>
              <a:cxn ang="0">
                <a:pos x="403" y="0"/>
              </a:cxn>
              <a:cxn ang="0">
                <a:pos x="0" y="0"/>
              </a:cxn>
              <a:cxn ang="0">
                <a:pos x="0" y="580"/>
              </a:cxn>
            </a:cxnLst>
            <a:rect l="0" t="0" r="r" b="b"/>
            <a:pathLst>
              <a:path w="403" h="621">
                <a:moveTo>
                  <a:pt x="0" y="580"/>
                </a:moveTo>
                <a:lnTo>
                  <a:pt x="13" y="588"/>
                </a:lnTo>
                <a:lnTo>
                  <a:pt x="26" y="594"/>
                </a:lnTo>
                <a:lnTo>
                  <a:pt x="51" y="608"/>
                </a:lnTo>
                <a:lnTo>
                  <a:pt x="73" y="615"/>
                </a:lnTo>
                <a:lnTo>
                  <a:pt x="94" y="621"/>
                </a:lnTo>
                <a:lnTo>
                  <a:pt x="107" y="621"/>
                </a:lnTo>
                <a:lnTo>
                  <a:pt x="118" y="621"/>
                </a:lnTo>
                <a:lnTo>
                  <a:pt x="127" y="619"/>
                </a:lnTo>
                <a:lnTo>
                  <a:pt x="134" y="617"/>
                </a:lnTo>
                <a:lnTo>
                  <a:pt x="139" y="617"/>
                </a:lnTo>
                <a:lnTo>
                  <a:pt x="144" y="615"/>
                </a:lnTo>
                <a:lnTo>
                  <a:pt x="152" y="613"/>
                </a:lnTo>
                <a:lnTo>
                  <a:pt x="168" y="606"/>
                </a:lnTo>
                <a:lnTo>
                  <a:pt x="184" y="598"/>
                </a:lnTo>
                <a:lnTo>
                  <a:pt x="197" y="590"/>
                </a:lnTo>
                <a:lnTo>
                  <a:pt x="204" y="584"/>
                </a:lnTo>
                <a:lnTo>
                  <a:pt x="212" y="578"/>
                </a:lnTo>
                <a:lnTo>
                  <a:pt x="225" y="568"/>
                </a:lnTo>
                <a:lnTo>
                  <a:pt x="240" y="558"/>
                </a:lnTo>
                <a:lnTo>
                  <a:pt x="256" y="546"/>
                </a:lnTo>
                <a:lnTo>
                  <a:pt x="272" y="536"/>
                </a:lnTo>
                <a:lnTo>
                  <a:pt x="289" y="526"/>
                </a:lnTo>
                <a:lnTo>
                  <a:pt x="299" y="520"/>
                </a:lnTo>
                <a:lnTo>
                  <a:pt x="309" y="516"/>
                </a:lnTo>
                <a:lnTo>
                  <a:pt x="329" y="509"/>
                </a:lnTo>
                <a:lnTo>
                  <a:pt x="339" y="505"/>
                </a:lnTo>
                <a:lnTo>
                  <a:pt x="350" y="501"/>
                </a:lnTo>
                <a:lnTo>
                  <a:pt x="376" y="501"/>
                </a:lnTo>
                <a:lnTo>
                  <a:pt x="403" y="499"/>
                </a:lnTo>
                <a:lnTo>
                  <a:pt x="403" y="0"/>
                </a:lnTo>
                <a:lnTo>
                  <a:pt x="0" y="0"/>
                </a:lnTo>
                <a:lnTo>
                  <a:pt x="0" y="580"/>
                </a:lnTo>
                <a:close/>
              </a:path>
            </a:pathLst>
          </a:custGeom>
          <a:solidFill>
            <a:srgbClr val="CBCBCB"/>
          </a:solidFill>
          <a:ln w="12700">
            <a:solidFill>
              <a:srgbClr val="000000"/>
            </a:solidFill>
            <a:prstDash val="solid"/>
            <a:round/>
            <a:headEnd/>
            <a:tailEnd/>
          </a:ln>
        </p:spPr>
        <p:txBody>
          <a:bodyPr/>
          <a:lstStyle/>
          <a:p>
            <a:endParaRPr lang="en-US"/>
          </a:p>
        </p:txBody>
      </p:sp>
      <p:sp>
        <p:nvSpPr>
          <p:cNvPr id="397809" name="Rectangle 497"/>
          <p:cNvSpPr>
            <a:spLocks noChangeArrowheads="1"/>
          </p:cNvSpPr>
          <p:nvPr/>
        </p:nvSpPr>
        <p:spPr bwMode="auto">
          <a:xfrm>
            <a:off x="758825" y="5713413"/>
            <a:ext cx="301625" cy="217487"/>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IRB</a:t>
            </a:r>
            <a:endParaRPr lang="en-US" sz="1800">
              <a:latin typeface="Garamond" pitchFamily="18" charset="0"/>
            </a:endParaRPr>
          </a:p>
        </p:txBody>
      </p:sp>
      <p:sp>
        <p:nvSpPr>
          <p:cNvPr id="397810" name="Rectangle 498"/>
          <p:cNvSpPr>
            <a:spLocks noChangeArrowheads="1"/>
          </p:cNvSpPr>
          <p:nvPr/>
        </p:nvSpPr>
        <p:spPr bwMode="auto">
          <a:xfrm>
            <a:off x="666750" y="5864225"/>
            <a:ext cx="485775" cy="217488"/>
          </a:xfrm>
          <a:prstGeom prst="rect">
            <a:avLst/>
          </a:prstGeom>
          <a:noFill/>
          <a:ln w="9525">
            <a:noFill/>
            <a:miter lim="800000"/>
            <a:headEnd/>
            <a:tailEnd/>
          </a:ln>
        </p:spPr>
        <p:txBody>
          <a:bodyPr wrap="none" lIns="0" tIns="0" rIns="0" bIns="0">
            <a:spAutoFit/>
          </a:bodyPr>
          <a:lstStyle/>
          <a:p>
            <a:r>
              <a:rPr lang="en-US" sz="1000" b="0">
                <a:solidFill>
                  <a:srgbClr val="000000"/>
                </a:solidFill>
                <a:latin typeface="Comic Sans MS" pitchFamily="66" charset="0"/>
              </a:rPr>
              <a:t>Report</a:t>
            </a:r>
            <a:endParaRPr lang="en-US" sz="1800">
              <a:latin typeface="Garamond" pitchFamily="18" charset="0"/>
            </a:endParaRPr>
          </a:p>
        </p:txBody>
      </p:sp>
      <p:grpSp>
        <p:nvGrpSpPr>
          <p:cNvPr id="397811" name="Group 499"/>
          <p:cNvGrpSpPr>
            <a:grpSpLocks/>
          </p:cNvGrpSpPr>
          <p:nvPr/>
        </p:nvGrpSpPr>
        <p:grpSpPr bwMode="auto">
          <a:xfrm>
            <a:off x="879475" y="4975225"/>
            <a:ext cx="265113" cy="290513"/>
            <a:chOff x="554" y="3134"/>
            <a:chExt cx="167" cy="183"/>
          </a:xfrm>
        </p:grpSpPr>
        <p:sp>
          <p:nvSpPr>
            <p:cNvPr id="397812" name="Line 500"/>
            <p:cNvSpPr>
              <a:spLocks noChangeShapeType="1"/>
            </p:cNvSpPr>
            <p:nvPr/>
          </p:nvSpPr>
          <p:spPr bwMode="auto">
            <a:xfrm flipH="1">
              <a:off x="598" y="3134"/>
              <a:ext cx="123" cy="135"/>
            </a:xfrm>
            <a:prstGeom prst="line">
              <a:avLst/>
            </a:prstGeom>
            <a:noFill/>
            <a:ln w="12700">
              <a:solidFill>
                <a:srgbClr val="000000"/>
              </a:solidFill>
              <a:round/>
              <a:headEnd/>
              <a:tailEnd/>
            </a:ln>
          </p:spPr>
          <p:txBody>
            <a:bodyPr/>
            <a:lstStyle/>
            <a:p>
              <a:endParaRPr lang="en-US"/>
            </a:p>
          </p:txBody>
        </p:sp>
        <p:sp>
          <p:nvSpPr>
            <p:cNvPr id="397813" name="Freeform 501"/>
            <p:cNvSpPr>
              <a:spLocks/>
            </p:cNvSpPr>
            <p:nvPr/>
          </p:nvSpPr>
          <p:spPr bwMode="auto">
            <a:xfrm>
              <a:off x="554" y="3245"/>
              <a:ext cx="72" cy="72"/>
            </a:xfrm>
            <a:custGeom>
              <a:avLst/>
              <a:gdLst/>
              <a:ahLst/>
              <a:cxnLst>
                <a:cxn ang="0">
                  <a:pos x="19" y="0"/>
                </a:cxn>
                <a:cxn ang="0">
                  <a:pos x="0" y="145"/>
                </a:cxn>
                <a:cxn ang="0">
                  <a:pos x="72" y="87"/>
                </a:cxn>
                <a:cxn ang="0">
                  <a:pos x="19" y="0"/>
                </a:cxn>
              </a:cxnLst>
              <a:rect l="0" t="0" r="r" b="b"/>
              <a:pathLst>
                <a:path w="72" h="145">
                  <a:moveTo>
                    <a:pt x="19" y="0"/>
                  </a:moveTo>
                  <a:lnTo>
                    <a:pt x="0" y="145"/>
                  </a:lnTo>
                  <a:lnTo>
                    <a:pt x="72" y="87"/>
                  </a:lnTo>
                  <a:lnTo>
                    <a:pt x="19" y="0"/>
                  </a:lnTo>
                  <a:close/>
                </a:path>
              </a:pathLst>
            </a:custGeom>
            <a:solidFill>
              <a:srgbClr val="000000"/>
            </a:solidFill>
            <a:ln w="9525">
              <a:noFill/>
              <a:round/>
              <a:headEnd/>
              <a:tailEnd/>
            </a:ln>
          </p:spPr>
          <p:txBody>
            <a:bodyPr/>
            <a:lstStyle/>
            <a:p>
              <a:endParaRPr lang="en-US"/>
            </a:p>
          </p:txBody>
        </p:sp>
      </p:grpSp>
      <p:grpSp>
        <p:nvGrpSpPr>
          <p:cNvPr id="397814" name="Group 502"/>
          <p:cNvGrpSpPr>
            <a:grpSpLocks/>
          </p:cNvGrpSpPr>
          <p:nvPr/>
        </p:nvGrpSpPr>
        <p:grpSpPr bwMode="auto">
          <a:xfrm>
            <a:off x="846138" y="5567363"/>
            <a:ext cx="63500" cy="141287"/>
            <a:chOff x="533" y="3507"/>
            <a:chExt cx="40" cy="89"/>
          </a:xfrm>
        </p:grpSpPr>
        <p:sp>
          <p:nvSpPr>
            <p:cNvPr id="397815" name="Line 503"/>
            <p:cNvSpPr>
              <a:spLocks noChangeShapeType="1"/>
            </p:cNvSpPr>
            <p:nvPr/>
          </p:nvSpPr>
          <p:spPr bwMode="auto">
            <a:xfrm flipH="1">
              <a:off x="552" y="3507"/>
              <a:ext cx="2" cy="69"/>
            </a:xfrm>
            <a:prstGeom prst="line">
              <a:avLst/>
            </a:prstGeom>
            <a:noFill/>
            <a:ln w="12700">
              <a:solidFill>
                <a:srgbClr val="000000"/>
              </a:solidFill>
              <a:round/>
              <a:headEnd/>
              <a:tailEnd/>
            </a:ln>
          </p:spPr>
          <p:txBody>
            <a:bodyPr/>
            <a:lstStyle/>
            <a:p>
              <a:endParaRPr lang="en-US"/>
            </a:p>
          </p:txBody>
        </p:sp>
        <p:sp>
          <p:nvSpPr>
            <p:cNvPr id="397816" name="Oval 504"/>
            <p:cNvSpPr>
              <a:spLocks noChangeArrowheads="1"/>
            </p:cNvSpPr>
            <p:nvPr/>
          </p:nvSpPr>
          <p:spPr bwMode="auto">
            <a:xfrm>
              <a:off x="533" y="3557"/>
              <a:ext cx="40" cy="39"/>
            </a:xfrm>
            <a:prstGeom prst="ellipse">
              <a:avLst/>
            </a:prstGeom>
            <a:solidFill>
              <a:srgbClr val="000000"/>
            </a:solidFill>
            <a:ln w="9525">
              <a:noFill/>
              <a:round/>
              <a:headEnd/>
              <a:tailEnd/>
            </a:ln>
          </p:spPr>
          <p:txBody>
            <a:bodyPr/>
            <a:lstStyle/>
            <a:p>
              <a:endParaRPr lang="en-US"/>
            </a:p>
          </p:txBody>
        </p:sp>
      </p:grpSp>
      <p:sp>
        <p:nvSpPr>
          <p:cNvPr id="397817" name="Rectangle 505"/>
          <p:cNvSpPr>
            <a:spLocks noChangeArrowheads="1"/>
          </p:cNvSpPr>
          <p:nvPr/>
        </p:nvSpPr>
        <p:spPr bwMode="auto">
          <a:xfrm>
            <a:off x="1135063" y="5759450"/>
            <a:ext cx="996950" cy="214313"/>
          </a:xfrm>
          <a:prstGeom prst="rect">
            <a:avLst/>
          </a:prstGeom>
          <a:noFill/>
          <a:ln w="9525">
            <a:noFill/>
            <a:miter lim="800000"/>
            <a:headEnd/>
            <a:tailEnd/>
          </a:ln>
        </p:spPr>
        <p:txBody>
          <a:bodyPr/>
          <a:lstStyle/>
          <a:p>
            <a:endParaRPr lang="en-US"/>
          </a:p>
        </p:txBody>
      </p:sp>
      <p:sp>
        <p:nvSpPr>
          <p:cNvPr id="397818" name="Rectangle 506"/>
          <p:cNvSpPr>
            <a:spLocks noChangeArrowheads="1"/>
          </p:cNvSpPr>
          <p:nvPr/>
        </p:nvSpPr>
        <p:spPr bwMode="auto">
          <a:xfrm>
            <a:off x="1230313" y="5789613"/>
            <a:ext cx="754062" cy="173037"/>
          </a:xfrm>
          <a:prstGeom prst="rect">
            <a:avLst/>
          </a:prstGeom>
          <a:noFill/>
          <a:ln w="9525">
            <a:noFill/>
            <a:miter lim="800000"/>
            <a:headEnd/>
            <a:tailEnd/>
          </a:ln>
        </p:spPr>
        <p:txBody>
          <a:bodyPr wrap="none" lIns="0" tIns="0" rIns="0" bIns="0">
            <a:spAutoFit/>
          </a:bodyPr>
          <a:lstStyle/>
          <a:p>
            <a:r>
              <a:rPr lang="en-US" sz="800" b="0">
                <a:solidFill>
                  <a:srgbClr val="000000"/>
                </a:solidFill>
                <a:latin typeface="Comic Sans MS" pitchFamily="66" charset="0"/>
              </a:rPr>
              <a:t>Audit Reports</a:t>
            </a:r>
            <a:endParaRPr lang="en-US" sz="1800">
              <a:latin typeface="Garamond" pitchFamily="18" charset="0"/>
            </a:endParaRPr>
          </a:p>
        </p:txBody>
      </p:sp>
      <p:grpSp>
        <p:nvGrpSpPr>
          <p:cNvPr id="397819" name="Group 507"/>
          <p:cNvGrpSpPr>
            <a:grpSpLocks/>
          </p:cNvGrpSpPr>
          <p:nvPr/>
        </p:nvGrpSpPr>
        <p:grpSpPr bwMode="auto">
          <a:xfrm>
            <a:off x="571500" y="4338638"/>
            <a:ext cx="1146175" cy="636587"/>
            <a:chOff x="360" y="2733"/>
            <a:chExt cx="722" cy="401"/>
          </a:xfrm>
        </p:grpSpPr>
        <p:sp>
          <p:nvSpPr>
            <p:cNvPr id="397820" name="Rectangle 508"/>
            <p:cNvSpPr>
              <a:spLocks noChangeArrowheads="1"/>
            </p:cNvSpPr>
            <p:nvPr/>
          </p:nvSpPr>
          <p:spPr bwMode="auto">
            <a:xfrm>
              <a:off x="360" y="2733"/>
              <a:ext cx="722" cy="401"/>
            </a:xfrm>
            <a:prstGeom prst="rect">
              <a:avLst/>
            </a:prstGeom>
            <a:solidFill>
              <a:srgbClr val="CCFFFF"/>
            </a:solidFill>
            <a:ln w="9525">
              <a:noFill/>
              <a:miter lim="800000"/>
              <a:headEnd/>
              <a:tailEnd/>
            </a:ln>
          </p:spPr>
          <p:txBody>
            <a:bodyPr/>
            <a:lstStyle/>
            <a:p>
              <a:endParaRPr lang="en-US"/>
            </a:p>
          </p:txBody>
        </p:sp>
        <p:sp>
          <p:nvSpPr>
            <p:cNvPr id="397821" name="Rectangle 509"/>
            <p:cNvSpPr>
              <a:spLocks noChangeArrowheads="1"/>
            </p:cNvSpPr>
            <p:nvPr/>
          </p:nvSpPr>
          <p:spPr bwMode="auto">
            <a:xfrm>
              <a:off x="360" y="2733"/>
              <a:ext cx="722" cy="401"/>
            </a:xfrm>
            <a:prstGeom prst="rect">
              <a:avLst/>
            </a:prstGeom>
            <a:noFill/>
            <a:ln w="12700">
              <a:solidFill>
                <a:srgbClr val="000000"/>
              </a:solidFill>
              <a:miter lim="800000"/>
              <a:headEnd/>
              <a:tailEnd/>
            </a:ln>
          </p:spPr>
          <p:txBody>
            <a:bodyPr/>
            <a:lstStyle/>
            <a:p>
              <a:endParaRPr lang="en-US"/>
            </a:p>
          </p:txBody>
        </p:sp>
        <p:sp>
          <p:nvSpPr>
            <p:cNvPr id="397822" name="Line 510"/>
            <p:cNvSpPr>
              <a:spLocks noChangeShapeType="1"/>
            </p:cNvSpPr>
            <p:nvPr/>
          </p:nvSpPr>
          <p:spPr bwMode="auto">
            <a:xfrm>
              <a:off x="447" y="2733"/>
              <a:ext cx="1" cy="401"/>
            </a:xfrm>
            <a:prstGeom prst="line">
              <a:avLst/>
            </a:prstGeom>
            <a:noFill/>
            <a:ln w="12700">
              <a:solidFill>
                <a:srgbClr val="000000"/>
              </a:solidFill>
              <a:round/>
              <a:headEnd/>
              <a:tailEnd/>
            </a:ln>
          </p:spPr>
          <p:txBody>
            <a:bodyPr/>
            <a:lstStyle/>
            <a:p>
              <a:endParaRPr lang="en-US"/>
            </a:p>
          </p:txBody>
        </p:sp>
        <p:sp>
          <p:nvSpPr>
            <p:cNvPr id="397823" name="Line 511"/>
            <p:cNvSpPr>
              <a:spLocks noChangeShapeType="1"/>
            </p:cNvSpPr>
            <p:nvPr/>
          </p:nvSpPr>
          <p:spPr bwMode="auto">
            <a:xfrm>
              <a:off x="995" y="2733"/>
              <a:ext cx="1" cy="401"/>
            </a:xfrm>
            <a:prstGeom prst="line">
              <a:avLst/>
            </a:prstGeom>
            <a:noFill/>
            <a:ln w="12700">
              <a:solidFill>
                <a:srgbClr val="000000"/>
              </a:solidFill>
              <a:round/>
              <a:headEnd/>
              <a:tailEnd/>
            </a:ln>
          </p:spPr>
          <p:txBody>
            <a:bodyPr/>
            <a:lstStyle/>
            <a:p>
              <a:endParaRPr lang="en-US"/>
            </a:p>
          </p:txBody>
        </p:sp>
      </p:grpSp>
      <p:sp>
        <p:nvSpPr>
          <p:cNvPr id="397824" name="Rectangle 512"/>
          <p:cNvSpPr>
            <a:spLocks noChangeArrowheads="1"/>
          </p:cNvSpPr>
          <p:nvPr/>
        </p:nvSpPr>
        <p:spPr bwMode="auto">
          <a:xfrm>
            <a:off x="742950" y="4494213"/>
            <a:ext cx="879475" cy="215900"/>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(EVALUATE)</a:t>
            </a:r>
            <a:endParaRPr lang="en-US" sz="1800">
              <a:latin typeface="Garamond" pitchFamily="18" charset="0"/>
            </a:endParaRPr>
          </a:p>
        </p:txBody>
      </p:sp>
      <p:sp>
        <p:nvSpPr>
          <p:cNvPr id="397825" name="Rectangle 513"/>
          <p:cNvSpPr>
            <a:spLocks noChangeArrowheads="1"/>
          </p:cNvSpPr>
          <p:nvPr/>
        </p:nvSpPr>
        <p:spPr bwMode="auto">
          <a:xfrm>
            <a:off x="806450" y="4683125"/>
            <a:ext cx="620713" cy="192088"/>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Evaluation</a:t>
            </a:r>
            <a:endParaRPr lang="en-US" sz="1800">
              <a:latin typeface="Garamond" pitchFamily="18" charset="0"/>
            </a:endParaRPr>
          </a:p>
        </p:txBody>
      </p:sp>
      <p:sp>
        <p:nvSpPr>
          <p:cNvPr id="397826" name="Rectangle 514"/>
          <p:cNvSpPr>
            <a:spLocks noChangeArrowheads="1"/>
          </p:cNvSpPr>
          <p:nvPr/>
        </p:nvSpPr>
        <p:spPr bwMode="auto">
          <a:xfrm>
            <a:off x="6657975" y="5329238"/>
            <a:ext cx="795338" cy="198437"/>
          </a:xfrm>
          <a:prstGeom prst="rect">
            <a:avLst/>
          </a:prstGeom>
          <a:noFill/>
          <a:ln w="9525">
            <a:noFill/>
            <a:miter lim="800000"/>
            <a:headEnd/>
            <a:tailEnd/>
          </a:ln>
        </p:spPr>
        <p:txBody>
          <a:bodyPr/>
          <a:lstStyle/>
          <a:p>
            <a:endParaRPr lang="en-US"/>
          </a:p>
        </p:txBody>
      </p:sp>
      <p:sp>
        <p:nvSpPr>
          <p:cNvPr id="397827" name="Rectangle 515"/>
          <p:cNvSpPr>
            <a:spLocks noChangeArrowheads="1"/>
          </p:cNvSpPr>
          <p:nvPr/>
        </p:nvSpPr>
        <p:spPr bwMode="auto">
          <a:xfrm>
            <a:off x="6753225" y="5359400"/>
            <a:ext cx="574675" cy="153988"/>
          </a:xfrm>
          <a:prstGeom prst="rect">
            <a:avLst/>
          </a:prstGeom>
          <a:noFill/>
          <a:ln w="9525">
            <a:noFill/>
            <a:miter lim="800000"/>
            <a:headEnd/>
            <a:tailEnd/>
          </a:ln>
        </p:spPr>
        <p:txBody>
          <a:bodyPr wrap="none" lIns="0" tIns="0" rIns="0" bIns="0">
            <a:spAutoFit/>
          </a:bodyPr>
          <a:lstStyle/>
          <a:p>
            <a:r>
              <a:rPr lang="en-US" sz="700" b="0">
                <a:solidFill>
                  <a:srgbClr val="000000"/>
                </a:solidFill>
                <a:latin typeface="Comic Sans MS" pitchFamily="66" charset="0"/>
              </a:rPr>
              <a:t>Disapproved</a:t>
            </a:r>
            <a:endParaRPr lang="en-US" sz="1800">
              <a:latin typeface="Garamond" pitchFamily="18" charset="0"/>
            </a:endParaRPr>
          </a:p>
        </p:txBody>
      </p:sp>
      <p:sp>
        <p:nvSpPr>
          <p:cNvPr id="397828" name="Freeform 516"/>
          <p:cNvSpPr>
            <a:spLocks/>
          </p:cNvSpPr>
          <p:nvPr/>
        </p:nvSpPr>
        <p:spPr bwMode="auto">
          <a:xfrm>
            <a:off x="1897063" y="3490913"/>
            <a:ext cx="314325" cy="303212"/>
          </a:xfrm>
          <a:custGeom>
            <a:avLst/>
            <a:gdLst/>
            <a:ahLst/>
            <a:cxnLst>
              <a:cxn ang="0">
                <a:pos x="99" y="0"/>
              </a:cxn>
              <a:cxn ang="0">
                <a:pos x="0" y="190"/>
              </a:cxn>
              <a:cxn ang="0">
                <a:pos x="99" y="380"/>
              </a:cxn>
              <a:cxn ang="0">
                <a:pos x="198" y="190"/>
              </a:cxn>
              <a:cxn ang="0">
                <a:pos x="99" y="0"/>
              </a:cxn>
            </a:cxnLst>
            <a:rect l="0" t="0" r="r" b="b"/>
            <a:pathLst>
              <a:path w="198" h="380">
                <a:moveTo>
                  <a:pt x="99" y="0"/>
                </a:moveTo>
                <a:lnTo>
                  <a:pt x="0" y="190"/>
                </a:lnTo>
                <a:lnTo>
                  <a:pt x="99" y="380"/>
                </a:lnTo>
                <a:lnTo>
                  <a:pt x="198" y="190"/>
                </a:lnTo>
                <a:lnTo>
                  <a:pt x="99" y="0"/>
                </a:lnTo>
                <a:close/>
              </a:path>
            </a:pathLst>
          </a:custGeom>
          <a:solidFill>
            <a:srgbClr val="FF3300"/>
          </a:solidFill>
          <a:ln w="12700">
            <a:solidFill>
              <a:srgbClr val="000000"/>
            </a:solidFill>
            <a:prstDash val="solid"/>
            <a:round/>
            <a:headEnd/>
            <a:tailEnd/>
          </a:ln>
        </p:spPr>
        <p:txBody>
          <a:bodyPr/>
          <a:lstStyle/>
          <a:p>
            <a:endParaRPr lang="en-US"/>
          </a:p>
        </p:txBody>
      </p:sp>
      <p:sp>
        <p:nvSpPr>
          <p:cNvPr id="397829" name="Rectangle 517"/>
          <p:cNvSpPr>
            <a:spLocks noChangeArrowheads="1"/>
          </p:cNvSpPr>
          <p:nvPr/>
        </p:nvSpPr>
        <p:spPr bwMode="auto">
          <a:xfrm>
            <a:off x="2003425" y="3543300"/>
            <a:ext cx="192088" cy="242888"/>
          </a:xfrm>
          <a:prstGeom prst="rect">
            <a:avLst/>
          </a:prstGeom>
          <a:noFill/>
          <a:ln w="9525">
            <a:noFill/>
            <a:miter lim="800000"/>
            <a:headEnd/>
            <a:tailEnd/>
          </a:ln>
        </p:spPr>
        <p:txBody>
          <a:bodyPr wrap="none" lIns="0" tIns="0" rIns="0" bIns="0">
            <a:spAutoFit/>
          </a:bodyPr>
          <a:lstStyle/>
          <a:p>
            <a:r>
              <a:rPr lang="en-US" sz="1400">
                <a:solidFill>
                  <a:srgbClr val="FFFFFF"/>
                </a:solidFill>
                <a:latin typeface="Arial" charset="0"/>
              </a:rPr>
              <a:t>3</a:t>
            </a:r>
            <a:endParaRPr lang="en-US" sz="1800">
              <a:latin typeface="Garamond" pitchFamily="18" charset="0"/>
            </a:endParaRPr>
          </a:p>
        </p:txBody>
      </p:sp>
      <p:grpSp>
        <p:nvGrpSpPr>
          <p:cNvPr id="397830" name="Group 518"/>
          <p:cNvGrpSpPr>
            <a:grpSpLocks/>
          </p:cNvGrpSpPr>
          <p:nvPr/>
        </p:nvGrpSpPr>
        <p:grpSpPr bwMode="auto">
          <a:xfrm>
            <a:off x="1709738" y="3608388"/>
            <a:ext cx="176212" cy="66675"/>
            <a:chOff x="1077" y="2273"/>
            <a:chExt cx="111" cy="42"/>
          </a:xfrm>
        </p:grpSpPr>
        <p:sp>
          <p:nvSpPr>
            <p:cNvPr id="397831" name="Line 519"/>
            <p:cNvSpPr>
              <a:spLocks noChangeShapeType="1"/>
            </p:cNvSpPr>
            <p:nvPr/>
          </p:nvSpPr>
          <p:spPr bwMode="auto">
            <a:xfrm flipH="1">
              <a:off x="1119" y="2294"/>
              <a:ext cx="69" cy="1"/>
            </a:xfrm>
            <a:prstGeom prst="line">
              <a:avLst/>
            </a:prstGeom>
            <a:noFill/>
            <a:ln w="12700">
              <a:solidFill>
                <a:srgbClr val="000000"/>
              </a:solidFill>
              <a:round/>
              <a:headEnd/>
              <a:tailEnd/>
            </a:ln>
          </p:spPr>
          <p:txBody>
            <a:bodyPr/>
            <a:lstStyle/>
            <a:p>
              <a:endParaRPr lang="en-US"/>
            </a:p>
          </p:txBody>
        </p:sp>
        <p:sp>
          <p:nvSpPr>
            <p:cNvPr id="397832" name="Freeform 520"/>
            <p:cNvSpPr>
              <a:spLocks/>
            </p:cNvSpPr>
            <p:nvPr/>
          </p:nvSpPr>
          <p:spPr bwMode="auto">
            <a:xfrm>
              <a:off x="1077" y="2273"/>
              <a:ext cx="44" cy="42"/>
            </a:xfrm>
            <a:custGeom>
              <a:avLst/>
              <a:gdLst/>
              <a:ahLst/>
              <a:cxnLst>
                <a:cxn ang="0">
                  <a:pos x="44" y="0"/>
                </a:cxn>
                <a:cxn ang="0">
                  <a:pos x="0" y="44"/>
                </a:cxn>
                <a:cxn ang="0">
                  <a:pos x="44" y="86"/>
                </a:cxn>
                <a:cxn ang="0">
                  <a:pos x="44" y="0"/>
                </a:cxn>
              </a:cxnLst>
              <a:rect l="0" t="0" r="r" b="b"/>
              <a:pathLst>
                <a:path w="44" h="86">
                  <a:moveTo>
                    <a:pt x="44" y="0"/>
                  </a:moveTo>
                  <a:lnTo>
                    <a:pt x="0" y="44"/>
                  </a:lnTo>
                  <a:lnTo>
                    <a:pt x="44" y="86"/>
                  </a:lnTo>
                  <a:lnTo>
                    <a:pt x="44" y="0"/>
                  </a:lnTo>
                  <a:close/>
                </a:path>
              </a:pathLst>
            </a:custGeom>
            <a:solidFill>
              <a:srgbClr val="000000"/>
            </a:solidFill>
            <a:ln w="9525">
              <a:noFill/>
              <a:round/>
              <a:headEnd/>
              <a:tailEnd/>
            </a:ln>
          </p:spPr>
          <p:txBody>
            <a:bodyPr/>
            <a:lstStyle/>
            <a:p>
              <a:endParaRPr lang="en-US"/>
            </a:p>
          </p:txBody>
        </p:sp>
      </p:grpSp>
      <p:grpSp>
        <p:nvGrpSpPr>
          <p:cNvPr id="397833" name="Group 521"/>
          <p:cNvGrpSpPr>
            <a:grpSpLocks/>
          </p:cNvGrpSpPr>
          <p:nvPr/>
        </p:nvGrpSpPr>
        <p:grpSpPr bwMode="auto">
          <a:xfrm>
            <a:off x="1033463" y="4105275"/>
            <a:ext cx="69850" cy="228600"/>
            <a:chOff x="651" y="2586"/>
            <a:chExt cx="44" cy="144"/>
          </a:xfrm>
        </p:grpSpPr>
        <p:sp>
          <p:nvSpPr>
            <p:cNvPr id="397834" name="Line 522"/>
            <p:cNvSpPr>
              <a:spLocks noChangeShapeType="1"/>
            </p:cNvSpPr>
            <p:nvPr/>
          </p:nvSpPr>
          <p:spPr bwMode="auto">
            <a:xfrm>
              <a:off x="673" y="2586"/>
              <a:ext cx="1" cy="104"/>
            </a:xfrm>
            <a:prstGeom prst="line">
              <a:avLst/>
            </a:prstGeom>
            <a:noFill/>
            <a:ln w="12700">
              <a:solidFill>
                <a:srgbClr val="000000"/>
              </a:solidFill>
              <a:round/>
              <a:headEnd/>
              <a:tailEnd/>
            </a:ln>
          </p:spPr>
          <p:txBody>
            <a:bodyPr/>
            <a:lstStyle/>
            <a:p>
              <a:endParaRPr lang="en-US"/>
            </a:p>
          </p:txBody>
        </p:sp>
        <p:sp>
          <p:nvSpPr>
            <p:cNvPr id="397835" name="Freeform 523"/>
            <p:cNvSpPr>
              <a:spLocks/>
            </p:cNvSpPr>
            <p:nvPr/>
          </p:nvSpPr>
          <p:spPr bwMode="auto">
            <a:xfrm>
              <a:off x="651" y="2688"/>
              <a:ext cx="44" cy="42"/>
            </a:xfrm>
            <a:custGeom>
              <a:avLst/>
              <a:gdLst/>
              <a:ahLst/>
              <a:cxnLst>
                <a:cxn ang="0">
                  <a:pos x="0" y="0"/>
                </a:cxn>
                <a:cxn ang="0">
                  <a:pos x="22" y="85"/>
                </a:cxn>
                <a:cxn ang="0">
                  <a:pos x="44" y="0"/>
                </a:cxn>
                <a:cxn ang="0">
                  <a:pos x="0" y="0"/>
                </a:cxn>
              </a:cxnLst>
              <a:rect l="0" t="0" r="r" b="b"/>
              <a:pathLst>
                <a:path w="44" h="85">
                  <a:moveTo>
                    <a:pt x="0" y="0"/>
                  </a:moveTo>
                  <a:lnTo>
                    <a:pt x="22" y="85"/>
                  </a:lnTo>
                  <a:lnTo>
                    <a:pt x="44" y="0"/>
                  </a:lnTo>
                  <a:lnTo>
                    <a:pt x="0" y="0"/>
                  </a:lnTo>
                  <a:close/>
                </a:path>
              </a:pathLst>
            </a:custGeom>
            <a:solidFill>
              <a:srgbClr val="000000"/>
            </a:solidFill>
            <a:ln w="9525">
              <a:noFill/>
              <a:round/>
              <a:headEnd/>
              <a:tailEnd/>
            </a:ln>
          </p:spPr>
          <p:txBody>
            <a:bodyPr/>
            <a:lstStyle/>
            <a:p>
              <a:endParaRPr lang="en-US"/>
            </a:p>
          </p:txBody>
        </p:sp>
      </p:grpSp>
      <p:grpSp>
        <p:nvGrpSpPr>
          <p:cNvPr id="397836" name="Group 524"/>
          <p:cNvGrpSpPr>
            <a:grpSpLocks/>
          </p:cNvGrpSpPr>
          <p:nvPr/>
        </p:nvGrpSpPr>
        <p:grpSpPr bwMode="auto">
          <a:xfrm>
            <a:off x="2024063" y="3794125"/>
            <a:ext cx="65087" cy="665163"/>
            <a:chOff x="1275" y="2390"/>
            <a:chExt cx="41" cy="419"/>
          </a:xfrm>
        </p:grpSpPr>
        <p:sp>
          <p:nvSpPr>
            <p:cNvPr id="397837" name="Line 525"/>
            <p:cNvSpPr>
              <a:spLocks noChangeShapeType="1"/>
            </p:cNvSpPr>
            <p:nvPr/>
          </p:nvSpPr>
          <p:spPr bwMode="auto">
            <a:xfrm>
              <a:off x="1294" y="2390"/>
              <a:ext cx="1" cy="400"/>
            </a:xfrm>
            <a:prstGeom prst="line">
              <a:avLst/>
            </a:prstGeom>
            <a:noFill/>
            <a:ln w="12700">
              <a:solidFill>
                <a:srgbClr val="000000"/>
              </a:solidFill>
              <a:round/>
              <a:headEnd/>
              <a:tailEnd/>
            </a:ln>
          </p:spPr>
          <p:txBody>
            <a:bodyPr/>
            <a:lstStyle/>
            <a:p>
              <a:endParaRPr lang="en-US"/>
            </a:p>
          </p:txBody>
        </p:sp>
        <p:sp>
          <p:nvSpPr>
            <p:cNvPr id="397838" name="Oval 526"/>
            <p:cNvSpPr>
              <a:spLocks noChangeArrowheads="1"/>
            </p:cNvSpPr>
            <p:nvPr/>
          </p:nvSpPr>
          <p:spPr bwMode="auto">
            <a:xfrm>
              <a:off x="1275" y="2771"/>
              <a:ext cx="41" cy="38"/>
            </a:xfrm>
            <a:prstGeom prst="ellipse">
              <a:avLst/>
            </a:prstGeom>
            <a:solidFill>
              <a:srgbClr val="000000"/>
            </a:solidFill>
            <a:ln w="9525">
              <a:noFill/>
              <a:round/>
              <a:headEnd/>
              <a:tailEnd/>
            </a:ln>
          </p:spPr>
          <p:txBody>
            <a:bodyPr/>
            <a:lstStyle/>
            <a:p>
              <a:endParaRPr lang="en-US"/>
            </a:p>
          </p:txBody>
        </p:sp>
      </p:grpSp>
      <p:sp>
        <p:nvSpPr>
          <p:cNvPr id="397839" name="Line 527"/>
          <p:cNvSpPr>
            <a:spLocks noChangeShapeType="1"/>
          </p:cNvSpPr>
          <p:nvPr/>
        </p:nvSpPr>
        <p:spPr bwMode="auto">
          <a:xfrm>
            <a:off x="6242050" y="4344988"/>
            <a:ext cx="1588" cy="685800"/>
          </a:xfrm>
          <a:prstGeom prst="line">
            <a:avLst/>
          </a:prstGeom>
          <a:noFill/>
          <a:ln w="12700">
            <a:solidFill>
              <a:srgbClr val="000000"/>
            </a:solidFill>
            <a:round/>
            <a:headEnd/>
            <a:tailEnd/>
          </a:ln>
        </p:spPr>
        <p:txBody>
          <a:bodyPr/>
          <a:lstStyle/>
          <a:p>
            <a:endParaRPr lang="en-US"/>
          </a:p>
        </p:txBody>
      </p:sp>
      <p:grpSp>
        <p:nvGrpSpPr>
          <p:cNvPr id="397840" name="Group 528"/>
          <p:cNvGrpSpPr>
            <a:grpSpLocks/>
          </p:cNvGrpSpPr>
          <p:nvPr/>
        </p:nvGrpSpPr>
        <p:grpSpPr bwMode="auto">
          <a:xfrm>
            <a:off x="3395663" y="4986338"/>
            <a:ext cx="2854325" cy="68262"/>
            <a:chOff x="2139" y="3141"/>
            <a:chExt cx="1798" cy="43"/>
          </a:xfrm>
        </p:grpSpPr>
        <p:sp>
          <p:nvSpPr>
            <p:cNvPr id="397841" name="Line 529"/>
            <p:cNvSpPr>
              <a:spLocks noChangeShapeType="1"/>
            </p:cNvSpPr>
            <p:nvPr/>
          </p:nvSpPr>
          <p:spPr bwMode="auto">
            <a:xfrm flipH="1">
              <a:off x="2181" y="3163"/>
              <a:ext cx="1756" cy="1"/>
            </a:xfrm>
            <a:prstGeom prst="line">
              <a:avLst/>
            </a:prstGeom>
            <a:noFill/>
            <a:ln w="12700">
              <a:solidFill>
                <a:srgbClr val="000000"/>
              </a:solidFill>
              <a:round/>
              <a:headEnd/>
              <a:tailEnd/>
            </a:ln>
          </p:spPr>
          <p:txBody>
            <a:bodyPr/>
            <a:lstStyle/>
            <a:p>
              <a:endParaRPr lang="en-US"/>
            </a:p>
          </p:txBody>
        </p:sp>
        <p:sp>
          <p:nvSpPr>
            <p:cNvPr id="397842" name="Freeform 530"/>
            <p:cNvSpPr>
              <a:spLocks/>
            </p:cNvSpPr>
            <p:nvPr/>
          </p:nvSpPr>
          <p:spPr bwMode="auto">
            <a:xfrm>
              <a:off x="2139" y="3141"/>
              <a:ext cx="44" cy="43"/>
            </a:xfrm>
            <a:custGeom>
              <a:avLst/>
              <a:gdLst/>
              <a:ahLst/>
              <a:cxnLst>
                <a:cxn ang="0">
                  <a:pos x="44" y="0"/>
                </a:cxn>
                <a:cxn ang="0">
                  <a:pos x="0" y="44"/>
                </a:cxn>
                <a:cxn ang="0">
                  <a:pos x="44" y="85"/>
                </a:cxn>
                <a:cxn ang="0">
                  <a:pos x="44" y="0"/>
                </a:cxn>
              </a:cxnLst>
              <a:rect l="0" t="0" r="r" b="b"/>
              <a:pathLst>
                <a:path w="44" h="85">
                  <a:moveTo>
                    <a:pt x="44" y="0"/>
                  </a:moveTo>
                  <a:lnTo>
                    <a:pt x="0" y="44"/>
                  </a:lnTo>
                  <a:lnTo>
                    <a:pt x="44" y="85"/>
                  </a:lnTo>
                  <a:lnTo>
                    <a:pt x="44" y="0"/>
                  </a:lnTo>
                  <a:close/>
                </a:path>
              </a:pathLst>
            </a:custGeom>
            <a:solidFill>
              <a:srgbClr val="000000"/>
            </a:solidFill>
            <a:ln w="9525">
              <a:noFill/>
              <a:round/>
              <a:headEnd/>
              <a:tailEnd/>
            </a:ln>
          </p:spPr>
          <p:txBody>
            <a:bodyPr/>
            <a:lstStyle/>
            <a:p>
              <a:endParaRPr lang="en-US"/>
            </a:p>
          </p:txBody>
        </p:sp>
      </p:grpSp>
      <p:sp>
        <p:nvSpPr>
          <p:cNvPr id="397843" name="Line 531"/>
          <p:cNvSpPr>
            <a:spLocks noChangeShapeType="1"/>
          </p:cNvSpPr>
          <p:nvPr/>
        </p:nvSpPr>
        <p:spPr bwMode="auto">
          <a:xfrm flipV="1">
            <a:off x="3389313" y="3670300"/>
            <a:ext cx="1587" cy="1355725"/>
          </a:xfrm>
          <a:prstGeom prst="line">
            <a:avLst/>
          </a:prstGeom>
          <a:noFill/>
          <a:ln w="12700">
            <a:solidFill>
              <a:srgbClr val="000000"/>
            </a:solidFill>
            <a:round/>
            <a:headEnd/>
            <a:tailEnd/>
          </a:ln>
        </p:spPr>
        <p:txBody>
          <a:bodyPr/>
          <a:lstStyle/>
          <a:p>
            <a:endParaRPr lang="en-US"/>
          </a:p>
        </p:txBody>
      </p:sp>
      <p:grpSp>
        <p:nvGrpSpPr>
          <p:cNvPr id="397844" name="Group 532"/>
          <p:cNvGrpSpPr>
            <a:grpSpLocks/>
          </p:cNvGrpSpPr>
          <p:nvPr/>
        </p:nvGrpSpPr>
        <p:grpSpPr bwMode="auto">
          <a:xfrm>
            <a:off x="2192338" y="3617913"/>
            <a:ext cx="1206500" cy="66675"/>
            <a:chOff x="1381" y="2279"/>
            <a:chExt cx="760" cy="42"/>
          </a:xfrm>
        </p:grpSpPr>
        <p:sp>
          <p:nvSpPr>
            <p:cNvPr id="397845" name="Line 533"/>
            <p:cNvSpPr>
              <a:spLocks noChangeShapeType="1"/>
            </p:cNvSpPr>
            <p:nvPr/>
          </p:nvSpPr>
          <p:spPr bwMode="auto">
            <a:xfrm flipH="1">
              <a:off x="1423" y="2300"/>
              <a:ext cx="718" cy="1"/>
            </a:xfrm>
            <a:prstGeom prst="line">
              <a:avLst/>
            </a:prstGeom>
            <a:noFill/>
            <a:ln w="12700">
              <a:solidFill>
                <a:srgbClr val="000000"/>
              </a:solidFill>
              <a:round/>
              <a:headEnd/>
              <a:tailEnd/>
            </a:ln>
          </p:spPr>
          <p:txBody>
            <a:bodyPr/>
            <a:lstStyle/>
            <a:p>
              <a:endParaRPr lang="en-US"/>
            </a:p>
          </p:txBody>
        </p:sp>
        <p:sp>
          <p:nvSpPr>
            <p:cNvPr id="397846" name="Freeform 534"/>
            <p:cNvSpPr>
              <a:spLocks/>
            </p:cNvSpPr>
            <p:nvPr/>
          </p:nvSpPr>
          <p:spPr bwMode="auto">
            <a:xfrm>
              <a:off x="1381" y="2279"/>
              <a:ext cx="44" cy="42"/>
            </a:xfrm>
            <a:custGeom>
              <a:avLst/>
              <a:gdLst/>
              <a:ahLst/>
              <a:cxnLst>
                <a:cxn ang="0">
                  <a:pos x="44" y="0"/>
                </a:cxn>
                <a:cxn ang="0">
                  <a:pos x="0" y="44"/>
                </a:cxn>
                <a:cxn ang="0">
                  <a:pos x="44" y="85"/>
                </a:cxn>
                <a:cxn ang="0">
                  <a:pos x="44" y="0"/>
                </a:cxn>
              </a:cxnLst>
              <a:rect l="0" t="0" r="r" b="b"/>
              <a:pathLst>
                <a:path w="44" h="85">
                  <a:moveTo>
                    <a:pt x="44" y="0"/>
                  </a:moveTo>
                  <a:lnTo>
                    <a:pt x="0" y="44"/>
                  </a:lnTo>
                  <a:lnTo>
                    <a:pt x="44" y="85"/>
                  </a:lnTo>
                  <a:lnTo>
                    <a:pt x="44" y="0"/>
                  </a:lnTo>
                  <a:close/>
                </a:path>
              </a:pathLst>
            </a:custGeom>
            <a:solidFill>
              <a:srgbClr val="000000"/>
            </a:solidFill>
            <a:ln w="9525">
              <a:noFill/>
              <a:round/>
              <a:headEnd/>
              <a:tailEnd/>
            </a:ln>
          </p:spPr>
          <p:txBody>
            <a:bodyPr/>
            <a:lstStyle/>
            <a:p>
              <a:endParaRPr lang="en-US"/>
            </a:p>
          </p:txBody>
        </p:sp>
      </p:grpSp>
      <p:grpSp>
        <p:nvGrpSpPr>
          <p:cNvPr id="397847" name="Group 535"/>
          <p:cNvGrpSpPr>
            <a:grpSpLocks/>
          </p:cNvGrpSpPr>
          <p:nvPr/>
        </p:nvGrpSpPr>
        <p:grpSpPr bwMode="auto">
          <a:xfrm>
            <a:off x="2005013" y="4862513"/>
            <a:ext cx="3849687" cy="876300"/>
            <a:chOff x="1263" y="3063"/>
            <a:chExt cx="2425" cy="552"/>
          </a:xfrm>
        </p:grpSpPr>
        <p:sp>
          <p:nvSpPr>
            <p:cNvPr id="397848" name="Line 536"/>
            <p:cNvSpPr>
              <a:spLocks noChangeShapeType="1"/>
            </p:cNvSpPr>
            <p:nvPr/>
          </p:nvSpPr>
          <p:spPr bwMode="auto">
            <a:xfrm flipV="1">
              <a:off x="1269" y="3063"/>
              <a:ext cx="1" cy="531"/>
            </a:xfrm>
            <a:prstGeom prst="line">
              <a:avLst/>
            </a:prstGeom>
            <a:noFill/>
            <a:ln w="12700">
              <a:solidFill>
                <a:srgbClr val="000000"/>
              </a:solidFill>
              <a:round/>
              <a:headEnd/>
              <a:tailEnd/>
            </a:ln>
          </p:spPr>
          <p:txBody>
            <a:bodyPr/>
            <a:lstStyle/>
            <a:p>
              <a:endParaRPr lang="en-US"/>
            </a:p>
          </p:txBody>
        </p:sp>
        <p:grpSp>
          <p:nvGrpSpPr>
            <p:cNvPr id="397849" name="Group 537"/>
            <p:cNvGrpSpPr>
              <a:grpSpLocks/>
            </p:cNvGrpSpPr>
            <p:nvPr/>
          </p:nvGrpSpPr>
          <p:grpSpPr bwMode="auto">
            <a:xfrm>
              <a:off x="1263" y="3573"/>
              <a:ext cx="2425" cy="42"/>
              <a:chOff x="1263" y="3573"/>
              <a:chExt cx="2425" cy="42"/>
            </a:xfrm>
          </p:grpSpPr>
          <p:sp>
            <p:nvSpPr>
              <p:cNvPr id="397850" name="Line 538"/>
              <p:cNvSpPr>
                <a:spLocks noChangeShapeType="1"/>
              </p:cNvSpPr>
              <p:nvPr/>
            </p:nvSpPr>
            <p:spPr bwMode="auto">
              <a:xfrm>
                <a:off x="1263" y="3594"/>
                <a:ext cx="2383" cy="1"/>
              </a:xfrm>
              <a:prstGeom prst="line">
                <a:avLst/>
              </a:prstGeom>
              <a:noFill/>
              <a:ln w="12700">
                <a:solidFill>
                  <a:srgbClr val="000000"/>
                </a:solidFill>
                <a:round/>
                <a:headEnd/>
                <a:tailEnd/>
              </a:ln>
            </p:spPr>
            <p:txBody>
              <a:bodyPr/>
              <a:lstStyle/>
              <a:p>
                <a:endParaRPr lang="en-US"/>
              </a:p>
            </p:txBody>
          </p:sp>
          <p:sp>
            <p:nvSpPr>
              <p:cNvPr id="397851" name="Freeform 539"/>
              <p:cNvSpPr>
                <a:spLocks/>
              </p:cNvSpPr>
              <p:nvPr/>
            </p:nvSpPr>
            <p:spPr bwMode="auto">
              <a:xfrm>
                <a:off x="3644" y="3573"/>
                <a:ext cx="44" cy="42"/>
              </a:xfrm>
              <a:custGeom>
                <a:avLst/>
                <a:gdLst/>
                <a:ahLst/>
                <a:cxnLst>
                  <a:cxn ang="0">
                    <a:pos x="0" y="85"/>
                  </a:cxn>
                  <a:cxn ang="0">
                    <a:pos x="44" y="41"/>
                  </a:cxn>
                  <a:cxn ang="0">
                    <a:pos x="0" y="0"/>
                  </a:cxn>
                  <a:cxn ang="0">
                    <a:pos x="0" y="85"/>
                  </a:cxn>
                </a:cxnLst>
                <a:rect l="0" t="0" r="r" b="b"/>
                <a:pathLst>
                  <a:path w="44" h="85">
                    <a:moveTo>
                      <a:pt x="0" y="85"/>
                    </a:moveTo>
                    <a:lnTo>
                      <a:pt x="44" y="41"/>
                    </a:lnTo>
                    <a:lnTo>
                      <a:pt x="0" y="0"/>
                    </a:lnTo>
                    <a:lnTo>
                      <a:pt x="0" y="85"/>
                    </a:lnTo>
                    <a:close/>
                  </a:path>
                </a:pathLst>
              </a:custGeom>
              <a:solidFill>
                <a:srgbClr val="000000"/>
              </a:solidFill>
              <a:ln w="9525">
                <a:noFill/>
                <a:round/>
                <a:headEnd/>
                <a:tailEnd/>
              </a:ln>
            </p:spPr>
            <p:txBody>
              <a:bodyPr/>
              <a:lstStyle/>
              <a:p>
                <a:endParaRPr lang="en-US"/>
              </a:p>
            </p:txBody>
          </p:sp>
        </p:grpSp>
      </p:grpSp>
      <p:grpSp>
        <p:nvGrpSpPr>
          <p:cNvPr id="397852" name="Group 540"/>
          <p:cNvGrpSpPr>
            <a:grpSpLocks/>
          </p:cNvGrpSpPr>
          <p:nvPr/>
        </p:nvGrpSpPr>
        <p:grpSpPr bwMode="auto">
          <a:xfrm>
            <a:off x="563563" y="3271838"/>
            <a:ext cx="1146175" cy="842962"/>
            <a:chOff x="355" y="2061"/>
            <a:chExt cx="722" cy="531"/>
          </a:xfrm>
        </p:grpSpPr>
        <p:grpSp>
          <p:nvGrpSpPr>
            <p:cNvPr id="397853" name="Group 541"/>
            <p:cNvGrpSpPr>
              <a:grpSpLocks/>
            </p:cNvGrpSpPr>
            <p:nvPr/>
          </p:nvGrpSpPr>
          <p:grpSpPr bwMode="auto">
            <a:xfrm>
              <a:off x="355" y="2061"/>
              <a:ext cx="722" cy="531"/>
              <a:chOff x="355" y="2061"/>
              <a:chExt cx="722" cy="531"/>
            </a:xfrm>
          </p:grpSpPr>
          <p:sp>
            <p:nvSpPr>
              <p:cNvPr id="397854" name="Rectangle 542"/>
              <p:cNvSpPr>
                <a:spLocks noChangeArrowheads="1"/>
              </p:cNvSpPr>
              <p:nvPr/>
            </p:nvSpPr>
            <p:spPr bwMode="auto">
              <a:xfrm>
                <a:off x="355" y="2061"/>
                <a:ext cx="722" cy="531"/>
              </a:xfrm>
              <a:prstGeom prst="rect">
                <a:avLst/>
              </a:prstGeom>
              <a:solidFill>
                <a:srgbClr val="CCFFFF"/>
              </a:solidFill>
              <a:ln w="9525">
                <a:noFill/>
                <a:miter lim="800000"/>
                <a:headEnd/>
                <a:tailEnd/>
              </a:ln>
            </p:spPr>
            <p:txBody>
              <a:bodyPr/>
              <a:lstStyle/>
              <a:p>
                <a:endParaRPr lang="en-US"/>
              </a:p>
            </p:txBody>
          </p:sp>
          <p:sp>
            <p:nvSpPr>
              <p:cNvPr id="397855" name="Rectangle 543"/>
              <p:cNvSpPr>
                <a:spLocks noChangeArrowheads="1"/>
              </p:cNvSpPr>
              <p:nvPr/>
            </p:nvSpPr>
            <p:spPr bwMode="auto">
              <a:xfrm>
                <a:off x="355" y="2061"/>
                <a:ext cx="722" cy="531"/>
              </a:xfrm>
              <a:prstGeom prst="rect">
                <a:avLst/>
              </a:prstGeom>
              <a:noFill/>
              <a:ln w="12700">
                <a:solidFill>
                  <a:srgbClr val="000000"/>
                </a:solidFill>
                <a:miter lim="800000"/>
                <a:headEnd/>
                <a:tailEnd/>
              </a:ln>
            </p:spPr>
            <p:txBody>
              <a:bodyPr/>
              <a:lstStyle/>
              <a:p>
                <a:endParaRPr lang="en-US"/>
              </a:p>
            </p:txBody>
          </p:sp>
          <p:sp>
            <p:nvSpPr>
              <p:cNvPr id="397856" name="Line 544"/>
              <p:cNvSpPr>
                <a:spLocks noChangeShapeType="1"/>
              </p:cNvSpPr>
              <p:nvPr/>
            </p:nvSpPr>
            <p:spPr bwMode="auto">
              <a:xfrm>
                <a:off x="442" y="2061"/>
                <a:ext cx="1" cy="531"/>
              </a:xfrm>
              <a:prstGeom prst="line">
                <a:avLst/>
              </a:prstGeom>
              <a:noFill/>
              <a:ln w="12700">
                <a:solidFill>
                  <a:srgbClr val="000000"/>
                </a:solidFill>
                <a:round/>
                <a:headEnd/>
                <a:tailEnd/>
              </a:ln>
            </p:spPr>
            <p:txBody>
              <a:bodyPr/>
              <a:lstStyle/>
              <a:p>
                <a:endParaRPr lang="en-US"/>
              </a:p>
            </p:txBody>
          </p:sp>
          <p:sp>
            <p:nvSpPr>
              <p:cNvPr id="397857" name="Line 545"/>
              <p:cNvSpPr>
                <a:spLocks noChangeShapeType="1"/>
              </p:cNvSpPr>
              <p:nvPr/>
            </p:nvSpPr>
            <p:spPr bwMode="auto">
              <a:xfrm>
                <a:off x="990" y="2061"/>
                <a:ext cx="1" cy="531"/>
              </a:xfrm>
              <a:prstGeom prst="line">
                <a:avLst/>
              </a:prstGeom>
              <a:noFill/>
              <a:ln w="12700">
                <a:solidFill>
                  <a:srgbClr val="000000"/>
                </a:solidFill>
                <a:round/>
                <a:headEnd/>
                <a:tailEnd/>
              </a:ln>
            </p:spPr>
            <p:txBody>
              <a:bodyPr/>
              <a:lstStyle/>
              <a:p>
                <a:endParaRPr lang="en-US"/>
              </a:p>
            </p:txBody>
          </p:sp>
        </p:grpSp>
        <p:sp>
          <p:nvSpPr>
            <p:cNvPr id="397858" name="Rectangle 546"/>
            <p:cNvSpPr>
              <a:spLocks noChangeArrowheads="1"/>
            </p:cNvSpPr>
            <p:nvPr/>
          </p:nvSpPr>
          <p:spPr bwMode="auto">
            <a:xfrm>
              <a:off x="482" y="2074"/>
              <a:ext cx="516" cy="136"/>
            </a:xfrm>
            <a:prstGeom prst="rect">
              <a:avLst/>
            </a:prstGeom>
            <a:noFill/>
            <a:ln w="9525">
              <a:noFill/>
              <a:miter lim="800000"/>
              <a:headEnd/>
              <a:tailEnd/>
            </a:ln>
          </p:spPr>
          <p:txBody>
            <a:bodyPr wrap="none" lIns="0" tIns="0" rIns="0" bIns="0">
              <a:spAutoFit/>
            </a:bodyPr>
            <a:lstStyle/>
            <a:p>
              <a:r>
                <a:rPr lang="en-US" sz="1000">
                  <a:solidFill>
                    <a:srgbClr val="000000"/>
                  </a:solidFill>
                  <a:latin typeface="Comic Sans MS" pitchFamily="66" charset="0"/>
                </a:rPr>
                <a:t>(CONTROL)</a:t>
              </a:r>
              <a:endParaRPr lang="en-US" sz="1800">
                <a:latin typeface="Garamond" pitchFamily="18" charset="0"/>
              </a:endParaRPr>
            </a:p>
          </p:txBody>
        </p:sp>
        <p:sp>
          <p:nvSpPr>
            <p:cNvPr id="397859" name="Rectangle 547"/>
            <p:cNvSpPr>
              <a:spLocks noChangeArrowheads="1"/>
            </p:cNvSpPr>
            <p:nvPr/>
          </p:nvSpPr>
          <p:spPr bwMode="auto">
            <a:xfrm>
              <a:off x="365" y="2172"/>
              <a:ext cx="64"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a:t>
              </a:r>
              <a:endParaRPr lang="en-US" sz="1800">
                <a:latin typeface="Garamond" pitchFamily="18" charset="0"/>
              </a:endParaRPr>
            </a:p>
          </p:txBody>
        </p:sp>
        <p:sp>
          <p:nvSpPr>
            <p:cNvPr id="397860" name="Rectangle 548"/>
            <p:cNvSpPr>
              <a:spLocks noChangeArrowheads="1"/>
            </p:cNvSpPr>
            <p:nvPr/>
          </p:nvSpPr>
          <p:spPr bwMode="auto">
            <a:xfrm>
              <a:off x="440" y="2172"/>
              <a:ext cx="271"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Define</a:t>
              </a:r>
              <a:endParaRPr lang="en-US" sz="1800">
                <a:latin typeface="Garamond" pitchFamily="18" charset="0"/>
              </a:endParaRPr>
            </a:p>
          </p:txBody>
        </p:sp>
        <p:sp>
          <p:nvSpPr>
            <p:cNvPr id="397861" name="Rectangle 549"/>
            <p:cNvSpPr>
              <a:spLocks noChangeArrowheads="1"/>
            </p:cNvSpPr>
            <p:nvPr/>
          </p:nvSpPr>
          <p:spPr bwMode="auto">
            <a:xfrm>
              <a:off x="365" y="2266"/>
              <a:ext cx="64"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a:t>
              </a:r>
              <a:endParaRPr lang="en-US" sz="1800">
                <a:latin typeface="Garamond" pitchFamily="18" charset="0"/>
              </a:endParaRPr>
            </a:p>
          </p:txBody>
        </p:sp>
        <p:sp>
          <p:nvSpPr>
            <p:cNvPr id="397862" name="Rectangle 550"/>
            <p:cNvSpPr>
              <a:spLocks noChangeArrowheads="1"/>
            </p:cNvSpPr>
            <p:nvPr/>
          </p:nvSpPr>
          <p:spPr bwMode="auto">
            <a:xfrm>
              <a:off x="440" y="2266"/>
              <a:ext cx="208"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Build</a:t>
              </a:r>
              <a:endParaRPr lang="en-US" sz="1800">
                <a:latin typeface="Garamond" pitchFamily="18" charset="0"/>
              </a:endParaRPr>
            </a:p>
          </p:txBody>
        </p:sp>
        <p:sp>
          <p:nvSpPr>
            <p:cNvPr id="397863" name="Rectangle 551"/>
            <p:cNvSpPr>
              <a:spLocks noChangeArrowheads="1"/>
            </p:cNvSpPr>
            <p:nvPr/>
          </p:nvSpPr>
          <p:spPr bwMode="auto">
            <a:xfrm>
              <a:off x="365" y="2360"/>
              <a:ext cx="64"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a:t>
              </a:r>
              <a:endParaRPr lang="en-US" sz="1800">
                <a:latin typeface="Garamond" pitchFamily="18" charset="0"/>
              </a:endParaRPr>
            </a:p>
          </p:txBody>
        </p:sp>
        <p:sp>
          <p:nvSpPr>
            <p:cNvPr id="397864" name="Rectangle 552"/>
            <p:cNvSpPr>
              <a:spLocks noChangeArrowheads="1"/>
            </p:cNvSpPr>
            <p:nvPr/>
          </p:nvSpPr>
          <p:spPr bwMode="auto">
            <a:xfrm>
              <a:off x="440" y="2360"/>
              <a:ext cx="413"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Implement</a:t>
              </a:r>
              <a:endParaRPr lang="en-US" sz="1800">
                <a:latin typeface="Garamond" pitchFamily="18" charset="0"/>
              </a:endParaRPr>
            </a:p>
          </p:txBody>
        </p:sp>
        <p:sp>
          <p:nvSpPr>
            <p:cNvPr id="397865" name="Rectangle 553"/>
            <p:cNvSpPr>
              <a:spLocks noChangeArrowheads="1"/>
            </p:cNvSpPr>
            <p:nvPr/>
          </p:nvSpPr>
          <p:spPr bwMode="auto">
            <a:xfrm>
              <a:off x="365" y="2454"/>
              <a:ext cx="64"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a:t>
              </a:r>
              <a:endParaRPr lang="en-US" sz="1800">
                <a:latin typeface="Garamond" pitchFamily="18" charset="0"/>
              </a:endParaRPr>
            </a:p>
          </p:txBody>
        </p:sp>
        <p:sp>
          <p:nvSpPr>
            <p:cNvPr id="397866" name="Rectangle 554"/>
            <p:cNvSpPr>
              <a:spLocks noChangeArrowheads="1"/>
            </p:cNvSpPr>
            <p:nvPr/>
          </p:nvSpPr>
          <p:spPr bwMode="auto">
            <a:xfrm>
              <a:off x="440" y="2454"/>
              <a:ext cx="328" cy="121"/>
            </a:xfrm>
            <a:prstGeom prst="rect">
              <a:avLst/>
            </a:prstGeom>
            <a:noFill/>
            <a:ln w="9525">
              <a:noFill/>
              <a:miter lim="800000"/>
              <a:headEnd/>
              <a:tailEnd/>
            </a:ln>
          </p:spPr>
          <p:txBody>
            <a:bodyPr wrap="none" lIns="0" tIns="0" rIns="0" bIns="0">
              <a:spAutoFit/>
            </a:bodyPr>
            <a:lstStyle/>
            <a:p>
              <a:r>
                <a:rPr lang="en-US" sz="900" b="0">
                  <a:solidFill>
                    <a:srgbClr val="000000"/>
                  </a:solidFill>
                  <a:latin typeface="Comic Sans MS" pitchFamily="66" charset="0"/>
                </a:rPr>
                <a:t>Operate</a:t>
              </a:r>
              <a:endParaRPr lang="en-US" sz="1800">
                <a:latin typeface="Garamond" pitchFamily="18" charset="0"/>
              </a:endParaRPr>
            </a:p>
          </p:txBody>
        </p:sp>
        <p:grpSp>
          <p:nvGrpSpPr>
            <p:cNvPr id="397867" name="Group 555"/>
            <p:cNvGrpSpPr>
              <a:grpSpLocks/>
            </p:cNvGrpSpPr>
            <p:nvPr/>
          </p:nvGrpSpPr>
          <p:grpSpPr bwMode="auto">
            <a:xfrm>
              <a:off x="721" y="2471"/>
              <a:ext cx="80" cy="76"/>
              <a:chOff x="721" y="2471"/>
              <a:chExt cx="80" cy="76"/>
            </a:xfrm>
          </p:grpSpPr>
          <p:sp>
            <p:nvSpPr>
              <p:cNvPr id="397868" name="Freeform 556"/>
              <p:cNvSpPr>
                <a:spLocks/>
              </p:cNvSpPr>
              <p:nvPr/>
            </p:nvSpPr>
            <p:spPr bwMode="auto">
              <a:xfrm>
                <a:off x="721" y="2499"/>
                <a:ext cx="40" cy="48"/>
              </a:xfrm>
              <a:custGeom>
                <a:avLst/>
                <a:gdLst/>
                <a:ahLst/>
                <a:cxnLst>
                  <a:cxn ang="0">
                    <a:pos x="0" y="0"/>
                  </a:cxn>
                  <a:cxn ang="0">
                    <a:pos x="40" y="28"/>
                  </a:cxn>
                  <a:cxn ang="0">
                    <a:pos x="11" y="95"/>
                  </a:cxn>
                  <a:cxn ang="0">
                    <a:pos x="24" y="38"/>
                  </a:cxn>
                  <a:cxn ang="0">
                    <a:pos x="0" y="0"/>
                  </a:cxn>
                </a:cxnLst>
                <a:rect l="0" t="0" r="r" b="b"/>
                <a:pathLst>
                  <a:path w="40" h="95">
                    <a:moveTo>
                      <a:pt x="0" y="0"/>
                    </a:moveTo>
                    <a:lnTo>
                      <a:pt x="40" y="28"/>
                    </a:lnTo>
                    <a:lnTo>
                      <a:pt x="11" y="95"/>
                    </a:lnTo>
                    <a:lnTo>
                      <a:pt x="24" y="38"/>
                    </a:lnTo>
                    <a:lnTo>
                      <a:pt x="0" y="0"/>
                    </a:lnTo>
                    <a:close/>
                  </a:path>
                </a:pathLst>
              </a:custGeom>
              <a:solidFill>
                <a:srgbClr val="FF3300"/>
              </a:solidFill>
              <a:ln w="12700">
                <a:solidFill>
                  <a:srgbClr val="CCCCFF"/>
                </a:solidFill>
                <a:prstDash val="solid"/>
                <a:round/>
                <a:headEnd/>
                <a:tailEnd/>
              </a:ln>
            </p:spPr>
            <p:txBody>
              <a:bodyPr/>
              <a:lstStyle/>
              <a:p>
                <a:endParaRPr lang="en-US"/>
              </a:p>
            </p:txBody>
          </p:sp>
          <p:sp>
            <p:nvSpPr>
              <p:cNvPr id="397869" name="Freeform 557"/>
              <p:cNvSpPr>
                <a:spLocks/>
              </p:cNvSpPr>
              <p:nvPr/>
            </p:nvSpPr>
            <p:spPr bwMode="auto">
              <a:xfrm>
                <a:off x="761" y="2499"/>
                <a:ext cx="40" cy="48"/>
              </a:xfrm>
              <a:custGeom>
                <a:avLst/>
                <a:gdLst/>
                <a:ahLst/>
                <a:cxnLst>
                  <a:cxn ang="0">
                    <a:pos x="40" y="0"/>
                  </a:cxn>
                  <a:cxn ang="0">
                    <a:pos x="0" y="28"/>
                  </a:cxn>
                  <a:cxn ang="0">
                    <a:pos x="28" y="95"/>
                  </a:cxn>
                  <a:cxn ang="0">
                    <a:pos x="18" y="38"/>
                  </a:cxn>
                  <a:cxn ang="0">
                    <a:pos x="40" y="0"/>
                  </a:cxn>
                </a:cxnLst>
                <a:rect l="0" t="0" r="r" b="b"/>
                <a:pathLst>
                  <a:path w="40" h="95">
                    <a:moveTo>
                      <a:pt x="40" y="0"/>
                    </a:moveTo>
                    <a:lnTo>
                      <a:pt x="0" y="28"/>
                    </a:lnTo>
                    <a:lnTo>
                      <a:pt x="28" y="95"/>
                    </a:lnTo>
                    <a:lnTo>
                      <a:pt x="18" y="38"/>
                    </a:lnTo>
                    <a:lnTo>
                      <a:pt x="40" y="0"/>
                    </a:lnTo>
                    <a:close/>
                  </a:path>
                </a:pathLst>
              </a:custGeom>
              <a:solidFill>
                <a:srgbClr val="FF3300"/>
              </a:solidFill>
              <a:ln w="12700">
                <a:solidFill>
                  <a:srgbClr val="CCCCFF"/>
                </a:solidFill>
                <a:prstDash val="solid"/>
                <a:round/>
                <a:headEnd/>
                <a:tailEnd/>
              </a:ln>
            </p:spPr>
            <p:txBody>
              <a:bodyPr/>
              <a:lstStyle/>
              <a:p>
                <a:endParaRPr lang="en-US"/>
              </a:p>
            </p:txBody>
          </p:sp>
          <p:sp>
            <p:nvSpPr>
              <p:cNvPr id="397870" name="Freeform 558"/>
              <p:cNvSpPr>
                <a:spLocks/>
              </p:cNvSpPr>
              <p:nvPr/>
            </p:nvSpPr>
            <p:spPr bwMode="auto">
              <a:xfrm>
                <a:off x="721" y="2471"/>
                <a:ext cx="40" cy="42"/>
              </a:xfrm>
              <a:custGeom>
                <a:avLst/>
                <a:gdLst/>
                <a:ahLst/>
                <a:cxnLst>
                  <a:cxn ang="0">
                    <a:pos x="0" y="58"/>
                  </a:cxn>
                  <a:cxn ang="0">
                    <a:pos x="40" y="86"/>
                  </a:cxn>
                  <a:cxn ang="0">
                    <a:pos x="40" y="0"/>
                  </a:cxn>
                  <a:cxn ang="0">
                    <a:pos x="29" y="58"/>
                  </a:cxn>
                  <a:cxn ang="0">
                    <a:pos x="0" y="58"/>
                  </a:cxn>
                </a:cxnLst>
                <a:rect l="0" t="0" r="r" b="b"/>
                <a:pathLst>
                  <a:path w="40" h="86">
                    <a:moveTo>
                      <a:pt x="0" y="58"/>
                    </a:moveTo>
                    <a:lnTo>
                      <a:pt x="40" y="86"/>
                    </a:lnTo>
                    <a:lnTo>
                      <a:pt x="40" y="0"/>
                    </a:lnTo>
                    <a:lnTo>
                      <a:pt x="29" y="58"/>
                    </a:lnTo>
                    <a:lnTo>
                      <a:pt x="0"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71" name="Freeform 559"/>
              <p:cNvSpPr>
                <a:spLocks/>
              </p:cNvSpPr>
              <p:nvPr/>
            </p:nvSpPr>
            <p:spPr bwMode="auto">
              <a:xfrm>
                <a:off x="761" y="2471"/>
                <a:ext cx="40" cy="42"/>
              </a:xfrm>
              <a:custGeom>
                <a:avLst/>
                <a:gdLst/>
                <a:ahLst/>
                <a:cxnLst>
                  <a:cxn ang="0">
                    <a:pos x="40" y="58"/>
                  </a:cxn>
                  <a:cxn ang="0">
                    <a:pos x="0" y="86"/>
                  </a:cxn>
                  <a:cxn ang="0">
                    <a:pos x="0" y="0"/>
                  </a:cxn>
                  <a:cxn ang="0">
                    <a:pos x="12" y="58"/>
                  </a:cxn>
                  <a:cxn ang="0">
                    <a:pos x="40" y="58"/>
                  </a:cxn>
                </a:cxnLst>
                <a:rect l="0" t="0" r="r" b="b"/>
                <a:pathLst>
                  <a:path w="40" h="86">
                    <a:moveTo>
                      <a:pt x="40" y="58"/>
                    </a:moveTo>
                    <a:lnTo>
                      <a:pt x="0" y="86"/>
                    </a:lnTo>
                    <a:lnTo>
                      <a:pt x="0" y="0"/>
                    </a:lnTo>
                    <a:lnTo>
                      <a:pt x="12" y="58"/>
                    </a:lnTo>
                    <a:lnTo>
                      <a:pt x="40"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72" name="Freeform 560"/>
              <p:cNvSpPr>
                <a:spLocks/>
              </p:cNvSpPr>
              <p:nvPr/>
            </p:nvSpPr>
            <p:spPr bwMode="auto">
              <a:xfrm>
                <a:off x="732" y="2513"/>
                <a:ext cx="29" cy="34"/>
              </a:xfrm>
              <a:custGeom>
                <a:avLst/>
                <a:gdLst/>
                <a:ahLst/>
                <a:cxnLst>
                  <a:cxn ang="0">
                    <a:pos x="29" y="0"/>
                  </a:cxn>
                  <a:cxn ang="0">
                    <a:pos x="0" y="67"/>
                  </a:cxn>
                  <a:cxn ang="0">
                    <a:pos x="29" y="33"/>
                  </a:cxn>
                  <a:cxn ang="0">
                    <a:pos x="29" y="0"/>
                  </a:cxn>
                </a:cxnLst>
                <a:rect l="0" t="0" r="r" b="b"/>
                <a:pathLst>
                  <a:path w="29" h="67">
                    <a:moveTo>
                      <a:pt x="29" y="0"/>
                    </a:moveTo>
                    <a:lnTo>
                      <a:pt x="0" y="67"/>
                    </a:lnTo>
                    <a:lnTo>
                      <a:pt x="29" y="33"/>
                    </a:lnTo>
                    <a:lnTo>
                      <a:pt x="2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73" name="Freeform 561"/>
              <p:cNvSpPr>
                <a:spLocks/>
              </p:cNvSpPr>
              <p:nvPr/>
            </p:nvSpPr>
            <p:spPr bwMode="auto">
              <a:xfrm>
                <a:off x="761" y="2513"/>
                <a:ext cx="28" cy="34"/>
              </a:xfrm>
              <a:custGeom>
                <a:avLst/>
                <a:gdLst/>
                <a:ahLst/>
                <a:cxnLst>
                  <a:cxn ang="0">
                    <a:pos x="0" y="0"/>
                  </a:cxn>
                  <a:cxn ang="0">
                    <a:pos x="28" y="67"/>
                  </a:cxn>
                  <a:cxn ang="0">
                    <a:pos x="0" y="33"/>
                  </a:cxn>
                  <a:cxn ang="0">
                    <a:pos x="0" y="0"/>
                  </a:cxn>
                </a:cxnLst>
                <a:rect l="0" t="0" r="r" b="b"/>
                <a:pathLst>
                  <a:path w="28" h="67">
                    <a:moveTo>
                      <a:pt x="0" y="0"/>
                    </a:moveTo>
                    <a:lnTo>
                      <a:pt x="28" y="67"/>
                    </a:lnTo>
                    <a:lnTo>
                      <a:pt x="0" y="33"/>
                    </a:lnTo>
                    <a:lnTo>
                      <a:pt x="0" y="0"/>
                    </a:lnTo>
                    <a:close/>
                  </a:path>
                </a:pathLst>
              </a:custGeom>
              <a:solidFill>
                <a:srgbClr val="FF3300"/>
              </a:solidFill>
              <a:ln w="12700">
                <a:solidFill>
                  <a:srgbClr val="CCCCFF"/>
                </a:solidFill>
                <a:prstDash val="solid"/>
                <a:round/>
                <a:headEnd/>
                <a:tailEnd/>
              </a:ln>
            </p:spPr>
            <p:txBody>
              <a:bodyPr/>
              <a:lstStyle/>
              <a:p>
                <a:endParaRPr lang="en-US"/>
              </a:p>
            </p:txBody>
          </p:sp>
        </p:grpSp>
        <p:grpSp>
          <p:nvGrpSpPr>
            <p:cNvPr id="397874" name="Group 562"/>
            <p:cNvGrpSpPr>
              <a:grpSpLocks/>
            </p:cNvGrpSpPr>
            <p:nvPr/>
          </p:nvGrpSpPr>
          <p:grpSpPr bwMode="auto">
            <a:xfrm>
              <a:off x="820" y="2371"/>
              <a:ext cx="80" cy="76"/>
              <a:chOff x="820" y="2371"/>
              <a:chExt cx="80" cy="76"/>
            </a:xfrm>
          </p:grpSpPr>
          <p:sp>
            <p:nvSpPr>
              <p:cNvPr id="397875" name="Freeform 563"/>
              <p:cNvSpPr>
                <a:spLocks/>
              </p:cNvSpPr>
              <p:nvPr/>
            </p:nvSpPr>
            <p:spPr bwMode="auto">
              <a:xfrm>
                <a:off x="820" y="2399"/>
                <a:ext cx="41" cy="48"/>
              </a:xfrm>
              <a:custGeom>
                <a:avLst/>
                <a:gdLst/>
                <a:ahLst/>
                <a:cxnLst>
                  <a:cxn ang="0">
                    <a:pos x="0" y="0"/>
                  </a:cxn>
                  <a:cxn ang="0">
                    <a:pos x="41" y="28"/>
                  </a:cxn>
                  <a:cxn ang="0">
                    <a:pos x="12" y="95"/>
                  </a:cxn>
                  <a:cxn ang="0">
                    <a:pos x="24" y="38"/>
                  </a:cxn>
                  <a:cxn ang="0">
                    <a:pos x="0" y="0"/>
                  </a:cxn>
                </a:cxnLst>
                <a:rect l="0" t="0" r="r" b="b"/>
                <a:pathLst>
                  <a:path w="41" h="95">
                    <a:moveTo>
                      <a:pt x="0" y="0"/>
                    </a:moveTo>
                    <a:lnTo>
                      <a:pt x="41" y="28"/>
                    </a:lnTo>
                    <a:lnTo>
                      <a:pt x="12" y="95"/>
                    </a:lnTo>
                    <a:lnTo>
                      <a:pt x="24" y="38"/>
                    </a:lnTo>
                    <a:lnTo>
                      <a:pt x="0" y="0"/>
                    </a:lnTo>
                    <a:close/>
                  </a:path>
                </a:pathLst>
              </a:custGeom>
              <a:solidFill>
                <a:srgbClr val="FF3300"/>
              </a:solidFill>
              <a:ln w="12700">
                <a:solidFill>
                  <a:srgbClr val="CCCCFF"/>
                </a:solidFill>
                <a:prstDash val="solid"/>
                <a:round/>
                <a:headEnd/>
                <a:tailEnd/>
              </a:ln>
            </p:spPr>
            <p:txBody>
              <a:bodyPr/>
              <a:lstStyle/>
              <a:p>
                <a:endParaRPr lang="en-US"/>
              </a:p>
            </p:txBody>
          </p:sp>
          <p:sp>
            <p:nvSpPr>
              <p:cNvPr id="397876" name="Freeform 564"/>
              <p:cNvSpPr>
                <a:spLocks/>
              </p:cNvSpPr>
              <p:nvPr/>
            </p:nvSpPr>
            <p:spPr bwMode="auto">
              <a:xfrm>
                <a:off x="861" y="2399"/>
                <a:ext cx="39" cy="48"/>
              </a:xfrm>
              <a:custGeom>
                <a:avLst/>
                <a:gdLst/>
                <a:ahLst/>
                <a:cxnLst>
                  <a:cxn ang="0">
                    <a:pos x="39" y="0"/>
                  </a:cxn>
                  <a:cxn ang="0">
                    <a:pos x="0" y="28"/>
                  </a:cxn>
                  <a:cxn ang="0">
                    <a:pos x="27" y="95"/>
                  </a:cxn>
                  <a:cxn ang="0">
                    <a:pos x="17" y="38"/>
                  </a:cxn>
                  <a:cxn ang="0">
                    <a:pos x="39" y="0"/>
                  </a:cxn>
                </a:cxnLst>
                <a:rect l="0" t="0" r="r" b="b"/>
                <a:pathLst>
                  <a:path w="39" h="95">
                    <a:moveTo>
                      <a:pt x="39" y="0"/>
                    </a:moveTo>
                    <a:lnTo>
                      <a:pt x="0" y="28"/>
                    </a:lnTo>
                    <a:lnTo>
                      <a:pt x="27" y="95"/>
                    </a:lnTo>
                    <a:lnTo>
                      <a:pt x="17" y="38"/>
                    </a:lnTo>
                    <a:lnTo>
                      <a:pt x="3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77" name="Freeform 565"/>
              <p:cNvSpPr>
                <a:spLocks/>
              </p:cNvSpPr>
              <p:nvPr/>
            </p:nvSpPr>
            <p:spPr bwMode="auto">
              <a:xfrm>
                <a:off x="820" y="2371"/>
                <a:ext cx="41" cy="42"/>
              </a:xfrm>
              <a:custGeom>
                <a:avLst/>
                <a:gdLst/>
                <a:ahLst/>
                <a:cxnLst>
                  <a:cxn ang="0">
                    <a:pos x="0" y="58"/>
                  </a:cxn>
                  <a:cxn ang="0">
                    <a:pos x="41" y="86"/>
                  </a:cxn>
                  <a:cxn ang="0">
                    <a:pos x="41" y="0"/>
                  </a:cxn>
                  <a:cxn ang="0">
                    <a:pos x="29" y="58"/>
                  </a:cxn>
                  <a:cxn ang="0">
                    <a:pos x="0" y="58"/>
                  </a:cxn>
                </a:cxnLst>
                <a:rect l="0" t="0" r="r" b="b"/>
                <a:pathLst>
                  <a:path w="41" h="86">
                    <a:moveTo>
                      <a:pt x="0" y="58"/>
                    </a:moveTo>
                    <a:lnTo>
                      <a:pt x="41" y="86"/>
                    </a:lnTo>
                    <a:lnTo>
                      <a:pt x="41" y="0"/>
                    </a:lnTo>
                    <a:lnTo>
                      <a:pt x="29" y="58"/>
                    </a:lnTo>
                    <a:lnTo>
                      <a:pt x="0"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78" name="Freeform 566"/>
              <p:cNvSpPr>
                <a:spLocks/>
              </p:cNvSpPr>
              <p:nvPr/>
            </p:nvSpPr>
            <p:spPr bwMode="auto">
              <a:xfrm>
                <a:off x="861" y="2371"/>
                <a:ext cx="39" cy="42"/>
              </a:xfrm>
              <a:custGeom>
                <a:avLst/>
                <a:gdLst/>
                <a:ahLst/>
                <a:cxnLst>
                  <a:cxn ang="0">
                    <a:pos x="39" y="58"/>
                  </a:cxn>
                  <a:cxn ang="0">
                    <a:pos x="0" y="86"/>
                  </a:cxn>
                  <a:cxn ang="0">
                    <a:pos x="0" y="0"/>
                  </a:cxn>
                  <a:cxn ang="0">
                    <a:pos x="11" y="58"/>
                  </a:cxn>
                  <a:cxn ang="0">
                    <a:pos x="39" y="58"/>
                  </a:cxn>
                </a:cxnLst>
                <a:rect l="0" t="0" r="r" b="b"/>
                <a:pathLst>
                  <a:path w="39" h="86">
                    <a:moveTo>
                      <a:pt x="39" y="58"/>
                    </a:moveTo>
                    <a:lnTo>
                      <a:pt x="0" y="86"/>
                    </a:lnTo>
                    <a:lnTo>
                      <a:pt x="0" y="0"/>
                    </a:lnTo>
                    <a:lnTo>
                      <a:pt x="11" y="58"/>
                    </a:lnTo>
                    <a:lnTo>
                      <a:pt x="39"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79" name="Freeform 567"/>
              <p:cNvSpPr>
                <a:spLocks/>
              </p:cNvSpPr>
              <p:nvPr/>
            </p:nvSpPr>
            <p:spPr bwMode="auto">
              <a:xfrm>
                <a:off x="832" y="2413"/>
                <a:ext cx="29" cy="34"/>
              </a:xfrm>
              <a:custGeom>
                <a:avLst/>
                <a:gdLst/>
                <a:ahLst/>
                <a:cxnLst>
                  <a:cxn ang="0">
                    <a:pos x="29" y="0"/>
                  </a:cxn>
                  <a:cxn ang="0">
                    <a:pos x="0" y="67"/>
                  </a:cxn>
                  <a:cxn ang="0">
                    <a:pos x="29" y="33"/>
                  </a:cxn>
                  <a:cxn ang="0">
                    <a:pos x="29" y="0"/>
                  </a:cxn>
                </a:cxnLst>
                <a:rect l="0" t="0" r="r" b="b"/>
                <a:pathLst>
                  <a:path w="29" h="67">
                    <a:moveTo>
                      <a:pt x="29" y="0"/>
                    </a:moveTo>
                    <a:lnTo>
                      <a:pt x="0" y="67"/>
                    </a:lnTo>
                    <a:lnTo>
                      <a:pt x="29" y="33"/>
                    </a:lnTo>
                    <a:lnTo>
                      <a:pt x="2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80" name="Freeform 568"/>
              <p:cNvSpPr>
                <a:spLocks/>
              </p:cNvSpPr>
              <p:nvPr/>
            </p:nvSpPr>
            <p:spPr bwMode="auto">
              <a:xfrm>
                <a:off x="861" y="2413"/>
                <a:ext cx="27" cy="34"/>
              </a:xfrm>
              <a:custGeom>
                <a:avLst/>
                <a:gdLst/>
                <a:ahLst/>
                <a:cxnLst>
                  <a:cxn ang="0">
                    <a:pos x="0" y="0"/>
                  </a:cxn>
                  <a:cxn ang="0">
                    <a:pos x="27" y="67"/>
                  </a:cxn>
                  <a:cxn ang="0">
                    <a:pos x="0" y="33"/>
                  </a:cxn>
                  <a:cxn ang="0">
                    <a:pos x="0" y="0"/>
                  </a:cxn>
                </a:cxnLst>
                <a:rect l="0" t="0" r="r" b="b"/>
                <a:pathLst>
                  <a:path w="27" h="67">
                    <a:moveTo>
                      <a:pt x="0" y="0"/>
                    </a:moveTo>
                    <a:lnTo>
                      <a:pt x="27" y="67"/>
                    </a:lnTo>
                    <a:lnTo>
                      <a:pt x="0" y="33"/>
                    </a:lnTo>
                    <a:lnTo>
                      <a:pt x="0" y="0"/>
                    </a:lnTo>
                    <a:close/>
                  </a:path>
                </a:pathLst>
              </a:custGeom>
              <a:solidFill>
                <a:srgbClr val="FF3300"/>
              </a:solidFill>
              <a:ln w="12700">
                <a:solidFill>
                  <a:srgbClr val="CCCCFF"/>
                </a:solidFill>
                <a:prstDash val="solid"/>
                <a:round/>
                <a:headEnd/>
                <a:tailEnd/>
              </a:ln>
            </p:spPr>
            <p:txBody>
              <a:bodyPr/>
              <a:lstStyle/>
              <a:p>
                <a:endParaRPr lang="en-US"/>
              </a:p>
            </p:txBody>
          </p:sp>
        </p:grpSp>
        <p:grpSp>
          <p:nvGrpSpPr>
            <p:cNvPr id="397881" name="Group 569"/>
            <p:cNvGrpSpPr>
              <a:grpSpLocks/>
            </p:cNvGrpSpPr>
            <p:nvPr/>
          </p:nvGrpSpPr>
          <p:grpSpPr bwMode="auto">
            <a:xfrm>
              <a:off x="684" y="2182"/>
              <a:ext cx="79" cy="76"/>
              <a:chOff x="684" y="2182"/>
              <a:chExt cx="79" cy="76"/>
            </a:xfrm>
          </p:grpSpPr>
          <p:sp>
            <p:nvSpPr>
              <p:cNvPr id="397882" name="Freeform 570"/>
              <p:cNvSpPr>
                <a:spLocks/>
              </p:cNvSpPr>
              <p:nvPr/>
            </p:nvSpPr>
            <p:spPr bwMode="auto">
              <a:xfrm>
                <a:off x="684" y="2210"/>
                <a:ext cx="40" cy="48"/>
              </a:xfrm>
              <a:custGeom>
                <a:avLst/>
                <a:gdLst/>
                <a:ahLst/>
                <a:cxnLst>
                  <a:cxn ang="0">
                    <a:pos x="0" y="0"/>
                  </a:cxn>
                  <a:cxn ang="0">
                    <a:pos x="40" y="27"/>
                  </a:cxn>
                  <a:cxn ang="0">
                    <a:pos x="11" y="95"/>
                  </a:cxn>
                  <a:cxn ang="0">
                    <a:pos x="23" y="37"/>
                  </a:cxn>
                  <a:cxn ang="0">
                    <a:pos x="0" y="0"/>
                  </a:cxn>
                </a:cxnLst>
                <a:rect l="0" t="0" r="r" b="b"/>
                <a:pathLst>
                  <a:path w="40" h="95">
                    <a:moveTo>
                      <a:pt x="0" y="0"/>
                    </a:moveTo>
                    <a:lnTo>
                      <a:pt x="40" y="27"/>
                    </a:lnTo>
                    <a:lnTo>
                      <a:pt x="11" y="95"/>
                    </a:lnTo>
                    <a:lnTo>
                      <a:pt x="23" y="37"/>
                    </a:lnTo>
                    <a:lnTo>
                      <a:pt x="0" y="0"/>
                    </a:lnTo>
                    <a:close/>
                  </a:path>
                </a:pathLst>
              </a:custGeom>
              <a:solidFill>
                <a:srgbClr val="FF3300"/>
              </a:solidFill>
              <a:ln w="12700">
                <a:solidFill>
                  <a:srgbClr val="CCCCFF"/>
                </a:solidFill>
                <a:prstDash val="solid"/>
                <a:round/>
                <a:headEnd/>
                <a:tailEnd/>
              </a:ln>
            </p:spPr>
            <p:txBody>
              <a:bodyPr/>
              <a:lstStyle/>
              <a:p>
                <a:endParaRPr lang="en-US"/>
              </a:p>
            </p:txBody>
          </p:sp>
          <p:sp>
            <p:nvSpPr>
              <p:cNvPr id="397883" name="Freeform 571"/>
              <p:cNvSpPr>
                <a:spLocks/>
              </p:cNvSpPr>
              <p:nvPr/>
            </p:nvSpPr>
            <p:spPr bwMode="auto">
              <a:xfrm>
                <a:off x="724" y="2210"/>
                <a:ext cx="39" cy="48"/>
              </a:xfrm>
              <a:custGeom>
                <a:avLst/>
                <a:gdLst/>
                <a:ahLst/>
                <a:cxnLst>
                  <a:cxn ang="0">
                    <a:pos x="39" y="0"/>
                  </a:cxn>
                  <a:cxn ang="0">
                    <a:pos x="0" y="27"/>
                  </a:cxn>
                  <a:cxn ang="0">
                    <a:pos x="28" y="95"/>
                  </a:cxn>
                  <a:cxn ang="0">
                    <a:pos x="18" y="37"/>
                  </a:cxn>
                  <a:cxn ang="0">
                    <a:pos x="39" y="0"/>
                  </a:cxn>
                </a:cxnLst>
                <a:rect l="0" t="0" r="r" b="b"/>
                <a:pathLst>
                  <a:path w="39" h="95">
                    <a:moveTo>
                      <a:pt x="39" y="0"/>
                    </a:moveTo>
                    <a:lnTo>
                      <a:pt x="0" y="27"/>
                    </a:lnTo>
                    <a:lnTo>
                      <a:pt x="28" y="95"/>
                    </a:lnTo>
                    <a:lnTo>
                      <a:pt x="18" y="37"/>
                    </a:lnTo>
                    <a:lnTo>
                      <a:pt x="3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84" name="Freeform 572"/>
              <p:cNvSpPr>
                <a:spLocks/>
              </p:cNvSpPr>
              <p:nvPr/>
            </p:nvSpPr>
            <p:spPr bwMode="auto">
              <a:xfrm>
                <a:off x="684" y="2182"/>
                <a:ext cx="40" cy="42"/>
              </a:xfrm>
              <a:custGeom>
                <a:avLst/>
                <a:gdLst/>
                <a:ahLst/>
                <a:cxnLst>
                  <a:cxn ang="0">
                    <a:pos x="0" y="58"/>
                  </a:cxn>
                  <a:cxn ang="0">
                    <a:pos x="40" y="85"/>
                  </a:cxn>
                  <a:cxn ang="0">
                    <a:pos x="40" y="0"/>
                  </a:cxn>
                  <a:cxn ang="0">
                    <a:pos x="29" y="58"/>
                  </a:cxn>
                  <a:cxn ang="0">
                    <a:pos x="0" y="58"/>
                  </a:cxn>
                </a:cxnLst>
                <a:rect l="0" t="0" r="r" b="b"/>
                <a:pathLst>
                  <a:path w="40" h="85">
                    <a:moveTo>
                      <a:pt x="0" y="58"/>
                    </a:moveTo>
                    <a:lnTo>
                      <a:pt x="40" y="85"/>
                    </a:lnTo>
                    <a:lnTo>
                      <a:pt x="40" y="0"/>
                    </a:lnTo>
                    <a:lnTo>
                      <a:pt x="29" y="58"/>
                    </a:lnTo>
                    <a:lnTo>
                      <a:pt x="0"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85" name="Freeform 573"/>
              <p:cNvSpPr>
                <a:spLocks/>
              </p:cNvSpPr>
              <p:nvPr/>
            </p:nvSpPr>
            <p:spPr bwMode="auto">
              <a:xfrm>
                <a:off x="724" y="2182"/>
                <a:ext cx="39" cy="42"/>
              </a:xfrm>
              <a:custGeom>
                <a:avLst/>
                <a:gdLst/>
                <a:ahLst/>
                <a:cxnLst>
                  <a:cxn ang="0">
                    <a:pos x="39" y="58"/>
                  </a:cxn>
                  <a:cxn ang="0">
                    <a:pos x="0" y="85"/>
                  </a:cxn>
                  <a:cxn ang="0">
                    <a:pos x="0" y="0"/>
                  </a:cxn>
                  <a:cxn ang="0">
                    <a:pos x="11" y="58"/>
                  </a:cxn>
                  <a:cxn ang="0">
                    <a:pos x="39" y="58"/>
                  </a:cxn>
                </a:cxnLst>
                <a:rect l="0" t="0" r="r" b="b"/>
                <a:pathLst>
                  <a:path w="39" h="85">
                    <a:moveTo>
                      <a:pt x="39" y="58"/>
                    </a:moveTo>
                    <a:lnTo>
                      <a:pt x="0" y="85"/>
                    </a:lnTo>
                    <a:lnTo>
                      <a:pt x="0" y="0"/>
                    </a:lnTo>
                    <a:lnTo>
                      <a:pt x="11" y="58"/>
                    </a:lnTo>
                    <a:lnTo>
                      <a:pt x="39"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86" name="Freeform 574"/>
              <p:cNvSpPr>
                <a:spLocks/>
              </p:cNvSpPr>
              <p:nvPr/>
            </p:nvSpPr>
            <p:spPr bwMode="auto">
              <a:xfrm>
                <a:off x="695" y="2224"/>
                <a:ext cx="29" cy="34"/>
              </a:xfrm>
              <a:custGeom>
                <a:avLst/>
                <a:gdLst/>
                <a:ahLst/>
                <a:cxnLst>
                  <a:cxn ang="0">
                    <a:pos x="29" y="0"/>
                  </a:cxn>
                  <a:cxn ang="0">
                    <a:pos x="0" y="68"/>
                  </a:cxn>
                  <a:cxn ang="0">
                    <a:pos x="29" y="34"/>
                  </a:cxn>
                  <a:cxn ang="0">
                    <a:pos x="29" y="0"/>
                  </a:cxn>
                </a:cxnLst>
                <a:rect l="0" t="0" r="r" b="b"/>
                <a:pathLst>
                  <a:path w="29" h="68">
                    <a:moveTo>
                      <a:pt x="29" y="0"/>
                    </a:moveTo>
                    <a:lnTo>
                      <a:pt x="0" y="68"/>
                    </a:lnTo>
                    <a:lnTo>
                      <a:pt x="29" y="34"/>
                    </a:lnTo>
                    <a:lnTo>
                      <a:pt x="2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87" name="Freeform 575"/>
              <p:cNvSpPr>
                <a:spLocks/>
              </p:cNvSpPr>
              <p:nvPr/>
            </p:nvSpPr>
            <p:spPr bwMode="auto">
              <a:xfrm>
                <a:off x="724" y="2224"/>
                <a:ext cx="28" cy="34"/>
              </a:xfrm>
              <a:custGeom>
                <a:avLst/>
                <a:gdLst/>
                <a:ahLst/>
                <a:cxnLst>
                  <a:cxn ang="0">
                    <a:pos x="0" y="0"/>
                  </a:cxn>
                  <a:cxn ang="0">
                    <a:pos x="28" y="68"/>
                  </a:cxn>
                  <a:cxn ang="0">
                    <a:pos x="0" y="34"/>
                  </a:cxn>
                  <a:cxn ang="0">
                    <a:pos x="0" y="0"/>
                  </a:cxn>
                </a:cxnLst>
                <a:rect l="0" t="0" r="r" b="b"/>
                <a:pathLst>
                  <a:path w="28" h="68">
                    <a:moveTo>
                      <a:pt x="0" y="0"/>
                    </a:moveTo>
                    <a:lnTo>
                      <a:pt x="28" y="68"/>
                    </a:lnTo>
                    <a:lnTo>
                      <a:pt x="0" y="34"/>
                    </a:lnTo>
                    <a:lnTo>
                      <a:pt x="0" y="0"/>
                    </a:lnTo>
                    <a:close/>
                  </a:path>
                </a:pathLst>
              </a:custGeom>
              <a:solidFill>
                <a:srgbClr val="FF3300"/>
              </a:solidFill>
              <a:ln w="12700">
                <a:solidFill>
                  <a:srgbClr val="CCCCFF"/>
                </a:solidFill>
                <a:prstDash val="solid"/>
                <a:round/>
                <a:headEnd/>
                <a:tailEnd/>
              </a:ln>
            </p:spPr>
            <p:txBody>
              <a:bodyPr/>
              <a:lstStyle/>
              <a:p>
                <a:endParaRPr lang="en-US"/>
              </a:p>
            </p:txBody>
          </p:sp>
        </p:grpSp>
        <p:grpSp>
          <p:nvGrpSpPr>
            <p:cNvPr id="397888" name="Group 576"/>
            <p:cNvGrpSpPr>
              <a:grpSpLocks/>
            </p:cNvGrpSpPr>
            <p:nvPr/>
          </p:nvGrpSpPr>
          <p:grpSpPr bwMode="auto">
            <a:xfrm>
              <a:off x="609" y="2277"/>
              <a:ext cx="80" cy="76"/>
              <a:chOff x="609" y="2277"/>
              <a:chExt cx="80" cy="76"/>
            </a:xfrm>
          </p:grpSpPr>
          <p:sp>
            <p:nvSpPr>
              <p:cNvPr id="397889" name="Freeform 577"/>
              <p:cNvSpPr>
                <a:spLocks/>
              </p:cNvSpPr>
              <p:nvPr/>
            </p:nvSpPr>
            <p:spPr bwMode="auto">
              <a:xfrm>
                <a:off x="609" y="2305"/>
                <a:ext cx="41" cy="48"/>
              </a:xfrm>
              <a:custGeom>
                <a:avLst/>
                <a:gdLst/>
                <a:ahLst/>
                <a:cxnLst>
                  <a:cxn ang="0">
                    <a:pos x="0" y="0"/>
                  </a:cxn>
                  <a:cxn ang="0">
                    <a:pos x="41" y="27"/>
                  </a:cxn>
                  <a:cxn ang="0">
                    <a:pos x="12" y="95"/>
                  </a:cxn>
                  <a:cxn ang="0">
                    <a:pos x="24" y="37"/>
                  </a:cxn>
                  <a:cxn ang="0">
                    <a:pos x="0" y="0"/>
                  </a:cxn>
                </a:cxnLst>
                <a:rect l="0" t="0" r="r" b="b"/>
                <a:pathLst>
                  <a:path w="41" h="95">
                    <a:moveTo>
                      <a:pt x="0" y="0"/>
                    </a:moveTo>
                    <a:lnTo>
                      <a:pt x="41" y="27"/>
                    </a:lnTo>
                    <a:lnTo>
                      <a:pt x="12" y="95"/>
                    </a:lnTo>
                    <a:lnTo>
                      <a:pt x="24" y="37"/>
                    </a:lnTo>
                    <a:lnTo>
                      <a:pt x="0" y="0"/>
                    </a:lnTo>
                    <a:close/>
                  </a:path>
                </a:pathLst>
              </a:custGeom>
              <a:solidFill>
                <a:srgbClr val="FF3300"/>
              </a:solidFill>
              <a:ln w="12700">
                <a:solidFill>
                  <a:srgbClr val="CCCCFF"/>
                </a:solidFill>
                <a:prstDash val="solid"/>
                <a:round/>
                <a:headEnd/>
                <a:tailEnd/>
              </a:ln>
            </p:spPr>
            <p:txBody>
              <a:bodyPr/>
              <a:lstStyle/>
              <a:p>
                <a:endParaRPr lang="en-US"/>
              </a:p>
            </p:txBody>
          </p:sp>
          <p:sp>
            <p:nvSpPr>
              <p:cNvPr id="397890" name="Freeform 578"/>
              <p:cNvSpPr>
                <a:spLocks/>
              </p:cNvSpPr>
              <p:nvPr/>
            </p:nvSpPr>
            <p:spPr bwMode="auto">
              <a:xfrm>
                <a:off x="650" y="2305"/>
                <a:ext cx="39" cy="48"/>
              </a:xfrm>
              <a:custGeom>
                <a:avLst/>
                <a:gdLst/>
                <a:ahLst/>
                <a:cxnLst>
                  <a:cxn ang="0">
                    <a:pos x="39" y="0"/>
                  </a:cxn>
                  <a:cxn ang="0">
                    <a:pos x="0" y="27"/>
                  </a:cxn>
                  <a:cxn ang="0">
                    <a:pos x="27" y="95"/>
                  </a:cxn>
                  <a:cxn ang="0">
                    <a:pos x="17" y="37"/>
                  </a:cxn>
                  <a:cxn ang="0">
                    <a:pos x="39" y="0"/>
                  </a:cxn>
                </a:cxnLst>
                <a:rect l="0" t="0" r="r" b="b"/>
                <a:pathLst>
                  <a:path w="39" h="95">
                    <a:moveTo>
                      <a:pt x="39" y="0"/>
                    </a:moveTo>
                    <a:lnTo>
                      <a:pt x="0" y="27"/>
                    </a:lnTo>
                    <a:lnTo>
                      <a:pt x="27" y="95"/>
                    </a:lnTo>
                    <a:lnTo>
                      <a:pt x="17" y="37"/>
                    </a:lnTo>
                    <a:lnTo>
                      <a:pt x="3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91" name="Freeform 579"/>
              <p:cNvSpPr>
                <a:spLocks/>
              </p:cNvSpPr>
              <p:nvPr/>
            </p:nvSpPr>
            <p:spPr bwMode="auto">
              <a:xfrm>
                <a:off x="609" y="2277"/>
                <a:ext cx="41" cy="42"/>
              </a:xfrm>
              <a:custGeom>
                <a:avLst/>
                <a:gdLst/>
                <a:ahLst/>
                <a:cxnLst>
                  <a:cxn ang="0">
                    <a:pos x="0" y="58"/>
                  </a:cxn>
                  <a:cxn ang="0">
                    <a:pos x="41" y="85"/>
                  </a:cxn>
                  <a:cxn ang="0">
                    <a:pos x="41" y="0"/>
                  </a:cxn>
                  <a:cxn ang="0">
                    <a:pos x="29" y="58"/>
                  </a:cxn>
                  <a:cxn ang="0">
                    <a:pos x="0" y="58"/>
                  </a:cxn>
                </a:cxnLst>
                <a:rect l="0" t="0" r="r" b="b"/>
                <a:pathLst>
                  <a:path w="41" h="85">
                    <a:moveTo>
                      <a:pt x="0" y="58"/>
                    </a:moveTo>
                    <a:lnTo>
                      <a:pt x="41" y="85"/>
                    </a:lnTo>
                    <a:lnTo>
                      <a:pt x="41" y="0"/>
                    </a:lnTo>
                    <a:lnTo>
                      <a:pt x="29" y="58"/>
                    </a:lnTo>
                    <a:lnTo>
                      <a:pt x="0"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92" name="Freeform 580"/>
              <p:cNvSpPr>
                <a:spLocks/>
              </p:cNvSpPr>
              <p:nvPr/>
            </p:nvSpPr>
            <p:spPr bwMode="auto">
              <a:xfrm>
                <a:off x="650" y="2277"/>
                <a:ext cx="39" cy="42"/>
              </a:xfrm>
              <a:custGeom>
                <a:avLst/>
                <a:gdLst/>
                <a:ahLst/>
                <a:cxnLst>
                  <a:cxn ang="0">
                    <a:pos x="39" y="58"/>
                  </a:cxn>
                  <a:cxn ang="0">
                    <a:pos x="0" y="85"/>
                  </a:cxn>
                  <a:cxn ang="0">
                    <a:pos x="0" y="0"/>
                  </a:cxn>
                  <a:cxn ang="0">
                    <a:pos x="11" y="58"/>
                  </a:cxn>
                  <a:cxn ang="0">
                    <a:pos x="39" y="58"/>
                  </a:cxn>
                </a:cxnLst>
                <a:rect l="0" t="0" r="r" b="b"/>
                <a:pathLst>
                  <a:path w="39" h="85">
                    <a:moveTo>
                      <a:pt x="39" y="58"/>
                    </a:moveTo>
                    <a:lnTo>
                      <a:pt x="0" y="85"/>
                    </a:lnTo>
                    <a:lnTo>
                      <a:pt x="0" y="0"/>
                    </a:lnTo>
                    <a:lnTo>
                      <a:pt x="11" y="58"/>
                    </a:lnTo>
                    <a:lnTo>
                      <a:pt x="39" y="58"/>
                    </a:lnTo>
                    <a:close/>
                  </a:path>
                </a:pathLst>
              </a:custGeom>
              <a:solidFill>
                <a:srgbClr val="FF3300"/>
              </a:solidFill>
              <a:ln w="12700">
                <a:solidFill>
                  <a:srgbClr val="CCCCFF"/>
                </a:solidFill>
                <a:prstDash val="solid"/>
                <a:round/>
                <a:headEnd/>
                <a:tailEnd/>
              </a:ln>
            </p:spPr>
            <p:txBody>
              <a:bodyPr/>
              <a:lstStyle/>
              <a:p>
                <a:endParaRPr lang="en-US"/>
              </a:p>
            </p:txBody>
          </p:sp>
          <p:sp>
            <p:nvSpPr>
              <p:cNvPr id="397893" name="Freeform 581"/>
              <p:cNvSpPr>
                <a:spLocks/>
              </p:cNvSpPr>
              <p:nvPr/>
            </p:nvSpPr>
            <p:spPr bwMode="auto">
              <a:xfrm>
                <a:off x="621" y="2319"/>
                <a:ext cx="29" cy="34"/>
              </a:xfrm>
              <a:custGeom>
                <a:avLst/>
                <a:gdLst/>
                <a:ahLst/>
                <a:cxnLst>
                  <a:cxn ang="0">
                    <a:pos x="29" y="0"/>
                  </a:cxn>
                  <a:cxn ang="0">
                    <a:pos x="0" y="68"/>
                  </a:cxn>
                  <a:cxn ang="0">
                    <a:pos x="29" y="34"/>
                  </a:cxn>
                  <a:cxn ang="0">
                    <a:pos x="29" y="0"/>
                  </a:cxn>
                </a:cxnLst>
                <a:rect l="0" t="0" r="r" b="b"/>
                <a:pathLst>
                  <a:path w="29" h="68">
                    <a:moveTo>
                      <a:pt x="29" y="0"/>
                    </a:moveTo>
                    <a:lnTo>
                      <a:pt x="0" y="68"/>
                    </a:lnTo>
                    <a:lnTo>
                      <a:pt x="29" y="34"/>
                    </a:lnTo>
                    <a:lnTo>
                      <a:pt x="29" y="0"/>
                    </a:lnTo>
                    <a:close/>
                  </a:path>
                </a:pathLst>
              </a:custGeom>
              <a:solidFill>
                <a:srgbClr val="FF3300"/>
              </a:solidFill>
              <a:ln w="12700">
                <a:solidFill>
                  <a:srgbClr val="CCCCFF"/>
                </a:solidFill>
                <a:prstDash val="solid"/>
                <a:round/>
                <a:headEnd/>
                <a:tailEnd/>
              </a:ln>
            </p:spPr>
            <p:txBody>
              <a:bodyPr/>
              <a:lstStyle/>
              <a:p>
                <a:endParaRPr lang="en-US"/>
              </a:p>
            </p:txBody>
          </p:sp>
          <p:sp>
            <p:nvSpPr>
              <p:cNvPr id="397894" name="Freeform 582"/>
              <p:cNvSpPr>
                <a:spLocks/>
              </p:cNvSpPr>
              <p:nvPr/>
            </p:nvSpPr>
            <p:spPr bwMode="auto">
              <a:xfrm>
                <a:off x="650" y="2319"/>
                <a:ext cx="27" cy="34"/>
              </a:xfrm>
              <a:custGeom>
                <a:avLst/>
                <a:gdLst/>
                <a:ahLst/>
                <a:cxnLst>
                  <a:cxn ang="0">
                    <a:pos x="0" y="0"/>
                  </a:cxn>
                  <a:cxn ang="0">
                    <a:pos x="27" y="68"/>
                  </a:cxn>
                  <a:cxn ang="0">
                    <a:pos x="0" y="34"/>
                  </a:cxn>
                  <a:cxn ang="0">
                    <a:pos x="0" y="0"/>
                  </a:cxn>
                </a:cxnLst>
                <a:rect l="0" t="0" r="r" b="b"/>
                <a:pathLst>
                  <a:path w="27" h="68">
                    <a:moveTo>
                      <a:pt x="0" y="0"/>
                    </a:moveTo>
                    <a:lnTo>
                      <a:pt x="27" y="68"/>
                    </a:lnTo>
                    <a:lnTo>
                      <a:pt x="0" y="34"/>
                    </a:lnTo>
                    <a:lnTo>
                      <a:pt x="0" y="0"/>
                    </a:lnTo>
                    <a:close/>
                  </a:path>
                </a:pathLst>
              </a:custGeom>
              <a:solidFill>
                <a:srgbClr val="FF3300"/>
              </a:solidFill>
              <a:ln w="12700">
                <a:solidFill>
                  <a:srgbClr val="CCCCFF"/>
                </a:solidFill>
                <a:prstDash val="solid"/>
                <a:round/>
                <a:headEnd/>
                <a:tailEnd/>
              </a:ln>
            </p:spPr>
            <p:txBody>
              <a:bodyPr/>
              <a:lstStyle/>
              <a:p>
                <a:endParaRPr lang="en-US"/>
              </a:p>
            </p:txBody>
          </p:sp>
        </p:grpSp>
      </p:grpSp>
      <p:grpSp>
        <p:nvGrpSpPr>
          <p:cNvPr id="397895" name="Group 583"/>
          <p:cNvGrpSpPr>
            <a:grpSpLocks/>
          </p:cNvGrpSpPr>
          <p:nvPr/>
        </p:nvGrpSpPr>
        <p:grpSpPr bwMode="auto">
          <a:xfrm>
            <a:off x="2266950" y="3794125"/>
            <a:ext cx="1025525" cy="11113"/>
            <a:chOff x="1428" y="2390"/>
            <a:chExt cx="646" cy="7"/>
          </a:xfrm>
        </p:grpSpPr>
        <p:sp>
          <p:nvSpPr>
            <p:cNvPr id="397896" name="Rectangle 584"/>
            <p:cNvSpPr>
              <a:spLocks noChangeArrowheads="1"/>
            </p:cNvSpPr>
            <p:nvPr/>
          </p:nvSpPr>
          <p:spPr bwMode="auto">
            <a:xfrm>
              <a:off x="1428" y="2390"/>
              <a:ext cx="33" cy="7"/>
            </a:xfrm>
            <a:prstGeom prst="rect">
              <a:avLst/>
            </a:prstGeom>
            <a:solidFill>
              <a:srgbClr val="000000"/>
            </a:solidFill>
            <a:ln w="9525">
              <a:noFill/>
              <a:miter lim="800000"/>
              <a:headEnd/>
              <a:tailEnd/>
            </a:ln>
          </p:spPr>
          <p:txBody>
            <a:bodyPr/>
            <a:lstStyle/>
            <a:p>
              <a:endParaRPr lang="en-US"/>
            </a:p>
          </p:txBody>
        </p:sp>
        <p:sp>
          <p:nvSpPr>
            <p:cNvPr id="397897" name="Rectangle 585"/>
            <p:cNvSpPr>
              <a:spLocks noChangeArrowheads="1"/>
            </p:cNvSpPr>
            <p:nvPr/>
          </p:nvSpPr>
          <p:spPr bwMode="auto">
            <a:xfrm>
              <a:off x="1486" y="2390"/>
              <a:ext cx="33" cy="7"/>
            </a:xfrm>
            <a:prstGeom prst="rect">
              <a:avLst/>
            </a:prstGeom>
            <a:solidFill>
              <a:srgbClr val="000000"/>
            </a:solidFill>
            <a:ln w="9525">
              <a:noFill/>
              <a:miter lim="800000"/>
              <a:headEnd/>
              <a:tailEnd/>
            </a:ln>
          </p:spPr>
          <p:txBody>
            <a:bodyPr/>
            <a:lstStyle/>
            <a:p>
              <a:endParaRPr lang="en-US"/>
            </a:p>
          </p:txBody>
        </p:sp>
        <p:sp>
          <p:nvSpPr>
            <p:cNvPr id="397898" name="Rectangle 586"/>
            <p:cNvSpPr>
              <a:spLocks noChangeArrowheads="1"/>
            </p:cNvSpPr>
            <p:nvPr/>
          </p:nvSpPr>
          <p:spPr bwMode="auto">
            <a:xfrm>
              <a:off x="1544" y="2390"/>
              <a:ext cx="33" cy="7"/>
            </a:xfrm>
            <a:prstGeom prst="rect">
              <a:avLst/>
            </a:prstGeom>
            <a:solidFill>
              <a:srgbClr val="000000"/>
            </a:solidFill>
            <a:ln w="9525">
              <a:noFill/>
              <a:miter lim="800000"/>
              <a:headEnd/>
              <a:tailEnd/>
            </a:ln>
          </p:spPr>
          <p:txBody>
            <a:bodyPr/>
            <a:lstStyle/>
            <a:p>
              <a:endParaRPr lang="en-US"/>
            </a:p>
          </p:txBody>
        </p:sp>
        <p:sp>
          <p:nvSpPr>
            <p:cNvPr id="397899" name="Rectangle 587"/>
            <p:cNvSpPr>
              <a:spLocks noChangeArrowheads="1"/>
            </p:cNvSpPr>
            <p:nvPr/>
          </p:nvSpPr>
          <p:spPr bwMode="auto">
            <a:xfrm>
              <a:off x="1602" y="2390"/>
              <a:ext cx="33" cy="7"/>
            </a:xfrm>
            <a:prstGeom prst="rect">
              <a:avLst/>
            </a:prstGeom>
            <a:solidFill>
              <a:srgbClr val="000000"/>
            </a:solidFill>
            <a:ln w="9525">
              <a:noFill/>
              <a:miter lim="800000"/>
              <a:headEnd/>
              <a:tailEnd/>
            </a:ln>
          </p:spPr>
          <p:txBody>
            <a:bodyPr/>
            <a:lstStyle/>
            <a:p>
              <a:endParaRPr lang="en-US"/>
            </a:p>
          </p:txBody>
        </p:sp>
        <p:sp>
          <p:nvSpPr>
            <p:cNvPr id="397900" name="Rectangle 588"/>
            <p:cNvSpPr>
              <a:spLocks noChangeArrowheads="1"/>
            </p:cNvSpPr>
            <p:nvPr/>
          </p:nvSpPr>
          <p:spPr bwMode="auto">
            <a:xfrm>
              <a:off x="1660" y="2390"/>
              <a:ext cx="33" cy="7"/>
            </a:xfrm>
            <a:prstGeom prst="rect">
              <a:avLst/>
            </a:prstGeom>
            <a:solidFill>
              <a:srgbClr val="000000"/>
            </a:solidFill>
            <a:ln w="9525">
              <a:noFill/>
              <a:miter lim="800000"/>
              <a:headEnd/>
              <a:tailEnd/>
            </a:ln>
          </p:spPr>
          <p:txBody>
            <a:bodyPr/>
            <a:lstStyle/>
            <a:p>
              <a:endParaRPr lang="en-US"/>
            </a:p>
          </p:txBody>
        </p:sp>
        <p:sp>
          <p:nvSpPr>
            <p:cNvPr id="397901" name="Rectangle 589"/>
            <p:cNvSpPr>
              <a:spLocks noChangeArrowheads="1"/>
            </p:cNvSpPr>
            <p:nvPr/>
          </p:nvSpPr>
          <p:spPr bwMode="auto">
            <a:xfrm>
              <a:off x="1718" y="2390"/>
              <a:ext cx="33" cy="7"/>
            </a:xfrm>
            <a:prstGeom prst="rect">
              <a:avLst/>
            </a:prstGeom>
            <a:solidFill>
              <a:srgbClr val="000000"/>
            </a:solidFill>
            <a:ln w="9525">
              <a:noFill/>
              <a:miter lim="800000"/>
              <a:headEnd/>
              <a:tailEnd/>
            </a:ln>
          </p:spPr>
          <p:txBody>
            <a:bodyPr/>
            <a:lstStyle/>
            <a:p>
              <a:endParaRPr lang="en-US"/>
            </a:p>
          </p:txBody>
        </p:sp>
        <p:sp>
          <p:nvSpPr>
            <p:cNvPr id="397902" name="Rectangle 590"/>
            <p:cNvSpPr>
              <a:spLocks noChangeArrowheads="1"/>
            </p:cNvSpPr>
            <p:nvPr/>
          </p:nvSpPr>
          <p:spPr bwMode="auto">
            <a:xfrm>
              <a:off x="1776" y="2390"/>
              <a:ext cx="33" cy="7"/>
            </a:xfrm>
            <a:prstGeom prst="rect">
              <a:avLst/>
            </a:prstGeom>
            <a:solidFill>
              <a:srgbClr val="000000"/>
            </a:solidFill>
            <a:ln w="9525">
              <a:noFill/>
              <a:miter lim="800000"/>
              <a:headEnd/>
              <a:tailEnd/>
            </a:ln>
          </p:spPr>
          <p:txBody>
            <a:bodyPr/>
            <a:lstStyle/>
            <a:p>
              <a:endParaRPr lang="en-US"/>
            </a:p>
          </p:txBody>
        </p:sp>
        <p:sp>
          <p:nvSpPr>
            <p:cNvPr id="397903" name="Rectangle 591"/>
            <p:cNvSpPr>
              <a:spLocks noChangeArrowheads="1"/>
            </p:cNvSpPr>
            <p:nvPr/>
          </p:nvSpPr>
          <p:spPr bwMode="auto">
            <a:xfrm>
              <a:off x="1834" y="2390"/>
              <a:ext cx="33" cy="7"/>
            </a:xfrm>
            <a:prstGeom prst="rect">
              <a:avLst/>
            </a:prstGeom>
            <a:solidFill>
              <a:srgbClr val="000000"/>
            </a:solidFill>
            <a:ln w="9525">
              <a:noFill/>
              <a:miter lim="800000"/>
              <a:headEnd/>
              <a:tailEnd/>
            </a:ln>
          </p:spPr>
          <p:txBody>
            <a:bodyPr/>
            <a:lstStyle/>
            <a:p>
              <a:endParaRPr lang="en-US"/>
            </a:p>
          </p:txBody>
        </p:sp>
        <p:sp>
          <p:nvSpPr>
            <p:cNvPr id="397904" name="Rectangle 592"/>
            <p:cNvSpPr>
              <a:spLocks noChangeArrowheads="1"/>
            </p:cNvSpPr>
            <p:nvPr/>
          </p:nvSpPr>
          <p:spPr bwMode="auto">
            <a:xfrm>
              <a:off x="1892" y="2390"/>
              <a:ext cx="33" cy="7"/>
            </a:xfrm>
            <a:prstGeom prst="rect">
              <a:avLst/>
            </a:prstGeom>
            <a:solidFill>
              <a:srgbClr val="000000"/>
            </a:solidFill>
            <a:ln w="9525">
              <a:noFill/>
              <a:miter lim="800000"/>
              <a:headEnd/>
              <a:tailEnd/>
            </a:ln>
          </p:spPr>
          <p:txBody>
            <a:bodyPr/>
            <a:lstStyle/>
            <a:p>
              <a:endParaRPr lang="en-US"/>
            </a:p>
          </p:txBody>
        </p:sp>
        <p:sp>
          <p:nvSpPr>
            <p:cNvPr id="397905" name="Rectangle 593"/>
            <p:cNvSpPr>
              <a:spLocks noChangeArrowheads="1"/>
            </p:cNvSpPr>
            <p:nvPr/>
          </p:nvSpPr>
          <p:spPr bwMode="auto">
            <a:xfrm>
              <a:off x="1950" y="2390"/>
              <a:ext cx="33" cy="7"/>
            </a:xfrm>
            <a:prstGeom prst="rect">
              <a:avLst/>
            </a:prstGeom>
            <a:solidFill>
              <a:srgbClr val="000000"/>
            </a:solidFill>
            <a:ln w="9525">
              <a:noFill/>
              <a:miter lim="800000"/>
              <a:headEnd/>
              <a:tailEnd/>
            </a:ln>
          </p:spPr>
          <p:txBody>
            <a:bodyPr/>
            <a:lstStyle/>
            <a:p>
              <a:endParaRPr lang="en-US"/>
            </a:p>
          </p:txBody>
        </p:sp>
        <p:sp>
          <p:nvSpPr>
            <p:cNvPr id="397906" name="Rectangle 594"/>
            <p:cNvSpPr>
              <a:spLocks noChangeArrowheads="1"/>
            </p:cNvSpPr>
            <p:nvPr/>
          </p:nvSpPr>
          <p:spPr bwMode="auto">
            <a:xfrm>
              <a:off x="2008" y="2390"/>
              <a:ext cx="33" cy="7"/>
            </a:xfrm>
            <a:prstGeom prst="rect">
              <a:avLst/>
            </a:prstGeom>
            <a:solidFill>
              <a:srgbClr val="000000"/>
            </a:solidFill>
            <a:ln w="9525">
              <a:noFill/>
              <a:miter lim="800000"/>
              <a:headEnd/>
              <a:tailEnd/>
            </a:ln>
          </p:spPr>
          <p:txBody>
            <a:bodyPr/>
            <a:lstStyle/>
            <a:p>
              <a:endParaRPr lang="en-US"/>
            </a:p>
          </p:txBody>
        </p:sp>
        <p:sp>
          <p:nvSpPr>
            <p:cNvPr id="397907" name="Rectangle 595"/>
            <p:cNvSpPr>
              <a:spLocks noChangeArrowheads="1"/>
            </p:cNvSpPr>
            <p:nvPr/>
          </p:nvSpPr>
          <p:spPr bwMode="auto">
            <a:xfrm>
              <a:off x="2066" y="2390"/>
              <a:ext cx="8" cy="7"/>
            </a:xfrm>
            <a:prstGeom prst="rect">
              <a:avLst/>
            </a:prstGeom>
            <a:solidFill>
              <a:srgbClr val="000000"/>
            </a:solidFill>
            <a:ln w="9525">
              <a:noFill/>
              <a:miter lim="800000"/>
              <a:headEnd/>
              <a:tailEnd/>
            </a:ln>
          </p:spPr>
          <p:txBody>
            <a:bodyPr/>
            <a:lstStyle/>
            <a:p>
              <a:endParaRPr lang="en-US"/>
            </a:p>
          </p:txBody>
        </p:sp>
      </p:grpSp>
      <p:grpSp>
        <p:nvGrpSpPr>
          <p:cNvPr id="397908" name="Group 596"/>
          <p:cNvGrpSpPr>
            <a:grpSpLocks/>
          </p:cNvGrpSpPr>
          <p:nvPr/>
        </p:nvGrpSpPr>
        <p:grpSpPr bwMode="auto">
          <a:xfrm>
            <a:off x="3286125" y="3800475"/>
            <a:ext cx="12700" cy="1441450"/>
            <a:chOff x="2070" y="2394"/>
            <a:chExt cx="8" cy="908"/>
          </a:xfrm>
        </p:grpSpPr>
        <p:sp>
          <p:nvSpPr>
            <p:cNvPr id="397909" name="Rectangle 597"/>
            <p:cNvSpPr>
              <a:spLocks noChangeArrowheads="1"/>
            </p:cNvSpPr>
            <p:nvPr/>
          </p:nvSpPr>
          <p:spPr bwMode="auto">
            <a:xfrm>
              <a:off x="2070" y="2394"/>
              <a:ext cx="8" cy="31"/>
            </a:xfrm>
            <a:prstGeom prst="rect">
              <a:avLst/>
            </a:prstGeom>
            <a:solidFill>
              <a:srgbClr val="000000"/>
            </a:solidFill>
            <a:ln w="9525">
              <a:noFill/>
              <a:miter lim="800000"/>
              <a:headEnd/>
              <a:tailEnd/>
            </a:ln>
          </p:spPr>
          <p:txBody>
            <a:bodyPr/>
            <a:lstStyle/>
            <a:p>
              <a:endParaRPr lang="en-US"/>
            </a:p>
          </p:txBody>
        </p:sp>
        <p:sp>
          <p:nvSpPr>
            <p:cNvPr id="397910" name="Rectangle 598"/>
            <p:cNvSpPr>
              <a:spLocks noChangeArrowheads="1"/>
            </p:cNvSpPr>
            <p:nvPr/>
          </p:nvSpPr>
          <p:spPr bwMode="auto">
            <a:xfrm>
              <a:off x="2070" y="2449"/>
              <a:ext cx="8" cy="32"/>
            </a:xfrm>
            <a:prstGeom prst="rect">
              <a:avLst/>
            </a:prstGeom>
            <a:solidFill>
              <a:srgbClr val="000000"/>
            </a:solidFill>
            <a:ln w="9525">
              <a:noFill/>
              <a:miter lim="800000"/>
              <a:headEnd/>
              <a:tailEnd/>
            </a:ln>
          </p:spPr>
          <p:txBody>
            <a:bodyPr/>
            <a:lstStyle/>
            <a:p>
              <a:endParaRPr lang="en-US"/>
            </a:p>
          </p:txBody>
        </p:sp>
        <p:sp>
          <p:nvSpPr>
            <p:cNvPr id="397911" name="Rectangle 599"/>
            <p:cNvSpPr>
              <a:spLocks noChangeArrowheads="1"/>
            </p:cNvSpPr>
            <p:nvPr/>
          </p:nvSpPr>
          <p:spPr bwMode="auto">
            <a:xfrm>
              <a:off x="2070" y="2504"/>
              <a:ext cx="8" cy="32"/>
            </a:xfrm>
            <a:prstGeom prst="rect">
              <a:avLst/>
            </a:prstGeom>
            <a:solidFill>
              <a:srgbClr val="000000"/>
            </a:solidFill>
            <a:ln w="9525">
              <a:noFill/>
              <a:miter lim="800000"/>
              <a:headEnd/>
              <a:tailEnd/>
            </a:ln>
          </p:spPr>
          <p:txBody>
            <a:bodyPr/>
            <a:lstStyle/>
            <a:p>
              <a:endParaRPr lang="en-US"/>
            </a:p>
          </p:txBody>
        </p:sp>
        <p:sp>
          <p:nvSpPr>
            <p:cNvPr id="397912" name="Rectangle 600"/>
            <p:cNvSpPr>
              <a:spLocks noChangeArrowheads="1"/>
            </p:cNvSpPr>
            <p:nvPr/>
          </p:nvSpPr>
          <p:spPr bwMode="auto">
            <a:xfrm>
              <a:off x="2070" y="2560"/>
              <a:ext cx="8" cy="32"/>
            </a:xfrm>
            <a:prstGeom prst="rect">
              <a:avLst/>
            </a:prstGeom>
            <a:solidFill>
              <a:srgbClr val="000000"/>
            </a:solidFill>
            <a:ln w="9525">
              <a:noFill/>
              <a:miter lim="800000"/>
              <a:headEnd/>
              <a:tailEnd/>
            </a:ln>
          </p:spPr>
          <p:txBody>
            <a:bodyPr/>
            <a:lstStyle/>
            <a:p>
              <a:endParaRPr lang="en-US"/>
            </a:p>
          </p:txBody>
        </p:sp>
        <p:sp>
          <p:nvSpPr>
            <p:cNvPr id="397913" name="Rectangle 601"/>
            <p:cNvSpPr>
              <a:spLocks noChangeArrowheads="1"/>
            </p:cNvSpPr>
            <p:nvPr/>
          </p:nvSpPr>
          <p:spPr bwMode="auto">
            <a:xfrm>
              <a:off x="2070" y="2615"/>
              <a:ext cx="8" cy="32"/>
            </a:xfrm>
            <a:prstGeom prst="rect">
              <a:avLst/>
            </a:prstGeom>
            <a:solidFill>
              <a:srgbClr val="000000"/>
            </a:solidFill>
            <a:ln w="9525">
              <a:noFill/>
              <a:miter lim="800000"/>
              <a:headEnd/>
              <a:tailEnd/>
            </a:ln>
          </p:spPr>
          <p:txBody>
            <a:bodyPr/>
            <a:lstStyle/>
            <a:p>
              <a:endParaRPr lang="en-US"/>
            </a:p>
          </p:txBody>
        </p:sp>
        <p:sp>
          <p:nvSpPr>
            <p:cNvPr id="397914" name="Rectangle 602"/>
            <p:cNvSpPr>
              <a:spLocks noChangeArrowheads="1"/>
            </p:cNvSpPr>
            <p:nvPr/>
          </p:nvSpPr>
          <p:spPr bwMode="auto">
            <a:xfrm>
              <a:off x="2070" y="2671"/>
              <a:ext cx="8" cy="31"/>
            </a:xfrm>
            <a:prstGeom prst="rect">
              <a:avLst/>
            </a:prstGeom>
            <a:solidFill>
              <a:srgbClr val="000000"/>
            </a:solidFill>
            <a:ln w="9525">
              <a:noFill/>
              <a:miter lim="800000"/>
              <a:headEnd/>
              <a:tailEnd/>
            </a:ln>
          </p:spPr>
          <p:txBody>
            <a:bodyPr/>
            <a:lstStyle/>
            <a:p>
              <a:endParaRPr lang="en-US"/>
            </a:p>
          </p:txBody>
        </p:sp>
        <p:sp>
          <p:nvSpPr>
            <p:cNvPr id="397915" name="Rectangle 603"/>
            <p:cNvSpPr>
              <a:spLocks noChangeArrowheads="1"/>
            </p:cNvSpPr>
            <p:nvPr/>
          </p:nvSpPr>
          <p:spPr bwMode="auto">
            <a:xfrm>
              <a:off x="2070" y="2726"/>
              <a:ext cx="8" cy="32"/>
            </a:xfrm>
            <a:prstGeom prst="rect">
              <a:avLst/>
            </a:prstGeom>
            <a:solidFill>
              <a:srgbClr val="000000"/>
            </a:solidFill>
            <a:ln w="9525">
              <a:noFill/>
              <a:miter lim="800000"/>
              <a:headEnd/>
              <a:tailEnd/>
            </a:ln>
          </p:spPr>
          <p:txBody>
            <a:bodyPr/>
            <a:lstStyle/>
            <a:p>
              <a:endParaRPr lang="en-US"/>
            </a:p>
          </p:txBody>
        </p:sp>
        <p:sp>
          <p:nvSpPr>
            <p:cNvPr id="397916" name="Rectangle 604"/>
            <p:cNvSpPr>
              <a:spLocks noChangeArrowheads="1"/>
            </p:cNvSpPr>
            <p:nvPr/>
          </p:nvSpPr>
          <p:spPr bwMode="auto">
            <a:xfrm>
              <a:off x="2070" y="2782"/>
              <a:ext cx="8" cy="31"/>
            </a:xfrm>
            <a:prstGeom prst="rect">
              <a:avLst/>
            </a:prstGeom>
            <a:solidFill>
              <a:srgbClr val="000000"/>
            </a:solidFill>
            <a:ln w="9525">
              <a:noFill/>
              <a:miter lim="800000"/>
              <a:headEnd/>
              <a:tailEnd/>
            </a:ln>
          </p:spPr>
          <p:txBody>
            <a:bodyPr/>
            <a:lstStyle/>
            <a:p>
              <a:endParaRPr lang="en-US"/>
            </a:p>
          </p:txBody>
        </p:sp>
        <p:sp>
          <p:nvSpPr>
            <p:cNvPr id="397917" name="Rectangle 605"/>
            <p:cNvSpPr>
              <a:spLocks noChangeArrowheads="1"/>
            </p:cNvSpPr>
            <p:nvPr/>
          </p:nvSpPr>
          <p:spPr bwMode="auto">
            <a:xfrm>
              <a:off x="2070" y="2837"/>
              <a:ext cx="8" cy="32"/>
            </a:xfrm>
            <a:prstGeom prst="rect">
              <a:avLst/>
            </a:prstGeom>
            <a:solidFill>
              <a:srgbClr val="000000"/>
            </a:solidFill>
            <a:ln w="9525">
              <a:noFill/>
              <a:miter lim="800000"/>
              <a:headEnd/>
              <a:tailEnd/>
            </a:ln>
          </p:spPr>
          <p:txBody>
            <a:bodyPr/>
            <a:lstStyle/>
            <a:p>
              <a:endParaRPr lang="en-US"/>
            </a:p>
          </p:txBody>
        </p:sp>
        <p:sp>
          <p:nvSpPr>
            <p:cNvPr id="397918" name="Rectangle 606"/>
            <p:cNvSpPr>
              <a:spLocks noChangeArrowheads="1"/>
            </p:cNvSpPr>
            <p:nvPr/>
          </p:nvSpPr>
          <p:spPr bwMode="auto">
            <a:xfrm>
              <a:off x="2070" y="2893"/>
              <a:ext cx="8" cy="31"/>
            </a:xfrm>
            <a:prstGeom prst="rect">
              <a:avLst/>
            </a:prstGeom>
            <a:solidFill>
              <a:srgbClr val="000000"/>
            </a:solidFill>
            <a:ln w="9525">
              <a:noFill/>
              <a:miter lim="800000"/>
              <a:headEnd/>
              <a:tailEnd/>
            </a:ln>
          </p:spPr>
          <p:txBody>
            <a:bodyPr/>
            <a:lstStyle/>
            <a:p>
              <a:endParaRPr lang="en-US"/>
            </a:p>
          </p:txBody>
        </p:sp>
        <p:sp>
          <p:nvSpPr>
            <p:cNvPr id="397919" name="Rectangle 607"/>
            <p:cNvSpPr>
              <a:spLocks noChangeArrowheads="1"/>
            </p:cNvSpPr>
            <p:nvPr/>
          </p:nvSpPr>
          <p:spPr bwMode="auto">
            <a:xfrm>
              <a:off x="2070" y="2948"/>
              <a:ext cx="8" cy="32"/>
            </a:xfrm>
            <a:prstGeom prst="rect">
              <a:avLst/>
            </a:prstGeom>
            <a:solidFill>
              <a:srgbClr val="000000"/>
            </a:solidFill>
            <a:ln w="9525">
              <a:noFill/>
              <a:miter lim="800000"/>
              <a:headEnd/>
              <a:tailEnd/>
            </a:ln>
          </p:spPr>
          <p:txBody>
            <a:bodyPr/>
            <a:lstStyle/>
            <a:p>
              <a:endParaRPr lang="en-US"/>
            </a:p>
          </p:txBody>
        </p:sp>
        <p:sp>
          <p:nvSpPr>
            <p:cNvPr id="397920" name="Rectangle 608"/>
            <p:cNvSpPr>
              <a:spLocks noChangeArrowheads="1"/>
            </p:cNvSpPr>
            <p:nvPr/>
          </p:nvSpPr>
          <p:spPr bwMode="auto">
            <a:xfrm>
              <a:off x="2070" y="3003"/>
              <a:ext cx="8" cy="32"/>
            </a:xfrm>
            <a:prstGeom prst="rect">
              <a:avLst/>
            </a:prstGeom>
            <a:solidFill>
              <a:srgbClr val="000000"/>
            </a:solidFill>
            <a:ln w="9525">
              <a:noFill/>
              <a:miter lim="800000"/>
              <a:headEnd/>
              <a:tailEnd/>
            </a:ln>
          </p:spPr>
          <p:txBody>
            <a:bodyPr/>
            <a:lstStyle/>
            <a:p>
              <a:endParaRPr lang="en-US"/>
            </a:p>
          </p:txBody>
        </p:sp>
        <p:sp>
          <p:nvSpPr>
            <p:cNvPr id="397921" name="Rectangle 609"/>
            <p:cNvSpPr>
              <a:spLocks noChangeArrowheads="1"/>
            </p:cNvSpPr>
            <p:nvPr/>
          </p:nvSpPr>
          <p:spPr bwMode="auto">
            <a:xfrm>
              <a:off x="2070" y="3059"/>
              <a:ext cx="8" cy="32"/>
            </a:xfrm>
            <a:prstGeom prst="rect">
              <a:avLst/>
            </a:prstGeom>
            <a:solidFill>
              <a:srgbClr val="000000"/>
            </a:solidFill>
            <a:ln w="9525">
              <a:noFill/>
              <a:miter lim="800000"/>
              <a:headEnd/>
              <a:tailEnd/>
            </a:ln>
          </p:spPr>
          <p:txBody>
            <a:bodyPr/>
            <a:lstStyle/>
            <a:p>
              <a:endParaRPr lang="en-US"/>
            </a:p>
          </p:txBody>
        </p:sp>
        <p:sp>
          <p:nvSpPr>
            <p:cNvPr id="397922" name="Rectangle 610"/>
            <p:cNvSpPr>
              <a:spLocks noChangeArrowheads="1"/>
            </p:cNvSpPr>
            <p:nvPr/>
          </p:nvSpPr>
          <p:spPr bwMode="auto">
            <a:xfrm>
              <a:off x="2070" y="3114"/>
              <a:ext cx="8" cy="32"/>
            </a:xfrm>
            <a:prstGeom prst="rect">
              <a:avLst/>
            </a:prstGeom>
            <a:solidFill>
              <a:srgbClr val="000000"/>
            </a:solidFill>
            <a:ln w="9525">
              <a:noFill/>
              <a:miter lim="800000"/>
              <a:headEnd/>
              <a:tailEnd/>
            </a:ln>
          </p:spPr>
          <p:txBody>
            <a:bodyPr/>
            <a:lstStyle/>
            <a:p>
              <a:endParaRPr lang="en-US"/>
            </a:p>
          </p:txBody>
        </p:sp>
        <p:sp>
          <p:nvSpPr>
            <p:cNvPr id="397923" name="Rectangle 611"/>
            <p:cNvSpPr>
              <a:spLocks noChangeArrowheads="1"/>
            </p:cNvSpPr>
            <p:nvPr/>
          </p:nvSpPr>
          <p:spPr bwMode="auto">
            <a:xfrm>
              <a:off x="2070" y="3170"/>
              <a:ext cx="8" cy="31"/>
            </a:xfrm>
            <a:prstGeom prst="rect">
              <a:avLst/>
            </a:prstGeom>
            <a:solidFill>
              <a:srgbClr val="000000"/>
            </a:solidFill>
            <a:ln w="9525">
              <a:noFill/>
              <a:miter lim="800000"/>
              <a:headEnd/>
              <a:tailEnd/>
            </a:ln>
          </p:spPr>
          <p:txBody>
            <a:bodyPr/>
            <a:lstStyle/>
            <a:p>
              <a:endParaRPr lang="en-US"/>
            </a:p>
          </p:txBody>
        </p:sp>
        <p:sp>
          <p:nvSpPr>
            <p:cNvPr id="397924" name="Rectangle 612"/>
            <p:cNvSpPr>
              <a:spLocks noChangeArrowheads="1"/>
            </p:cNvSpPr>
            <p:nvPr/>
          </p:nvSpPr>
          <p:spPr bwMode="auto">
            <a:xfrm>
              <a:off x="2070" y="3225"/>
              <a:ext cx="8" cy="32"/>
            </a:xfrm>
            <a:prstGeom prst="rect">
              <a:avLst/>
            </a:prstGeom>
            <a:solidFill>
              <a:srgbClr val="000000"/>
            </a:solidFill>
            <a:ln w="9525">
              <a:noFill/>
              <a:miter lim="800000"/>
              <a:headEnd/>
              <a:tailEnd/>
            </a:ln>
          </p:spPr>
          <p:txBody>
            <a:bodyPr/>
            <a:lstStyle/>
            <a:p>
              <a:endParaRPr lang="en-US"/>
            </a:p>
          </p:txBody>
        </p:sp>
        <p:sp>
          <p:nvSpPr>
            <p:cNvPr id="397925" name="Rectangle 613"/>
            <p:cNvSpPr>
              <a:spLocks noChangeArrowheads="1"/>
            </p:cNvSpPr>
            <p:nvPr/>
          </p:nvSpPr>
          <p:spPr bwMode="auto">
            <a:xfrm>
              <a:off x="2070" y="3281"/>
              <a:ext cx="8" cy="21"/>
            </a:xfrm>
            <a:prstGeom prst="rect">
              <a:avLst/>
            </a:prstGeom>
            <a:solidFill>
              <a:srgbClr val="000000"/>
            </a:solidFill>
            <a:ln w="9525">
              <a:noFill/>
              <a:miter lim="800000"/>
              <a:headEnd/>
              <a:tailEnd/>
            </a:ln>
          </p:spPr>
          <p:txBody>
            <a:bodyPr/>
            <a:lstStyle/>
            <a:p>
              <a:endParaRPr lang="en-US"/>
            </a:p>
          </p:txBody>
        </p:sp>
      </p:grpSp>
      <p:grpSp>
        <p:nvGrpSpPr>
          <p:cNvPr id="397926" name="Group 614"/>
          <p:cNvGrpSpPr>
            <a:grpSpLocks/>
          </p:cNvGrpSpPr>
          <p:nvPr/>
        </p:nvGrpSpPr>
        <p:grpSpPr bwMode="auto">
          <a:xfrm>
            <a:off x="3292475" y="5227638"/>
            <a:ext cx="3171825" cy="12700"/>
            <a:chOff x="2074" y="3293"/>
            <a:chExt cx="1998" cy="8"/>
          </a:xfrm>
        </p:grpSpPr>
        <p:sp>
          <p:nvSpPr>
            <p:cNvPr id="397927" name="Rectangle 615"/>
            <p:cNvSpPr>
              <a:spLocks noChangeArrowheads="1"/>
            </p:cNvSpPr>
            <p:nvPr/>
          </p:nvSpPr>
          <p:spPr bwMode="auto">
            <a:xfrm>
              <a:off x="2074" y="3293"/>
              <a:ext cx="33" cy="8"/>
            </a:xfrm>
            <a:prstGeom prst="rect">
              <a:avLst/>
            </a:prstGeom>
            <a:solidFill>
              <a:srgbClr val="000000"/>
            </a:solidFill>
            <a:ln w="9525">
              <a:noFill/>
              <a:miter lim="800000"/>
              <a:headEnd/>
              <a:tailEnd/>
            </a:ln>
          </p:spPr>
          <p:txBody>
            <a:bodyPr/>
            <a:lstStyle/>
            <a:p>
              <a:endParaRPr lang="en-US"/>
            </a:p>
          </p:txBody>
        </p:sp>
        <p:sp>
          <p:nvSpPr>
            <p:cNvPr id="397928" name="Rectangle 616"/>
            <p:cNvSpPr>
              <a:spLocks noChangeArrowheads="1"/>
            </p:cNvSpPr>
            <p:nvPr/>
          </p:nvSpPr>
          <p:spPr bwMode="auto">
            <a:xfrm>
              <a:off x="2132" y="3293"/>
              <a:ext cx="33" cy="8"/>
            </a:xfrm>
            <a:prstGeom prst="rect">
              <a:avLst/>
            </a:prstGeom>
            <a:solidFill>
              <a:srgbClr val="000000"/>
            </a:solidFill>
            <a:ln w="9525">
              <a:noFill/>
              <a:miter lim="800000"/>
              <a:headEnd/>
              <a:tailEnd/>
            </a:ln>
          </p:spPr>
          <p:txBody>
            <a:bodyPr/>
            <a:lstStyle/>
            <a:p>
              <a:endParaRPr lang="en-US"/>
            </a:p>
          </p:txBody>
        </p:sp>
        <p:sp>
          <p:nvSpPr>
            <p:cNvPr id="397929" name="Rectangle 617"/>
            <p:cNvSpPr>
              <a:spLocks noChangeArrowheads="1"/>
            </p:cNvSpPr>
            <p:nvPr/>
          </p:nvSpPr>
          <p:spPr bwMode="auto">
            <a:xfrm>
              <a:off x="2190" y="3293"/>
              <a:ext cx="33" cy="8"/>
            </a:xfrm>
            <a:prstGeom prst="rect">
              <a:avLst/>
            </a:prstGeom>
            <a:solidFill>
              <a:srgbClr val="000000"/>
            </a:solidFill>
            <a:ln w="9525">
              <a:noFill/>
              <a:miter lim="800000"/>
              <a:headEnd/>
              <a:tailEnd/>
            </a:ln>
          </p:spPr>
          <p:txBody>
            <a:bodyPr/>
            <a:lstStyle/>
            <a:p>
              <a:endParaRPr lang="en-US"/>
            </a:p>
          </p:txBody>
        </p:sp>
        <p:sp>
          <p:nvSpPr>
            <p:cNvPr id="397930" name="Rectangle 618"/>
            <p:cNvSpPr>
              <a:spLocks noChangeArrowheads="1"/>
            </p:cNvSpPr>
            <p:nvPr/>
          </p:nvSpPr>
          <p:spPr bwMode="auto">
            <a:xfrm>
              <a:off x="2248" y="3293"/>
              <a:ext cx="33" cy="8"/>
            </a:xfrm>
            <a:prstGeom prst="rect">
              <a:avLst/>
            </a:prstGeom>
            <a:solidFill>
              <a:srgbClr val="000000"/>
            </a:solidFill>
            <a:ln w="9525">
              <a:noFill/>
              <a:miter lim="800000"/>
              <a:headEnd/>
              <a:tailEnd/>
            </a:ln>
          </p:spPr>
          <p:txBody>
            <a:bodyPr/>
            <a:lstStyle/>
            <a:p>
              <a:endParaRPr lang="en-US"/>
            </a:p>
          </p:txBody>
        </p:sp>
        <p:sp>
          <p:nvSpPr>
            <p:cNvPr id="397931" name="Rectangle 619"/>
            <p:cNvSpPr>
              <a:spLocks noChangeArrowheads="1"/>
            </p:cNvSpPr>
            <p:nvPr/>
          </p:nvSpPr>
          <p:spPr bwMode="auto">
            <a:xfrm>
              <a:off x="2305" y="3293"/>
              <a:ext cx="34" cy="8"/>
            </a:xfrm>
            <a:prstGeom prst="rect">
              <a:avLst/>
            </a:prstGeom>
            <a:solidFill>
              <a:srgbClr val="000000"/>
            </a:solidFill>
            <a:ln w="9525">
              <a:noFill/>
              <a:miter lim="800000"/>
              <a:headEnd/>
              <a:tailEnd/>
            </a:ln>
          </p:spPr>
          <p:txBody>
            <a:bodyPr/>
            <a:lstStyle/>
            <a:p>
              <a:endParaRPr lang="en-US"/>
            </a:p>
          </p:txBody>
        </p:sp>
        <p:sp>
          <p:nvSpPr>
            <p:cNvPr id="397932" name="Rectangle 620"/>
            <p:cNvSpPr>
              <a:spLocks noChangeArrowheads="1"/>
            </p:cNvSpPr>
            <p:nvPr/>
          </p:nvSpPr>
          <p:spPr bwMode="auto">
            <a:xfrm>
              <a:off x="2363" y="3293"/>
              <a:ext cx="33" cy="8"/>
            </a:xfrm>
            <a:prstGeom prst="rect">
              <a:avLst/>
            </a:prstGeom>
            <a:solidFill>
              <a:srgbClr val="000000"/>
            </a:solidFill>
            <a:ln w="9525">
              <a:noFill/>
              <a:miter lim="800000"/>
              <a:headEnd/>
              <a:tailEnd/>
            </a:ln>
          </p:spPr>
          <p:txBody>
            <a:bodyPr/>
            <a:lstStyle/>
            <a:p>
              <a:endParaRPr lang="en-US"/>
            </a:p>
          </p:txBody>
        </p:sp>
        <p:sp>
          <p:nvSpPr>
            <p:cNvPr id="397933" name="Rectangle 621"/>
            <p:cNvSpPr>
              <a:spLocks noChangeArrowheads="1"/>
            </p:cNvSpPr>
            <p:nvPr/>
          </p:nvSpPr>
          <p:spPr bwMode="auto">
            <a:xfrm>
              <a:off x="2421" y="3293"/>
              <a:ext cx="33" cy="8"/>
            </a:xfrm>
            <a:prstGeom prst="rect">
              <a:avLst/>
            </a:prstGeom>
            <a:solidFill>
              <a:srgbClr val="000000"/>
            </a:solidFill>
            <a:ln w="9525">
              <a:noFill/>
              <a:miter lim="800000"/>
              <a:headEnd/>
              <a:tailEnd/>
            </a:ln>
          </p:spPr>
          <p:txBody>
            <a:bodyPr/>
            <a:lstStyle/>
            <a:p>
              <a:endParaRPr lang="en-US"/>
            </a:p>
          </p:txBody>
        </p:sp>
        <p:sp>
          <p:nvSpPr>
            <p:cNvPr id="397934" name="Rectangle 622"/>
            <p:cNvSpPr>
              <a:spLocks noChangeArrowheads="1"/>
            </p:cNvSpPr>
            <p:nvPr/>
          </p:nvSpPr>
          <p:spPr bwMode="auto">
            <a:xfrm>
              <a:off x="2479" y="3293"/>
              <a:ext cx="33" cy="8"/>
            </a:xfrm>
            <a:prstGeom prst="rect">
              <a:avLst/>
            </a:prstGeom>
            <a:solidFill>
              <a:srgbClr val="000000"/>
            </a:solidFill>
            <a:ln w="9525">
              <a:noFill/>
              <a:miter lim="800000"/>
              <a:headEnd/>
              <a:tailEnd/>
            </a:ln>
          </p:spPr>
          <p:txBody>
            <a:bodyPr/>
            <a:lstStyle/>
            <a:p>
              <a:endParaRPr lang="en-US"/>
            </a:p>
          </p:txBody>
        </p:sp>
        <p:sp>
          <p:nvSpPr>
            <p:cNvPr id="397935" name="Rectangle 623"/>
            <p:cNvSpPr>
              <a:spLocks noChangeArrowheads="1"/>
            </p:cNvSpPr>
            <p:nvPr/>
          </p:nvSpPr>
          <p:spPr bwMode="auto">
            <a:xfrm>
              <a:off x="2537" y="3293"/>
              <a:ext cx="33" cy="8"/>
            </a:xfrm>
            <a:prstGeom prst="rect">
              <a:avLst/>
            </a:prstGeom>
            <a:solidFill>
              <a:srgbClr val="000000"/>
            </a:solidFill>
            <a:ln w="9525">
              <a:noFill/>
              <a:miter lim="800000"/>
              <a:headEnd/>
              <a:tailEnd/>
            </a:ln>
          </p:spPr>
          <p:txBody>
            <a:bodyPr/>
            <a:lstStyle/>
            <a:p>
              <a:endParaRPr lang="en-US"/>
            </a:p>
          </p:txBody>
        </p:sp>
        <p:sp>
          <p:nvSpPr>
            <p:cNvPr id="397936" name="Rectangle 624"/>
            <p:cNvSpPr>
              <a:spLocks noChangeArrowheads="1"/>
            </p:cNvSpPr>
            <p:nvPr/>
          </p:nvSpPr>
          <p:spPr bwMode="auto">
            <a:xfrm>
              <a:off x="2595" y="3293"/>
              <a:ext cx="33" cy="8"/>
            </a:xfrm>
            <a:prstGeom prst="rect">
              <a:avLst/>
            </a:prstGeom>
            <a:solidFill>
              <a:srgbClr val="000000"/>
            </a:solidFill>
            <a:ln w="9525">
              <a:noFill/>
              <a:miter lim="800000"/>
              <a:headEnd/>
              <a:tailEnd/>
            </a:ln>
          </p:spPr>
          <p:txBody>
            <a:bodyPr/>
            <a:lstStyle/>
            <a:p>
              <a:endParaRPr lang="en-US"/>
            </a:p>
          </p:txBody>
        </p:sp>
        <p:sp>
          <p:nvSpPr>
            <p:cNvPr id="397937" name="Rectangle 625"/>
            <p:cNvSpPr>
              <a:spLocks noChangeArrowheads="1"/>
            </p:cNvSpPr>
            <p:nvPr/>
          </p:nvSpPr>
          <p:spPr bwMode="auto">
            <a:xfrm>
              <a:off x="2653" y="3293"/>
              <a:ext cx="33" cy="8"/>
            </a:xfrm>
            <a:prstGeom prst="rect">
              <a:avLst/>
            </a:prstGeom>
            <a:solidFill>
              <a:srgbClr val="000000"/>
            </a:solidFill>
            <a:ln w="9525">
              <a:noFill/>
              <a:miter lim="800000"/>
              <a:headEnd/>
              <a:tailEnd/>
            </a:ln>
          </p:spPr>
          <p:txBody>
            <a:bodyPr/>
            <a:lstStyle/>
            <a:p>
              <a:endParaRPr lang="en-US"/>
            </a:p>
          </p:txBody>
        </p:sp>
        <p:sp>
          <p:nvSpPr>
            <p:cNvPr id="397938" name="Rectangle 626"/>
            <p:cNvSpPr>
              <a:spLocks noChangeArrowheads="1"/>
            </p:cNvSpPr>
            <p:nvPr/>
          </p:nvSpPr>
          <p:spPr bwMode="auto">
            <a:xfrm>
              <a:off x="2711" y="3293"/>
              <a:ext cx="33" cy="8"/>
            </a:xfrm>
            <a:prstGeom prst="rect">
              <a:avLst/>
            </a:prstGeom>
            <a:solidFill>
              <a:srgbClr val="000000"/>
            </a:solidFill>
            <a:ln w="9525">
              <a:noFill/>
              <a:miter lim="800000"/>
              <a:headEnd/>
              <a:tailEnd/>
            </a:ln>
          </p:spPr>
          <p:txBody>
            <a:bodyPr/>
            <a:lstStyle/>
            <a:p>
              <a:endParaRPr lang="en-US"/>
            </a:p>
          </p:txBody>
        </p:sp>
        <p:sp>
          <p:nvSpPr>
            <p:cNvPr id="397939" name="Rectangle 627"/>
            <p:cNvSpPr>
              <a:spLocks noChangeArrowheads="1"/>
            </p:cNvSpPr>
            <p:nvPr/>
          </p:nvSpPr>
          <p:spPr bwMode="auto">
            <a:xfrm>
              <a:off x="2769" y="3293"/>
              <a:ext cx="33" cy="8"/>
            </a:xfrm>
            <a:prstGeom prst="rect">
              <a:avLst/>
            </a:prstGeom>
            <a:solidFill>
              <a:srgbClr val="000000"/>
            </a:solidFill>
            <a:ln w="9525">
              <a:noFill/>
              <a:miter lim="800000"/>
              <a:headEnd/>
              <a:tailEnd/>
            </a:ln>
          </p:spPr>
          <p:txBody>
            <a:bodyPr/>
            <a:lstStyle/>
            <a:p>
              <a:endParaRPr lang="en-US"/>
            </a:p>
          </p:txBody>
        </p:sp>
        <p:sp>
          <p:nvSpPr>
            <p:cNvPr id="397940" name="Rectangle 628"/>
            <p:cNvSpPr>
              <a:spLocks noChangeArrowheads="1"/>
            </p:cNvSpPr>
            <p:nvPr/>
          </p:nvSpPr>
          <p:spPr bwMode="auto">
            <a:xfrm>
              <a:off x="2827" y="3293"/>
              <a:ext cx="33" cy="8"/>
            </a:xfrm>
            <a:prstGeom prst="rect">
              <a:avLst/>
            </a:prstGeom>
            <a:solidFill>
              <a:srgbClr val="000000"/>
            </a:solidFill>
            <a:ln w="9525">
              <a:noFill/>
              <a:miter lim="800000"/>
              <a:headEnd/>
              <a:tailEnd/>
            </a:ln>
          </p:spPr>
          <p:txBody>
            <a:bodyPr/>
            <a:lstStyle/>
            <a:p>
              <a:endParaRPr lang="en-US"/>
            </a:p>
          </p:txBody>
        </p:sp>
        <p:sp>
          <p:nvSpPr>
            <p:cNvPr id="397941" name="Rectangle 629"/>
            <p:cNvSpPr>
              <a:spLocks noChangeArrowheads="1"/>
            </p:cNvSpPr>
            <p:nvPr/>
          </p:nvSpPr>
          <p:spPr bwMode="auto">
            <a:xfrm>
              <a:off x="2885" y="3293"/>
              <a:ext cx="33" cy="8"/>
            </a:xfrm>
            <a:prstGeom prst="rect">
              <a:avLst/>
            </a:prstGeom>
            <a:solidFill>
              <a:srgbClr val="000000"/>
            </a:solidFill>
            <a:ln w="9525">
              <a:noFill/>
              <a:miter lim="800000"/>
              <a:headEnd/>
              <a:tailEnd/>
            </a:ln>
          </p:spPr>
          <p:txBody>
            <a:bodyPr/>
            <a:lstStyle/>
            <a:p>
              <a:endParaRPr lang="en-US"/>
            </a:p>
          </p:txBody>
        </p:sp>
        <p:sp>
          <p:nvSpPr>
            <p:cNvPr id="397942" name="Rectangle 630"/>
            <p:cNvSpPr>
              <a:spLocks noChangeArrowheads="1"/>
            </p:cNvSpPr>
            <p:nvPr/>
          </p:nvSpPr>
          <p:spPr bwMode="auto">
            <a:xfrm>
              <a:off x="2943" y="3293"/>
              <a:ext cx="33" cy="8"/>
            </a:xfrm>
            <a:prstGeom prst="rect">
              <a:avLst/>
            </a:prstGeom>
            <a:solidFill>
              <a:srgbClr val="000000"/>
            </a:solidFill>
            <a:ln w="9525">
              <a:noFill/>
              <a:miter lim="800000"/>
              <a:headEnd/>
              <a:tailEnd/>
            </a:ln>
          </p:spPr>
          <p:txBody>
            <a:bodyPr/>
            <a:lstStyle/>
            <a:p>
              <a:endParaRPr lang="en-US"/>
            </a:p>
          </p:txBody>
        </p:sp>
        <p:sp>
          <p:nvSpPr>
            <p:cNvPr id="397943" name="Rectangle 631"/>
            <p:cNvSpPr>
              <a:spLocks noChangeArrowheads="1"/>
            </p:cNvSpPr>
            <p:nvPr/>
          </p:nvSpPr>
          <p:spPr bwMode="auto">
            <a:xfrm>
              <a:off x="3001" y="3293"/>
              <a:ext cx="33" cy="8"/>
            </a:xfrm>
            <a:prstGeom prst="rect">
              <a:avLst/>
            </a:prstGeom>
            <a:solidFill>
              <a:srgbClr val="000000"/>
            </a:solidFill>
            <a:ln w="9525">
              <a:noFill/>
              <a:miter lim="800000"/>
              <a:headEnd/>
              <a:tailEnd/>
            </a:ln>
          </p:spPr>
          <p:txBody>
            <a:bodyPr/>
            <a:lstStyle/>
            <a:p>
              <a:endParaRPr lang="en-US"/>
            </a:p>
          </p:txBody>
        </p:sp>
        <p:sp>
          <p:nvSpPr>
            <p:cNvPr id="397944" name="Rectangle 632"/>
            <p:cNvSpPr>
              <a:spLocks noChangeArrowheads="1"/>
            </p:cNvSpPr>
            <p:nvPr/>
          </p:nvSpPr>
          <p:spPr bwMode="auto">
            <a:xfrm>
              <a:off x="3058" y="3293"/>
              <a:ext cx="34" cy="8"/>
            </a:xfrm>
            <a:prstGeom prst="rect">
              <a:avLst/>
            </a:prstGeom>
            <a:solidFill>
              <a:srgbClr val="000000"/>
            </a:solidFill>
            <a:ln w="9525">
              <a:noFill/>
              <a:miter lim="800000"/>
              <a:headEnd/>
              <a:tailEnd/>
            </a:ln>
          </p:spPr>
          <p:txBody>
            <a:bodyPr/>
            <a:lstStyle/>
            <a:p>
              <a:endParaRPr lang="en-US"/>
            </a:p>
          </p:txBody>
        </p:sp>
        <p:sp>
          <p:nvSpPr>
            <p:cNvPr id="397945" name="Rectangle 633"/>
            <p:cNvSpPr>
              <a:spLocks noChangeArrowheads="1"/>
            </p:cNvSpPr>
            <p:nvPr/>
          </p:nvSpPr>
          <p:spPr bwMode="auto">
            <a:xfrm>
              <a:off x="3116" y="3293"/>
              <a:ext cx="33" cy="8"/>
            </a:xfrm>
            <a:prstGeom prst="rect">
              <a:avLst/>
            </a:prstGeom>
            <a:solidFill>
              <a:srgbClr val="000000"/>
            </a:solidFill>
            <a:ln w="9525">
              <a:noFill/>
              <a:miter lim="800000"/>
              <a:headEnd/>
              <a:tailEnd/>
            </a:ln>
          </p:spPr>
          <p:txBody>
            <a:bodyPr/>
            <a:lstStyle/>
            <a:p>
              <a:endParaRPr lang="en-US"/>
            </a:p>
          </p:txBody>
        </p:sp>
        <p:sp>
          <p:nvSpPr>
            <p:cNvPr id="397946" name="Rectangle 634"/>
            <p:cNvSpPr>
              <a:spLocks noChangeArrowheads="1"/>
            </p:cNvSpPr>
            <p:nvPr/>
          </p:nvSpPr>
          <p:spPr bwMode="auto">
            <a:xfrm>
              <a:off x="3174" y="3293"/>
              <a:ext cx="33" cy="8"/>
            </a:xfrm>
            <a:prstGeom prst="rect">
              <a:avLst/>
            </a:prstGeom>
            <a:solidFill>
              <a:srgbClr val="000000"/>
            </a:solidFill>
            <a:ln w="9525">
              <a:noFill/>
              <a:miter lim="800000"/>
              <a:headEnd/>
              <a:tailEnd/>
            </a:ln>
          </p:spPr>
          <p:txBody>
            <a:bodyPr/>
            <a:lstStyle/>
            <a:p>
              <a:endParaRPr lang="en-US"/>
            </a:p>
          </p:txBody>
        </p:sp>
        <p:sp>
          <p:nvSpPr>
            <p:cNvPr id="397947" name="Rectangle 635"/>
            <p:cNvSpPr>
              <a:spLocks noChangeArrowheads="1"/>
            </p:cNvSpPr>
            <p:nvPr/>
          </p:nvSpPr>
          <p:spPr bwMode="auto">
            <a:xfrm>
              <a:off x="3232" y="3293"/>
              <a:ext cx="33" cy="8"/>
            </a:xfrm>
            <a:prstGeom prst="rect">
              <a:avLst/>
            </a:prstGeom>
            <a:solidFill>
              <a:srgbClr val="000000"/>
            </a:solidFill>
            <a:ln w="9525">
              <a:noFill/>
              <a:miter lim="800000"/>
              <a:headEnd/>
              <a:tailEnd/>
            </a:ln>
          </p:spPr>
          <p:txBody>
            <a:bodyPr/>
            <a:lstStyle/>
            <a:p>
              <a:endParaRPr lang="en-US"/>
            </a:p>
          </p:txBody>
        </p:sp>
        <p:sp>
          <p:nvSpPr>
            <p:cNvPr id="397948" name="Rectangle 636"/>
            <p:cNvSpPr>
              <a:spLocks noChangeArrowheads="1"/>
            </p:cNvSpPr>
            <p:nvPr/>
          </p:nvSpPr>
          <p:spPr bwMode="auto">
            <a:xfrm>
              <a:off x="3290" y="3293"/>
              <a:ext cx="33" cy="8"/>
            </a:xfrm>
            <a:prstGeom prst="rect">
              <a:avLst/>
            </a:prstGeom>
            <a:solidFill>
              <a:srgbClr val="000000"/>
            </a:solidFill>
            <a:ln w="9525">
              <a:noFill/>
              <a:miter lim="800000"/>
              <a:headEnd/>
              <a:tailEnd/>
            </a:ln>
          </p:spPr>
          <p:txBody>
            <a:bodyPr/>
            <a:lstStyle/>
            <a:p>
              <a:endParaRPr lang="en-US"/>
            </a:p>
          </p:txBody>
        </p:sp>
        <p:sp>
          <p:nvSpPr>
            <p:cNvPr id="397949" name="Rectangle 637"/>
            <p:cNvSpPr>
              <a:spLocks noChangeArrowheads="1"/>
            </p:cNvSpPr>
            <p:nvPr/>
          </p:nvSpPr>
          <p:spPr bwMode="auto">
            <a:xfrm>
              <a:off x="3348" y="3293"/>
              <a:ext cx="33" cy="8"/>
            </a:xfrm>
            <a:prstGeom prst="rect">
              <a:avLst/>
            </a:prstGeom>
            <a:solidFill>
              <a:srgbClr val="000000"/>
            </a:solidFill>
            <a:ln w="9525">
              <a:noFill/>
              <a:miter lim="800000"/>
              <a:headEnd/>
              <a:tailEnd/>
            </a:ln>
          </p:spPr>
          <p:txBody>
            <a:bodyPr/>
            <a:lstStyle/>
            <a:p>
              <a:endParaRPr lang="en-US"/>
            </a:p>
          </p:txBody>
        </p:sp>
        <p:sp>
          <p:nvSpPr>
            <p:cNvPr id="397950" name="Rectangle 638"/>
            <p:cNvSpPr>
              <a:spLocks noChangeArrowheads="1"/>
            </p:cNvSpPr>
            <p:nvPr/>
          </p:nvSpPr>
          <p:spPr bwMode="auto">
            <a:xfrm>
              <a:off x="3406" y="3293"/>
              <a:ext cx="33" cy="8"/>
            </a:xfrm>
            <a:prstGeom prst="rect">
              <a:avLst/>
            </a:prstGeom>
            <a:solidFill>
              <a:srgbClr val="000000"/>
            </a:solidFill>
            <a:ln w="9525">
              <a:noFill/>
              <a:miter lim="800000"/>
              <a:headEnd/>
              <a:tailEnd/>
            </a:ln>
          </p:spPr>
          <p:txBody>
            <a:bodyPr/>
            <a:lstStyle/>
            <a:p>
              <a:endParaRPr lang="en-US"/>
            </a:p>
          </p:txBody>
        </p:sp>
        <p:sp>
          <p:nvSpPr>
            <p:cNvPr id="397951" name="Rectangle 639"/>
            <p:cNvSpPr>
              <a:spLocks noChangeArrowheads="1"/>
            </p:cNvSpPr>
            <p:nvPr/>
          </p:nvSpPr>
          <p:spPr bwMode="auto">
            <a:xfrm>
              <a:off x="3464" y="3293"/>
              <a:ext cx="33" cy="8"/>
            </a:xfrm>
            <a:prstGeom prst="rect">
              <a:avLst/>
            </a:prstGeom>
            <a:solidFill>
              <a:srgbClr val="000000"/>
            </a:solidFill>
            <a:ln w="9525">
              <a:noFill/>
              <a:miter lim="800000"/>
              <a:headEnd/>
              <a:tailEnd/>
            </a:ln>
          </p:spPr>
          <p:txBody>
            <a:bodyPr/>
            <a:lstStyle/>
            <a:p>
              <a:endParaRPr lang="en-US"/>
            </a:p>
          </p:txBody>
        </p:sp>
        <p:sp>
          <p:nvSpPr>
            <p:cNvPr id="397952" name="Rectangle 640"/>
            <p:cNvSpPr>
              <a:spLocks noChangeArrowheads="1"/>
            </p:cNvSpPr>
            <p:nvPr/>
          </p:nvSpPr>
          <p:spPr bwMode="auto">
            <a:xfrm>
              <a:off x="3522" y="3293"/>
              <a:ext cx="33" cy="8"/>
            </a:xfrm>
            <a:prstGeom prst="rect">
              <a:avLst/>
            </a:prstGeom>
            <a:solidFill>
              <a:srgbClr val="000000"/>
            </a:solidFill>
            <a:ln w="9525">
              <a:noFill/>
              <a:miter lim="800000"/>
              <a:headEnd/>
              <a:tailEnd/>
            </a:ln>
          </p:spPr>
          <p:txBody>
            <a:bodyPr/>
            <a:lstStyle/>
            <a:p>
              <a:endParaRPr lang="en-US"/>
            </a:p>
          </p:txBody>
        </p:sp>
        <p:sp>
          <p:nvSpPr>
            <p:cNvPr id="397953" name="Rectangle 641"/>
            <p:cNvSpPr>
              <a:spLocks noChangeArrowheads="1"/>
            </p:cNvSpPr>
            <p:nvPr/>
          </p:nvSpPr>
          <p:spPr bwMode="auto">
            <a:xfrm>
              <a:off x="3580" y="3293"/>
              <a:ext cx="33" cy="8"/>
            </a:xfrm>
            <a:prstGeom prst="rect">
              <a:avLst/>
            </a:prstGeom>
            <a:solidFill>
              <a:srgbClr val="000000"/>
            </a:solidFill>
            <a:ln w="9525">
              <a:noFill/>
              <a:miter lim="800000"/>
              <a:headEnd/>
              <a:tailEnd/>
            </a:ln>
          </p:spPr>
          <p:txBody>
            <a:bodyPr/>
            <a:lstStyle/>
            <a:p>
              <a:endParaRPr lang="en-US"/>
            </a:p>
          </p:txBody>
        </p:sp>
        <p:sp>
          <p:nvSpPr>
            <p:cNvPr id="397954" name="Rectangle 642"/>
            <p:cNvSpPr>
              <a:spLocks noChangeArrowheads="1"/>
            </p:cNvSpPr>
            <p:nvPr/>
          </p:nvSpPr>
          <p:spPr bwMode="auto">
            <a:xfrm>
              <a:off x="3638" y="3293"/>
              <a:ext cx="33" cy="8"/>
            </a:xfrm>
            <a:prstGeom prst="rect">
              <a:avLst/>
            </a:prstGeom>
            <a:solidFill>
              <a:srgbClr val="000000"/>
            </a:solidFill>
            <a:ln w="9525">
              <a:noFill/>
              <a:miter lim="800000"/>
              <a:headEnd/>
              <a:tailEnd/>
            </a:ln>
          </p:spPr>
          <p:txBody>
            <a:bodyPr/>
            <a:lstStyle/>
            <a:p>
              <a:endParaRPr lang="en-US"/>
            </a:p>
          </p:txBody>
        </p:sp>
        <p:sp>
          <p:nvSpPr>
            <p:cNvPr id="397955" name="Rectangle 643"/>
            <p:cNvSpPr>
              <a:spLocks noChangeArrowheads="1"/>
            </p:cNvSpPr>
            <p:nvPr/>
          </p:nvSpPr>
          <p:spPr bwMode="auto">
            <a:xfrm>
              <a:off x="3696" y="3293"/>
              <a:ext cx="33" cy="8"/>
            </a:xfrm>
            <a:prstGeom prst="rect">
              <a:avLst/>
            </a:prstGeom>
            <a:solidFill>
              <a:srgbClr val="000000"/>
            </a:solidFill>
            <a:ln w="9525">
              <a:noFill/>
              <a:miter lim="800000"/>
              <a:headEnd/>
              <a:tailEnd/>
            </a:ln>
          </p:spPr>
          <p:txBody>
            <a:bodyPr/>
            <a:lstStyle/>
            <a:p>
              <a:endParaRPr lang="en-US"/>
            </a:p>
          </p:txBody>
        </p:sp>
        <p:sp>
          <p:nvSpPr>
            <p:cNvPr id="397956" name="Rectangle 644"/>
            <p:cNvSpPr>
              <a:spLocks noChangeArrowheads="1"/>
            </p:cNvSpPr>
            <p:nvPr/>
          </p:nvSpPr>
          <p:spPr bwMode="auto">
            <a:xfrm>
              <a:off x="3753" y="3293"/>
              <a:ext cx="34" cy="8"/>
            </a:xfrm>
            <a:prstGeom prst="rect">
              <a:avLst/>
            </a:prstGeom>
            <a:solidFill>
              <a:srgbClr val="000000"/>
            </a:solidFill>
            <a:ln w="9525">
              <a:noFill/>
              <a:miter lim="800000"/>
              <a:headEnd/>
              <a:tailEnd/>
            </a:ln>
          </p:spPr>
          <p:txBody>
            <a:bodyPr/>
            <a:lstStyle/>
            <a:p>
              <a:endParaRPr lang="en-US"/>
            </a:p>
          </p:txBody>
        </p:sp>
        <p:sp>
          <p:nvSpPr>
            <p:cNvPr id="397957" name="Rectangle 645"/>
            <p:cNvSpPr>
              <a:spLocks noChangeArrowheads="1"/>
            </p:cNvSpPr>
            <p:nvPr/>
          </p:nvSpPr>
          <p:spPr bwMode="auto">
            <a:xfrm>
              <a:off x="3811" y="3293"/>
              <a:ext cx="33" cy="8"/>
            </a:xfrm>
            <a:prstGeom prst="rect">
              <a:avLst/>
            </a:prstGeom>
            <a:solidFill>
              <a:srgbClr val="000000"/>
            </a:solidFill>
            <a:ln w="9525">
              <a:noFill/>
              <a:miter lim="800000"/>
              <a:headEnd/>
              <a:tailEnd/>
            </a:ln>
          </p:spPr>
          <p:txBody>
            <a:bodyPr/>
            <a:lstStyle/>
            <a:p>
              <a:endParaRPr lang="en-US"/>
            </a:p>
          </p:txBody>
        </p:sp>
        <p:sp>
          <p:nvSpPr>
            <p:cNvPr id="397958" name="Rectangle 646"/>
            <p:cNvSpPr>
              <a:spLocks noChangeArrowheads="1"/>
            </p:cNvSpPr>
            <p:nvPr/>
          </p:nvSpPr>
          <p:spPr bwMode="auto">
            <a:xfrm>
              <a:off x="3869" y="3293"/>
              <a:ext cx="33" cy="8"/>
            </a:xfrm>
            <a:prstGeom prst="rect">
              <a:avLst/>
            </a:prstGeom>
            <a:solidFill>
              <a:srgbClr val="000000"/>
            </a:solidFill>
            <a:ln w="9525">
              <a:noFill/>
              <a:miter lim="800000"/>
              <a:headEnd/>
              <a:tailEnd/>
            </a:ln>
          </p:spPr>
          <p:txBody>
            <a:bodyPr/>
            <a:lstStyle/>
            <a:p>
              <a:endParaRPr lang="en-US"/>
            </a:p>
          </p:txBody>
        </p:sp>
        <p:sp>
          <p:nvSpPr>
            <p:cNvPr id="397959" name="Rectangle 647"/>
            <p:cNvSpPr>
              <a:spLocks noChangeArrowheads="1"/>
            </p:cNvSpPr>
            <p:nvPr/>
          </p:nvSpPr>
          <p:spPr bwMode="auto">
            <a:xfrm>
              <a:off x="3927" y="3293"/>
              <a:ext cx="33" cy="8"/>
            </a:xfrm>
            <a:prstGeom prst="rect">
              <a:avLst/>
            </a:prstGeom>
            <a:solidFill>
              <a:srgbClr val="000000"/>
            </a:solidFill>
            <a:ln w="9525">
              <a:noFill/>
              <a:miter lim="800000"/>
              <a:headEnd/>
              <a:tailEnd/>
            </a:ln>
          </p:spPr>
          <p:txBody>
            <a:bodyPr/>
            <a:lstStyle/>
            <a:p>
              <a:endParaRPr lang="en-US"/>
            </a:p>
          </p:txBody>
        </p:sp>
        <p:sp>
          <p:nvSpPr>
            <p:cNvPr id="397960" name="Rectangle 648"/>
            <p:cNvSpPr>
              <a:spLocks noChangeArrowheads="1"/>
            </p:cNvSpPr>
            <p:nvPr/>
          </p:nvSpPr>
          <p:spPr bwMode="auto">
            <a:xfrm>
              <a:off x="3985" y="3293"/>
              <a:ext cx="33" cy="8"/>
            </a:xfrm>
            <a:prstGeom prst="rect">
              <a:avLst/>
            </a:prstGeom>
            <a:solidFill>
              <a:srgbClr val="000000"/>
            </a:solidFill>
            <a:ln w="9525">
              <a:noFill/>
              <a:miter lim="800000"/>
              <a:headEnd/>
              <a:tailEnd/>
            </a:ln>
          </p:spPr>
          <p:txBody>
            <a:bodyPr/>
            <a:lstStyle/>
            <a:p>
              <a:endParaRPr lang="en-US"/>
            </a:p>
          </p:txBody>
        </p:sp>
        <p:sp>
          <p:nvSpPr>
            <p:cNvPr id="397961" name="Rectangle 649"/>
            <p:cNvSpPr>
              <a:spLocks noChangeArrowheads="1"/>
            </p:cNvSpPr>
            <p:nvPr/>
          </p:nvSpPr>
          <p:spPr bwMode="auto">
            <a:xfrm>
              <a:off x="4043" y="3293"/>
              <a:ext cx="29" cy="8"/>
            </a:xfrm>
            <a:prstGeom prst="rect">
              <a:avLst/>
            </a:prstGeom>
            <a:solidFill>
              <a:srgbClr val="000000"/>
            </a:solidFill>
            <a:ln w="9525">
              <a:noFill/>
              <a:miter lim="800000"/>
              <a:headEnd/>
              <a:tailEnd/>
            </a:ln>
          </p:spPr>
          <p:txBody>
            <a:bodyPr/>
            <a:lstStyle/>
            <a:p>
              <a:endParaRPr lang="en-US"/>
            </a:p>
          </p:txBody>
        </p:sp>
      </p:grpSp>
      <p:grpSp>
        <p:nvGrpSpPr>
          <p:cNvPr id="397962" name="Group 650"/>
          <p:cNvGrpSpPr>
            <a:grpSpLocks/>
          </p:cNvGrpSpPr>
          <p:nvPr/>
        </p:nvGrpSpPr>
        <p:grpSpPr bwMode="auto">
          <a:xfrm>
            <a:off x="6440488" y="4337050"/>
            <a:ext cx="69850" cy="896938"/>
            <a:chOff x="4057" y="2732"/>
            <a:chExt cx="44" cy="565"/>
          </a:xfrm>
        </p:grpSpPr>
        <p:sp>
          <p:nvSpPr>
            <p:cNvPr id="397963" name="Rectangle 651"/>
            <p:cNvSpPr>
              <a:spLocks noChangeArrowheads="1"/>
            </p:cNvSpPr>
            <p:nvPr/>
          </p:nvSpPr>
          <p:spPr bwMode="auto">
            <a:xfrm>
              <a:off x="4074" y="3265"/>
              <a:ext cx="8" cy="32"/>
            </a:xfrm>
            <a:prstGeom prst="rect">
              <a:avLst/>
            </a:prstGeom>
            <a:solidFill>
              <a:srgbClr val="000000"/>
            </a:solidFill>
            <a:ln w="9525">
              <a:noFill/>
              <a:miter lim="800000"/>
              <a:headEnd/>
              <a:tailEnd/>
            </a:ln>
          </p:spPr>
          <p:txBody>
            <a:bodyPr/>
            <a:lstStyle/>
            <a:p>
              <a:endParaRPr lang="en-US"/>
            </a:p>
          </p:txBody>
        </p:sp>
        <p:sp>
          <p:nvSpPr>
            <p:cNvPr id="397964" name="Rectangle 652"/>
            <p:cNvSpPr>
              <a:spLocks noChangeArrowheads="1"/>
            </p:cNvSpPr>
            <p:nvPr/>
          </p:nvSpPr>
          <p:spPr bwMode="auto">
            <a:xfrm>
              <a:off x="4074" y="3209"/>
              <a:ext cx="8" cy="32"/>
            </a:xfrm>
            <a:prstGeom prst="rect">
              <a:avLst/>
            </a:prstGeom>
            <a:solidFill>
              <a:srgbClr val="000000"/>
            </a:solidFill>
            <a:ln w="9525">
              <a:noFill/>
              <a:miter lim="800000"/>
              <a:headEnd/>
              <a:tailEnd/>
            </a:ln>
          </p:spPr>
          <p:txBody>
            <a:bodyPr/>
            <a:lstStyle/>
            <a:p>
              <a:endParaRPr lang="en-US"/>
            </a:p>
          </p:txBody>
        </p:sp>
        <p:sp>
          <p:nvSpPr>
            <p:cNvPr id="397965" name="Rectangle 653"/>
            <p:cNvSpPr>
              <a:spLocks noChangeArrowheads="1"/>
            </p:cNvSpPr>
            <p:nvPr/>
          </p:nvSpPr>
          <p:spPr bwMode="auto">
            <a:xfrm>
              <a:off x="4074" y="3154"/>
              <a:ext cx="8" cy="32"/>
            </a:xfrm>
            <a:prstGeom prst="rect">
              <a:avLst/>
            </a:prstGeom>
            <a:solidFill>
              <a:srgbClr val="000000"/>
            </a:solidFill>
            <a:ln w="9525">
              <a:noFill/>
              <a:miter lim="800000"/>
              <a:headEnd/>
              <a:tailEnd/>
            </a:ln>
          </p:spPr>
          <p:txBody>
            <a:bodyPr/>
            <a:lstStyle/>
            <a:p>
              <a:endParaRPr lang="en-US"/>
            </a:p>
          </p:txBody>
        </p:sp>
        <p:sp>
          <p:nvSpPr>
            <p:cNvPr id="397966" name="Rectangle 654"/>
            <p:cNvSpPr>
              <a:spLocks noChangeArrowheads="1"/>
            </p:cNvSpPr>
            <p:nvPr/>
          </p:nvSpPr>
          <p:spPr bwMode="auto">
            <a:xfrm>
              <a:off x="4074" y="3099"/>
              <a:ext cx="8" cy="31"/>
            </a:xfrm>
            <a:prstGeom prst="rect">
              <a:avLst/>
            </a:prstGeom>
            <a:solidFill>
              <a:srgbClr val="000000"/>
            </a:solidFill>
            <a:ln w="9525">
              <a:noFill/>
              <a:miter lim="800000"/>
              <a:headEnd/>
              <a:tailEnd/>
            </a:ln>
          </p:spPr>
          <p:txBody>
            <a:bodyPr/>
            <a:lstStyle/>
            <a:p>
              <a:endParaRPr lang="en-US"/>
            </a:p>
          </p:txBody>
        </p:sp>
        <p:sp>
          <p:nvSpPr>
            <p:cNvPr id="397967" name="Rectangle 655"/>
            <p:cNvSpPr>
              <a:spLocks noChangeArrowheads="1"/>
            </p:cNvSpPr>
            <p:nvPr/>
          </p:nvSpPr>
          <p:spPr bwMode="auto">
            <a:xfrm>
              <a:off x="4074" y="3043"/>
              <a:ext cx="8" cy="32"/>
            </a:xfrm>
            <a:prstGeom prst="rect">
              <a:avLst/>
            </a:prstGeom>
            <a:solidFill>
              <a:srgbClr val="000000"/>
            </a:solidFill>
            <a:ln w="9525">
              <a:noFill/>
              <a:miter lim="800000"/>
              <a:headEnd/>
              <a:tailEnd/>
            </a:ln>
          </p:spPr>
          <p:txBody>
            <a:bodyPr/>
            <a:lstStyle/>
            <a:p>
              <a:endParaRPr lang="en-US"/>
            </a:p>
          </p:txBody>
        </p:sp>
        <p:sp>
          <p:nvSpPr>
            <p:cNvPr id="397968" name="Rectangle 656"/>
            <p:cNvSpPr>
              <a:spLocks noChangeArrowheads="1"/>
            </p:cNvSpPr>
            <p:nvPr/>
          </p:nvSpPr>
          <p:spPr bwMode="auto">
            <a:xfrm>
              <a:off x="4074" y="2988"/>
              <a:ext cx="8" cy="31"/>
            </a:xfrm>
            <a:prstGeom prst="rect">
              <a:avLst/>
            </a:prstGeom>
            <a:solidFill>
              <a:srgbClr val="000000"/>
            </a:solidFill>
            <a:ln w="9525">
              <a:noFill/>
              <a:miter lim="800000"/>
              <a:headEnd/>
              <a:tailEnd/>
            </a:ln>
          </p:spPr>
          <p:txBody>
            <a:bodyPr/>
            <a:lstStyle/>
            <a:p>
              <a:endParaRPr lang="en-US"/>
            </a:p>
          </p:txBody>
        </p:sp>
        <p:sp>
          <p:nvSpPr>
            <p:cNvPr id="397969" name="Rectangle 657"/>
            <p:cNvSpPr>
              <a:spLocks noChangeArrowheads="1"/>
            </p:cNvSpPr>
            <p:nvPr/>
          </p:nvSpPr>
          <p:spPr bwMode="auto">
            <a:xfrm>
              <a:off x="4074" y="2932"/>
              <a:ext cx="8" cy="32"/>
            </a:xfrm>
            <a:prstGeom prst="rect">
              <a:avLst/>
            </a:prstGeom>
            <a:solidFill>
              <a:srgbClr val="000000"/>
            </a:solidFill>
            <a:ln w="9525">
              <a:noFill/>
              <a:miter lim="800000"/>
              <a:headEnd/>
              <a:tailEnd/>
            </a:ln>
          </p:spPr>
          <p:txBody>
            <a:bodyPr/>
            <a:lstStyle/>
            <a:p>
              <a:endParaRPr lang="en-US"/>
            </a:p>
          </p:txBody>
        </p:sp>
        <p:sp>
          <p:nvSpPr>
            <p:cNvPr id="397970" name="Rectangle 658"/>
            <p:cNvSpPr>
              <a:spLocks noChangeArrowheads="1"/>
            </p:cNvSpPr>
            <p:nvPr/>
          </p:nvSpPr>
          <p:spPr bwMode="auto">
            <a:xfrm>
              <a:off x="4074" y="2877"/>
              <a:ext cx="8" cy="31"/>
            </a:xfrm>
            <a:prstGeom prst="rect">
              <a:avLst/>
            </a:prstGeom>
            <a:solidFill>
              <a:srgbClr val="000000"/>
            </a:solidFill>
            <a:ln w="9525">
              <a:noFill/>
              <a:miter lim="800000"/>
              <a:headEnd/>
              <a:tailEnd/>
            </a:ln>
          </p:spPr>
          <p:txBody>
            <a:bodyPr/>
            <a:lstStyle/>
            <a:p>
              <a:endParaRPr lang="en-US"/>
            </a:p>
          </p:txBody>
        </p:sp>
        <p:sp>
          <p:nvSpPr>
            <p:cNvPr id="397971" name="Rectangle 659"/>
            <p:cNvSpPr>
              <a:spLocks noChangeArrowheads="1"/>
            </p:cNvSpPr>
            <p:nvPr/>
          </p:nvSpPr>
          <p:spPr bwMode="auto">
            <a:xfrm>
              <a:off x="4074" y="2821"/>
              <a:ext cx="8" cy="32"/>
            </a:xfrm>
            <a:prstGeom prst="rect">
              <a:avLst/>
            </a:prstGeom>
            <a:solidFill>
              <a:srgbClr val="000000"/>
            </a:solidFill>
            <a:ln w="9525">
              <a:noFill/>
              <a:miter lim="800000"/>
              <a:headEnd/>
              <a:tailEnd/>
            </a:ln>
          </p:spPr>
          <p:txBody>
            <a:bodyPr/>
            <a:lstStyle/>
            <a:p>
              <a:endParaRPr lang="en-US"/>
            </a:p>
          </p:txBody>
        </p:sp>
        <p:sp>
          <p:nvSpPr>
            <p:cNvPr id="397972" name="Rectangle 660"/>
            <p:cNvSpPr>
              <a:spLocks noChangeArrowheads="1"/>
            </p:cNvSpPr>
            <p:nvPr/>
          </p:nvSpPr>
          <p:spPr bwMode="auto">
            <a:xfrm>
              <a:off x="4074" y="2773"/>
              <a:ext cx="8" cy="25"/>
            </a:xfrm>
            <a:prstGeom prst="rect">
              <a:avLst/>
            </a:prstGeom>
            <a:solidFill>
              <a:srgbClr val="000000"/>
            </a:solidFill>
            <a:ln w="9525">
              <a:noFill/>
              <a:miter lim="800000"/>
              <a:headEnd/>
              <a:tailEnd/>
            </a:ln>
          </p:spPr>
          <p:txBody>
            <a:bodyPr/>
            <a:lstStyle/>
            <a:p>
              <a:endParaRPr lang="en-US"/>
            </a:p>
          </p:txBody>
        </p:sp>
        <p:sp>
          <p:nvSpPr>
            <p:cNvPr id="397973" name="Freeform 661"/>
            <p:cNvSpPr>
              <a:spLocks/>
            </p:cNvSpPr>
            <p:nvPr/>
          </p:nvSpPr>
          <p:spPr bwMode="auto">
            <a:xfrm>
              <a:off x="4057" y="2732"/>
              <a:ext cx="44" cy="43"/>
            </a:xfrm>
            <a:custGeom>
              <a:avLst/>
              <a:gdLst/>
              <a:ahLst/>
              <a:cxnLst>
                <a:cxn ang="0">
                  <a:pos x="44" y="85"/>
                </a:cxn>
                <a:cxn ang="0">
                  <a:pos x="21" y="0"/>
                </a:cxn>
                <a:cxn ang="0">
                  <a:pos x="0" y="85"/>
                </a:cxn>
                <a:cxn ang="0">
                  <a:pos x="44" y="85"/>
                </a:cxn>
              </a:cxnLst>
              <a:rect l="0" t="0" r="r" b="b"/>
              <a:pathLst>
                <a:path w="44" h="85">
                  <a:moveTo>
                    <a:pt x="44" y="85"/>
                  </a:moveTo>
                  <a:lnTo>
                    <a:pt x="21" y="0"/>
                  </a:lnTo>
                  <a:lnTo>
                    <a:pt x="0" y="85"/>
                  </a:lnTo>
                  <a:lnTo>
                    <a:pt x="44" y="85"/>
                  </a:lnTo>
                  <a:close/>
                </a:path>
              </a:pathLst>
            </a:custGeom>
            <a:solidFill>
              <a:srgbClr val="000000"/>
            </a:solidFill>
            <a:ln w="9525">
              <a:noFill/>
              <a:round/>
              <a:headEnd/>
              <a:tailEnd/>
            </a:ln>
          </p:spPr>
          <p:txBody>
            <a:bodyPr/>
            <a:lstStyle/>
            <a:p>
              <a:endParaRPr 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Number Placeholder 2"/>
          <p:cNvSpPr>
            <a:spLocks noGrp="1"/>
          </p:cNvSpPr>
          <p:nvPr>
            <p:ph type="sldNum" sz="quarter" idx="10"/>
          </p:nvPr>
        </p:nvSpPr>
        <p:spPr/>
        <p:txBody>
          <a:bodyPr/>
          <a:lstStyle/>
          <a:p>
            <a:fld id="{F44F1443-1BC2-4FBC-A769-E90FBD49369C}" type="slidenum">
              <a:rPr lang="en-US"/>
              <a:pPr/>
              <a:t>6</a:t>
            </a:fld>
            <a:endParaRPr lang="en-US"/>
          </a:p>
        </p:txBody>
      </p:sp>
      <p:sp>
        <p:nvSpPr>
          <p:cNvPr id="393218" name="Rectangle 2"/>
          <p:cNvSpPr>
            <a:spLocks noGrp="1" noChangeArrowheads="1"/>
          </p:cNvSpPr>
          <p:nvPr>
            <p:ph type="title"/>
          </p:nvPr>
        </p:nvSpPr>
        <p:spPr>
          <a:xfrm>
            <a:off x="533400" y="381000"/>
            <a:ext cx="7315200" cy="1143000"/>
          </a:xfrm>
        </p:spPr>
        <p:txBody>
          <a:bodyPr/>
          <a:lstStyle/>
          <a:p>
            <a:r>
              <a:rPr lang="en-US"/>
              <a:t>CSF: Break down the acquisition lifecycle stove pipes     		</a:t>
            </a:r>
            <a:br>
              <a:rPr lang="en-US"/>
            </a:br>
            <a:r>
              <a:rPr lang="en-US"/>
              <a:t>          			</a:t>
            </a:r>
            <a:r>
              <a:rPr lang="en-US" sz="1800"/>
              <a:t>Model      Align    Validate      Integrate</a:t>
            </a:r>
            <a:endParaRPr lang="en-US"/>
          </a:p>
        </p:txBody>
      </p:sp>
      <p:graphicFrame>
        <p:nvGraphicFramePr>
          <p:cNvPr id="393219" name="Object 3"/>
          <p:cNvGraphicFramePr>
            <a:graphicFrameLocks noChangeAspect="1"/>
          </p:cNvGraphicFramePr>
          <p:nvPr/>
        </p:nvGraphicFramePr>
        <p:xfrm>
          <a:off x="3228975" y="2105025"/>
          <a:ext cx="5667375" cy="3905250"/>
        </p:xfrm>
        <a:graphic>
          <a:graphicData uri="http://schemas.openxmlformats.org/presentationml/2006/ole">
            <p:oleObj spid="_x0000_s393219" name="Document" r:id="rId4" imgW="5667840" imgH="3905280" progId="Word.Document.8">
              <p:embed/>
            </p:oleObj>
          </a:graphicData>
        </a:graphic>
      </p:graphicFrame>
      <p:sp>
        <p:nvSpPr>
          <p:cNvPr id="393220" name="Line 4"/>
          <p:cNvSpPr>
            <a:spLocks noChangeShapeType="1"/>
          </p:cNvSpPr>
          <p:nvPr/>
        </p:nvSpPr>
        <p:spPr bwMode="auto">
          <a:xfrm>
            <a:off x="3225800" y="3721100"/>
            <a:ext cx="4546600" cy="12700"/>
          </a:xfrm>
          <a:prstGeom prst="line">
            <a:avLst/>
          </a:prstGeom>
          <a:noFill/>
          <a:ln w="9525">
            <a:solidFill>
              <a:schemeClr val="tx1"/>
            </a:solidFill>
            <a:round/>
            <a:headEnd/>
            <a:tailEnd/>
          </a:ln>
          <a:effectLst/>
        </p:spPr>
        <p:txBody>
          <a:bodyPr wrap="none" anchor="ctr"/>
          <a:lstStyle/>
          <a:p>
            <a:endParaRPr lang="en-US"/>
          </a:p>
        </p:txBody>
      </p:sp>
      <p:sp>
        <p:nvSpPr>
          <p:cNvPr id="393221" name="Line 5"/>
          <p:cNvSpPr>
            <a:spLocks noChangeShapeType="1"/>
          </p:cNvSpPr>
          <p:nvPr/>
        </p:nvSpPr>
        <p:spPr bwMode="auto">
          <a:xfrm>
            <a:off x="3251200" y="4305300"/>
            <a:ext cx="4546600" cy="12700"/>
          </a:xfrm>
          <a:prstGeom prst="line">
            <a:avLst/>
          </a:prstGeom>
          <a:noFill/>
          <a:ln w="9525">
            <a:solidFill>
              <a:schemeClr val="tx1"/>
            </a:solidFill>
            <a:round/>
            <a:headEnd/>
            <a:tailEnd/>
          </a:ln>
          <a:effectLst/>
        </p:spPr>
        <p:txBody>
          <a:bodyPr wrap="none" anchor="ctr"/>
          <a:lstStyle/>
          <a:p>
            <a:endParaRPr lang="en-US"/>
          </a:p>
        </p:txBody>
      </p:sp>
      <p:sp>
        <p:nvSpPr>
          <p:cNvPr id="393222" name="Line 6"/>
          <p:cNvSpPr>
            <a:spLocks noChangeShapeType="1"/>
          </p:cNvSpPr>
          <p:nvPr/>
        </p:nvSpPr>
        <p:spPr bwMode="auto">
          <a:xfrm flipV="1">
            <a:off x="3263900" y="4902200"/>
            <a:ext cx="4584700" cy="25400"/>
          </a:xfrm>
          <a:prstGeom prst="line">
            <a:avLst/>
          </a:prstGeom>
          <a:noFill/>
          <a:ln w="9525">
            <a:solidFill>
              <a:schemeClr val="tx1"/>
            </a:solidFill>
            <a:round/>
            <a:headEnd/>
            <a:tailEnd/>
          </a:ln>
          <a:effectLst/>
        </p:spPr>
        <p:txBody>
          <a:bodyPr wrap="none" anchor="ctr"/>
          <a:lstStyle/>
          <a:p>
            <a:endParaRPr lang="en-US"/>
          </a:p>
        </p:txBody>
      </p:sp>
      <p:sp>
        <p:nvSpPr>
          <p:cNvPr id="393223" name="Line 7"/>
          <p:cNvSpPr>
            <a:spLocks noChangeShapeType="1"/>
          </p:cNvSpPr>
          <p:nvPr/>
        </p:nvSpPr>
        <p:spPr bwMode="auto">
          <a:xfrm>
            <a:off x="3302000" y="5207000"/>
            <a:ext cx="4572000" cy="25400"/>
          </a:xfrm>
          <a:prstGeom prst="line">
            <a:avLst/>
          </a:prstGeom>
          <a:noFill/>
          <a:ln w="9525">
            <a:solidFill>
              <a:schemeClr val="tx1"/>
            </a:solidFill>
            <a:round/>
            <a:headEnd/>
            <a:tailEnd/>
          </a:ln>
          <a:effectLst/>
        </p:spPr>
        <p:txBody>
          <a:bodyPr wrap="none" anchor="ctr"/>
          <a:lstStyle/>
          <a:p>
            <a:endParaRPr lang="en-US"/>
          </a:p>
        </p:txBody>
      </p:sp>
      <p:sp>
        <p:nvSpPr>
          <p:cNvPr id="393224" name="Text Box 8"/>
          <p:cNvSpPr txBox="1">
            <a:spLocks noChangeArrowheads="1"/>
          </p:cNvSpPr>
          <p:nvPr/>
        </p:nvSpPr>
        <p:spPr bwMode="auto">
          <a:xfrm>
            <a:off x="504825" y="2093913"/>
            <a:ext cx="2325688" cy="3113087"/>
          </a:xfrm>
          <a:prstGeom prst="rect">
            <a:avLst/>
          </a:prstGeom>
          <a:noFill/>
          <a:ln w="9525">
            <a:noFill/>
            <a:miter lim="800000"/>
            <a:headEnd/>
            <a:tailEnd/>
          </a:ln>
          <a:effectLst/>
        </p:spPr>
        <p:txBody>
          <a:bodyPr>
            <a:spAutoFit/>
          </a:bodyPr>
          <a:lstStyle/>
          <a:p>
            <a:pPr>
              <a:buFontTx/>
              <a:buChar char="•"/>
            </a:pPr>
            <a:r>
              <a:rPr lang="en-US" sz="1800">
                <a:latin typeface="Garamond" pitchFamily="18" charset="0"/>
              </a:rPr>
              <a:t> Architecture Driven</a:t>
            </a:r>
          </a:p>
          <a:p>
            <a:pPr>
              <a:buFontTx/>
              <a:buChar char="•"/>
            </a:pPr>
            <a:r>
              <a:rPr lang="en-US" sz="1800">
                <a:latin typeface="Garamond" pitchFamily="18" charset="0"/>
              </a:rPr>
              <a:t> Begin with Business Drivers</a:t>
            </a:r>
          </a:p>
          <a:p>
            <a:pPr>
              <a:buFontTx/>
              <a:buChar char="•"/>
            </a:pPr>
            <a:r>
              <a:rPr lang="en-US" sz="1800">
                <a:latin typeface="Garamond" pitchFamily="18" charset="0"/>
              </a:rPr>
              <a:t> Mission Aligned</a:t>
            </a:r>
          </a:p>
          <a:p>
            <a:pPr>
              <a:buFontTx/>
              <a:buChar char="•"/>
            </a:pPr>
            <a:r>
              <a:rPr lang="en-US" sz="1800">
                <a:latin typeface="Garamond" pitchFamily="18" charset="0"/>
              </a:rPr>
              <a:t> Imbedded Metric</a:t>
            </a:r>
          </a:p>
          <a:p>
            <a:pPr>
              <a:buFontTx/>
              <a:buChar char="•"/>
            </a:pPr>
            <a:r>
              <a:rPr lang="en-US" sz="1800">
                <a:latin typeface="Garamond" pitchFamily="18" charset="0"/>
              </a:rPr>
              <a:t> Interoperable</a:t>
            </a:r>
          </a:p>
          <a:p>
            <a:pPr>
              <a:buFontTx/>
              <a:buChar char="•"/>
            </a:pPr>
            <a:r>
              <a:rPr lang="en-US" sz="1800">
                <a:latin typeface="Garamond" pitchFamily="18" charset="0"/>
              </a:rPr>
              <a:t> Normative</a:t>
            </a:r>
          </a:p>
          <a:p>
            <a:pPr>
              <a:buFontTx/>
              <a:buChar char="•"/>
            </a:pPr>
            <a:r>
              <a:rPr lang="en-US" sz="1800">
                <a:latin typeface="Garamond" pitchFamily="18" charset="0"/>
              </a:rPr>
              <a:t> Non Prescriptive</a:t>
            </a:r>
          </a:p>
          <a:p>
            <a:pPr>
              <a:buFontTx/>
              <a:buChar char="•"/>
            </a:pPr>
            <a:r>
              <a:rPr lang="en-US" sz="1800">
                <a:latin typeface="Garamond" pitchFamily="18" charset="0"/>
              </a:rPr>
              <a:t> Action Oriented</a:t>
            </a:r>
          </a:p>
          <a:p>
            <a:pPr>
              <a:buFontTx/>
              <a:buChar char="•"/>
            </a:pPr>
            <a:r>
              <a:rPr lang="en-US" sz="1800">
                <a:latin typeface="Garamond" pitchFamily="18" charset="0"/>
              </a:rPr>
              <a:t> Acquisition Ready</a:t>
            </a:r>
          </a:p>
          <a:p>
            <a:pPr>
              <a:buFontTx/>
              <a:buChar char="•"/>
            </a:pPr>
            <a:r>
              <a:rPr lang="en-US" sz="1800">
                <a:latin typeface="Garamond" pitchFamily="18" charset="0"/>
              </a:rPr>
              <a:t> Risk Adverse</a:t>
            </a:r>
            <a:endParaRPr lang="en-US" sz="1800">
              <a:solidFill>
                <a:srgbClr val="003399"/>
              </a:solidFill>
              <a:latin typeface="Garamond" pitchFamily="18" charset="0"/>
            </a:endParaRPr>
          </a:p>
        </p:txBody>
      </p:sp>
      <p:sp>
        <p:nvSpPr>
          <p:cNvPr id="393225" name="Text Box 9"/>
          <p:cNvSpPr txBox="1">
            <a:spLocks noChangeArrowheads="1"/>
          </p:cNvSpPr>
          <p:nvPr/>
        </p:nvSpPr>
        <p:spPr bwMode="auto">
          <a:xfrm>
            <a:off x="609600" y="1447800"/>
            <a:ext cx="2741613" cy="701675"/>
          </a:xfrm>
          <a:prstGeom prst="rect">
            <a:avLst/>
          </a:prstGeom>
          <a:noFill/>
          <a:ln w="9525">
            <a:noFill/>
            <a:miter lim="800000"/>
            <a:headEnd/>
            <a:tailEnd/>
          </a:ln>
          <a:effectLst/>
        </p:spPr>
        <p:txBody>
          <a:bodyPr wrap="none">
            <a:spAutoFit/>
          </a:bodyPr>
          <a:lstStyle/>
          <a:p>
            <a:r>
              <a:rPr lang="en-US" sz="2000" u="sng">
                <a:solidFill>
                  <a:srgbClr val="003399"/>
                </a:solidFill>
                <a:latin typeface="Garamond" pitchFamily="18" charset="0"/>
              </a:rPr>
              <a:t>Solution Architecture</a:t>
            </a:r>
          </a:p>
          <a:p>
            <a:r>
              <a:rPr lang="en-US" sz="2000" u="sng">
                <a:solidFill>
                  <a:srgbClr val="003399"/>
                </a:solidFill>
                <a:latin typeface="Garamond" pitchFamily="18" charset="0"/>
              </a:rPr>
              <a:t>Critical Success Factors</a:t>
            </a:r>
            <a:endParaRPr lang="en-US" sz="2000">
              <a:latin typeface="Garamond" pitchFamily="18" charset="0"/>
            </a:endParaRPr>
          </a:p>
        </p:txBody>
      </p:sp>
      <p:sp>
        <p:nvSpPr>
          <p:cNvPr id="393226" name="AutoShape 10"/>
          <p:cNvSpPr>
            <a:spLocks noChangeArrowheads="1"/>
          </p:cNvSpPr>
          <p:nvPr/>
        </p:nvSpPr>
        <p:spPr bwMode="auto">
          <a:xfrm>
            <a:off x="6540500" y="1562100"/>
            <a:ext cx="1308100" cy="4597400"/>
          </a:xfrm>
          <a:prstGeom prst="roundRect">
            <a:avLst>
              <a:gd name="adj" fmla="val 16667"/>
            </a:avLst>
          </a:prstGeom>
          <a:noFill/>
          <a:ln w="38100">
            <a:solidFill>
              <a:srgbClr val="003399"/>
            </a:solidFill>
            <a:round/>
            <a:headEnd/>
            <a:tailEnd/>
          </a:ln>
          <a:effectLst/>
        </p:spPr>
        <p:txBody>
          <a:bodyPr wrap="none" anchor="ctr"/>
          <a:lstStyle/>
          <a:p>
            <a:endParaRPr lang="en-US"/>
          </a:p>
        </p:txBody>
      </p:sp>
      <p:sp>
        <p:nvSpPr>
          <p:cNvPr id="393227" name="AutoShape 11"/>
          <p:cNvSpPr>
            <a:spLocks noChangeArrowheads="1"/>
          </p:cNvSpPr>
          <p:nvPr/>
        </p:nvSpPr>
        <p:spPr bwMode="auto">
          <a:xfrm>
            <a:off x="3352800" y="1651000"/>
            <a:ext cx="3962400" cy="330200"/>
          </a:xfrm>
          <a:prstGeom prst="rightArrow">
            <a:avLst>
              <a:gd name="adj1" fmla="val 50000"/>
              <a:gd name="adj2" fmla="val 300000"/>
            </a:avLst>
          </a:prstGeom>
          <a:solidFill>
            <a:schemeClr val="accent1"/>
          </a:solidFill>
          <a:ln w="9525">
            <a:solidFill>
              <a:schemeClr val="tx1"/>
            </a:solidFill>
            <a:miter lim="800000"/>
            <a:headEnd/>
            <a:tailEnd/>
          </a:ln>
          <a:effectLst/>
        </p:spPr>
        <p:txBody>
          <a:bodyPr wrap="none" anchor="ct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BA515D26-EE2F-4540-964E-779AF271E453}" type="slidenum">
              <a:rPr lang="en-US"/>
              <a:pPr/>
              <a:t>7</a:t>
            </a:fld>
            <a:endParaRPr lang="en-US"/>
          </a:p>
        </p:txBody>
      </p:sp>
      <p:sp>
        <p:nvSpPr>
          <p:cNvPr id="394242" name="Rectangle 2"/>
          <p:cNvSpPr>
            <a:spLocks noGrp="1" noChangeArrowheads="1"/>
          </p:cNvSpPr>
          <p:nvPr>
            <p:ph type="title"/>
          </p:nvPr>
        </p:nvSpPr>
        <p:spPr>
          <a:xfrm>
            <a:off x="698500" y="2647950"/>
            <a:ext cx="7283450" cy="1143000"/>
          </a:xfrm>
        </p:spPr>
        <p:txBody>
          <a:bodyPr/>
          <a:lstStyle/>
          <a:p>
            <a:pPr algn="ctr"/>
            <a:r>
              <a:rPr lang="en-US"/>
              <a:t>ICH Solution Architecture Integration Lab </a:t>
            </a:r>
            <a:br>
              <a:rPr lang="en-US"/>
            </a:br>
            <a:r>
              <a:rPr lang="en-US" sz="2000" i="1"/>
              <a:t>A Collaboratory for the IT Value Chain</a:t>
            </a:r>
            <a:endParaRPr lang="en-US"/>
          </a:p>
        </p:txBody>
      </p:sp>
      <p:sp>
        <p:nvSpPr>
          <p:cNvPr id="394243" name="Text Box 3"/>
          <p:cNvSpPr txBox="1">
            <a:spLocks noChangeArrowheads="1"/>
          </p:cNvSpPr>
          <p:nvPr/>
        </p:nvSpPr>
        <p:spPr bwMode="auto">
          <a:xfrm>
            <a:off x="1222375" y="4949825"/>
            <a:ext cx="6738938" cy="1581150"/>
          </a:xfrm>
          <a:prstGeom prst="rect">
            <a:avLst/>
          </a:prstGeom>
          <a:noFill/>
          <a:ln w="9525">
            <a:noFill/>
            <a:miter lim="800000"/>
            <a:headEnd/>
            <a:tailEnd/>
          </a:ln>
          <a:effectLst/>
        </p:spPr>
        <p:txBody>
          <a:bodyPr>
            <a:spAutoFit/>
          </a:bodyPr>
          <a:lstStyle/>
          <a:p>
            <a:pPr>
              <a:spcBef>
                <a:spcPct val="20000"/>
              </a:spcBef>
            </a:pPr>
            <a:r>
              <a:rPr lang="en-US" sz="1400" b="0" i="1">
                <a:latin typeface="Comic Sans MS" pitchFamily="66" charset="0"/>
              </a:rPr>
              <a:t>“... the concept of the Interoperability Clearinghouse is sound and vital. Its developing role as an honest broker of all interoperability technologies, no matter what the source, is especially needed. Such efforts should be supported by any organization that wants to stop putting all of its money into maintaining archaic software and obtuse data formats, and instead start focusing on bottom-line issues of productivity and cost-effective use of information technology.”  </a:t>
            </a:r>
            <a:r>
              <a:rPr lang="en-US" sz="1400">
                <a:latin typeface="Comic Sans MS" pitchFamily="66" charset="0"/>
              </a:rPr>
              <a:t>Assessment by</a:t>
            </a:r>
            <a:r>
              <a:rPr lang="en-US" sz="1400" i="1">
                <a:latin typeface="Comic Sans MS" pitchFamily="66" charset="0"/>
              </a:rPr>
              <a:t> </a:t>
            </a:r>
            <a:r>
              <a:rPr lang="en-US" sz="1400">
                <a:latin typeface="Comic Sans MS" pitchFamily="66" charset="0"/>
              </a:rPr>
              <a:t>Leading FFRDC, 2000</a:t>
            </a:r>
            <a:endParaRPr lang="en-US" sz="1400" b="0">
              <a:latin typeface="Comic Sans MS"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A00B702C-4C14-44D2-9056-2CCAD013F04F}" type="slidenum">
              <a:rPr lang="en-US"/>
              <a:pPr/>
              <a:t>8</a:t>
            </a:fld>
            <a:endParaRPr lang="en-US"/>
          </a:p>
        </p:txBody>
      </p:sp>
      <p:sp>
        <p:nvSpPr>
          <p:cNvPr id="312322" name="Rectangle 2"/>
          <p:cNvSpPr>
            <a:spLocks noGrp="1" noChangeArrowheads="1"/>
          </p:cNvSpPr>
          <p:nvPr>
            <p:ph type="title"/>
          </p:nvPr>
        </p:nvSpPr>
        <p:spPr>
          <a:xfrm>
            <a:off x="0" y="228600"/>
            <a:ext cx="8407400" cy="838200"/>
          </a:xfrm>
        </p:spPr>
        <p:txBody>
          <a:bodyPr/>
          <a:lstStyle/>
          <a:p>
            <a:r>
              <a:rPr lang="en-US" sz="2000"/>
              <a:t/>
            </a:r>
            <a:br>
              <a:rPr lang="en-US" sz="2000"/>
            </a:br>
            <a:r>
              <a:rPr lang="en-US" sz="2000"/>
              <a:t>The ICH Architecture Assurance Method </a:t>
            </a:r>
            <a:br>
              <a:rPr lang="en-US" sz="2000"/>
            </a:br>
            <a:r>
              <a:rPr lang="en-US" sz="1800" b="0" i="1"/>
              <a:t>Supporting the architecting, development and implementation of the Presidential Priority E-Gov Initiatives</a:t>
            </a:r>
            <a:r>
              <a:rPr lang="en-US" sz="2000"/>
              <a:t> </a:t>
            </a:r>
          </a:p>
        </p:txBody>
      </p:sp>
      <p:sp>
        <p:nvSpPr>
          <p:cNvPr id="312589" name="Rectangle 269" descr="Rectangle: Click to edit Master text styles&#10;Second level&#10;Third level&#10;Fourth level&#10;Fifth level"/>
          <p:cNvSpPr>
            <a:spLocks noChangeArrowheads="1"/>
          </p:cNvSpPr>
          <p:nvPr/>
        </p:nvSpPr>
        <p:spPr bwMode="auto">
          <a:xfrm>
            <a:off x="457200" y="2095500"/>
            <a:ext cx="8153400" cy="31623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2000" b="0"/>
              <a:t>To </a:t>
            </a:r>
            <a:r>
              <a:rPr lang="en-US" sz="2000"/>
              <a:t>supplement</a:t>
            </a:r>
            <a:r>
              <a:rPr lang="en-US" sz="2000" b="0"/>
              <a:t> existing (agency) SDLC methodologies</a:t>
            </a:r>
          </a:p>
          <a:p>
            <a:pPr marL="342900" indent="-342900">
              <a:spcBef>
                <a:spcPct val="20000"/>
              </a:spcBef>
              <a:buClr>
                <a:schemeClr val="hlink"/>
              </a:buClr>
              <a:buSzPct val="110000"/>
              <a:buFont typeface="Wingdings" pitchFamily="2" charset="2"/>
              <a:buBlip>
                <a:blip r:embed="rId3"/>
              </a:buBlip>
            </a:pPr>
            <a:r>
              <a:rPr lang="en-US" sz="2000" b="0"/>
              <a:t>To provide a </a:t>
            </a:r>
            <a:r>
              <a:rPr lang="en-US" sz="2000"/>
              <a:t>common framework</a:t>
            </a:r>
            <a:r>
              <a:rPr lang="en-US" sz="2000" b="0"/>
              <a:t> supporting the architecting, development and implementation of Cross-Agency e-Gov initiatives</a:t>
            </a:r>
          </a:p>
          <a:p>
            <a:pPr marL="342900" indent="-342900">
              <a:spcBef>
                <a:spcPct val="20000"/>
              </a:spcBef>
              <a:buClr>
                <a:schemeClr val="hlink"/>
              </a:buClr>
              <a:buSzPct val="110000"/>
              <a:buFont typeface="Wingdings" pitchFamily="2" charset="2"/>
              <a:buBlip>
                <a:blip r:embed="rId3"/>
              </a:buBlip>
            </a:pPr>
            <a:r>
              <a:rPr lang="en-US" sz="2000" b="0"/>
              <a:t>To increase the speed of transforming e-business requirements into interoperable solution suites that provide immediate ROI </a:t>
            </a:r>
          </a:p>
          <a:p>
            <a:pPr marL="342900" indent="-342900">
              <a:spcBef>
                <a:spcPct val="20000"/>
              </a:spcBef>
              <a:buClr>
                <a:schemeClr val="hlink"/>
              </a:buClr>
              <a:buSzPct val="110000"/>
              <a:buFont typeface="Wingdings" pitchFamily="2" charset="2"/>
              <a:buBlip>
                <a:blip r:embed="rId3"/>
              </a:buBlip>
            </a:pPr>
            <a:r>
              <a:rPr lang="en-US" sz="2000" b="0"/>
              <a:t>To provide a formal process to enable </a:t>
            </a:r>
            <a:r>
              <a:rPr lang="en-US" sz="2000"/>
              <a:t>Component-Based Architectures</a:t>
            </a:r>
            <a:r>
              <a:rPr lang="en-US" sz="2000" b="0"/>
              <a:t> and the reuse of solution architectures</a:t>
            </a:r>
          </a:p>
          <a:p>
            <a:pPr marL="342900" indent="-342900">
              <a:spcBef>
                <a:spcPct val="20000"/>
              </a:spcBef>
              <a:buClr>
                <a:schemeClr val="hlink"/>
              </a:buClr>
              <a:buSzPct val="110000"/>
              <a:buFont typeface="Wingdings" pitchFamily="2" charset="2"/>
              <a:buBlip>
                <a:blip r:embed="rId3"/>
              </a:buBlip>
            </a:pPr>
            <a:r>
              <a:rPr lang="en-US" sz="2000" b="0"/>
              <a:t>To provide agencies with a </a:t>
            </a:r>
            <a:r>
              <a:rPr lang="en-US" sz="2000"/>
              <a:t>solution road-map</a:t>
            </a:r>
            <a:r>
              <a:rPr lang="en-US" sz="2000" b="0"/>
              <a:t> that outlines the entire development lifecycle</a:t>
            </a:r>
            <a:r>
              <a:rPr lang="en-US" sz="2400" b="0"/>
              <a:t>, and EA templates for justifying IT investments</a:t>
            </a:r>
          </a:p>
        </p:txBody>
      </p:sp>
      <p:sp>
        <p:nvSpPr>
          <p:cNvPr id="312590" name="Text Box 270"/>
          <p:cNvSpPr txBox="1">
            <a:spLocks noChangeArrowheads="1"/>
          </p:cNvSpPr>
          <p:nvPr/>
        </p:nvSpPr>
        <p:spPr bwMode="auto">
          <a:xfrm>
            <a:off x="533400" y="1524000"/>
            <a:ext cx="2946400" cy="396875"/>
          </a:xfrm>
          <a:prstGeom prst="rect">
            <a:avLst/>
          </a:prstGeom>
          <a:noFill/>
          <a:ln w="9525">
            <a:noFill/>
            <a:miter lim="800000"/>
            <a:headEnd/>
            <a:tailEnd/>
          </a:ln>
          <a:effectLst/>
        </p:spPr>
        <p:txBody>
          <a:bodyPr wrap="none">
            <a:spAutoFit/>
          </a:bodyPr>
          <a:lstStyle/>
          <a:p>
            <a:r>
              <a:rPr lang="en-US" sz="2000"/>
              <a:t>Goals and Objectives: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3"/>
          <p:cNvSpPr>
            <a:spLocks noGrp="1"/>
          </p:cNvSpPr>
          <p:nvPr>
            <p:ph type="sldNum" sz="quarter" idx="10"/>
          </p:nvPr>
        </p:nvSpPr>
        <p:spPr/>
        <p:txBody>
          <a:bodyPr/>
          <a:lstStyle/>
          <a:p>
            <a:fld id="{875FF761-AEE8-48E6-B7B0-9993DF2BA654}" type="slidenum">
              <a:rPr lang="en-US"/>
              <a:pPr/>
              <a:t>9</a:t>
            </a:fld>
            <a:endParaRPr lang="en-US"/>
          </a:p>
        </p:txBody>
      </p:sp>
      <p:sp>
        <p:nvSpPr>
          <p:cNvPr id="421890" name="Rectangle 2"/>
          <p:cNvSpPr>
            <a:spLocks noChangeArrowheads="1"/>
          </p:cNvSpPr>
          <p:nvPr/>
        </p:nvSpPr>
        <p:spPr bwMode="auto">
          <a:xfrm>
            <a:off x="7456488" y="2133600"/>
            <a:ext cx="985837" cy="228600"/>
          </a:xfrm>
          <a:prstGeom prst="rect">
            <a:avLst/>
          </a:prstGeom>
          <a:solidFill>
            <a:schemeClr val="accent2"/>
          </a:solidFill>
          <a:ln w="9525" algn="ctr">
            <a:solidFill>
              <a:schemeClr val="tx1"/>
            </a:solidFill>
            <a:miter lim="800000"/>
            <a:headEnd/>
            <a:tailEnd/>
          </a:ln>
          <a:effectLst/>
        </p:spPr>
        <p:txBody>
          <a:bodyPr rot="10800000" wrap="none" lIns="45720" rIns="45720" anchor="ctr"/>
          <a:lstStyle/>
          <a:p>
            <a:endParaRPr lang="en-US"/>
          </a:p>
        </p:txBody>
      </p:sp>
      <p:sp>
        <p:nvSpPr>
          <p:cNvPr id="421891" name="Rectangle 3"/>
          <p:cNvSpPr>
            <a:spLocks noChangeArrowheads="1"/>
          </p:cNvSpPr>
          <p:nvPr/>
        </p:nvSpPr>
        <p:spPr bwMode="auto">
          <a:xfrm>
            <a:off x="211138" y="3276600"/>
            <a:ext cx="6265862" cy="1295400"/>
          </a:xfrm>
          <a:prstGeom prst="rect">
            <a:avLst/>
          </a:prstGeom>
          <a:solidFill>
            <a:schemeClr val="bg1"/>
          </a:solidFill>
          <a:ln w="28575">
            <a:solidFill>
              <a:srgbClr val="2E15AB"/>
            </a:solidFill>
            <a:miter lim="800000"/>
            <a:headEnd/>
            <a:tailEnd/>
          </a:ln>
          <a:effectLst/>
        </p:spPr>
        <p:txBody>
          <a:bodyPr wrap="none" lIns="45720" rIns="45720" anchor="ctr"/>
          <a:lstStyle/>
          <a:p>
            <a:pPr algn="ctr" eaLnBrk="0" hangingPunct="0"/>
            <a:endParaRPr lang="en-US" sz="1200">
              <a:solidFill>
                <a:srgbClr val="2E15AB"/>
              </a:solidFill>
              <a:latin typeface="Arial" charset="0"/>
            </a:endParaRPr>
          </a:p>
        </p:txBody>
      </p:sp>
      <p:sp>
        <p:nvSpPr>
          <p:cNvPr id="421892" name="Rectangle 4"/>
          <p:cNvSpPr>
            <a:spLocks noChangeArrowheads="1"/>
          </p:cNvSpPr>
          <p:nvPr/>
        </p:nvSpPr>
        <p:spPr bwMode="auto">
          <a:xfrm>
            <a:off x="211138" y="4800600"/>
            <a:ext cx="5980112" cy="1600200"/>
          </a:xfrm>
          <a:prstGeom prst="rect">
            <a:avLst/>
          </a:prstGeom>
          <a:solidFill>
            <a:schemeClr val="bg1"/>
          </a:solidFill>
          <a:ln w="28575">
            <a:solidFill>
              <a:srgbClr val="2E15AB"/>
            </a:solidFill>
            <a:miter lim="800000"/>
            <a:headEnd/>
            <a:tailEnd/>
          </a:ln>
          <a:effectLst/>
        </p:spPr>
        <p:txBody>
          <a:bodyPr wrap="none" lIns="45720" rIns="45720" anchor="ctr"/>
          <a:lstStyle/>
          <a:p>
            <a:pPr algn="ctr" eaLnBrk="0" hangingPunct="0"/>
            <a:endParaRPr lang="en-US" sz="1200">
              <a:solidFill>
                <a:srgbClr val="2E15AB"/>
              </a:solidFill>
              <a:latin typeface="Arial" charset="0"/>
            </a:endParaRPr>
          </a:p>
        </p:txBody>
      </p:sp>
      <p:sp>
        <p:nvSpPr>
          <p:cNvPr id="421893" name="Rectangle 5"/>
          <p:cNvSpPr>
            <a:spLocks noChangeArrowheads="1"/>
          </p:cNvSpPr>
          <p:nvPr/>
        </p:nvSpPr>
        <p:spPr bwMode="auto">
          <a:xfrm>
            <a:off x="1828800" y="1600200"/>
            <a:ext cx="4573588" cy="1371600"/>
          </a:xfrm>
          <a:prstGeom prst="rect">
            <a:avLst/>
          </a:prstGeom>
          <a:solidFill>
            <a:schemeClr val="bg1"/>
          </a:solidFill>
          <a:ln w="28575">
            <a:solidFill>
              <a:srgbClr val="2E15AB"/>
            </a:solidFill>
            <a:miter lim="800000"/>
            <a:headEnd/>
            <a:tailEnd/>
          </a:ln>
          <a:effectLst/>
        </p:spPr>
        <p:txBody>
          <a:bodyPr wrap="none" lIns="45720" rIns="45720" anchor="ctr"/>
          <a:lstStyle/>
          <a:p>
            <a:pPr algn="ctr" eaLnBrk="0" hangingPunct="0"/>
            <a:endParaRPr lang="en-US" sz="1200">
              <a:solidFill>
                <a:srgbClr val="2E15AB"/>
              </a:solidFill>
              <a:latin typeface="Arial" charset="0"/>
            </a:endParaRPr>
          </a:p>
        </p:txBody>
      </p:sp>
      <p:sp>
        <p:nvSpPr>
          <p:cNvPr id="421894" name="Rectangle 6"/>
          <p:cNvSpPr>
            <a:spLocks noGrp="1" noChangeArrowheads="1"/>
          </p:cNvSpPr>
          <p:nvPr>
            <p:ph type="title"/>
          </p:nvPr>
        </p:nvSpPr>
        <p:spPr>
          <a:xfrm>
            <a:off x="457200" y="457200"/>
            <a:ext cx="7772400" cy="838200"/>
          </a:xfrm>
        </p:spPr>
        <p:txBody>
          <a:bodyPr/>
          <a:lstStyle/>
          <a:p>
            <a:r>
              <a:rPr lang="en-US" sz="1800"/>
              <a:t>S.A.I.L.’s 3 phase Architecture Assurance process leverages best practices and implementation/testing results for sound IT decision making. </a:t>
            </a:r>
            <a:br>
              <a:rPr lang="en-US" sz="1800"/>
            </a:br>
            <a:endParaRPr lang="en-US" sz="1800"/>
          </a:p>
        </p:txBody>
      </p:sp>
      <p:sp>
        <p:nvSpPr>
          <p:cNvPr id="421895" name="AutoShape 7"/>
          <p:cNvSpPr>
            <a:spLocks noChangeArrowheads="1"/>
          </p:cNvSpPr>
          <p:nvPr/>
        </p:nvSpPr>
        <p:spPr bwMode="auto">
          <a:xfrm>
            <a:off x="2673350" y="2667000"/>
            <a:ext cx="422275" cy="685800"/>
          </a:xfrm>
          <a:prstGeom prst="downArrow">
            <a:avLst>
              <a:gd name="adj1" fmla="val 50000"/>
              <a:gd name="adj2" fmla="val 40602"/>
            </a:avLst>
          </a:prstGeom>
          <a:solidFill>
            <a:schemeClr val="accent2"/>
          </a:solidFill>
          <a:ln w="9525">
            <a:noFill/>
            <a:miter lim="800000"/>
            <a:headEnd/>
            <a:tailEnd/>
          </a:ln>
          <a:effectLst/>
        </p:spPr>
        <p:txBody>
          <a:bodyPr wrap="none" lIns="45720" rIns="45720" anchor="ctr"/>
          <a:lstStyle/>
          <a:p>
            <a:pPr algn="ctr" eaLnBrk="0" hangingPunct="0"/>
            <a:endParaRPr lang="en-US" sz="1200">
              <a:solidFill>
                <a:srgbClr val="0B1F65"/>
              </a:solidFill>
              <a:latin typeface="Arial" charset="0"/>
            </a:endParaRPr>
          </a:p>
          <a:p>
            <a:pPr algn="ctr" eaLnBrk="0" hangingPunct="0"/>
            <a:r>
              <a:rPr lang="en-US" sz="1200">
                <a:solidFill>
                  <a:srgbClr val="0B1F65"/>
                </a:solidFill>
                <a:latin typeface="Arial" charset="0"/>
              </a:rPr>
              <a:t>Normalized</a:t>
            </a:r>
          </a:p>
          <a:p>
            <a:pPr algn="ctr" eaLnBrk="0" hangingPunct="0"/>
            <a:r>
              <a:rPr lang="en-US" sz="1200">
                <a:solidFill>
                  <a:srgbClr val="0B1F65"/>
                </a:solidFill>
                <a:latin typeface="Arial" charset="0"/>
              </a:rPr>
              <a:t>Business </a:t>
            </a:r>
          </a:p>
          <a:p>
            <a:pPr algn="ctr" eaLnBrk="0" hangingPunct="0"/>
            <a:r>
              <a:rPr lang="en-US" sz="1200">
                <a:solidFill>
                  <a:srgbClr val="0B1F65"/>
                </a:solidFill>
                <a:latin typeface="Arial" charset="0"/>
              </a:rPr>
              <a:t>Ref Models</a:t>
            </a:r>
          </a:p>
          <a:p>
            <a:pPr algn="ctr" eaLnBrk="0" hangingPunct="0"/>
            <a:endParaRPr lang="en-US" sz="1200">
              <a:solidFill>
                <a:srgbClr val="0B1F65"/>
              </a:solidFill>
              <a:latin typeface="Arial" charset="0"/>
            </a:endParaRPr>
          </a:p>
        </p:txBody>
      </p:sp>
      <p:sp>
        <p:nvSpPr>
          <p:cNvPr id="421896" name="AutoShape 8"/>
          <p:cNvSpPr>
            <a:spLocks noChangeArrowheads="1"/>
          </p:cNvSpPr>
          <p:nvPr/>
        </p:nvSpPr>
        <p:spPr bwMode="auto">
          <a:xfrm>
            <a:off x="2533650" y="1752600"/>
            <a:ext cx="842963" cy="6096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tx2"/>
          </a:solidFill>
          <a:ln w="9525">
            <a:noFill/>
            <a:miter lim="800000"/>
            <a:headEnd/>
            <a:tailEnd/>
          </a:ln>
          <a:effectLst/>
        </p:spPr>
        <p:txBody>
          <a:bodyPr wrap="none" lIns="45720" rIns="45720" anchor="ctr"/>
          <a:lstStyle/>
          <a:p>
            <a:endParaRPr lang="en-US"/>
          </a:p>
        </p:txBody>
      </p:sp>
      <p:sp>
        <p:nvSpPr>
          <p:cNvPr id="421897" name="AutoShape 9"/>
          <p:cNvSpPr>
            <a:spLocks noChangeArrowheads="1"/>
          </p:cNvSpPr>
          <p:nvPr/>
        </p:nvSpPr>
        <p:spPr bwMode="auto">
          <a:xfrm flipH="1" flipV="1">
            <a:off x="2533650" y="2133600"/>
            <a:ext cx="842963" cy="609600"/>
          </a:xfrm>
          <a:custGeom>
            <a:avLst/>
            <a:gdLst>
              <a:gd name="G0" fmla="+- 0 0 0"/>
              <a:gd name="G1" fmla="+- -11796480 0 0"/>
              <a:gd name="G2" fmla="+- 0 0 -11796480"/>
              <a:gd name="G3" fmla="+- 10800 0 0"/>
              <a:gd name="G4" fmla="+- 0 0 0"/>
              <a:gd name="T0" fmla="*/ 360 256 1"/>
              <a:gd name="T1" fmla="*/ 0 256 1"/>
              <a:gd name="G5" fmla="+- G2 T0 T1"/>
              <a:gd name="G6" fmla="?: G2 G2 G5"/>
              <a:gd name="G7" fmla="+- 0 0 G6"/>
              <a:gd name="G8" fmla="+- 5400 0 0"/>
              <a:gd name="G9" fmla="+- 0 0 -11796480"/>
              <a:gd name="G10" fmla="+- 5400 0 2700"/>
              <a:gd name="G11" fmla="cos G10 0"/>
              <a:gd name="G12" fmla="sin G10 0"/>
              <a:gd name="G13" fmla="cos 13500 0"/>
              <a:gd name="G14" fmla="sin 13500 0"/>
              <a:gd name="G15" fmla="+- G11 10800 0"/>
              <a:gd name="G16" fmla="+- G12 10800 0"/>
              <a:gd name="G17" fmla="+- G13 10800 0"/>
              <a:gd name="G18" fmla="+- G14 10800 0"/>
              <a:gd name="G19" fmla="*/ 5400 1 2"/>
              <a:gd name="G20" fmla="+- G19 5400 0"/>
              <a:gd name="G21" fmla="cos G20 0"/>
              <a:gd name="G22" fmla="sin G20 0"/>
              <a:gd name="G23" fmla="+- G21 10800 0"/>
              <a:gd name="G24" fmla="+- G12 G23 G22"/>
              <a:gd name="G25" fmla="+- G22 G23 G11"/>
              <a:gd name="G26" fmla="cos 10800 0"/>
              <a:gd name="G27" fmla="sin 10800 0"/>
              <a:gd name="G28" fmla="cos 5400 0"/>
              <a:gd name="G29" fmla="sin 5400 0"/>
              <a:gd name="G30" fmla="+- G26 10800 0"/>
              <a:gd name="G31" fmla="+- G27 10800 0"/>
              <a:gd name="G32" fmla="+- G28 10800 0"/>
              <a:gd name="G33" fmla="+- G29 10800 0"/>
              <a:gd name="G34" fmla="+- G19 5400 0"/>
              <a:gd name="G35" fmla="cos G34 -11796480"/>
              <a:gd name="G36" fmla="sin G34 -11796480"/>
              <a:gd name="G37" fmla="+/ -11796480 0 2"/>
              <a:gd name="T2" fmla="*/ 180 256 1"/>
              <a:gd name="T3" fmla="*/ 0 256 1"/>
              <a:gd name="G38" fmla="+- G37 T2 T3"/>
              <a:gd name="G39" fmla="?: G2 G37 G38"/>
              <a:gd name="G40" fmla="cos 10800 G39"/>
              <a:gd name="G41" fmla="sin 10800 G39"/>
              <a:gd name="G42" fmla="cos 5400 G39"/>
              <a:gd name="G43" fmla="sin 5400 G39"/>
              <a:gd name="G44" fmla="+- G40 10800 0"/>
              <a:gd name="G45" fmla="+- G41 10800 0"/>
              <a:gd name="G46" fmla="+- G42 10800 0"/>
              <a:gd name="G47" fmla="+- G43 10800 0"/>
              <a:gd name="G48" fmla="+- G35 10800 0"/>
              <a:gd name="G49" fmla="+- G36 10800 0"/>
              <a:gd name="T4" fmla="*/ 10799 w 21600"/>
              <a:gd name="T5" fmla="*/ 0 h 21600"/>
              <a:gd name="T6" fmla="*/ 2700 w 21600"/>
              <a:gd name="T7" fmla="*/ 10800 h 21600"/>
              <a:gd name="T8" fmla="*/ 10799 w 21600"/>
              <a:gd name="T9" fmla="*/ 5400 h 21600"/>
              <a:gd name="T10" fmla="*/ 24300 w 21600"/>
              <a:gd name="T11" fmla="*/ 10800 h 21600"/>
              <a:gd name="T12" fmla="*/ 18900 w 21600"/>
              <a:gd name="T13" fmla="*/ 16200 h 21600"/>
              <a:gd name="T14" fmla="*/ 13500 w 21600"/>
              <a:gd name="T15" fmla="*/ 10800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tx2"/>
          </a:solidFill>
          <a:ln w="9525">
            <a:noFill/>
            <a:miter lim="800000"/>
            <a:headEnd/>
            <a:tailEnd/>
          </a:ln>
          <a:effectLst/>
        </p:spPr>
        <p:txBody>
          <a:bodyPr wrap="none" lIns="45720" rIns="45720" anchor="ctr"/>
          <a:lstStyle/>
          <a:p>
            <a:endParaRPr lang="en-US"/>
          </a:p>
        </p:txBody>
      </p:sp>
      <p:sp>
        <p:nvSpPr>
          <p:cNvPr id="421898" name="Text Box 10"/>
          <p:cNvSpPr txBox="1">
            <a:spLocks noChangeArrowheads="1"/>
          </p:cNvSpPr>
          <p:nvPr/>
        </p:nvSpPr>
        <p:spPr bwMode="auto">
          <a:xfrm>
            <a:off x="2560638" y="3538538"/>
            <a:ext cx="85725" cy="274637"/>
          </a:xfrm>
          <a:prstGeom prst="rect">
            <a:avLst/>
          </a:prstGeom>
          <a:noFill/>
          <a:ln w="9525">
            <a:noFill/>
            <a:miter lim="800000"/>
            <a:headEnd/>
            <a:tailEnd/>
          </a:ln>
          <a:effectLst/>
        </p:spPr>
        <p:txBody>
          <a:bodyPr wrap="none" lIns="45720" rIns="45720">
            <a:spAutoFit/>
          </a:bodyPr>
          <a:lstStyle/>
          <a:p>
            <a:pPr algn="ctr" eaLnBrk="0" hangingPunct="0"/>
            <a:endParaRPr lang="en-US" sz="1200">
              <a:latin typeface="Arial" charset="0"/>
            </a:endParaRPr>
          </a:p>
        </p:txBody>
      </p:sp>
      <p:sp>
        <p:nvSpPr>
          <p:cNvPr id="421899" name="AutoShape 11"/>
          <p:cNvSpPr>
            <a:spLocks noChangeArrowheads="1"/>
          </p:cNvSpPr>
          <p:nvPr/>
        </p:nvSpPr>
        <p:spPr bwMode="auto">
          <a:xfrm>
            <a:off x="2251075" y="3352800"/>
            <a:ext cx="1196975" cy="609600"/>
          </a:xfrm>
          <a:prstGeom prst="flowChartDecision">
            <a:avLst/>
          </a:prstGeom>
          <a:solidFill>
            <a:schemeClr val="bg1"/>
          </a:solidFill>
          <a:ln w="9525">
            <a:solidFill>
              <a:schemeClr val="accent1"/>
            </a:solidFill>
            <a:miter lim="800000"/>
            <a:headEnd/>
            <a:tailEnd/>
          </a:ln>
          <a:effectLst/>
        </p:spPr>
        <p:txBody>
          <a:bodyPr wrap="none" lIns="45720" rIns="45720" anchor="ctr"/>
          <a:lstStyle/>
          <a:p>
            <a:pPr algn="ctr" eaLnBrk="0" hangingPunct="0"/>
            <a:r>
              <a:rPr lang="en-US" sz="1200">
                <a:solidFill>
                  <a:srgbClr val="0B1F65"/>
                </a:solidFill>
                <a:latin typeface="Arial" charset="0"/>
              </a:rPr>
              <a:t>Solution </a:t>
            </a:r>
          </a:p>
          <a:p>
            <a:pPr algn="ctr" eaLnBrk="0" hangingPunct="0"/>
            <a:r>
              <a:rPr lang="en-US" sz="1200">
                <a:solidFill>
                  <a:srgbClr val="0B1F65"/>
                </a:solidFill>
                <a:latin typeface="Arial" charset="0"/>
              </a:rPr>
              <a:t>Exist?</a:t>
            </a:r>
          </a:p>
        </p:txBody>
      </p:sp>
      <p:sp>
        <p:nvSpPr>
          <p:cNvPr id="421900" name="Text Box 12"/>
          <p:cNvSpPr txBox="1">
            <a:spLocks noChangeArrowheads="1"/>
          </p:cNvSpPr>
          <p:nvPr/>
        </p:nvSpPr>
        <p:spPr bwMode="auto">
          <a:xfrm>
            <a:off x="4010025" y="3429000"/>
            <a:ext cx="1125538" cy="649288"/>
          </a:xfrm>
          <a:prstGeom prst="rect">
            <a:avLst/>
          </a:prstGeom>
          <a:noFill/>
          <a:ln w="9525">
            <a:solidFill>
              <a:schemeClr val="accent1"/>
            </a:solidFill>
            <a:miter lim="800000"/>
            <a:headEnd/>
            <a:tailEnd/>
          </a:ln>
          <a:effectLst/>
        </p:spPr>
        <p:txBody>
          <a:bodyPr lIns="45720" rIns="45720">
            <a:spAutoFit/>
          </a:bodyPr>
          <a:lstStyle/>
          <a:p>
            <a:pPr algn="ctr" eaLnBrk="0" hangingPunct="0">
              <a:spcBef>
                <a:spcPct val="50000"/>
              </a:spcBef>
            </a:pPr>
            <a:r>
              <a:rPr lang="en-US" sz="1200">
                <a:solidFill>
                  <a:srgbClr val="0B1F65"/>
                </a:solidFill>
                <a:latin typeface="Arial" charset="0"/>
              </a:rPr>
              <a:t>Down select Solution Alternatives</a:t>
            </a:r>
          </a:p>
        </p:txBody>
      </p:sp>
      <p:sp>
        <p:nvSpPr>
          <p:cNvPr id="421901" name="Text Box 13"/>
          <p:cNvSpPr txBox="1">
            <a:spLocks noChangeArrowheads="1"/>
          </p:cNvSpPr>
          <p:nvPr/>
        </p:nvSpPr>
        <p:spPr bwMode="auto">
          <a:xfrm>
            <a:off x="2503488" y="4419600"/>
            <a:ext cx="796925" cy="466725"/>
          </a:xfrm>
          <a:prstGeom prst="rect">
            <a:avLst/>
          </a:prstGeom>
          <a:solidFill>
            <a:schemeClr val="bg1"/>
          </a:solidFill>
          <a:ln w="9525">
            <a:solidFill>
              <a:schemeClr val="accent1"/>
            </a:solidFill>
            <a:miter lim="800000"/>
            <a:headEnd/>
            <a:tailEnd/>
          </a:ln>
          <a:effectLst/>
        </p:spPr>
        <p:txBody>
          <a:bodyPr wrap="none" lIns="45720" rIns="45720">
            <a:spAutoFit/>
          </a:bodyPr>
          <a:lstStyle/>
          <a:p>
            <a:pPr algn="ctr" eaLnBrk="0" hangingPunct="0"/>
            <a:r>
              <a:rPr lang="en-US" sz="1200">
                <a:solidFill>
                  <a:srgbClr val="0B1F65"/>
                </a:solidFill>
                <a:latin typeface="Arial" charset="0"/>
              </a:rPr>
              <a:t>Establish</a:t>
            </a:r>
          </a:p>
          <a:p>
            <a:pPr algn="ctr" eaLnBrk="0" hangingPunct="0"/>
            <a:r>
              <a:rPr lang="en-US" sz="1200">
                <a:solidFill>
                  <a:srgbClr val="0B1F65"/>
                </a:solidFill>
                <a:latin typeface="Arial" charset="0"/>
              </a:rPr>
              <a:t>Arch. WG</a:t>
            </a:r>
          </a:p>
        </p:txBody>
      </p:sp>
      <p:sp>
        <p:nvSpPr>
          <p:cNvPr id="421902" name="Text Box 14"/>
          <p:cNvSpPr txBox="1">
            <a:spLocks noChangeArrowheads="1"/>
          </p:cNvSpPr>
          <p:nvPr/>
        </p:nvSpPr>
        <p:spPr bwMode="auto">
          <a:xfrm>
            <a:off x="914400" y="5715000"/>
            <a:ext cx="2239963" cy="466725"/>
          </a:xfrm>
          <a:prstGeom prst="rect">
            <a:avLst/>
          </a:prstGeom>
          <a:noFill/>
          <a:ln w="9525">
            <a:solidFill>
              <a:schemeClr val="accent1"/>
            </a:solidFill>
            <a:miter lim="800000"/>
            <a:headEnd/>
            <a:tailEnd/>
          </a:ln>
          <a:effectLst/>
        </p:spPr>
        <p:txBody>
          <a:bodyPr wrap="none" lIns="45720" rIns="45720">
            <a:spAutoFit/>
          </a:bodyPr>
          <a:lstStyle/>
          <a:p>
            <a:pPr algn="ctr" eaLnBrk="0" hangingPunct="0"/>
            <a:r>
              <a:rPr lang="en-US" sz="1200">
                <a:solidFill>
                  <a:srgbClr val="0B1F65"/>
                </a:solidFill>
                <a:latin typeface="Arial" charset="0"/>
              </a:rPr>
              <a:t>Solution Architecture Validation</a:t>
            </a:r>
          </a:p>
          <a:p>
            <a:pPr algn="ctr" eaLnBrk="0" hangingPunct="0"/>
            <a:r>
              <a:rPr lang="en-US" sz="1200">
                <a:solidFill>
                  <a:srgbClr val="0B1F65"/>
                </a:solidFill>
                <a:latin typeface="Arial" charset="0"/>
              </a:rPr>
              <a:t> and Demonstrations</a:t>
            </a:r>
          </a:p>
        </p:txBody>
      </p:sp>
      <p:cxnSp>
        <p:nvCxnSpPr>
          <p:cNvPr id="421903" name="AutoShape 15"/>
          <p:cNvCxnSpPr>
            <a:cxnSpLocks noChangeShapeType="1"/>
            <a:stCxn id="421902" idx="1"/>
            <a:endCxn id="421926" idx="3"/>
          </p:cNvCxnSpPr>
          <p:nvPr/>
        </p:nvCxnSpPr>
        <p:spPr bwMode="auto">
          <a:xfrm rot="10800000">
            <a:off x="952500" y="4343400"/>
            <a:ext cx="38100" cy="1604963"/>
          </a:xfrm>
          <a:prstGeom prst="bentConnector2">
            <a:avLst/>
          </a:prstGeom>
          <a:noFill/>
          <a:ln w="9525">
            <a:solidFill>
              <a:schemeClr val="tx1"/>
            </a:solidFill>
            <a:miter lim="800000"/>
            <a:headEnd/>
            <a:tailEnd type="triangle" w="med" len="med"/>
          </a:ln>
          <a:effectLst/>
        </p:spPr>
      </p:cxnSp>
      <p:sp>
        <p:nvSpPr>
          <p:cNvPr id="421904" name="AutoShape 16"/>
          <p:cNvSpPr>
            <a:spLocks noChangeArrowheads="1"/>
          </p:cNvSpPr>
          <p:nvPr/>
        </p:nvSpPr>
        <p:spPr bwMode="auto">
          <a:xfrm>
            <a:off x="3376613" y="3429000"/>
            <a:ext cx="704850" cy="304800"/>
          </a:xfrm>
          <a:prstGeom prst="rightArrow">
            <a:avLst>
              <a:gd name="adj1" fmla="val 50000"/>
              <a:gd name="adj2" fmla="val 57813"/>
            </a:avLst>
          </a:prstGeom>
          <a:solidFill>
            <a:schemeClr val="accent2"/>
          </a:solidFill>
          <a:ln w="9525">
            <a:noFill/>
            <a:miter lim="800000"/>
            <a:headEnd/>
            <a:tailEnd/>
          </a:ln>
          <a:effectLst/>
        </p:spPr>
        <p:txBody>
          <a:bodyPr wrap="none" lIns="45720" rIns="45720" anchor="ctr"/>
          <a:lstStyle/>
          <a:p>
            <a:pPr algn="ctr" eaLnBrk="0" hangingPunct="0"/>
            <a:r>
              <a:rPr lang="en-US" sz="1200">
                <a:solidFill>
                  <a:schemeClr val="accent1"/>
                </a:solidFill>
                <a:latin typeface="Arial" charset="0"/>
              </a:rPr>
              <a:t>Yes</a:t>
            </a:r>
          </a:p>
        </p:txBody>
      </p:sp>
      <p:sp>
        <p:nvSpPr>
          <p:cNvPr id="421905" name="AutoShape 17"/>
          <p:cNvSpPr>
            <a:spLocks noChangeArrowheads="1"/>
          </p:cNvSpPr>
          <p:nvPr/>
        </p:nvSpPr>
        <p:spPr bwMode="auto">
          <a:xfrm>
            <a:off x="2744788" y="4038600"/>
            <a:ext cx="211137" cy="304800"/>
          </a:xfrm>
          <a:prstGeom prst="downArrow">
            <a:avLst>
              <a:gd name="adj1" fmla="val 50000"/>
              <a:gd name="adj2" fmla="val 36090"/>
            </a:avLst>
          </a:prstGeom>
          <a:solidFill>
            <a:schemeClr val="accent2"/>
          </a:solidFill>
          <a:ln w="9525">
            <a:noFill/>
            <a:miter lim="800000"/>
            <a:headEnd/>
            <a:tailEnd/>
          </a:ln>
          <a:effectLst/>
        </p:spPr>
        <p:txBody>
          <a:bodyPr wrap="none" lIns="45720" rIns="45720" anchor="ctr"/>
          <a:lstStyle/>
          <a:p>
            <a:pPr algn="ctr" eaLnBrk="0" hangingPunct="0"/>
            <a:r>
              <a:rPr lang="en-US" sz="1200">
                <a:latin typeface="Arial" charset="0"/>
              </a:rPr>
              <a:t> no</a:t>
            </a:r>
          </a:p>
        </p:txBody>
      </p:sp>
      <p:sp>
        <p:nvSpPr>
          <p:cNvPr id="421906" name="AutoShape 18"/>
          <p:cNvSpPr>
            <a:spLocks noChangeArrowheads="1"/>
          </p:cNvSpPr>
          <p:nvPr/>
        </p:nvSpPr>
        <p:spPr bwMode="auto">
          <a:xfrm>
            <a:off x="2673350" y="4953000"/>
            <a:ext cx="352425" cy="685800"/>
          </a:xfrm>
          <a:prstGeom prst="downArrow">
            <a:avLst>
              <a:gd name="adj1" fmla="val 50000"/>
              <a:gd name="adj2" fmla="val 48649"/>
            </a:avLst>
          </a:prstGeom>
          <a:solidFill>
            <a:schemeClr val="accent2"/>
          </a:solidFill>
          <a:ln w="9525">
            <a:noFill/>
            <a:miter lim="800000"/>
            <a:headEnd/>
            <a:tailEnd/>
          </a:ln>
          <a:effectLst/>
        </p:spPr>
        <p:txBody>
          <a:bodyPr wrap="none" lIns="45720" rIns="45720" anchor="ctr"/>
          <a:lstStyle/>
          <a:p>
            <a:pPr algn="ctr" eaLnBrk="0" hangingPunct="0"/>
            <a:r>
              <a:rPr lang="en-US" sz="1200">
                <a:solidFill>
                  <a:srgbClr val="0B1F65"/>
                </a:solidFill>
                <a:latin typeface="Arial" charset="0"/>
              </a:rPr>
              <a:t>New</a:t>
            </a:r>
          </a:p>
          <a:p>
            <a:pPr algn="ctr" eaLnBrk="0" hangingPunct="0"/>
            <a:r>
              <a:rPr lang="en-US" sz="1200">
                <a:solidFill>
                  <a:srgbClr val="0B1F65"/>
                </a:solidFill>
                <a:latin typeface="Arial" charset="0"/>
              </a:rPr>
              <a:t>Common </a:t>
            </a:r>
          </a:p>
          <a:p>
            <a:pPr algn="ctr" eaLnBrk="0" hangingPunct="0"/>
            <a:r>
              <a:rPr lang="en-US" sz="1200">
                <a:solidFill>
                  <a:srgbClr val="0B1F65"/>
                </a:solidFill>
                <a:latin typeface="Arial" charset="0"/>
              </a:rPr>
              <a:t>Criterion</a:t>
            </a:r>
          </a:p>
        </p:txBody>
      </p:sp>
      <p:sp>
        <p:nvSpPr>
          <p:cNvPr id="421907" name="Text Box 19"/>
          <p:cNvSpPr txBox="1">
            <a:spLocks noChangeArrowheads="1"/>
          </p:cNvSpPr>
          <p:nvPr/>
        </p:nvSpPr>
        <p:spPr bwMode="auto">
          <a:xfrm>
            <a:off x="7767638" y="1938338"/>
            <a:ext cx="85725" cy="274637"/>
          </a:xfrm>
          <a:prstGeom prst="rect">
            <a:avLst/>
          </a:prstGeom>
          <a:noFill/>
          <a:ln w="9525">
            <a:noFill/>
            <a:miter lim="800000"/>
            <a:headEnd/>
            <a:tailEnd/>
          </a:ln>
          <a:effectLst/>
        </p:spPr>
        <p:txBody>
          <a:bodyPr wrap="none" lIns="45720" rIns="45720">
            <a:spAutoFit/>
          </a:bodyPr>
          <a:lstStyle/>
          <a:p>
            <a:pPr algn="ctr" eaLnBrk="0" hangingPunct="0"/>
            <a:endParaRPr lang="en-US" sz="1200">
              <a:latin typeface="Arial" charset="0"/>
            </a:endParaRPr>
          </a:p>
        </p:txBody>
      </p:sp>
      <p:sp>
        <p:nvSpPr>
          <p:cNvPr id="421908" name="Text Box 20"/>
          <p:cNvSpPr txBox="1">
            <a:spLocks noChangeArrowheads="1"/>
          </p:cNvSpPr>
          <p:nvPr/>
        </p:nvSpPr>
        <p:spPr bwMode="auto">
          <a:xfrm>
            <a:off x="5029200" y="1752600"/>
            <a:ext cx="1447800" cy="1069975"/>
          </a:xfrm>
          <a:prstGeom prst="rect">
            <a:avLst/>
          </a:prstGeom>
          <a:noFill/>
          <a:ln w="9525">
            <a:noFill/>
            <a:miter lim="800000"/>
            <a:headEnd/>
            <a:tailEnd/>
          </a:ln>
          <a:effectLst/>
        </p:spPr>
        <p:txBody>
          <a:bodyPr lIns="45720" rIns="45720">
            <a:spAutoFit/>
          </a:bodyPr>
          <a:lstStyle/>
          <a:p>
            <a:pPr algn="ctr" eaLnBrk="0" hangingPunct="0"/>
            <a:r>
              <a:rPr lang="en-US" sz="1600">
                <a:solidFill>
                  <a:schemeClr val="hlink"/>
                </a:solidFill>
                <a:latin typeface="Arial" charset="0"/>
              </a:rPr>
              <a:t>Phase 1: </a:t>
            </a:r>
          </a:p>
          <a:p>
            <a:pPr algn="ctr" eaLnBrk="0" hangingPunct="0"/>
            <a:r>
              <a:rPr lang="en-US" sz="1600">
                <a:solidFill>
                  <a:schemeClr val="hlink"/>
                </a:solidFill>
                <a:latin typeface="Arial" charset="0"/>
              </a:rPr>
              <a:t>Normalize </a:t>
            </a:r>
          </a:p>
          <a:p>
            <a:pPr algn="ctr" eaLnBrk="0" hangingPunct="0"/>
            <a:r>
              <a:rPr lang="en-US" sz="1600">
                <a:solidFill>
                  <a:schemeClr val="hlink"/>
                </a:solidFill>
                <a:latin typeface="Arial" charset="0"/>
              </a:rPr>
              <a:t>Business Requirements</a:t>
            </a:r>
          </a:p>
        </p:txBody>
      </p:sp>
      <p:sp>
        <p:nvSpPr>
          <p:cNvPr id="421909" name="Text Box 21"/>
          <p:cNvSpPr txBox="1">
            <a:spLocks noChangeArrowheads="1"/>
          </p:cNvSpPr>
          <p:nvPr/>
        </p:nvSpPr>
        <p:spPr bwMode="auto">
          <a:xfrm>
            <a:off x="5046663" y="4800600"/>
            <a:ext cx="1160462" cy="825500"/>
          </a:xfrm>
          <a:prstGeom prst="rect">
            <a:avLst/>
          </a:prstGeom>
          <a:noFill/>
          <a:ln w="9525">
            <a:noFill/>
            <a:miter lim="800000"/>
            <a:headEnd/>
            <a:tailEnd/>
          </a:ln>
          <a:effectLst/>
        </p:spPr>
        <p:txBody>
          <a:bodyPr wrap="none" lIns="45720" rIns="45720">
            <a:spAutoFit/>
          </a:bodyPr>
          <a:lstStyle/>
          <a:p>
            <a:pPr algn="ctr" eaLnBrk="0" hangingPunct="0"/>
            <a:r>
              <a:rPr lang="en-US" sz="1600">
                <a:solidFill>
                  <a:schemeClr val="hlink"/>
                </a:solidFill>
                <a:latin typeface="Arial" charset="0"/>
              </a:rPr>
              <a:t>Phase 3:</a:t>
            </a:r>
          </a:p>
          <a:p>
            <a:pPr algn="ctr" eaLnBrk="0" hangingPunct="0"/>
            <a:r>
              <a:rPr lang="en-US" sz="1600">
                <a:solidFill>
                  <a:schemeClr val="hlink"/>
                </a:solidFill>
                <a:latin typeface="Arial" charset="0"/>
              </a:rPr>
              <a:t>Analysis of </a:t>
            </a:r>
          </a:p>
          <a:p>
            <a:pPr algn="ctr" eaLnBrk="0" hangingPunct="0"/>
            <a:r>
              <a:rPr lang="en-US" sz="1600">
                <a:solidFill>
                  <a:schemeClr val="hlink"/>
                </a:solidFill>
                <a:latin typeface="Arial" charset="0"/>
              </a:rPr>
              <a:t>Alternatives</a:t>
            </a:r>
          </a:p>
        </p:txBody>
      </p:sp>
      <p:sp>
        <p:nvSpPr>
          <p:cNvPr id="421910" name="Text Box 22"/>
          <p:cNvSpPr txBox="1">
            <a:spLocks noChangeArrowheads="1"/>
          </p:cNvSpPr>
          <p:nvPr/>
        </p:nvSpPr>
        <p:spPr bwMode="auto">
          <a:xfrm>
            <a:off x="5462588" y="3276600"/>
            <a:ext cx="1085850" cy="825500"/>
          </a:xfrm>
          <a:prstGeom prst="rect">
            <a:avLst/>
          </a:prstGeom>
          <a:noFill/>
          <a:ln w="9525">
            <a:noFill/>
            <a:miter lim="800000"/>
            <a:headEnd/>
            <a:tailEnd/>
          </a:ln>
          <a:effectLst/>
        </p:spPr>
        <p:txBody>
          <a:bodyPr wrap="none" lIns="45720" rIns="45720">
            <a:spAutoFit/>
          </a:bodyPr>
          <a:lstStyle/>
          <a:p>
            <a:pPr algn="ctr" eaLnBrk="0" hangingPunct="0"/>
            <a:r>
              <a:rPr lang="en-US" sz="1600">
                <a:solidFill>
                  <a:schemeClr val="hlink"/>
                </a:solidFill>
                <a:latin typeface="Arial" charset="0"/>
              </a:rPr>
              <a:t>Phase 2:</a:t>
            </a:r>
          </a:p>
          <a:p>
            <a:pPr algn="ctr" eaLnBrk="0" hangingPunct="0"/>
            <a:r>
              <a:rPr lang="en-US" sz="1600">
                <a:solidFill>
                  <a:schemeClr val="hlink"/>
                </a:solidFill>
                <a:latin typeface="Arial" charset="0"/>
              </a:rPr>
              <a:t>SOA</a:t>
            </a:r>
          </a:p>
          <a:p>
            <a:pPr algn="ctr" eaLnBrk="0" hangingPunct="0"/>
            <a:r>
              <a:rPr lang="en-US" sz="1600">
                <a:solidFill>
                  <a:schemeClr val="hlink"/>
                </a:solidFill>
                <a:latin typeface="Arial" charset="0"/>
              </a:rPr>
              <a:t>Alignment</a:t>
            </a:r>
          </a:p>
        </p:txBody>
      </p:sp>
      <p:sp>
        <p:nvSpPr>
          <p:cNvPr id="421911" name="AutoShape 23"/>
          <p:cNvSpPr>
            <a:spLocks noChangeArrowheads="1"/>
          </p:cNvSpPr>
          <p:nvPr/>
        </p:nvSpPr>
        <p:spPr bwMode="auto">
          <a:xfrm flipV="1">
            <a:off x="633413" y="1981200"/>
            <a:ext cx="1900237" cy="838200"/>
          </a:xfrm>
          <a:custGeom>
            <a:avLst/>
            <a:gdLst>
              <a:gd name="G0" fmla="+- 15126 0 0"/>
              <a:gd name="G1" fmla="+- 2912 0 0"/>
              <a:gd name="G2" fmla="+- 12158 0 2912"/>
              <a:gd name="G3" fmla="+- G2 0 2912"/>
              <a:gd name="G4" fmla="*/ G3 32768 32059"/>
              <a:gd name="G5" fmla="*/ G4 1 2"/>
              <a:gd name="G6" fmla="+- 21600 0 15126"/>
              <a:gd name="G7" fmla="*/ G6 2912 6079"/>
              <a:gd name="G8" fmla="+- G7 15126 0"/>
              <a:gd name="T0" fmla="*/ 15126 w 21600"/>
              <a:gd name="T1" fmla="*/ 0 h 21600"/>
              <a:gd name="T2" fmla="*/ 15126 w 21600"/>
              <a:gd name="T3" fmla="*/ 12158 h 21600"/>
              <a:gd name="T4" fmla="*/ 3237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chemeClr val="accent2"/>
          </a:solidFill>
          <a:ln w="9525">
            <a:solidFill>
              <a:schemeClr val="tx1"/>
            </a:solidFill>
            <a:miter lim="800000"/>
            <a:headEnd/>
            <a:tailEnd/>
          </a:ln>
          <a:effectLst/>
        </p:spPr>
        <p:txBody>
          <a:bodyPr rot="10800000" wrap="none" lIns="45720" rIns="45720" anchor="ctr"/>
          <a:lstStyle/>
          <a:p>
            <a:pPr algn="ctr" eaLnBrk="0" hangingPunct="0"/>
            <a:endParaRPr lang="en-US" sz="1200">
              <a:latin typeface="Arial" charset="0"/>
            </a:endParaRPr>
          </a:p>
        </p:txBody>
      </p:sp>
      <p:sp>
        <p:nvSpPr>
          <p:cNvPr id="421912" name="Text Box 24"/>
          <p:cNvSpPr txBox="1">
            <a:spLocks noChangeArrowheads="1"/>
          </p:cNvSpPr>
          <p:nvPr/>
        </p:nvSpPr>
        <p:spPr bwMode="auto">
          <a:xfrm>
            <a:off x="104775" y="1752600"/>
            <a:ext cx="920750"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solidFill>
                  <a:schemeClr val="tx2"/>
                </a:solidFill>
                <a:latin typeface="Arial" charset="0"/>
              </a:rPr>
              <a:t>Agency PMs</a:t>
            </a:r>
          </a:p>
        </p:txBody>
      </p:sp>
      <p:sp>
        <p:nvSpPr>
          <p:cNvPr id="421913" name="Text Box 25"/>
          <p:cNvSpPr txBox="1">
            <a:spLocks noChangeArrowheads="1"/>
          </p:cNvSpPr>
          <p:nvPr/>
        </p:nvSpPr>
        <p:spPr bwMode="auto">
          <a:xfrm>
            <a:off x="755650" y="2105025"/>
            <a:ext cx="1060450" cy="822325"/>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Business </a:t>
            </a:r>
          </a:p>
          <a:p>
            <a:pPr algn="ctr" eaLnBrk="0" hangingPunct="0"/>
            <a:r>
              <a:rPr lang="en-US" sz="1200">
                <a:latin typeface="Arial" charset="0"/>
              </a:rPr>
              <a:t>Requirements,</a:t>
            </a:r>
          </a:p>
          <a:p>
            <a:pPr algn="ctr" eaLnBrk="0" hangingPunct="0"/>
            <a:r>
              <a:rPr lang="en-US" sz="1200">
                <a:latin typeface="Arial" charset="0"/>
              </a:rPr>
              <a:t>Policy, &amp;</a:t>
            </a:r>
          </a:p>
          <a:p>
            <a:pPr algn="ctr" eaLnBrk="0" hangingPunct="0"/>
            <a:r>
              <a:rPr lang="en-US" sz="1200">
                <a:latin typeface="Arial" charset="0"/>
              </a:rPr>
              <a:t>Guidance</a:t>
            </a:r>
          </a:p>
        </p:txBody>
      </p:sp>
      <p:sp>
        <p:nvSpPr>
          <p:cNvPr id="421914" name="AutoShape 26"/>
          <p:cNvSpPr>
            <a:spLocks noChangeArrowheads="1"/>
          </p:cNvSpPr>
          <p:nvPr/>
        </p:nvSpPr>
        <p:spPr bwMode="auto">
          <a:xfrm flipH="1" flipV="1">
            <a:off x="6894513" y="2895600"/>
            <a:ext cx="1547812" cy="762000"/>
          </a:xfrm>
          <a:custGeom>
            <a:avLst/>
            <a:gdLst>
              <a:gd name="G0" fmla="+- 14901 0 0"/>
              <a:gd name="G1" fmla="+- 2945 0 0"/>
              <a:gd name="G2" fmla="+- 12158 0 2945"/>
              <a:gd name="G3" fmla="+- G2 0 2945"/>
              <a:gd name="G4" fmla="*/ G3 32768 32059"/>
              <a:gd name="G5" fmla="*/ G4 1 2"/>
              <a:gd name="G6" fmla="+- 21600 0 14901"/>
              <a:gd name="G7" fmla="*/ G6 2945 6079"/>
              <a:gd name="G8" fmla="+- G7 14901 0"/>
              <a:gd name="T0" fmla="*/ 14901 w 21600"/>
              <a:gd name="T1" fmla="*/ 0 h 21600"/>
              <a:gd name="T2" fmla="*/ 14901 w 21600"/>
              <a:gd name="T3" fmla="*/ 12158 h 21600"/>
              <a:gd name="T4" fmla="*/ 3204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4901" y="0"/>
                </a:lnTo>
                <a:lnTo>
                  <a:pt x="14901" y="2945"/>
                </a:lnTo>
                <a:lnTo>
                  <a:pt x="12427" y="2945"/>
                </a:lnTo>
                <a:cubicBezTo>
                  <a:pt x="5564" y="2945"/>
                  <a:pt x="0" y="7070"/>
                  <a:pt x="0" y="12158"/>
                </a:cubicBezTo>
                <a:lnTo>
                  <a:pt x="0" y="21600"/>
                </a:lnTo>
                <a:lnTo>
                  <a:pt x="6407" y="21600"/>
                </a:lnTo>
                <a:lnTo>
                  <a:pt x="6407" y="12158"/>
                </a:lnTo>
                <a:cubicBezTo>
                  <a:pt x="6407" y="10532"/>
                  <a:pt x="9102" y="9213"/>
                  <a:pt x="12427" y="9213"/>
                </a:cubicBezTo>
                <a:lnTo>
                  <a:pt x="14901" y="9213"/>
                </a:lnTo>
                <a:lnTo>
                  <a:pt x="14901" y="12158"/>
                </a:lnTo>
                <a:close/>
              </a:path>
            </a:pathLst>
          </a:custGeom>
          <a:solidFill>
            <a:schemeClr val="accent2"/>
          </a:solidFill>
          <a:ln w="9525">
            <a:solidFill>
              <a:schemeClr val="tx1"/>
            </a:solidFill>
            <a:miter lim="800000"/>
            <a:headEnd/>
            <a:tailEnd/>
          </a:ln>
          <a:effectLst/>
        </p:spPr>
        <p:txBody>
          <a:bodyPr rot="10800000" wrap="none" lIns="45720" rIns="45720" anchor="ctr"/>
          <a:lstStyle/>
          <a:p>
            <a:pPr algn="ctr" eaLnBrk="0" hangingPunct="0"/>
            <a:endParaRPr lang="en-US" sz="1200">
              <a:latin typeface="Arial" charset="0"/>
            </a:endParaRPr>
          </a:p>
        </p:txBody>
      </p:sp>
      <p:sp>
        <p:nvSpPr>
          <p:cNvPr id="421915" name="Text Box 27"/>
          <p:cNvSpPr txBox="1">
            <a:spLocks noChangeArrowheads="1"/>
          </p:cNvSpPr>
          <p:nvPr/>
        </p:nvSpPr>
        <p:spPr bwMode="auto">
          <a:xfrm>
            <a:off x="7319963" y="3124200"/>
            <a:ext cx="1163637" cy="457200"/>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Integration</a:t>
            </a:r>
          </a:p>
          <a:p>
            <a:pPr algn="ctr" eaLnBrk="0" hangingPunct="0"/>
            <a:r>
              <a:rPr lang="en-US" sz="1200">
                <a:latin typeface="Arial" charset="0"/>
              </a:rPr>
              <a:t>Lesson Learned</a:t>
            </a:r>
          </a:p>
        </p:txBody>
      </p:sp>
      <p:graphicFrame>
        <p:nvGraphicFramePr>
          <p:cNvPr id="421916" name="Object 28"/>
          <p:cNvGraphicFramePr>
            <a:graphicFrameLocks noChangeAspect="1"/>
          </p:cNvGraphicFramePr>
          <p:nvPr/>
        </p:nvGraphicFramePr>
        <p:xfrm>
          <a:off x="7950200" y="5334000"/>
          <a:ext cx="779463" cy="990600"/>
        </p:xfrm>
        <a:graphic>
          <a:graphicData uri="http://schemas.openxmlformats.org/presentationml/2006/ole">
            <p:oleObj spid="_x0000_s421916" name="Clip" r:id="rId4" imgW="3192120" imgH="3749400" progId="MS_ClipArt_Gallery.2">
              <p:embed/>
            </p:oleObj>
          </a:graphicData>
        </a:graphic>
      </p:graphicFrame>
      <p:sp>
        <p:nvSpPr>
          <p:cNvPr id="421917" name="Text Box 29"/>
          <p:cNvSpPr txBox="1">
            <a:spLocks noChangeArrowheads="1"/>
          </p:cNvSpPr>
          <p:nvPr/>
        </p:nvSpPr>
        <p:spPr bwMode="auto">
          <a:xfrm>
            <a:off x="7666038" y="5410200"/>
            <a:ext cx="1477962" cy="701675"/>
          </a:xfrm>
          <a:prstGeom prst="rect">
            <a:avLst/>
          </a:prstGeom>
          <a:noFill/>
          <a:ln w="9525">
            <a:noFill/>
            <a:miter lim="800000"/>
            <a:headEnd/>
            <a:tailEnd/>
          </a:ln>
          <a:effectLst/>
        </p:spPr>
        <p:txBody>
          <a:bodyPr lIns="45720" rIns="45720">
            <a:spAutoFit/>
          </a:bodyPr>
          <a:lstStyle/>
          <a:p>
            <a:pPr algn="ctr" eaLnBrk="0" hangingPunct="0"/>
            <a:r>
              <a:rPr lang="en-US" sz="1000">
                <a:latin typeface="Arial" charset="0"/>
              </a:rPr>
              <a:t>A11-300</a:t>
            </a:r>
          </a:p>
          <a:p>
            <a:pPr algn="ctr" eaLnBrk="0" hangingPunct="0"/>
            <a:r>
              <a:rPr lang="en-US" sz="1000">
                <a:latin typeface="Arial" charset="0"/>
              </a:rPr>
              <a:t>Solution </a:t>
            </a:r>
          </a:p>
          <a:p>
            <a:pPr algn="ctr" eaLnBrk="0" hangingPunct="0"/>
            <a:r>
              <a:rPr lang="en-US" sz="1000">
                <a:latin typeface="Arial" charset="0"/>
              </a:rPr>
              <a:t>Architecture</a:t>
            </a:r>
          </a:p>
          <a:p>
            <a:pPr algn="ctr" eaLnBrk="0" hangingPunct="0"/>
            <a:r>
              <a:rPr lang="en-US" sz="1000">
                <a:latin typeface="Arial" charset="0"/>
              </a:rPr>
              <a:t>Validated</a:t>
            </a:r>
          </a:p>
        </p:txBody>
      </p:sp>
      <p:sp>
        <p:nvSpPr>
          <p:cNvPr id="421918" name="AutoShape 30"/>
          <p:cNvSpPr>
            <a:spLocks noChangeArrowheads="1"/>
          </p:cNvSpPr>
          <p:nvPr/>
        </p:nvSpPr>
        <p:spPr bwMode="auto">
          <a:xfrm>
            <a:off x="211138" y="1981200"/>
            <a:ext cx="492125" cy="1447800"/>
          </a:xfrm>
          <a:prstGeom prst="downArrow">
            <a:avLst>
              <a:gd name="adj1" fmla="val 50000"/>
              <a:gd name="adj2" fmla="val 73548"/>
            </a:avLst>
          </a:prstGeom>
          <a:solidFill>
            <a:schemeClr val="accent2"/>
          </a:solidFill>
          <a:ln w="9525">
            <a:solidFill>
              <a:schemeClr val="tx1"/>
            </a:solidFill>
            <a:miter lim="800000"/>
            <a:headEnd/>
            <a:tailEnd/>
          </a:ln>
          <a:effectLst/>
        </p:spPr>
        <p:txBody>
          <a:bodyPr wrap="none" lIns="45720" rIns="45720" anchor="ctr"/>
          <a:lstStyle/>
          <a:p>
            <a:endParaRPr lang="en-US"/>
          </a:p>
        </p:txBody>
      </p:sp>
      <p:sp>
        <p:nvSpPr>
          <p:cNvPr id="421919" name="Text Box 31"/>
          <p:cNvSpPr txBox="1">
            <a:spLocks noChangeArrowheads="1"/>
          </p:cNvSpPr>
          <p:nvPr/>
        </p:nvSpPr>
        <p:spPr bwMode="auto">
          <a:xfrm>
            <a:off x="0" y="2271713"/>
            <a:ext cx="708025" cy="822325"/>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Best</a:t>
            </a:r>
          </a:p>
          <a:p>
            <a:pPr algn="ctr" eaLnBrk="0" hangingPunct="0"/>
            <a:r>
              <a:rPr lang="en-US" sz="1200">
                <a:latin typeface="Arial" charset="0"/>
              </a:rPr>
              <a:t>Practices</a:t>
            </a:r>
          </a:p>
          <a:p>
            <a:pPr algn="ctr" eaLnBrk="0" hangingPunct="0"/>
            <a:r>
              <a:rPr lang="en-US" sz="1200">
                <a:latin typeface="Arial" charset="0"/>
              </a:rPr>
              <a:t>Lessons</a:t>
            </a:r>
          </a:p>
          <a:p>
            <a:pPr algn="ctr" eaLnBrk="0" hangingPunct="0"/>
            <a:r>
              <a:rPr lang="en-US" sz="1200">
                <a:latin typeface="Arial" charset="0"/>
              </a:rPr>
              <a:t>Learned</a:t>
            </a:r>
          </a:p>
        </p:txBody>
      </p:sp>
      <p:cxnSp>
        <p:nvCxnSpPr>
          <p:cNvPr id="421920" name="AutoShape 32"/>
          <p:cNvCxnSpPr>
            <a:cxnSpLocks noChangeShapeType="1"/>
            <a:stCxn id="421926" idx="4"/>
            <a:endCxn id="421901" idx="1"/>
          </p:cNvCxnSpPr>
          <p:nvPr/>
        </p:nvCxnSpPr>
        <p:spPr bwMode="auto">
          <a:xfrm>
            <a:off x="1477963" y="3886200"/>
            <a:ext cx="1025525" cy="766763"/>
          </a:xfrm>
          <a:prstGeom prst="bentConnector3">
            <a:avLst>
              <a:gd name="adj1" fmla="val 50000"/>
            </a:avLst>
          </a:prstGeom>
          <a:noFill/>
          <a:ln w="9525">
            <a:solidFill>
              <a:schemeClr val="tx1"/>
            </a:solidFill>
            <a:miter lim="800000"/>
            <a:headEnd type="triangle" w="med" len="med"/>
            <a:tailEnd type="triangle" w="med" len="med"/>
          </a:ln>
          <a:effectLst/>
        </p:spPr>
      </p:cxnSp>
      <p:sp>
        <p:nvSpPr>
          <p:cNvPr id="421921" name="Text Box 33"/>
          <p:cNvSpPr txBox="1">
            <a:spLocks noChangeArrowheads="1"/>
          </p:cNvSpPr>
          <p:nvPr/>
        </p:nvSpPr>
        <p:spPr bwMode="auto">
          <a:xfrm>
            <a:off x="2603500" y="1905000"/>
            <a:ext cx="661988" cy="639763"/>
          </a:xfrm>
          <a:prstGeom prst="rect">
            <a:avLst/>
          </a:prstGeom>
          <a:noFill/>
          <a:ln w="9525">
            <a:noFill/>
            <a:miter lim="800000"/>
            <a:headEnd/>
            <a:tailEnd/>
          </a:ln>
          <a:effectLst/>
        </p:spPr>
        <p:txBody>
          <a:bodyPr wrap="none" lIns="45720" rIns="45720" anchor="ctr">
            <a:spAutoFit/>
          </a:bodyPr>
          <a:lstStyle/>
          <a:p>
            <a:pPr algn="ctr" eaLnBrk="0" hangingPunct="0"/>
            <a:r>
              <a:rPr lang="en-US" sz="1200">
                <a:solidFill>
                  <a:srgbClr val="0B1F65"/>
                </a:solidFill>
                <a:latin typeface="Arial" charset="0"/>
              </a:rPr>
              <a:t>Value</a:t>
            </a:r>
          </a:p>
          <a:p>
            <a:pPr algn="ctr" eaLnBrk="0" hangingPunct="0"/>
            <a:r>
              <a:rPr lang="en-US" sz="1200">
                <a:solidFill>
                  <a:srgbClr val="0B1F65"/>
                </a:solidFill>
                <a:latin typeface="Arial" charset="0"/>
              </a:rPr>
              <a:t>Chain</a:t>
            </a:r>
          </a:p>
          <a:p>
            <a:pPr algn="ctr" eaLnBrk="0" hangingPunct="0"/>
            <a:r>
              <a:rPr lang="en-US" sz="1200">
                <a:solidFill>
                  <a:srgbClr val="0B1F65"/>
                </a:solidFill>
                <a:latin typeface="Arial" charset="0"/>
              </a:rPr>
              <a:t>Analysis</a:t>
            </a:r>
          </a:p>
        </p:txBody>
      </p:sp>
      <p:sp>
        <p:nvSpPr>
          <p:cNvPr id="421922" name="AutoShape 34"/>
          <p:cNvSpPr>
            <a:spLocks noChangeArrowheads="1"/>
          </p:cNvSpPr>
          <p:nvPr/>
        </p:nvSpPr>
        <p:spPr bwMode="auto">
          <a:xfrm rot="16268719">
            <a:off x="1820069" y="3302794"/>
            <a:ext cx="228600" cy="633412"/>
          </a:xfrm>
          <a:prstGeom prst="downArrow">
            <a:avLst>
              <a:gd name="adj1" fmla="val 50000"/>
              <a:gd name="adj2" fmla="val 69271"/>
            </a:avLst>
          </a:prstGeom>
          <a:solidFill>
            <a:schemeClr val="accent2"/>
          </a:solidFill>
          <a:ln w="9525">
            <a:noFill/>
            <a:miter lim="800000"/>
            <a:headEnd/>
            <a:tailEnd/>
          </a:ln>
          <a:effectLst/>
        </p:spPr>
        <p:txBody>
          <a:bodyPr wrap="none" lIns="45720" rIns="45720" anchor="ctr"/>
          <a:lstStyle/>
          <a:p>
            <a:endParaRPr lang="en-US"/>
          </a:p>
        </p:txBody>
      </p:sp>
      <p:sp>
        <p:nvSpPr>
          <p:cNvPr id="421923" name="Text Box 35"/>
          <p:cNvSpPr txBox="1">
            <a:spLocks noChangeArrowheads="1"/>
          </p:cNvSpPr>
          <p:nvPr/>
        </p:nvSpPr>
        <p:spPr bwMode="auto">
          <a:xfrm>
            <a:off x="1570038" y="3429000"/>
            <a:ext cx="554037" cy="304800"/>
          </a:xfrm>
          <a:prstGeom prst="rect">
            <a:avLst/>
          </a:prstGeom>
          <a:noFill/>
          <a:ln w="9525">
            <a:noFill/>
            <a:miter lim="800000"/>
            <a:headEnd/>
            <a:tailEnd/>
          </a:ln>
          <a:effectLst/>
        </p:spPr>
        <p:txBody>
          <a:bodyPr wrap="none" lIns="45720" rIns="45720" anchor="ctr">
            <a:spAutoFit/>
          </a:bodyPr>
          <a:lstStyle/>
          <a:p>
            <a:pPr algn="ctr" eaLnBrk="0" hangingPunct="0">
              <a:lnSpc>
                <a:spcPct val="70000"/>
              </a:lnSpc>
            </a:pPr>
            <a:r>
              <a:rPr lang="en-US" sz="1000">
                <a:latin typeface="Arial" charset="0"/>
              </a:rPr>
              <a:t>Solution</a:t>
            </a:r>
          </a:p>
          <a:p>
            <a:pPr algn="ctr" eaLnBrk="0" hangingPunct="0">
              <a:lnSpc>
                <a:spcPct val="70000"/>
              </a:lnSpc>
            </a:pPr>
            <a:r>
              <a:rPr lang="en-US" sz="1000">
                <a:latin typeface="Arial" charset="0"/>
              </a:rPr>
              <a:t>Patterns</a:t>
            </a:r>
          </a:p>
        </p:txBody>
      </p:sp>
      <p:sp>
        <p:nvSpPr>
          <p:cNvPr id="421924" name="AutoShape 36"/>
          <p:cNvSpPr>
            <a:spLocks noChangeArrowheads="1"/>
          </p:cNvSpPr>
          <p:nvPr/>
        </p:nvSpPr>
        <p:spPr bwMode="auto">
          <a:xfrm>
            <a:off x="5557838" y="5562600"/>
            <a:ext cx="844550" cy="685800"/>
          </a:xfrm>
          <a:prstGeom prst="flowChartMultidocument">
            <a:avLst/>
          </a:prstGeom>
          <a:noFill/>
          <a:ln w="9525">
            <a:solidFill>
              <a:schemeClr val="tx1"/>
            </a:solidFill>
            <a:miter lim="800000"/>
            <a:headEnd/>
            <a:tailEnd/>
          </a:ln>
          <a:effectLst/>
        </p:spPr>
        <p:txBody>
          <a:bodyPr wrap="none" lIns="45720" rIns="45720" anchor="ctr"/>
          <a:lstStyle/>
          <a:p>
            <a:pPr algn="ctr" eaLnBrk="0" hangingPunct="0"/>
            <a:r>
              <a:rPr lang="en-US" sz="1200">
                <a:solidFill>
                  <a:srgbClr val="0B1F65"/>
                </a:solidFill>
                <a:latin typeface="Arial" charset="0"/>
              </a:rPr>
              <a:t>Normalized</a:t>
            </a:r>
          </a:p>
          <a:p>
            <a:pPr algn="ctr" eaLnBrk="0" hangingPunct="0"/>
            <a:r>
              <a:rPr lang="en-US" sz="1200">
                <a:solidFill>
                  <a:srgbClr val="0B1F65"/>
                </a:solidFill>
                <a:latin typeface="Arial" charset="0"/>
              </a:rPr>
              <a:t>Solution</a:t>
            </a:r>
          </a:p>
          <a:p>
            <a:pPr algn="ctr" eaLnBrk="0" hangingPunct="0"/>
            <a:r>
              <a:rPr lang="en-US" sz="1200">
                <a:solidFill>
                  <a:srgbClr val="0B1F65"/>
                </a:solidFill>
                <a:latin typeface="Arial" charset="0"/>
              </a:rPr>
              <a:t>Frameworks</a:t>
            </a:r>
            <a:endParaRPr lang="en-US" sz="1200">
              <a:latin typeface="Arial" charset="0"/>
            </a:endParaRPr>
          </a:p>
        </p:txBody>
      </p:sp>
      <p:sp>
        <p:nvSpPr>
          <p:cNvPr id="421925" name="AutoShape 37"/>
          <p:cNvSpPr>
            <a:spLocks noChangeArrowheads="1"/>
          </p:cNvSpPr>
          <p:nvPr/>
        </p:nvSpPr>
        <p:spPr bwMode="auto">
          <a:xfrm>
            <a:off x="3938588" y="4191000"/>
            <a:ext cx="844550" cy="1447800"/>
          </a:xfrm>
          <a:prstGeom prst="downArrow">
            <a:avLst>
              <a:gd name="adj1" fmla="val 50000"/>
              <a:gd name="adj2" fmla="val 42857"/>
            </a:avLst>
          </a:prstGeom>
          <a:solidFill>
            <a:schemeClr val="accent2"/>
          </a:solidFill>
          <a:ln w="9525">
            <a:solidFill>
              <a:schemeClr val="tx1"/>
            </a:solidFill>
            <a:miter lim="800000"/>
            <a:headEnd/>
            <a:tailEnd/>
          </a:ln>
          <a:effectLst/>
        </p:spPr>
        <p:txBody>
          <a:bodyPr wrap="none" lIns="45720" rIns="45720" anchor="ctr"/>
          <a:lstStyle/>
          <a:p>
            <a:pPr algn="ctr" eaLnBrk="0" hangingPunct="0"/>
            <a:r>
              <a:rPr lang="en-US" sz="1200">
                <a:solidFill>
                  <a:srgbClr val="0B1F65"/>
                </a:solidFill>
                <a:latin typeface="Arial" charset="0"/>
              </a:rPr>
              <a:t>Validated</a:t>
            </a:r>
          </a:p>
          <a:p>
            <a:pPr algn="ctr" eaLnBrk="0" hangingPunct="0"/>
            <a:r>
              <a:rPr lang="en-US" sz="1200">
                <a:solidFill>
                  <a:srgbClr val="0B1F65"/>
                </a:solidFill>
                <a:latin typeface="Arial" charset="0"/>
              </a:rPr>
              <a:t>Common</a:t>
            </a:r>
          </a:p>
          <a:p>
            <a:pPr algn="ctr" eaLnBrk="0" hangingPunct="0"/>
            <a:r>
              <a:rPr lang="en-US" sz="1200">
                <a:solidFill>
                  <a:srgbClr val="0B1F65"/>
                </a:solidFill>
                <a:latin typeface="Arial" charset="0"/>
              </a:rPr>
              <a:t>Criterion</a:t>
            </a:r>
          </a:p>
        </p:txBody>
      </p:sp>
      <p:sp>
        <p:nvSpPr>
          <p:cNvPr id="421926" name="AutoShape 38"/>
          <p:cNvSpPr>
            <a:spLocks noChangeArrowheads="1"/>
          </p:cNvSpPr>
          <p:nvPr/>
        </p:nvSpPr>
        <p:spPr bwMode="auto">
          <a:xfrm>
            <a:off x="280988" y="3429000"/>
            <a:ext cx="1196975" cy="914400"/>
          </a:xfrm>
          <a:prstGeom prst="flowChartMagneticDisk">
            <a:avLst/>
          </a:prstGeom>
          <a:gradFill rotWithShape="0">
            <a:gsLst>
              <a:gs pos="0">
                <a:schemeClr val="bg1">
                  <a:gamma/>
                  <a:shade val="46275"/>
                  <a:invGamma/>
                </a:schemeClr>
              </a:gs>
              <a:gs pos="50000">
                <a:schemeClr val="bg1"/>
              </a:gs>
              <a:gs pos="100000">
                <a:schemeClr val="bg1">
                  <a:gamma/>
                  <a:shade val="46275"/>
                  <a:invGamma/>
                </a:schemeClr>
              </a:gs>
            </a:gsLst>
            <a:lin ang="0" scaled="1"/>
          </a:gradFill>
          <a:ln w="9525">
            <a:solidFill>
              <a:schemeClr val="tx1"/>
            </a:solidFill>
            <a:round/>
            <a:headEnd/>
            <a:tailEnd/>
          </a:ln>
          <a:effectLst/>
        </p:spPr>
        <p:txBody>
          <a:bodyPr wrap="none" lIns="45720" rIns="45720" anchor="ctr"/>
          <a:lstStyle/>
          <a:p>
            <a:pPr algn="ctr" eaLnBrk="0" hangingPunct="0"/>
            <a:endParaRPr lang="en-US" sz="1200">
              <a:latin typeface="Arial" charset="0"/>
            </a:endParaRPr>
          </a:p>
          <a:p>
            <a:pPr algn="ctr" eaLnBrk="0" hangingPunct="0"/>
            <a:r>
              <a:rPr lang="en-US" sz="1200">
                <a:latin typeface="Arial" charset="0"/>
              </a:rPr>
              <a:t>COTS</a:t>
            </a:r>
          </a:p>
          <a:p>
            <a:pPr algn="ctr" eaLnBrk="0" hangingPunct="0"/>
            <a:r>
              <a:rPr lang="en-US" sz="1200">
                <a:latin typeface="Arial" charset="0"/>
              </a:rPr>
              <a:t>Knowledge Base</a:t>
            </a:r>
          </a:p>
        </p:txBody>
      </p:sp>
      <p:grpSp>
        <p:nvGrpSpPr>
          <p:cNvPr id="421927" name="Group 39"/>
          <p:cNvGrpSpPr>
            <a:grpSpLocks/>
          </p:cNvGrpSpPr>
          <p:nvPr/>
        </p:nvGrpSpPr>
        <p:grpSpPr bwMode="auto">
          <a:xfrm>
            <a:off x="280988" y="3429000"/>
            <a:ext cx="1196975" cy="304800"/>
            <a:chOff x="1216" y="1552"/>
            <a:chExt cx="632" cy="624"/>
          </a:xfrm>
        </p:grpSpPr>
        <p:sp>
          <p:nvSpPr>
            <p:cNvPr id="421928" name="Oval 40"/>
            <p:cNvSpPr>
              <a:spLocks noChangeArrowheads="1"/>
            </p:cNvSpPr>
            <p:nvPr/>
          </p:nvSpPr>
          <p:spPr bwMode="auto">
            <a:xfrm>
              <a:off x="1216" y="1552"/>
              <a:ext cx="632" cy="624"/>
            </a:xfrm>
            <a:prstGeom prst="ellipse">
              <a:avLst/>
            </a:prstGeom>
            <a:solidFill>
              <a:srgbClr val="FFFFFF"/>
            </a:solidFill>
            <a:ln w="9525">
              <a:solidFill>
                <a:schemeClr val="tx1"/>
              </a:solidFill>
              <a:round/>
              <a:headEnd/>
              <a:tailEnd/>
            </a:ln>
            <a:effectLst/>
          </p:spPr>
          <p:txBody>
            <a:bodyPr wrap="none" anchor="ctr"/>
            <a:lstStyle/>
            <a:p>
              <a:endParaRPr lang="en-US"/>
            </a:p>
          </p:txBody>
        </p:sp>
        <p:pic>
          <p:nvPicPr>
            <p:cNvPr id="421929" name="Picture 41" descr="ICH new"/>
            <p:cNvPicPr>
              <a:picLocks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236" y="1558"/>
              <a:ext cx="577" cy="604"/>
            </a:xfrm>
            <a:prstGeom prst="rect">
              <a:avLst/>
            </a:prstGeom>
            <a:noFill/>
          </p:spPr>
        </p:pic>
      </p:grpSp>
      <p:graphicFrame>
        <p:nvGraphicFramePr>
          <p:cNvPr id="421930" name="Object 42"/>
          <p:cNvGraphicFramePr>
            <a:graphicFrameLocks noChangeAspect="1"/>
          </p:cNvGraphicFramePr>
          <p:nvPr/>
        </p:nvGraphicFramePr>
        <p:xfrm>
          <a:off x="8020050" y="3657600"/>
          <a:ext cx="600075" cy="685800"/>
        </p:xfrm>
        <a:graphic>
          <a:graphicData uri="http://schemas.openxmlformats.org/presentationml/2006/ole">
            <p:oleObj spid="_x0000_s421930" name="Clip" r:id="rId6" imgW="2346120" imgH="2474280" progId="MS_ClipArt_Gallery.2">
              <p:embed/>
            </p:oleObj>
          </a:graphicData>
        </a:graphic>
      </p:graphicFrame>
      <p:sp>
        <p:nvSpPr>
          <p:cNvPr id="421931" name="Text Box 43"/>
          <p:cNvSpPr txBox="1">
            <a:spLocks noChangeArrowheads="1"/>
          </p:cNvSpPr>
          <p:nvPr/>
        </p:nvSpPr>
        <p:spPr bwMode="auto">
          <a:xfrm>
            <a:off x="8016875" y="2514600"/>
            <a:ext cx="898525" cy="457200"/>
          </a:xfrm>
          <a:prstGeom prst="rect">
            <a:avLst/>
          </a:prstGeom>
          <a:solidFill>
            <a:schemeClr val="bg1"/>
          </a:solidFill>
          <a:ln w="9525">
            <a:noFill/>
            <a:miter lim="800000"/>
            <a:headEnd/>
            <a:tailEnd/>
          </a:ln>
          <a:effectLst/>
        </p:spPr>
        <p:txBody>
          <a:bodyPr wrap="none" lIns="45720" rIns="45720" anchor="ctr">
            <a:spAutoFit/>
          </a:bodyPr>
          <a:lstStyle/>
          <a:p>
            <a:pPr algn="ctr" eaLnBrk="0" hangingPunct="0"/>
            <a:r>
              <a:rPr lang="en-US" sz="1200">
                <a:solidFill>
                  <a:schemeClr val="tx2"/>
                </a:solidFill>
                <a:latin typeface="Arial" charset="0"/>
              </a:rPr>
              <a:t>Integrators</a:t>
            </a:r>
          </a:p>
          <a:p>
            <a:pPr algn="ctr" eaLnBrk="0" hangingPunct="0"/>
            <a:r>
              <a:rPr lang="en-US" sz="1200">
                <a:solidFill>
                  <a:schemeClr val="tx2"/>
                </a:solidFill>
                <a:latin typeface="Arial" charset="0"/>
              </a:rPr>
              <a:t>Consultants</a:t>
            </a:r>
          </a:p>
        </p:txBody>
      </p:sp>
      <p:sp>
        <p:nvSpPr>
          <p:cNvPr id="421932" name="AutoShape 44"/>
          <p:cNvSpPr>
            <a:spLocks noChangeArrowheads="1"/>
          </p:cNvSpPr>
          <p:nvPr/>
        </p:nvSpPr>
        <p:spPr bwMode="auto">
          <a:xfrm>
            <a:off x="3729038" y="5638800"/>
            <a:ext cx="1196975" cy="609600"/>
          </a:xfrm>
          <a:prstGeom prst="flowChartDecision">
            <a:avLst/>
          </a:prstGeom>
          <a:solidFill>
            <a:schemeClr val="bg1"/>
          </a:solidFill>
          <a:ln w="9525">
            <a:solidFill>
              <a:schemeClr val="accent1"/>
            </a:solidFill>
            <a:miter lim="800000"/>
            <a:headEnd/>
            <a:tailEnd/>
          </a:ln>
          <a:effectLst/>
        </p:spPr>
        <p:txBody>
          <a:bodyPr wrap="none" lIns="45720" rIns="45720" anchor="ctr"/>
          <a:lstStyle/>
          <a:p>
            <a:pPr algn="ctr" eaLnBrk="0" hangingPunct="0"/>
            <a:r>
              <a:rPr lang="en-US" sz="1200">
                <a:solidFill>
                  <a:srgbClr val="0B1F65"/>
                </a:solidFill>
                <a:latin typeface="Arial" charset="0"/>
              </a:rPr>
              <a:t>AoA</a:t>
            </a:r>
          </a:p>
          <a:p>
            <a:pPr algn="ctr" eaLnBrk="0" hangingPunct="0"/>
            <a:r>
              <a:rPr lang="en-US" sz="1200">
                <a:solidFill>
                  <a:srgbClr val="0B1F65"/>
                </a:solidFill>
                <a:latin typeface="Arial" charset="0"/>
              </a:rPr>
              <a:t>Complete?</a:t>
            </a:r>
          </a:p>
        </p:txBody>
      </p:sp>
      <p:sp>
        <p:nvSpPr>
          <p:cNvPr id="421933" name="AutoShape 45"/>
          <p:cNvSpPr>
            <a:spLocks noChangeArrowheads="1"/>
          </p:cNvSpPr>
          <p:nvPr/>
        </p:nvSpPr>
        <p:spPr bwMode="auto">
          <a:xfrm>
            <a:off x="4854575" y="5791200"/>
            <a:ext cx="703263" cy="304800"/>
          </a:xfrm>
          <a:prstGeom prst="rightArrow">
            <a:avLst>
              <a:gd name="adj1" fmla="val 50000"/>
              <a:gd name="adj2" fmla="val 57682"/>
            </a:avLst>
          </a:prstGeom>
          <a:solidFill>
            <a:schemeClr val="accent2"/>
          </a:solidFill>
          <a:ln w="9525">
            <a:noFill/>
            <a:miter lim="800000"/>
            <a:headEnd/>
            <a:tailEnd/>
          </a:ln>
          <a:effectLst/>
        </p:spPr>
        <p:txBody>
          <a:bodyPr wrap="none" lIns="45720" rIns="45720" anchor="ctr"/>
          <a:lstStyle/>
          <a:p>
            <a:pPr algn="ctr" eaLnBrk="0" hangingPunct="0"/>
            <a:r>
              <a:rPr lang="en-US" sz="1200">
                <a:solidFill>
                  <a:schemeClr val="accent1"/>
                </a:solidFill>
                <a:latin typeface="Arial" charset="0"/>
              </a:rPr>
              <a:t>Yes</a:t>
            </a:r>
          </a:p>
        </p:txBody>
      </p:sp>
      <p:sp>
        <p:nvSpPr>
          <p:cNvPr id="421934" name="AutoShape 46"/>
          <p:cNvSpPr>
            <a:spLocks noChangeArrowheads="1"/>
          </p:cNvSpPr>
          <p:nvPr/>
        </p:nvSpPr>
        <p:spPr bwMode="auto">
          <a:xfrm flipH="1">
            <a:off x="3095625" y="5791200"/>
            <a:ext cx="703263" cy="304800"/>
          </a:xfrm>
          <a:prstGeom prst="rightArrow">
            <a:avLst>
              <a:gd name="adj1" fmla="val 50000"/>
              <a:gd name="adj2" fmla="val 57682"/>
            </a:avLst>
          </a:prstGeom>
          <a:solidFill>
            <a:schemeClr val="accent2"/>
          </a:solidFill>
          <a:ln w="9525">
            <a:noFill/>
            <a:miter lim="800000"/>
            <a:headEnd/>
            <a:tailEnd/>
          </a:ln>
          <a:effectLst/>
        </p:spPr>
        <p:txBody>
          <a:bodyPr wrap="none" lIns="45720" rIns="45720" anchor="ctr"/>
          <a:lstStyle/>
          <a:p>
            <a:pPr algn="ctr" eaLnBrk="0" hangingPunct="0"/>
            <a:r>
              <a:rPr lang="en-US" sz="1200">
                <a:solidFill>
                  <a:schemeClr val="accent1"/>
                </a:solidFill>
                <a:latin typeface="Arial" charset="0"/>
              </a:rPr>
              <a:t>no</a:t>
            </a:r>
          </a:p>
        </p:txBody>
      </p:sp>
      <p:sp>
        <p:nvSpPr>
          <p:cNvPr id="421935" name="AutoShape 47"/>
          <p:cNvSpPr>
            <a:spLocks noChangeArrowheads="1"/>
          </p:cNvSpPr>
          <p:nvPr/>
        </p:nvSpPr>
        <p:spPr bwMode="auto">
          <a:xfrm>
            <a:off x="5715000" y="4114800"/>
            <a:ext cx="1900238" cy="685800"/>
          </a:xfrm>
          <a:prstGeom prst="rightArrow">
            <a:avLst>
              <a:gd name="adj1" fmla="val 50000"/>
              <a:gd name="adj2" fmla="val 69271"/>
            </a:avLst>
          </a:prstGeom>
          <a:solidFill>
            <a:schemeClr val="accent2"/>
          </a:solidFill>
          <a:ln w="9525">
            <a:noFill/>
            <a:miter lim="800000"/>
            <a:headEnd/>
            <a:tailEnd/>
          </a:ln>
          <a:effectLst/>
        </p:spPr>
        <p:txBody>
          <a:bodyPr wrap="none" lIns="45720" rIns="45720" anchor="ctr"/>
          <a:lstStyle/>
          <a:p>
            <a:pPr algn="ctr" eaLnBrk="0" hangingPunct="0"/>
            <a:r>
              <a:rPr lang="en-US" sz="1200">
                <a:solidFill>
                  <a:srgbClr val="0B1F65"/>
                </a:solidFill>
                <a:latin typeface="Arial" charset="0"/>
              </a:rPr>
              <a:t>Service Component</a:t>
            </a:r>
          </a:p>
          <a:p>
            <a:pPr algn="ctr" eaLnBrk="0" hangingPunct="0"/>
            <a:r>
              <a:rPr lang="en-US" sz="1200">
                <a:solidFill>
                  <a:srgbClr val="0B1F65"/>
                </a:solidFill>
                <a:latin typeface="Arial" charset="0"/>
              </a:rPr>
              <a:t>Common Criteria</a:t>
            </a:r>
            <a:endParaRPr lang="en-US" sz="1200">
              <a:latin typeface="Arial" charset="0"/>
            </a:endParaRPr>
          </a:p>
        </p:txBody>
      </p:sp>
      <p:graphicFrame>
        <p:nvGraphicFramePr>
          <p:cNvPr id="421936" name="Object 48"/>
          <p:cNvGraphicFramePr>
            <a:graphicFrameLocks noChangeAspect="1"/>
          </p:cNvGraphicFramePr>
          <p:nvPr/>
        </p:nvGraphicFramePr>
        <p:xfrm>
          <a:off x="7456488" y="685800"/>
          <a:ext cx="976312" cy="663575"/>
        </p:xfrm>
        <a:graphic>
          <a:graphicData uri="http://schemas.openxmlformats.org/presentationml/2006/ole">
            <p:oleObj spid="_x0000_s421936" name="Clip" r:id="rId7" imgW="4038840" imgH="2534400" progId="MS_ClipArt_Gallery.5">
              <p:embed/>
            </p:oleObj>
          </a:graphicData>
        </a:graphic>
      </p:graphicFrame>
      <p:sp>
        <p:nvSpPr>
          <p:cNvPr id="421937" name="AutoShape 49"/>
          <p:cNvSpPr>
            <a:spLocks noChangeArrowheads="1"/>
          </p:cNvSpPr>
          <p:nvPr/>
        </p:nvSpPr>
        <p:spPr bwMode="auto">
          <a:xfrm flipH="1" flipV="1">
            <a:off x="6473825" y="1600200"/>
            <a:ext cx="1758950" cy="914400"/>
          </a:xfrm>
          <a:custGeom>
            <a:avLst/>
            <a:gdLst>
              <a:gd name="G0" fmla="+- 15048 0 0"/>
              <a:gd name="G1" fmla="+- 3210 0 0"/>
              <a:gd name="G2" fmla="+- 12158 0 3210"/>
              <a:gd name="G3" fmla="+- G2 0 3210"/>
              <a:gd name="G4" fmla="*/ G3 32768 32059"/>
              <a:gd name="G5" fmla="*/ G4 1 2"/>
              <a:gd name="G6" fmla="+- 21600 0 15048"/>
              <a:gd name="G7" fmla="*/ G6 3210 6079"/>
              <a:gd name="G8" fmla="+- G7 15048 0"/>
              <a:gd name="T0" fmla="*/ 15048 w 21600"/>
              <a:gd name="T1" fmla="*/ 0 h 21600"/>
              <a:gd name="T2" fmla="*/ 15048 w 21600"/>
              <a:gd name="T3" fmla="*/ 12158 h 21600"/>
              <a:gd name="T4" fmla="*/ 2933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5048" y="0"/>
                </a:lnTo>
                <a:lnTo>
                  <a:pt x="15048" y="3210"/>
                </a:lnTo>
                <a:lnTo>
                  <a:pt x="12427" y="3210"/>
                </a:lnTo>
                <a:cubicBezTo>
                  <a:pt x="5564" y="3210"/>
                  <a:pt x="0" y="7216"/>
                  <a:pt x="0" y="12158"/>
                </a:cubicBezTo>
                <a:lnTo>
                  <a:pt x="0" y="21600"/>
                </a:lnTo>
                <a:lnTo>
                  <a:pt x="5865" y="21600"/>
                </a:lnTo>
                <a:lnTo>
                  <a:pt x="5865" y="12158"/>
                </a:lnTo>
                <a:cubicBezTo>
                  <a:pt x="5865" y="10385"/>
                  <a:pt x="8803" y="8948"/>
                  <a:pt x="12427" y="8948"/>
                </a:cubicBezTo>
                <a:lnTo>
                  <a:pt x="15048" y="8948"/>
                </a:lnTo>
                <a:lnTo>
                  <a:pt x="15048" y="12158"/>
                </a:lnTo>
                <a:close/>
              </a:path>
            </a:pathLst>
          </a:custGeom>
          <a:solidFill>
            <a:schemeClr val="accent2"/>
          </a:solidFill>
          <a:ln w="9525">
            <a:solidFill>
              <a:schemeClr val="tx1"/>
            </a:solidFill>
            <a:miter lim="800000"/>
            <a:headEnd/>
            <a:tailEnd/>
          </a:ln>
          <a:effectLst/>
        </p:spPr>
        <p:txBody>
          <a:bodyPr rot="10800000" wrap="none" lIns="45720" rIns="45720" anchor="ctr"/>
          <a:lstStyle/>
          <a:p>
            <a:pPr algn="ctr" eaLnBrk="0" hangingPunct="0"/>
            <a:r>
              <a:rPr lang="en-US" sz="1200">
                <a:latin typeface="Arial" charset="0"/>
              </a:rPr>
              <a:t>	</a:t>
            </a:r>
          </a:p>
        </p:txBody>
      </p:sp>
      <p:sp>
        <p:nvSpPr>
          <p:cNvPr id="421938" name="AutoShape 50"/>
          <p:cNvSpPr>
            <a:spLocks noChangeArrowheads="1"/>
          </p:cNvSpPr>
          <p:nvPr/>
        </p:nvSpPr>
        <p:spPr bwMode="auto">
          <a:xfrm>
            <a:off x="3516313" y="1905000"/>
            <a:ext cx="1547812" cy="685800"/>
          </a:xfrm>
          <a:prstGeom prst="rightArrow">
            <a:avLst>
              <a:gd name="adj1" fmla="val 50000"/>
              <a:gd name="adj2" fmla="val 56424"/>
            </a:avLst>
          </a:prstGeom>
          <a:solidFill>
            <a:schemeClr val="accent2"/>
          </a:solidFill>
          <a:ln w="9525">
            <a:noFill/>
            <a:miter lim="800000"/>
            <a:headEnd/>
            <a:tailEnd/>
          </a:ln>
          <a:effectLst/>
        </p:spPr>
        <p:txBody>
          <a:bodyPr wrap="none" lIns="45720" rIns="45720" anchor="ctr"/>
          <a:lstStyle/>
          <a:p>
            <a:pPr algn="ctr" eaLnBrk="0" hangingPunct="0"/>
            <a:r>
              <a:rPr lang="en-US" sz="1200">
                <a:solidFill>
                  <a:srgbClr val="0B1F65"/>
                </a:solidFill>
                <a:latin typeface="Arial" charset="0"/>
              </a:rPr>
              <a:t>Business Patterns</a:t>
            </a:r>
          </a:p>
        </p:txBody>
      </p:sp>
      <p:sp>
        <p:nvSpPr>
          <p:cNvPr id="421939" name="AutoShape 51"/>
          <p:cNvSpPr>
            <a:spLocks noChangeArrowheads="1"/>
          </p:cNvSpPr>
          <p:nvPr/>
        </p:nvSpPr>
        <p:spPr bwMode="auto">
          <a:xfrm>
            <a:off x="6402388" y="5715000"/>
            <a:ext cx="1266825" cy="304800"/>
          </a:xfrm>
          <a:prstGeom prst="rightArrow">
            <a:avLst>
              <a:gd name="adj1" fmla="val 50000"/>
              <a:gd name="adj2" fmla="val 103906"/>
            </a:avLst>
          </a:prstGeom>
          <a:solidFill>
            <a:schemeClr val="accent2"/>
          </a:solidFill>
          <a:ln w="9525">
            <a:noFill/>
            <a:miter lim="800000"/>
            <a:headEnd/>
            <a:tailEnd/>
          </a:ln>
          <a:effectLst/>
        </p:spPr>
        <p:txBody>
          <a:bodyPr wrap="none" lIns="45720" rIns="45720" anchor="ctr"/>
          <a:lstStyle/>
          <a:p>
            <a:pPr algn="ctr" eaLnBrk="0" hangingPunct="0"/>
            <a:endParaRPr lang="en-US" sz="1200">
              <a:solidFill>
                <a:srgbClr val="0B1F65"/>
              </a:solidFill>
              <a:latin typeface="Arial" charset="0"/>
            </a:endParaRPr>
          </a:p>
        </p:txBody>
      </p:sp>
      <p:sp>
        <p:nvSpPr>
          <p:cNvPr id="421940" name="AutoShape 52"/>
          <p:cNvSpPr>
            <a:spLocks noChangeArrowheads="1"/>
          </p:cNvSpPr>
          <p:nvPr/>
        </p:nvSpPr>
        <p:spPr bwMode="auto">
          <a:xfrm>
            <a:off x="6543675" y="5867400"/>
            <a:ext cx="1266825" cy="304800"/>
          </a:xfrm>
          <a:prstGeom prst="rightArrow">
            <a:avLst>
              <a:gd name="adj1" fmla="val 50000"/>
              <a:gd name="adj2" fmla="val 103906"/>
            </a:avLst>
          </a:prstGeom>
          <a:solidFill>
            <a:schemeClr val="accent2"/>
          </a:solidFill>
          <a:ln w="9525">
            <a:noFill/>
            <a:miter lim="800000"/>
            <a:headEnd/>
            <a:tailEnd/>
          </a:ln>
          <a:effectLst/>
        </p:spPr>
        <p:txBody>
          <a:bodyPr wrap="none" lIns="45720" rIns="45720" anchor="ctr"/>
          <a:lstStyle/>
          <a:p>
            <a:pPr algn="ctr" eaLnBrk="0" hangingPunct="0"/>
            <a:endParaRPr lang="en-US" sz="1200">
              <a:solidFill>
                <a:srgbClr val="0B1F65"/>
              </a:solidFill>
              <a:latin typeface="Arial" charset="0"/>
            </a:endParaRPr>
          </a:p>
        </p:txBody>
      </p:sp>
      <p:sp>
        <p:nvSpPr>
          <p:cNvPr id="421941" name="AutoShape 53"/>
          <p:cNvSpPr>
            <a:spLocks noChangeArrowheads="1"/>
          </p:cNvSpPr>
          <p:nvPr/>
        </p:nvSpPr>
        <p:spPr bwMode="auto">
          <a:xfrm>
            <a:off x="6684963" y="6019800"/>
            <a:ext cx="1265237" cy="304800"/>
          </a:xfrm>
          <a:prstGeom prst="rightArrow">
            <a:avLst>
              <a:gd name="adj1" fmla="val 50000"/>
              <a:gd name="adj2" fmla="val 103776"/>
            </a:avLst>
          </a:prstGeom>
          <a:solidFill>
            <a:schemeClr val="accent2"/>
          </a:solidFill>
          <a:ln w="9525">
            <a:noFill/>
            <a:miter lim="800000"/>
            <a:headEnd/>
            <a:tailEnd/>
          </a:ln>
          <a:effectLst/>
        </p:spPr>
        <p:txBody>
          <a:bodyPr wrap="none" lIns="45720" rIns="45720" anchor="ctr"/>
          <a:lstStyle/>
          <a:p>
            <a:pPr algn="ctr" eaLnBrk="0" hangingPunct="0"/>
            <a:endParaRPr lang="en-US" sz="1200">
              <a:solidFill>
                <a:srgbClr val="0B1F65"/>
              </a:solidFill>
              <a:latin typeface="Arial" charset="0"/>
            </a:endParaRPr>
          </a:p>
        </p:txBody>
      </p:sp>
      <p:sp>
        <p:nvSpPr>
          <p:cNvPr id="421942" name="AutoShape 54"/>
          <p:cNvSpPr>
            <a:spLocks noChangeArrowheads="1"/>
          </p:cNvSpPr>
          <p:nvPr/>
        </p:nvSpPr>
        <p:spPr bwMode="auto">
          <a:xfrm>
            <a:off x="6542088" y="5867400"/>
            <a:ext cx="1266825" cy="304800"/>
          </a:xfrm>
          <a:prstGeom prst="rightArrow">
            <a:avLst>
              <a:gd name="adj1" fmla="val 50000"/>
              <a:gd name="adj2" fmla="val 103906"/>
            </a:avLst>
          </a:prstGeom>
          <a:solidFill>
            <a:schemeClr val="accent2"/>
          </a:solidFill>
          <a:ln w="9525">
            <a:noFill/>
            <a:miter lim="800000"/>
            <a:headEnd/>
            <a:tailEnd/>
          </a:ln>
          <a:effectLst/>
        </p:spPr>
        <p:txBody>
          <a:bodyPr wrap="none" lIns="45720" rIns="45720" anchor="ctr"/>
          <a:lstStyle/>
          <a:p>
            <a:pPr algn="ctr" eaLnBrk="0" hangingPunct="0"/>
            <a:r>
              <a:rPr lang="en-US" sz="1200">
                <a:solidFill>
                  <a:srgbClr val="0B1F65"/>
                </a:solidFill>
                <a:latin typeface="Arial" charset="0"/>
              </a:rPr>
              <a:t>Validated Business </a:t>
            </a:r>
          </a:p>
          <a:p>
            <a:pPr algn="ctr" eaLnBrk="0" hangingPunct="0"/>
            <a:r>
              <a:rPr lang="en-US" sz="1200">
                <a:solidFill>
                  <a:srgbClr val="0B1F65"/>
                </a:solidFill>
                <a:latin typeface="Arial" charset="0"/>
              </a:rPr>
              <a:t>Cases &amp; Solution </a:t>
            </a:r>
          </a:p>
          <a:p>
            <a:pPr algn="ctr" eaLnBrk="0" hangingPunct="0"/>
            <a:r>
              <a:rPr lang="en-US" sz="1200">
                <a:solidFill>
                  <a:srgbClr val="0B1F65"/>
                </a:solidFill>
                <a:latin typeface="Arial" charset="0"/>
              </a:rPr>
              <a:t>Acquisition Models;</a:t>
            </a:r>
          </a:p>
        </p:txBody>
      </p:sp>
      <p:sp>
        <p:nvSpPr>
          <p:cNvPr id="421943" name="AutoShape 55"/>
          <p:cNvSpPr>
            <a:spLocks noChangeArrowheads="1"/>
          </p:cNvSpPr>
          <p:nvPr/>
        </p:nvSpPr>
        <p:spPr bwMode="auto">
          <a:xfrm flipH="1" flipV="1">
            <a:off x="6400800" y="4267200"/>
            <a:ext cx="2043113" cy="1066800"/>
          </a:xfrm>
          <a:custGeom>
            <a:avLst/>
            <a:gdLst>
              <a:gd name="G0" fmla="+- 13880 0 0"/>
              <a:gd name="G1" fmla="+- 4162 0 0"/>
              <a:gd name="G2" fmla="+- 12158 0 4162"/>
              <a:gd name="G3" fmla="+- G2 0 4162"/>
              <a:gd name="G4" fmla="*/ G3 32768 32059"/>
              <a:gd name="G5" fmla="*/ G4 1 2"/>
              <a:gd name="G6" fmla="+- 21600 0 13880"/>
              <a:gd name="G7" fmla="*/ G6 4162 6079"/>
              <a:gd name="G8" fmla="+- G7 13880 0"/>
              <a:gd name="T0" fmla="*/ 13880 w 21600"/>
              <a:gd name="T1" fmla="*/ 0 h 21600"/>
              <a:gd name="T2" fmla="*/ 13880 w 21600"/>
              <a:gd name="T3" fmla="*/ 12158 h 21600"/>
              <a:gd name="T4" fmla="*/ 1960 w 21600"/>
              <a:gd name="T5" fmla="*/ 21600 h 21600"/>
              <a:gd name="T6" fmla="*/ 21600 w 21600"/>
              <a:gd name="T7" fmla="*/ 6079 h 21600"/>
              <a:gd name="T8" fmla="*/ 17694720 60000 65536"/>
              <a:gd name="T9" fmla="*/ 5898240 60000 65536"/>
              <a:gd name="T10" fmla="*/ 5898240 60000 65536"/>
              <a:gd name="T11" fmla="*/ 0 60000 65536"/>
              <a:gd name="T12" fmla="*/ 12427 w 21600"/>
              <a:gd name="T13" fmla="*/ G1 h 21600"/>
              <a:gd name="T14" fmla="*/ G8 w 21600"/>
              <a:gd name="T15" fmla="*/ G2 h 21600"/>
            </a:gdLst>
            <a:ahLst/>
            <a:cxnLst>
              <a:cxn ang="T8">
                <a:pos x="T0" y="T1"/>
              </a:cxn>
              <a:cxn ang="T9">
                <a:pos x="T2" y="T3"/>
              </a:cxn>
              <a:cxn ang="T10">
                <a:pos x="T4" y="T5"/>
              </a:cxn>
              <a:cxn ang="T11">
                <a:pos x="T6" y="T7"/>
              </a:cxn>
            </a:cxnLst>
            <a:rect l="T12" t="T13" r="T14" b="T15"/>
            <a:pathLst>
              <a:path w="21600" h="21600">
                <a:moveTo>
                  <a:pt x="21600" y="6079"/>
                </a:moveTo>
                <a:lnTo>
                  <a:pt x="13880" y="0"/>
                </a:lnTo>
                <a:lnTo>
                  <a:pt x="13880" y="4162"/>
                </a:lnTo>
                <a:lnTo>
                  <a:pt x="12427" y="4162"/>
                </a:lnTo>
                <a:cubicBezTo>
                  <a:pt x="5564" y="4162"/>
                  <a:pt x="0" y="7742"/>
                  <a:pt x="0" y="12158"/>
                </a:cubicBezTo>
                <a:lnTo>
                  <a:pt x="0" y="21600"/>
                </a:lnTo>
                <a:lnTo>
                  <a:pt x="3919" y="21600"/>
                </a:lnTo>
                <a:lnTo>
                  <a:pt x="3919" y="12158"/>
                </a:lnTo>
                <a:cubicBezTo>
                  <a:pt x="3919" y="9859"/>
                  <a:pt x="7728" y="7996"/>
                  <a:pt x="12427" y="7996"/>
                </a:cubicBezTo>
                <a:lnTo>
                  <a:pt x="13880" y="7996"/>
                </a:lnTo>
                <a:lnTo>
                  <a:pt x="13880" y="12158"/>
                </a:lnTo>
                <a:close/>
              </a:path>
            </a:pathLst>
          </a:custGeom>
          <a:solidFill>
            <a:schemeClr val="accent2"/>
          </a:solidFill>
          <a:ln w="9525">
            <a:solidFill>
              <a:schemeClr val="tx1"/>
            </a:solidFill>
            <a:miter lim="800000"/>
            <a:headEnd/>
            <a:tailEnd/>
          </a:ln>
          <a:effectLst/>
        </p:spPr>
        <p:txBody>
          <a:bodyPr rot="10800000" wrap="none" lIns="45720" rIns="45720" anchor="ctr"/>
          <a:lstStyle/>
          <a:p>
            <a:pPr algn="ctr" eaLnBrk="0" hangingPunct="0"/>
            <a:endParaRPr lang="en-US" sz="1200">
              <a:latin typeface="Arial" charset="0"/>
            </a:endParaRPr>
          </a:p>
        </p:txBody>
      </p:sp>
      <p:graphicFrame>
        <p:nvGraphicFramePr>
          <p:cNvPr id="421944" name="Object 56"/>
          <p:cNvGraphicFramePr>
            <a:graphicFrameLocks noChangeAspect="1"/>
          </p:cNvGraphicFramePr>
          <p:nvPr/>
        </p:nvGraphicFramePr>
        <p:xfrm flipH="1">
          <a:off x="280988" y="914400"/>
          <a:ext cx="588962" cy="909638"/>
        </p:xfrm>
        <a:graphic>
          <a:graphicData uri="http://schemas.openxmlformats.org/presentationml/2006/ole">
            <p:oleObj spid="_x0000_s421944" name="Clip" r:id="rId8" imgW="3848040" imgH="5478120" progId="MS_ClipArt_Gallery.2">
              <p:embed/>
            </p:oleObj>
          </a:graphicData>
        </a:graphic>
      </p:graphicFrame>
      <p:sp>
        <p:nvSpPr>
          <p:cNvPr id="421945" name="Rectangle 57"/>
          <p:cNvSpPr>
            <a:spLocks noChangeArrowheads="1"/>
          </p:cNvSpPr>
          <p:nvPr/>
        </p:nvSpPr>
        <p:spPr bwMode="auto">
          <a:xfrm>
            <a:off x="6472238" y="4876800"/>
            <a:ext cx="2109787" cy="274638"/>
          </a:xfrm>
          <a:prstGeom prst="rect">
            <a:avLst/>
          </a:prstGeom>
          <a:noFill/>
          <a:ln w="9525">
            <a:noFill/>
            <a:miter lim="800000"/>
            <a:headEnd/>
            <a:tailEnd/>
          </a:ln>
          <a:effectLst/>
        </p:spPr>
        <p:txBody>
          <a:bodyPr lIns="45720" rIns="45720">
            <a:spAutoFit/>
          </a:bodyPr>
          <a:lstStyle/>
          <a:p>
            <a:pPr algn="ctr" eaLnBrk="0" hangingPunct="0">
              <a:spcBef>
                <a:spcPct val="50000"/>
              </a:spcBef>
            </a:pPr>
            <a:r>
              <a:rPr lang="en-US" sz="1200">
                <a:latin typeface="Arial" charset="0"/>
              </a:rPr>
              <a:t>Testing Data and Evidence </a:t>
            </a:r>
          </a:p>
        </p:txBody>
      </p:sp>
      <p:sp>
        <p:nvSpPr>
          <p:cNvPr id="421946" name="Rectangle 58"/>
          <p:cNvSpPr>
            <a:spLocks noChangeArrowheads="1"/>
          </p:cNvSpPr>
          <p:nvPr/>
        </p:nvSpPr>
        <p:spPr bwMode="auto">
          <a:xfrm>
            <a:off x="6049963" y="2133600"/>
            <a:ext cx="2603500" cy="274638"/>
          </a:xfrm>
          <a:prstGeom prst="rect">
            <a:avLst/>
          </a:prstGeom>
          <a:noFill/>
          <a:ln w="9525">
            <a:noFill/>
            <a:miter lim="800000"/>
            <a:headEnd/>
            <a:tailEnd/>
          </a:ln>
          <a:effectLst/>
        </p:spPr>
        <p:txBody>
          <a:bodyPr lIns="45720" rIns="45720">
            <a:spAutoFit/>
          </a:bodyPr>
          <a:lstStyle/>
          <a:p>
            <a:pPr algn="ctr" eaLnBrk="0" hangingPunct="0">
              <a:spcBef>
                <a:spcPct val="50000"/>
              </a:spcBef>
            </a:pPr>
            <a:r>
              <a:rPr lang="en-US" sz="1200">
                <a:latin typeface="Arial" charset="0"/>
              </a:rPr>
              <a:t>Industry Best Practices </a:t>
            </a:r>
          </a:p>
        </p:txBody>
      </p:sp>
      <p:sp>
        <p:nvSpPr>
          <p:cNvPr id="421947" name="AutoShape 59"/>
          <p:cNvSpPr>
            <a:spLocks noChangeArrowheads="1"/>
          </p:cNvSpPr>
          <p:nvPr/>
        </p:nvSpPr>
        <p:spPr bwMode="auto">
          <a:xfrm>
            <a:off x="5867400" y="2590800"/>
            <a:ext cx="1625600" cy="685800"/>
          </a:xfrm>
          <a:prstGeom prst="rightArrow">
            <a:avLst>
              <a:gd name="adj1" fmla="val 50000"/>
              <a:gd name="adj2" fmla="val 59259"/>
            </a:avLst>
          </a:prstGeom>
          <a:solidFill>
            <a:schemeClr val="accent2"/>
          </a:solidFill>
          <a:ln w="9525">
            <a:noFill/>
            <a:miter lim="800000"/>
            <a:headEnd/>
            <a:tailEnd/>
          </a:ln>
          <a:effectLst/>
        </p:spPr>
        <p:txBody>
          <a:bodyPr wrap="none" lIns="45720" rIns="45720" anchor="ctr"/>
          <a:lstStyle/>
          <a:p>
            <a:pPr algn="ctr" eaLnBrk="0" hangingPunct="0"/>
            <a:r>
              <a:rPr lang="en-US" sz="1200">
                <a:solidFill>
                  <a:srgbClr val="0B1F65"/>
                </a:solidFill>
                <a:latin typeface="Arial" charset="0"/>
              </a:rPr>
              <a:t>Business Ref Models</a:t>
            </a:r>
          </a:p>
        </p:txBody>
      </p:sp>
      <p:sp>
        <p:nvSpPr>
          <p:cNvPr id="421948" name="Text Box 60"/>
          <p:cNvSpPr txBox="1">
            <a:spLocks noChangeArrowheads="1"/>
          </p:cNvSpPr>
          <p:nvPr/>
        </p:nvSpPr>
        <p:spPr bwMode="auto">
          <a:xfrm>
            <a:off x="1968500" y="1592263"/>
            <a:ext cx="211138" cy="274637"/>
          </a:xfrm>
          <a:prstGeom prst="rect">
            <a:avLst/>
          </a:prstGeom>
          <a:noFill/>
          <a:ln w="9525">
            <a:noFill/>
            <a:miter lim="800000"/>
            <a:headEnd/>
            <a:tailEnd/>
          </a:ln>
          <a:effectLst/>
        </p:spPr>
        <p:txBody>
          <a:bodyPr lIns="45720" rIns="45720">
            <a:spAutoFit/>
          </a:bodyPr>
          <a:lstStyle/>
          <a:p>
            <a:pPr algn="ctr" eaLnBrk="0" hangingPunct="0">
              <a:spcBef>
                <a:spcPct val="50000"/>
              </a:spcBef>
            </a:pPr>
            <a:endParaRPr lang="en-US" sz="1200">
              <a:latin typeface="Arial" charset="0"/>
            </a:endParaRPr>
          </a:p>
        </p:txBody>
      </p:sp>
      <p:sp>
        <p:nvSpPr>
          <p:cNvPr id="421949" name="Text Box 61"/>
          <p:cNvSpPr txBox="1">
            <a:spLocks noChangeArrowheads="1"/>
          </p:cNvSpPr>
          <p:nvPr/>
        </p:nvSpPr>
        <p:spPr bwMode="auto">
          <a:xfrm>
            <a:off x="7685088" y="1295400"/>
            <a:ext cx="473075"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solidFill>
                  <a:schemeClr val="tx2"/>
                </a:solidFill>
                <a:latin typeface="Arial" charset="0"/>
              </a:rPr>
              <a:t>Users</a:t>
            </a:r>
          </a:p>
        </p:txBody>
      </p:sp>
      <p:sp>
        <p:nvSpPr>
          <p:cNvPr id="421950" name="Text Box 62"/>
          <p:cNvSpPr txBox="1">
            <a:spLocks noChangeArrowheads="1"/>
          </p:cNvSpPr>
          <p:nvPr/>
        </p:nvSpPr>
        <p:spPr bwMode="auto">
          <a:xfrm>
            <a:off x="7948613" y="4267200"/>
            <a:ext cx="649287" cy="274638"/>
          </a:xfrm>
          <a:prstGeom prst="rect">
            <a:avLst/>
          </a:prstGeom>
          <a:solidFill>
            <a:schemeClr val="bg1"/>
          </a:solidFill>
          <a:ln w="9525">
            <a:noFill/>
            <a:miter lim="800000"/>
            <a:headEnd/>
            <a:tailEnd/>
          </a:ln>
          <a:effectLst/>
        </p:spPr>
        <p:txBody>
          <a:bodyPr wrap="none" lIns="45720" rIns="45720" anchor="ctr">
            <a:spAutoFit/>
          </a:bodyPr>
          <a:lstStyle/>
          <a:p>
            <a:pPr algn="ctr" eaLnBrk="0" hangingPunct="0"/>
            <a:r>
              <a:rPr lang="en-US" sz="1200">
                <a:solidFill>
                  <a:schemeClr val="tx2"/>
                </a:solidFill>
                <a:latin typeface="Arial" charset="0"/>
              </a:rPr>
              <a:t>Vendors</a:t>
            </a:r>
          </a:p>
        </p:txBody>
      </p:sp>
      <p:pic>
        <p:nvPicPr>
          <p:cNvPr id="421951" name="Picture 63" descr="ppaezurq[1]"/>
          <p:cNvPicPr>
            <a:picLocks noChangeAspect="1" noChangeArrowheads="1"/>
          </p:cNvPicPr>
          <p:nvPr>
            <p:ph idx="1"/>
          </p:nvPr>
        </p:nvPicPr>
        <p:blipFill>
          <a:blip r:embed="rId9" cstate="print"/>
          <a:srcRect/>
          <a:stretch>
            <a:fillRect/>
          </a:stretch>
        </p:blipFill>
        <p:spPr>
          <a:xfrm>
            <a:off x="8432800" y="1752600"/>
            <a:ext cx="711200" cy="782638"/>
          </a:xfrm>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Slide Number Placeholder 3"/>
          <p:cNvSpPr>
            <a:spLocks noGrp="1"/>
          </p:cNvSpPr>
          <p:nvPr>
            <p:ph type="sldNum" sz="quarter" idx="10"/>
          </p:nvPr>
        </p:nvSpPr>
        <p:spPr/>
        <p:txBody>
          <a:bodyPr/>
          <a:lstStyle/>
          <a:p>
            <a:fld id="{DE4B39AA-4EA9-4911-A9BC-B96111A34C68}" type="slidenum">
              <a:rPr lang="en-US"/>
              <a:pPr/>
              <a:t>10</a:t>
            </a:fld>
            <a:endParaRPr lang="en-US"/>
          </a:p>
        </p:txBody>
      </p:sp>
      <p:sp>
        <p:nvSpPr>
          <p:cNvPr id="362585" name="Rectangle 89"/>
          <p:cNvSpPr>
            <a:spLocks noChangeArrowheads="1"/>
          </p:cNvSpPr>
          <p:nvPr/>
        </p:nvSpPr>
        <p:spPr bwMode="auto">
          <a:xfrm>
            <a:off x="4572000" y="6553200"/>
            <a:ext cx="1676400" cy="304800"/>
          </a:xfrm>
          <a:prstGeom prst="rect">
            <a:avLst/>
          </a:prstGeom>
          <a:solidFill>
            <a:schemeClr val="accent1"/>
          </a:solidFill>
          <a:ln w="9525">
            <a:noFill/>
            <a:miter lim="800000"/>
            <a:headEnd/>
            <a:tailEnd/>
          </a:ln>
          <a:effectLst/>
        </p:spPr>
        <p:txBody>
          <a:bodyPr wrap="none" anchor="ctr"/>
          <a:lstStyle/>
          <a:p>
            <a:endParaRPr lang="en-US"/>
          </a:p>
        </p:txBody>
      </p:sp>
      <p:sp>
        <p:nvSpPr>
          <p:cNvPr id="362498" name="Rectangle 2"/>
          <p:cNvSpPr>
            <a:spLocks noGrp="1" noChangeArrowheads="1"/>
          </p:cNvSpPr>
          <p:nvPr>
            <p:ph type="title"/>
          </p:nvPr>
        </p:nvSpPr>
        <p:spPr>
          <a:xfrm>
            <a:off x="292100" y="127000"/>
            <a:ext cx="8331200" cy="838200"/>
          </a:xfrm>
        </p:spPr>
        <p:txBody>
          <a:bodyPr/>
          <a:lstStyle/>
          <a:p>
            <a:r>
              <a:rPr lang="en-US" sz="2000"/>
              <a:t>The SDLC outlines a road-map that defines a common and consistent methodology for implementing eGov Initiatives</a:t>
            </a:r>
          </a:p>
        </p:txBody>
      </p:sp>
      <p:sp>
        <p:nvSpPr>
          <p:cNvPr id="362512" name="Line 16"/>
          <p:cNvSpPr>
            <a:spLocks noChangeShapeType="1"/>
          </p:cNvSpPr>
          <p:nvPr/>
        </p:nvSpPr>
        <p:spPr bwMode="auto">
          <a:xfrm>
            <a:off x="1485900" y="2044700"/>
            <a:ext cx="3771900" cy="4584700"/>
          </a:xfrm>
          <a:prstGeom prst="line">
            <a:avLst/>
          </a:prstGeom>
          <a:noFill/>
          <a:ln w="304800">
            <a:solidFill>
              <a:schemeClr val="accent1"/>
            </a:solidFill>
            <a:round/>
            <a:headEnd/>
            <a:tailEnd/>
          </a:ln>
          <a:effectLst/>
        </p:spPr>
        <p:txBody>
          <a:bodyPr wrap="none" anchor="ctr"/>
          <a:lstStyle/>
          <a:p>
            <a:endParaRPr lang="en-US"/>
          </a:p>
        </p:txBody>
      </p:sp>
      <p:sp>
        <p:nvSpPr>
          <p:cNvPr id="362584" name="Text Box 88"/>
          <p:cNvSpPr txBox="1">
            <a:spLocks noChangeArrowheads="1"/>
          </p:cNvSpPr>
          <p:nvPr/>
        </p:nvSpPr>
        <p:spPr bwMode="auto">
          <a:xfrm>
            <a:off x="4724400" y="6597650"/>
            <a:ext cx="1546225" cy="260350"/>
          </a:xfrm>
          <a:prstGeom prst="rect">
            <a:avLst/>
          </a:prstGeom>
          <a:noFill/>
          <a:ln w="9525">
            <a:noFill/>
            <a:miter lim="800000"/>
            <a:headEnd/>
            <a:tailEnd/>
          </a:ln>
          <a:effectLst/>
        </p:spPr>
        <p:txBody>
          <a:bodyPr wrap="none">
            <a:spAutoFit/>
          </a:bodyPr>
          <a:lstStyle/>
          <a:p>
            <a:r>
              <a:rPr lang="en-US" sz="1100" b="0"/>
              <a:t>Artifacts and Activities</a:t>
            </a:r>
          </a:p>
        </p:txBody>
      </p:sp>
      <p:sp>
        <p:nvSpPr>
          <p:cNvPr id="362555" name="Line 59"/>
          <p:cNvSpPr>
            <a:spLocks noChangeShapeType="1"/>
          </p:cNvSpPr>
          <p:nvPr/>
        </p:nvSpPr>
        <p:spPr bwMode="auto">
          <a:xfrm>
            <a:off x="4691063" y="5435600"/>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53" name="Line 57"/>
          <p:cNvSpPr>
            <a:spLocks noChangeShapeType="1"/>
          </p:cNvSpPr>
          <p:nvPr/>
        </p:nvSpPr>
        <p:spPr bwMode="auto">
          <a:xfrm>
            <a:off x="3971925" y="4703763"/>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44" name="Line 48"/>
          <p:cNvSpPr>
            <a:spLocks noChangeShapeType="1"/>
          </p:cNvSpPr>
          <p:nvPr/>
        </p:nvSpPr>
        <p:spPr bwMode="auto">
          <a:xfrm>
            <a:off x="2713038" y="3286125"/>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52" name="Line 56"/>
          <p:cNvSpPr>
            <a:spLocks noChangeShapeType="1"/>
          </p:cNvSpPr>
          <p:nvPr/>
        </p:nvSpPr>
        <p:spPr bwMode="auto">
          <a:xfrm>
            <a:off x="3406775" y="3970338"/>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42" name="Line 46"/>
          <p:cNvSpPr>
            <a:spLocks noChangeShapeType="1"/>
          </p:cNvSpPr>
          <p:nvPr/>
        </p:nvSpPr>
        <p:spPr bwMode="auto">
          <a:xfrm>
            <a:off x="2135188" y="2590800"/>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27" name="Line 31"/>
          <p:cNvSpPr>
            <a:spLocks noChangeShapeType="1"/>
          </p:cNvSpPr>
          <p:nvPr/>
        </p:nvSpPr>
        <p:spPr bwMode="auto">
          <a:xfrm>
            <a:off x="1776413" y="1893888"/>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15" name="Rectangle 19"/>
          <p:cNvSpPr>
            <a:spLocks noChangeArrowheads="1"/>
          </p:cNvSpPr>
          <p:nvPr/>
        </p:nvSpPr>
        <p:spPr bwMode="auto">
          <a:xfrm>
            <a:off x="1246188" y="2347913"/>
            <a:ext cx="1541462" cy="517525"/>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Discovery</a:t>
            </a:r>
          </a:p>
        </p:txBody>
      </p:sp>
      <p:sp>
        <p:nvSpPr>
          <p:cNvPr id="362518" name="Rectangle 22"/>
          <p:cNvSpPr>
            <a:spLocks noChangeArrowheads="1"/>
          </p:cNvSpPr>
          <p:nvPr/>
        </p:nvSpPr>
        <p:spPr bwMode="auto">
          <a:xfrm>
            <a:off x="1892300" y="3035300"/>
            <a:ext cx="1539875" cy="517525"/>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Requirements</a:t>
            </a:r>
          </a:p>
        </p:txBody>
      </p:sp>
      <p:sp>
        <p:nvSpPr>
          <p:cNvPr id="362520" name="Rectangle 24"/>
          <p:cNvSpPr>
            <a:spLocks noChangeArrowheads="1"/>
          </p:cNvSpPr>
          <p:nvPr/>
        </p:nvSpPr>
        <p:spPr bwMode="auto">
          <a:xfrm>
            <a:off x="3035300" y="1587500"/>
            <a:ext cx="4146550" cy="6064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Performance Measures, Objectives, Outcomes (PRM)</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Business Objectives (BRM)</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Funding, Partnering Strategies</a:t>
            </a:r>
          </a:p>
        </p:txBody>
      </p:sp>
      <p:sp>
        <p:nvSpPr>
          <p:cNvPr id="362521" name="Rectangle 25"/>
          <p:cNvSpPr>
            <a:spLocks noChangeArrowheads="1"/>
          </p:cNvSpPr>
          <p:nvPr/>
        </p:nvSpPr>
        <p:spPr bwMode="auto">
          <a:xfrm>
            <a:off x="3111500" y="4481513"/>
            <a:ext cx="1541463" cy="515937"/>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Acquisition</a:t>
            </a:r>
          </a:p>
        </p:txBody>
      </p:sp>
      <p:sp>
        <p:nvSpPr>
          <p:cNvPr id="362526" name="Rectangle 30"/>
          <p:cNvSpPr>
            <a:spLocks noChangeArrowheads="1"/>
          </p:cNvSpPr>
          <p:nvPr/>
        </p:nvSpPr>
        <p:spPr bwMode="auto">
          <a:xfrm>
            <a:off x="762000" y="1647825"/>
            <a:ext cx="1541463" cy="515938"/>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Strategy</a:t>
            </a:r>
          </a:p>
        </p:txBody>
      </p:sp>
      <p:sp>
        <p:nvSpPr>
          <p:cNvPr id="362539" name="Rectangle 43"/>
          <p:cNvSpPr>
            <a:spLocks noChangeArrowheads="1"/>
          </p:cNvSpPr>
          <p:nvPr/>
        </p:nvSpPr>
        <p:spPr bwMode="auto">
          <a:xfrm>
            <a:off x="2341563" y="3760788"/>
            <a:ext cx="1539875" cy="515937"/>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Architecture</a:t>
            </a:r>
          </a:p>
        </p:txBody>
      </p:sp>
      <p:sp>
        <p:nvSpPr>
          <p:cNvPr id="362540" name="Rectangle 44"/>
          <p:cNvSpPr>
            <a:spLocks noChangeArrowheads="1"/>
          </p:cNvSpPr>
          <p:nvPr/>
        </p:nvSpPr>
        <p:spPr bwMode="auto">
          <a:xfrm>
            <a:off x="3881438" y="5202238"/>
            <a:ext cx="1541462" cy="515937"/>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Integration</a:t>
            </a:r>
          </a:p>
        </p:txBody>
      </p:sp>
      <p:sp>
        <p:nvSpPr>
          <p:cNvPr id="362541" name="Rectangle 45"/>
          <p:cNvSpPr>
            <a:spLocks noChangeArrowheads="1"/>
          </p:cNvSpPr>
          <p:nvPr/>
        </p:nvSpPr>
        <p:spPr bwMode="auto">
          <a:xfrm>
            <a:off x="3432175" y="2284413"/>
            <a:ext cx="4148138" cy="6064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Identify Best Practices and associated technology enablers</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Existing Stake Holders, Business Processes, and Workflows</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Existing Delivery and Access Channels (Portfolio)</a:t>
            </a:r>
          </a:p>
        </p:txBody>
      </p:sp>
      <p:sp>
        <p:nvSpPr>
          <p:cNvPr id="362543" name="Rectangle 47"/>
          <p:cNvSpPr>
            <a:spLocks noChangeArrowheads="1"/>
          </p:cNvSpPr>
          <p:nvPr/>
        </p:nvSpPr>
        <p:spPr bwMode="auto">
          <a:xfrm>
            <a:off x="3895725" y="3089275"/>
            <a:ext cx="3568700" cy="6064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Must Have Functions, Features, and Info Exchanges</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Short and Long-Term Requirements</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Assessment of As-is state: Gap analysis</a:t>
            </a:r>
          </a:p>
        </p:txBody>
      </p:sp>
      <p:sp>
        <p:nvSpPr>
          <p:cNvPr id="362551" name="Rectangle 55"/>
          <p:cNvSpPr>
            <a:spLocks noChangeArrowheads="1"/>
          </p:cNvSpPr>
          <p:nvPr/>
        </p:nvSpPr>
        <p:spPr bwMode="auto">
          <a:xfrm>
            <a:off x="5153025" y="4410075"/>
            <a:ext cx="3762375" cy="6064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Define / Align Service Components</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Component Common Criteria</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Component SLA</a:t>
            </a:r>
          </a:p>
        </p:txBody>
      </p:sp>
      <p:sp>
        <p:nvSpPr>
          <p:cNvPr id="362554" name="Rectangle 58"/>
          <p:cNvSpPr>
            <a:spLocks noChangeArrowheads="1"/>
          </p:cNvSpPr>
          <p:nvPr/>
        </p:nvSpPr>
        <p:spPr bwMode="auto">
          <a:xfrm>
            <a:off x="4575175" y="3700463"/>
            <a:ext cx="2889250" cy="6064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Define Component Relationships to BRM</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Wiring / Activity Diagrams, Data Arch</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To-Be architecture </a:t>
            </a:r>
            <a:r>
              <a:rPr lang="en-US" altLang="ja-JP" sz="1000" b="0">
                <a:latin typeface="Arial"/>
                <a:ea typeface="ＭＳ Ｐゴシック" pitchFamily="34" charset="-128"/>
              </a:rPr>
              <a:t>‘</a:t>
            </a:r>
            <a:r>
              <a:rPr lang="en-US" altLang="ja-JP" sz="1000" b="0">
                <a:ea typeface="ＭＳ Ｐゴシック" pitchFamily="34" charset="-128"/>
              </a:rPr>
              <a:t>blueprints</a:t>
            </a:r>
            <a:r>
              <a:rPr lang="en-US" altLang="ja-JP" sz="1000" b="0">
                <a:latin typeface="Arial"/>
                <a:ea typeface="ＭＳ Ｐゴシック" pitchFamily="34" charset="-128"/>
              </a:rPr>
              <a:t>’</a:t>
            </a:r>
            <a:r>
              <a:rPr lang="en-US" altLang="ja-JP" sz="1000" b="0">
                <a:ea typeface="ＭＳ Ｐゴシック" pitchFamily="34" charset="-128"/>
              </a:rPr>
              <a:t> </a:t>
            </a:r>
          </a:p>
        </p:txBody>
      </p:sp>
      <p:sp>
        <p:nvSpPr>
          <p:cNvPr id="362556" name="Rectangle 60"/>
          <p:cNvSpPr>
            <a:spLocks noChangeArrowheads="1"/>
          </p:cNvSpPr>
          <p:nvPr/>
        </p:nvSpPr>
        <p:spPr bwMode="auto">
          <a:xfrm>
            <a:off x="5910263" y="5154613"/>
            <a:ext cx="1914525" cy="758825"/>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Acquire and Integrate</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Validate and Test</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Prototype, Implement, Deploy</a:t>
            </a:r>
          </a:p>
        </p:txBody>
      </p:sp>
      <p:grpSp>
        <p:nvGrpSpPr>
          <p:cNvPr id="362557" name="Group 61"/>
          <p:cNvGrpSpPr>
            <a:grpSpLocks/>
          </p:cNvGrpSpPr>
          <p:nvPr/>
        </p:nvGrpSpPr>
        <p:grpSpPr bwMode="auto">
          <a:xfrm flipH="1">
            <a:off x="685800" y="6096000"/>
            <a:ext cx="385763" cy="342900"/>
            <a:chOff x="4896" y="480"/>
            <a:chExt cx="831" cy="831"/>
          </a:xfrm>
        </p:grpSpPr>
        <p:sp>
          <p:nvSpPr>
            <p:cNvPr id="362558" name="Arc 62" descr="90%"/>
            <p:cNvSpPr>
              <a:spLocks/>
            </p:cNvSpPr>
            <p:nvPr/>
          </p:nvSpPr>
          <p:spPr bwMode="auto">
            <a:xfrm>
              <a:off x="5311" y="480"/>
              <a:ext cx="399" cy="416"/>
            </a:xfrm>
            <a:custGeom>
              <a:avLst/>
              <a:gdLst>
                <a:gd name="G0" fmla="+- 51 0 0"/>
                <a:gd name="G1" fmla="+- 21600 0 0"/>
                <a:gd name="G2" fmla="+- 21600 0 0"/>
                <a:gd name="T0" fmla="*/ 0 w 20698"/>
                <a:gd name="T1" fmla="*/ 1 h 21600"/>
                <a:gd name="T2" fmla="*/ 20698 w 20698"/>
                <a:gd name="T3" fmla="*/ 15256 h 21600"/>
                <a:gd name="T4" fmla="*/ 51 w 20698"/>
                <a:gd name="T5" fmla="*/ 21600 h 21600"/>
              </a:gdLst>
              <a:ahLst/>
              <a:cxnLst>
                <a:cxn ang="0">
                  <a:pos x="T0" y="T1"/>
                </a:cxn>
                <a:cxn ang="0">
                  <a:pos x="T2" y="T3"/>
                </a:cxn>
                <a:cxn ang="0">
                  <a:pos x="T4" y="T5"/>
                </a:cxn>
              </a:cxnLst>
              <a:rect l="0" t="0" r="r" b="b"/>
              <a:pathLst>
                <a:path w="20698" h="21600" fill="none" extrusionOk="0">
                  <a:moveTo>
                    <a:pt x="-1" y="0"/>
                  </a:moveTo>
                  <a:cubicBezTo>
                    <a:pt x="16" y="0"/>
                    <a:pt x="33" y="-1"/>
                    <a:pt x="51" y="0"/>
                  </a:cubicBezTo>
                  <a:cubicBezTo>
                    <a:pt x="9536" y="0"/>
                    <a:pt x="17912" y="6188"/>
                    <a:pt x="20698" y="15255"/>
                  </a:cubicBezTo>
                </a:path>
                <a:path w="20698" h="21600" stroke="0" extrusionOk="0">
                  <a:moveTo>
                    <a:pt x="-1" y="0"/>
                  </a:moveTo>
                  <a:cubicBezTo>
                    <a:pt x="16" y="0"/>
                    <a:pt x="33" y="-1"/>
                    <a:pt x="51" y="0"/>
                  </a:cubicBezTo>
                  <a:cubicBezTo>
                    <a:pt x="9536" y="0"/>
                    <a:pt x="17912" y="6188"/>
                    <a:pt x="20698" y="15255"/>
                  </a:cubicBezTo>
                  <a:lnTo>
                    <a:pt x="51" y="21600"/>
                  </a:lnTo>
                  <a:close/>
                </a:path>
              </a:pathLst>
            </a:custGeom>
            <a:noFill/>
            <a:ln w="12700" cap="rnd">
              <a:solidFill>
                <a:schemeClr val="tx1"/>
              </a:solidFill>
              <a:round/>
              <a:headEnd type="triangle" w="med" len="med"/>
              <a:tailEnd/>
            </a:ln>
            <a:effectLst/>
          </p:spPr>
          <p:txBody>
            <a:bodyPr wrap="none" anchor="ctr"/>
            <a:lstStyle/>
            <a:p>
              <a:endParaRPr lang="en-US"/>
            </a:p>
          </p:txBody>
        </p:sp>
        <p:sp>
          <p:nvSpPr>
            <p:cNvPr id="362559" name="Arc 63" descr="90%"/>
            <p:cNvSpPr>
              <a:spLocks/>
            </p:cNvSpPr>
            <p:nvPr/>
          </p:nvSpPr>
          <p:spPr bwMode="auto">
            <a:xfrm>
              <a:off x="4914" y="482"/>
              <a:ext cx="398" cy="414"/>
            </a:xfrm>
            <a:custGeom>
              <a:avLst/>
              <a:gdLst>
                <a:gd name="G0" fmla="+- 20651 0 0"/>
                <a:gd name="G1" fmla="+- 21479 0 0"/>
                <a:gd name="G2" fmla="+- 21600 0 0"/>
                <a:gd name="T0" fmla="*/ 0 w 20651"/>
                <a:gd name="T1" fmla="*/ 15149 h 21479"/>
                <a:gd name="T2" fmla="*/ 18369 w 20651"/>
                <a:gd name="T3" fmla="*/ 0 h 21479"/>
                <a:gd name="T4" fmla="*/ 20651 w 20651"/>
                <a:gd name="T5" fmla="*/ 21479 h 21479"/>
              </a:gdLst>
              <a:ahLst/>
              <a:cxnLst>
                <a:cxn ang="0">
                  <a:pos x="T0" y="T1"/>
                </a:cxn>
                <a:cxn ang="0">
                  <a:pos x="T2" y="T3"/>
                </a:cxn>
                <a:cxn ang="0">
                  <a:pos x="T4" y="T5"/>
                </a:cxn>
              </a:cxnLst>
              <a:rect l="0" t="0" r="r" b="b"/>
              <a:pathLst>
                <a:path w="20651" h="21479" fill="none" extrusionOk="0">
                  <a:moveTo>
                    <a:pt x="-1" y="15148"/>
                  </a:moveTo>
                  <a:cubicBezTo>
                    <a:pt x="2535" y="6875"/>
                    <a:pt x="9764" y="914"/>
                    <a:pt x="18368" y="-1"/>
                  </a:cubicBezTo>
                </a:path>
                <a:path w="20651" h="21479" stroke="0" extrusionOk="0">
                  <a:moveTo>
                    <a:pt x="-1" y="15148"/>
                  </a:moveTo>
                  <a:cubicBezTo>
                    <a:pt x="2535" y="6875"/>
                    <a:pt x="9764" y="914"/>
                    <a:pt x="18368" y="-1"/>
                  </a:cubicBezTo>
                  <a:lnTo>
                    <a:pt x="20651" y="21479"/>
                  </a:lnTo>
                  <a:close/>
                </a:path>
              </a:pathLst>
            </a:custGeom>
            <a:noFill/>
            <a:ln w="12700" cap="rnd">
              <a:solidFill>
                <a:schemeClr val="tx1"/>
              </a:solidFill>
              <a:round/>
              <a:headEnd type="triangle" w="med" len="med"/>
              <a:tailEnd/>
            </a:ln>
            <a:effectLst/>
          </p:spPr>
          <p:txBody>
            <a:bodyPr wrap="none" anchor="ctr"/>
            <a:lstStyle/>
            <a:p>
              <a:endParaRPr lang="en-US"/>
            </a:p>
          </p:txBody>
        </p:sp>
        <p:sp>
          <p:nvSpPr>
            <p:cNvPr id="362560" name="Arc 64" descr="90%"/>
            <p:cNvSpPr>
              <a:spLocks/>
            </p:cNvSpPr>
            <p:nvPr/>
          </p:nvSpPr>
          <p:spPr bwMode="auto">
            <a:xfrm>
              <a:off x="4896" y="809"/>
              <a:ext cx="416" cy="391"/>
            </a:xfrm>
            <a:custGeom>
              <a:avLst/>
              <a:gdLst>
                <a:gd name="G0" fmla="+- 21600 0 0"/>
                <a:gd name="G1" fmla="+- 4515 0 0"/>
                <a:gd name="G2" fmla="+- 21600 0 0"/>
                <a:gd name="T0" fmla="*/ 6855 w 21600"/>
                <a:gd name="T1" fmla="*/ 20298 h 20298"/>
                <a:gd name="T2" fmla="*/ 478 w 21600"/>
                <a:gd name="T3" fmla="*/ 0 h 20298"/>
                <a:gd name="T4" fmla="*/ 21600 w 21600"/>
                <a:gd name="T5" fmla="*/ 4515 h 20298"/>
              </a:gdLst>
              <a:ahLst/>
              <a:cxnLst>
                <a:cxn ang="0">
                  <a:pos x="T0" y="T1"/>
                </a:cxn>
                <a:cxn ang="0">
                  <a:pos x="T2" y="T3"/>
                </a:cxn>
                <a:cxn ang="0">
                  <a:pos x="T4" y="T5"/>
                </a:cxn>
              </a:cxnLst>
              <a:rect l="0" t="0" r="r" b="b"/>
              <a:pathLst>
                <a:path w="21600" h="20298" fill="none" extrusionOk="0">
                  <a:moveTo>
                    <a:pt x="6854" y="20298"/>
                  </a:moveTo>
                  <a:cubicBezTo>
                    <a:pt x="2482" y="16213"/>
                    <a:pt x="0" y="10498"/>
                    <a:pt x="0" y="4515"/>
                  </a:cubicBezTo>
                  <a:cubicBezTo>
                    <a:pt x="-1" y="2997"/>
                    <a:pt x="159" y="1483"/>
                    <a:pt x="477" y="-1"/>
                  </a:cubicBezTo>
                </a:path>
                <a:path w="21600" h="20298" stroke="0" extrusionOk="0">
                  <a:moveTo>
                    <a:pt x="6854" y="20298"/>
                  </a:moveTo>
                  <a:cubicBezTo>
                    <a:pt x="2482" y="16213"/>
                    <a:pt x="0" y="10498"/>
                    <a:pt x="0" y="4515"/>
                  </a:cubicBezTo>
                  <a:cubicBezTo>
                    <a:pt x="-1" y="2997"/>
                    <a:pt x="159" y="1483"/>
                    <a:pt x="477" y="-1"/>
                  </a:cubicBezTo>
                  <a:lnTo>
                    <a:pt x="21600" y="4515"/>
                  </a:lnTo>
                  <a:close/>
                </a:path>
              </a:pathLst>
            </a:custGeom>
            <a:noFill/>
            <a:ln w="12700" cap="rnd">
              <a:solidFill>
                <a:schemeClr val="tx1"/>
              </a:solidFill>
              <a:round/>
              <a:headEnd type="triangle" w="med" len="med"/>
              <a:tailEnd/>
            </a:ln>
            <a:effectLst/>
          </p:spPr>
          <p:txBody>
            <a:bodyPr wrap="none" anchor="ctr"/>
            <a:lstStyle/>
            <a:p>
              <a:endParaRPr lang="en-US"/>
            </a:p>
          </p:txBody>
        </p:sp>
        <p:sp>
          <p:nvSpPr>
            <p:cNvPr id="362561" name="Arc 65" descr="90%"/>
            <p:cNvSpPr>
              <a:spLocks/>
            </p:cNvSpPr>
            <p:nvPr/>
          </p:nvSpPr>
          <p:spPr bwMode="auto">
            <a:xfrm>
              <a:off x="5066" y="895"/>
              <a:ext cx="478" cy="416"/>
            </a:xfrm>
            <a:custGeom>
              <a:avLst/>
              <a:gdLst>
                <a:gd name="G0" fmla="+- 12726 0 0"/>
                <a:gd name="G1" fmla="+- 0 0 0"/>
                <a:gd name="G2" fmla="+- 21600 0 0"/>
                <a:gd name="T0" fmla="*/ 24803 w 24803"/>
                <a:gd name="T1" fmla="*/ 17907 h 21600"/>
                <a:gd name="T2" fmla="*/ 0 w 24803"/>
                <a:gd name="T3" fmla="*/ 17452 h 21600"/>
                <a:gd name="T4" fmla="*/ 12726 w 24803"/>
                <a:gd name="T5" fmla="*/ 0 h 21600"/>
              </a:gdLst>
              <a:ahLst/>
              <a:cxnLst>
                <a:cxn ang="0">
                  <a:pos x="T0" y="T1"/>
                </a:cxn>
                <a:cxn ang="0">
                  <a:pos x="T2" y="T3"/>
                </a:cxn>
                <a:cxn ang="0">
                  <a:pos x="T4" y="T5"/>
                </a:cxn>
              </a:cxnLst>
              <a:rect l="0" t="0" r="r" b="b"/>
              <a:pathLst>
                <a:path w="24803" h="21600" fill="none" extrusionOk="0">
                  <a:moveTo>
                    <a:pt x="24803" y="17907"/>
                  </a:moveTo>
                  <a:cubicBezTo>
                    <a:pt x="21235" y="20314"/>
                    <a:pt x="17029" y="21599"/>
                    <a:pt x="12726" y="21600"/>
                  </a:cubicBezTo>
                  <a:cubicBezTo>
                    <a:pt x="8151" y="21600"/>
                    <a:pt x="3695" y="20147"/>
                    <a:pt x="-1" y="17452"/>
                  </a:cubicBezTo>
                </a:path>
                <a:path w="24803" h="21600" stroke="0" extrusionOk="0">
                  <a:moveTo>
                    <a:pt x="24803" y="17907"/>
                  </a:moveTo>
                  <a:cubicBezTo>
                    <a:pt x="21235" y="20314"/>
                    <a:pt x="17029" y="21599"/>
                    <a:pt x="12726" y="21600"/>
                  </a:cubicBezTo>
                  <a:cubicBezTo>
                    <a:pt x="8151" y="21600"/>
                    <a:pt x="3695" y="20147"/>
                    <a:pt x="-1" y="17452"/>
                  </a:cubicBezTo>
                  <a:lnTo>
                    <a:pt x="12726" y="0"/>
                  </a:lnTo>
                  <a:close/>
                </a:path>
              </a:pathLst>
            </a:custGeom>
            <a:noFill/>
            <a:ln w="12700" cap="rnd">
              <a:solidFill>
                <a:schemeClr val="tx1"/>
              </a:solidFill>
              <a:round/>
              <a:headEnd type="triangle" w="med" len="med"/>
              <a:tailEnd/>
            </a:ln>
            <a:effectLst/>
          </p:spPr>
          <p:txBody>
            <a:bodyPr wrap="none" anchor="ctr"/>
            <a:lstStyle/>
            <a:p>
              <a:endParaRPr lang="en-US"/>
            </a:p>
          </p:txBody>
        </p:sp>
        <p:sp>
          <p:nvSpPr>
            <p:cNvPr id="362562" name="Arc 66" descr="90%"/>
            <p:cNvSpPr>
              <a:spLocks/>
            </p:cNvSpPr>
            <p:nvPr/>
          </p:nvSpPr>
          <p:spPr bwMode="auto">
            <a:xfrm>
              <a:off x="5311" y="837"/>
              <a:ext cx="416" cy="367"/>
            </a:xfrm>
            <a:custGeom>
              <a:avLst/>
              <a:gdLst>
                <a:gd name="G0" fmla="+- 0 0 0"/>
                <a:gd name="G1" fmla="+- 3018 0 0"/>
                <a:gd name="G2" fmla="+- 21600 0 0"/>
                <a:gd name="T0" fmla="*/ 21388 w 21600"/>
                <a:gd name="T1" fmla="*/ 0 h 19075"/>
                <a:gd name="T2" fmla="*/ 14446 w 21600"/>
                <a:gd name="T3" fmla="*/ 19075 h 19075"/>
                <a:gd name="T4" fmla="*/ 0 w 21600"/>
                <a:gd name="T5" fmla="*/ 3018 h 19075"/>
              </a:gdLst>
              <a:ahLst/>
              <a:cxnLst>
                <a:cxn ang="0">
                  <a:pos x="T0" y="T1"/>
                </a:cxn>
                <a:cxn ang="0">
                  <a:pos x="T2" y="T3"/>
                </a:cxn>
                <a:cxn ang="0">
                  <a:pos x="T4" y="T5"/>
                </a:cxn>
              </a:cxnLst>
              <a:rect l="0" t="0" r="r" b="b"/>
              <a:pathLst>
                <a:path w="21600" h="19075" fill="none" extrusionOk="0">
                  <a:moveTo>
                    <a:pt x="21388" y="-1"/>
                  </a:moveTo>
                  <a:cubicBezTo>
                    <a:pt x="21529" y="999"/>
                    <a:pt x="21600" y="2008"/>
                    <a:pt x="21600" y="3018"/>
                  </a:cubicBezTo>
                  <a:cubicBezTo>
                    <a:pt x="21600" y="9142"/>
                    <a:pt x="18999" y="14979"/>
                    <a:pt x="14446" y="19075"/>
                  </a:cubicBezTo>
                </a:path>
                <a:path w="21600" h="19075" stroke="0" extrusionOk="0">
                  <a:moveTo>
                    <a:pt x="21388" y="-1"/>
                  </a:moveTo>
                  <a:cubicBezTo>
                    <a:pt x="21529" y="999"/>
                    <a:pt x="21600" y="2008"/>
                    <a:pt x="21600" y="3018"/>
                  </a:cubicBezTo>
                  <a:cubicBezTo>
                    <a:pt x="21600" y="9142"/>
                    <a:pt x="18999" y="14979"/>
                    <a:pt x="14446" y="19075"/>
                  </a:cubicBezTo>
                  <a:lnTo>
                    <a:pt x="0" y="3018"/>
                  </a:lnTo>
                  <a:close/>
                </a:path>
              </a:pathLst>
            </a:custGeom>
            <a:noFill/>
            <a:ln w="12700" cap="rnd">
              <a:solidFill>
                <a:schemeClr val="tx1"/>
              </a:solidFill>
              <a:round/>
              <a:headEnd type="triangle" w="med" len="med"/>
              <a:tailEnd/>
            </a:ln>
            <a:effectLst/>
          </p:spPr>
          <p:txBody>
            <a:bodyPr wrap="none" anchor="ctr"/>
            <a:lstStyle/>
            <a:p>
              <a:endParaRPr lang="en-US"/>
            </a:p>
          </p:txBody>
        </p:sp>
      </p:grpSp>
      <p:sp>
        <p:nvSpPr>
          <p:cNvPr id="362564" name="Text Box 68"/>
          <p:cNvSpPr txBox="1">
            <a:spLocks noChangeArrowheads="1"/>
          </p:cNvSpPr>
          <p:nvPr/>
        </p:nvSpPr>
        <p:spPr bwMode="auto">
          <a:xfrm>
            <a:off x="1752600" y="6096000"/>
            <a:ext cx="1555750" cy="428625"/>
          </a:xfrm>
          <a:prstGeom prst="rect">
            <a:avLst/>
          </a:prstGeom>
          <a:noFill/>
          <a:ln w="9525">
            <a:noFill/>
            <a:miter lim="800000"/>
            <a:headEnd/>
            <a:tailEnd/>
          </a:ln>
          <a:effectLst/>
        </p:spPr>
        <p:txBody>
          <a:bodyPr wrap="none">
            <a:spAutoFit/>
          </a:bodyPr>
          <a:lstStyle/>
          <a:p>
            <a:r>
              <a:rPr lang="en-US" sz="1100" b="0"/>
              <a:t>Iterative Development</a:t>
            </a:r>
          </a:p>
          <a:p>
            <a:r>
              <a:rPr lang="en-US" sz="1100" b="0"/>
              <a:t>Value-Based Releases</a:t>
            </a:r>
          </a:p>
        </p:txBody>
      </p:sp>
      <p:sp>
        <p:nvSpPr>
          <p:cNvPr id="362566" name="Text Box 70"/>
          <p:cNvSpPr txBox="1">
            <a:spLocks noChangeArrowheads="1"/>
          </p:cNvSpPr>
          <p:nvPr/>
        </p:nvSpPr>
        <p:spPr bwMode="auto">
          <a:xfrm>
            <a:off x="7624763" y="1671638"/>
            <a:ext cx="1123950" cy="3746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900" b="0"/>
              <a:t>Understanding the</a:t>
            </a:r>
          </a:p>
          <a:p>
            <a:pPr algn="ctr"/>
            <a:r>
              <a:rPr lang="en-US" sz="900" b="0"/>
              <a:t>Business</a:t>
            </a:r>
          </a:p>
        </p:txBody>
      </p:sp>
      <p:sp>
        <p:nvSpPr>
          <p:cNvPr id="362567" name="Text Box 71"/>
          <p:cNvSpPr txBox="1">
            <a:spLocks noChangeArrowheads="1"/>
          </p:cNvSpPr>
          <p:nvPr/>
        </p:nvSpPr>
        <p:spPr bwMode="auto">
          <a:xfrm>
            <a:off x="7700963" y="2392363"/>
            <a:ext cx="998537" cy="37465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900" b="0"/>
              <a:t>Knowing What’s</a:t>
            </a:r>
          </a:p>
          <a:p>
            <a:pPr algn="ctr"/>
            <a:r>
              <a:rPr lang="en-US" sz="900" b="0"/>
              <a:t> Possible</a:t>
            </a:r>
          </a:p>
        </p:txBody>
      </p:sp>
      <p:sp>
        <p:nvSpPr>
          <p:cNvPr id="362568" name="Text Box 72"/>
          <p:cNvSpPr txBox="1">
            <a:spLocks noChangeArrowheads="1"/>
          </p:cNvSpPr>
          <p:nvPr/>
        </p:nvSpPr>
        <p:spPr bwMode="auto">
          <a:xfrm>
            <a:off x="7577138" y="3040063"/>
            <a:ext cx="1270000" cy="406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1000" b="0"/>
              <a:t>Model the Business</a:t>
            </a:r>
          </a:p>
          <a:p>
            <a:pPr algn="ctr"/>
            <a:r>
              <a:rPr lang="en-US" sz="1000" b="0"/>
              <a:t>Define the Gaps</a:t>
            </a:r>
          </a:p>
        </p:txBody>
      </p:sp>
      <p:sp>
        <p:nvSpPr>
          <p:cNvPr id="362572" name="Text Box 76"/>
          <p:cNvSpPr txBox="1">
            <a:spLocks noChangeArrowheads="1"/>
          </p:cNvSpPr>
          <p:nvPr/>
        </p:nvSpPr>
        <p:spPr bwMode="auto">
          <a:xfrm>
            <a:off x="7650163" y="3749675"/>
            <a:ext cx="1117600" cy="406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1000" b="0"/>
              <a:t>Establishing the </a:t>
            </a:r>
          </a:p>
          <a:p>
            <a:pPr algn="ctr"/>
            <a:r>
              <a:rPr lang="en-US" sz="1000" b="0"/>
              <a:t>“building codes”</a:t>
            </a:r>
          </a:p>
        </p:txBody>
      </p:sp>
      <p:sp>
        <p:nvSpPr>
          <p:cNvPr id="362573" name="Text Box 77"/>
          <p:cNvSpPr txBox="1">
            <a:spLocks noChangeArrowheads="1"/>
          </p:cNvSpPr>
          <p:nvPr/>
        </p:nvSpPr>
        <p:spPr bwMode="auto">
          <a:xfrm>
            <a:off x="7693025" y="4505325"/>
            <a:ext cx="1033463" cy="406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1000" b="0"/>
              <a:t>Developing the</a:t>
            </a:r>
          </a:p>
          <a:p>
            <a:pPr algn="ctr"/>
            <a:r>
              <a:rPr lang="en-US" sz="1000" b="0"/>
              <a:t>“Blueprints”</a:t>
            </a:r>
          </a:p>
        </p:txBody>
      </p:sp>
      <p:sp>
        <p:nvSpPr>
          <p:cNvPr id="362574" name="Text Box 78"/>
          <p:cNvSpPr txBox="1">
            <a:spLocks noChangeArrowheads="1"/>
          </p:cNvSpPr>
          <p:nvPr/>
        </p:nvSpPr>
        <p:spPr bwMode="auto">
          <a:xfrm>
            <a:off x="7764463" y="5226050"/>
            <a:ext cx="889000" cy="406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1000" b="0"/>
              <a:t>Building The</a:t>
            </a:r>
          </a:p>
          <a:p>
            <a:pPr algn="ctr"/>
            <a:r>
              <a:rPr lang="en-US" sz="1000" b="0"/>
              <a:t>Solution</a:t>
            </a:r>
          </a:p>
        </p:txBody>
      </p:sp>
      <p:sp>
        <p:nvSpPr>
          <p:cNvPr id="362586" name="Line 90"/>
          <p:cNvSpPr>
            <a:spLocks noChangeShapeType="1"/>
          </p:cNvSpPr>
          <p:nvPr/>
        </p:nvSpPr>
        <p:spPr bwMode="auto">
          <a:xfrm flipV="1">
            <a:off x="914400" y="2344738"/>
            <a:ext cx="1588" cy="3751262"/>
          </a:xfrm>
          <a:prstGeom prst="line">
            <a:avLst/>
          </a:prstGeom>
          <a:noFill/>
          <a:ln w="38100">
            <a:solidFill>
              <a:schemeClr val="tx1"/>
            </a:solidFill>
            <a:round/>
            <a:headEnd/>
            <a:tailEnd type="triangle" w="med" len="med"/>
          </a:ln>
          <a:effectLst/>
        </p:spPr>
        <p:txBody>
          <a:bodyPr wrap="none"/>
          <a:lstStyle/>
          <a:p>
            <a:endParaRPr lang="en-US"/>
          </a:p>
        </p:txBody>
      </p:sp>
      <p:sp>
        <p:nvSpPr>
          <p:cNvPr id="362588" name="Line 92"/>
          <p:cNvSpPr>
            <a:spLocks noChangeShapeType="1"/>
          </p:cNvSpPr>
          <p:nvPr/>
        </p:nvSpPr>
        <p:spPr bwMode="auto">
          <a:xfrm>
            <a:off x="915988" y="2632075"/>
            <a:ext cx="307975" cy="0"/>
          </a:xfrm>
          <a:prstGeom prst="line">
            <a:avLst/>
          </a:prstGeom>
          <a:noFill/>
          <a:ln w="38100">
            <a:solidFill>
              <a:schemeClr val="tx1"/>
            </a:solidFill>
            <a:round/>
            <a:headEnd/>
            <a:tailEnd type="triangle" w="med" len="med"/>
          </a:ln>
          <a:effectLst/>
        </p:spPr>
        <p:txBody>
          <a:bodyPr wrap="none"/>
          <a:lstStyle/>
          <a:p>
            <a:endParaRPr lang="en-US"/>
          </a:p>
        </p:txBody>
      </p:sp>
      <p:sp>
        <p:nvSpPr>
          <p:cNvPr id="362589" name="Line 93"/>
          <p:cNvSpPr>
            <a:spLocks noChangeShapeType="1"/>
          </p:cNvSpPr>
          <p:nvPr/>
        </p:nvSpPr>
        <p:spPr bwMode="auto">
          <a:xfrm>
            <a:off x="915988" y="3305175"/>
            <a:ext cx="923925" cy="0"/>
          </a:xfrm>
          <a:prstGeom prst="line">
            <a:avLst/>
          </a:prstGeom>
          <a:noFill/>
          <a:ln w="38100">
            <a:solidFill>
              <a:schemeClr val="tx1"/>
            </a:solidFill>
            <a:round/>
            <a:headEnd/>
            <a:tailEnd type="triangle" w="med" len="med"/>
          </a:ln>
          <a:effectLst/>
        </p:spPr>
        <p:txBody>
          <a:bodyPr wrap="none"/>
          <a:lstStyle/>
          <a:p>
            <a:endParaRPr lang="en-US"/>
          </a:p>
        </p:txBody>
      </p:sp>
      <p:sp>
        <p:nvSpPr>
          <p:cNvPr id="362590" name="Line 94"/>
          <p:cNvSpPr>
            <a:spLocks noChangeShapeType="1"/>
          </p:cNvSpPr>
          <p:nvPr/>
        </p:nvSpPr>
        <p:spPr bwMode="auto">
          <a:xfrm>
            <a:off x="915988" y="4000500"/>
            <a:ext cx="1387475" cy="0"/>
          </a:xfrm>
          <a:prstGeom prst="line">
            <a:avLst/>
          </a:prstGeom>
          <a:noFill/>
          <a:ln w="38100">
            <a:solidFill>
              <a:schemeClr val="tx1"/>
            </a:solidFill>
            <a:round/>
            <a:headEnd/>
            <a:tailEnd type="triangle" w="med" len="med"/>
          </a:ln>
          <a:effectLst/>
        </p:spPr>
        <p:txBody>
          <a:bodyPr wrap="none"/>
          <a:lstStyle/>
          <a:p>
            <a:endParaRPr lang="en-US"/>
          </a:p>
        </p:txBody>
      </p:sp>
      <p:sp>
        <p:nvSpPr>
          <p:cNvPr id="362591" name="Line 95"/>
          <p:cNvSpPr>
            <a:spLocks noChangeShapeType="1"/>
          </p:cNvSpPr>
          <p:nvPr/>
        </p:nvSpPr>
        <p:spPr bwMode="auto">
          <a:xfrm>
            <a:off x="915988" y="4710113"/>
            <a:ext cx="2157412" cy="0"/>
          </a:xfrm>
          <a:prstGeom prst="line">
            <a:avLst/>
          </a:prstGeom>
          <a:noFill/>
          <a:ln w="38100">
            <a:solidFill>
              <a:schemeClr val="tx1"/>
            </a:solidFill>
            <a:round/>
            <a:headEnd/>
            <a:tailEnd type="triangle" w="med" len="med"/>
          </a:ln>
          <a:effectLst/>
        </p:spPr>
        <p:txBody>
          <a:bodyPr wrap="none"/>
          <a:lstStyle/>
          <a:p>
            <a:endParaRPr lang="en-US"/>
          </a:p>
        </p:txBody>
      </p:sp>
      <p:sp>
        <p:nvSpPr>
          <p:cNvPr id="362592" name="Line 96"/>
          <p:cNvSpPr>
            <a:spLocks noChangeShapeType="1"/>
          </p:cNvSpPr>
          <p:nvPr/>
        </p:nvSpPr>
        <p:spPr bwMode="auto">
          <a:xfrm>
            <a:off x="903288" y="5430838"/>
            <a:ext cx="2927350" cy="0"/>
          </a:xfrm>
          <a:prstGeom prst="line">
            <a:avLst/>
          </a:prstGeom>
          <a:noFill/>
          <a:ln w="38100">
            <a:solidFill>
              <a:schemeClr val="tx1"/>
            </a:solidFill>
            <a:round/>
            <a:headEnd/>
            <a:tailEnd type="triangle" w="med" len="med"/>
          </a:ln>
          <a:effectLst/>
        </p:spPr>
        <p:txBody>
          <a:bodyPr wrap="none"/>
          <a:lstStyle/>
          <a:p>
            <a:endParaRPr lang="en-US"/>
          </a:p>
        </p:txBody>
      </p:sp>
      <p:sp>
        <p:nvSpPr>
          <p:cNvPr id="362594" name="Line 98"/>
          <p:cNvSpPr>
            <a:spLocks noChangeShapeType="1"/>
          </p:cNvSpPr>
          <p:nvPr/>
        </p:nvSpPr>
        <p:spPr bwMode="auto">
          <a:xfrm>
            <a:off x="5229225" y="6100763"/>
            <a:ext cx="1155700" cy="0"/>
          </a:xfrm>
          <a:prstGeom prst="line">
            <a:avLst/>
          </a:prstGeom>
          <a:noFill/>
          <a:ln w="38100">
            <a:solidFill>
              <a:schemeClr val="tx1"/>
            </a:solidFill>
            <a:round/>
            <a:headEnd/>
            <a:tailEnd type="triangle" w="med" len="med"/>
          </a:ln>
          <a:effectLst/>
        </p:spPr>
        <p:txBody>
          <a:bodyPr wrap="none" anchor="ctr"/>
          <a:lstStyle/>
          <a:p>
            <a:endParaRPr lang="en-US"/>
          </a:p>
        </p:txBody>
      </p:sp>
      <p:sp>
        <p:nvSpPr>
          <p:cNvPr id="362595" name="Rectangle 99"/>
          <p:cNvSpPr>
            <a:spLocks noChangeArrowheads="1"/>
          </p:cNvSpPr>
          <p:nvPr/>
        </p:nvSpPr>
        <p:spPr bwMode="auto">
          <a:xfrm>
            <a:off x="4419600" y="5867400"/>
            <a:ext cx="1541463" cy="515938"/>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Execution</a:t>
            </a:r>
          </a:p>
        </p:txBody>
      </p:sp>
      <p:sp>
        <p:nvSpPr>
          <p:cNvPr id="362596" name="Line 100"/>
          <p:cNvSpPr>
            <a:spLocks noChangeShapeType="1"/>
          </p:cNvSpPr>
          <p:nvPr/>
        </p:nvSpPr>
        <p:spPr bwMode="auto">
          <a:xfrm>
            <a:off x="914400" y="6096000"/>
            <a:ext cx="3454400" cy="0"/>
          </a:xfrm>
          <a:prstGeom prst="line">
            <a:avLst/>
          </a:prstGeom>
          <a:noFill/>
          <a:ln w="38100">
            <a:solidFill>
              <a:schemeClr val="tx1"/>
            </a:solidFill>
            <a:round/>
            <a:headEnd/>
            <a:tailEnd type="triangle" w="med" len="med"/>
          </a:ln>
          <a:effectLst/>
        </p:spPr>
        <p:txBody>
          <a:bodyPr wrap="none"/>
          <a:lstStyle/>
          <a:p>
            <a:endParaRPr lang="en-US"/>
          </a:p>
        </p:txBody>
      </p:sp>
      <p:sp>
        <p:nvSpPr>
          <p:cNvPr id="362597" name="Rectangle 101"/>
          <p:cNvSpPr>
            <a:spLocks noChangeArrowheads="1"/>
          </p:cNvSpPr>
          <p:nvPr/>
        </p:nvSpPr>
        <p:spPr bwMode="auto">
          <a:xfrm>
            <a:off x="6400800" y="5867400"/>
            <a:ext cx="1752600" cy="788988"/>
          </a:xfrm>
          <a:prstGeom prst="rect">
            <a:avLst/>
          </a:prstGeom>
          <a:noFill/>
          <a:ln w="12700">
            <a:noFill/>
            <a:miter lim="800000"/>
            <a:headEnd/>
            <a:tailEnd/>
          </a:ln>
          <a:effectLst/>
        </p:spPr>
        <p:txBody>
          <a:bodyPr lIns="90488" tIns="44450" rIns="90488" bIns="44450">
            <a:spAutoFit/>
          </a:bodyPr>
          <a:lstStyle/>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Implement</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Manage</a:t>
            </a:r>
          </a:p>
          <a:p>
            <a:pPr marL="342900" indent="-342900">
              <a:spcBef>
                <a:spcPct val="20000"/>
              </a:spcBef>
              <a:buClr>
                <a:schemeClr val="hlink"/>
              </a:buClr>
              <a:buSzPct val="110000"/>
              <a:buFont typeface="Wingdings" pitchFamily="2" charset="2"/>
              <a:buBlip>
                <a:blip r:embed="rId3"/>
              </a:buBlip>
            </a:pPr>
            <a:r>
              <a:rPr lang="en-US" altLang="ja-JP" sz="1000" b="0">
                <a:ea typeface="ＭＳ Ｐゴシック" pitchFamily="34" charset="-128"/>
              </a:rPr>
              <a:t>re-Baseline </a:t>
            </a:r>
          </a:p>
          <a:p>
            <a:pPr marL="342900" indent="-342900">
              <a:spcBef>
                <a:spcPct val="20000"/>
              </a:spcBef>
              <a:buClr>
                <a:schemeClr val="hlink"/>
              </a:buClr>
              <a:buSzPct val="110000"/>
              <a:buFont typeface="Wingdings" pitchFamily="2" charset="2"/>
              <a:buBlip>
                <a:blip r:embed="rId3"/>
              </a:buBlip>
            </a:pPr>
            <a:endParaRPr lang="en-US" altLang="ja-JP" sz="1000" b="0">
              <a:ea typeface="ＭＳ Ｐゴシック" pitchFamily="34" charset="-128"/>
            </a:endParaRPr>
          </a:p>
        </p:txBody>
      </p:sp>
      <p:sp>
        <p:nvSpPr>
          <p:cNvPr id="362598" name="Text Box 102"/>
          <p:cNvSpPr txBox="1">
            <a:spLocks noChangeArrowheads="1"/>
          </p:cNvSpPr>
          <p:nvPr/>
        </p:nvSpPr>
        <p:spPr bwMode="auto">
          <a:xfrm>
            <a:off x="7772400" y="5943600"/>
            <a:ext cx="882650" cy="406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spAutoFit/>
          </a:bodyPr>
          <a:lstStyle/>
          <a:p>
            <a:pPr algn="ctr"/>
            <a:r>
              <a:rPr lang="en-US" sz="1000" b="0"/>
              <a:t>Execute and</a:t>
            </a:r>
          </a:p>
          <a:p>
            <a:pPr algn="ctr"/>
            <a:r>
              <a:rPr lang="en-US" sz="1000" b="0"/>
              <a:t>Manage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59C4FE6E-CD09-4C0E-B563-E6D2F8006DFF}" type="slidenum">
              <a:rPr lang="en-US"/>
              <a:pPr/>
              <a:t>11</a:t>
            </a:fld>
            <a:endParaRPr lang="en-US"/>
          </a:p>
        </p:txBody>
      </p:sp>
      <p:sp>
        <p:nvSpPr>
          <p:cNvPr id="369666"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Develop the business and performance strategy to support the implementation of the Initiative</a:t>
            </a:r>
          </a:p>
        </p:txBody>
      </p:sp>
      <p:sp>
        <p:nvSpPr>
          <p:cNvPr id="369765" name="Rectangle 101"/>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Strategy</a:t>
            </a:r>
          </a:p>
        </p:txBody>
      </p:sp>
      <p:sp>
        <p:nvSpPr>
          <p:cNvPr id="369766" name="Rectangle 102" descr="Rectangle: Click to edit Master text styles&#10;Second level&#10;Third level&#10;Fourth level&#10;Fifth level"/>
          <p:cNvSpPr>
            <a:spLocks noChangeArrowheads="1"/>
          </p:cNvSpPr>
          <p:nvPr/>
        </p:nvSpPr>
        <p:spPr bwMode="auto">
          <a:xfrm>
            <a:off x="9017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Engagement Questionnaire (getting started)</a:t>
            </a:r>
          </a:p>
          <a:p>
            <a:pPr marL="342900" indent="-342900">
              <a:spcBef>
                <a:spcPct val="20000"/>
              </a:spcBef>
              <a:buClr>
                <a:schemeClr val="hlink"/>
              </a:buClr>
              <a:buSzPct val="110000"/>
              <a:buFont typeface="Wingdings" pitchFamily="2" charset="2"/>
              <a:buBlip>
                <a:blip r:embed="rId3"/>
              </a:buBlip>
            </a:pPr>
            <a:r>
              <a:rPr lang="en-US" sz="1400" b="0"/>
              <a:t>Define Performance Measures, Objectives, and Outcomes</a:t>
            </a:r>
          </a:p>
          <a:p>
            <a:pPr marL="342900" indent="-342900">
              <a:spcBef>
                <a:spcPct val="20000"/>
              </a:spcBef>
              <a:buClr>
                <a:schemeClr val="hlink"/>
              </a:buClr>
              <a:buSzPct val="110000"/>
              <a:buFont typeface="Wingdings" pitchFamily="2" charset="2"/>
              <a:buBlip>
                <a:blip r:embed="rId3"/>
              </a:buBlip>
            </a:pPr>
            <a:r>
              <a:rPr lang="en-US" sz="1400" b="0"/>
              <a:t>Define Architecture Alignment (Agency, FEA / Ref Models)</a:t>
            </a:r>
          </a:p>
          <a:p>
            <a:pPr marL="342900" indent="-342900">
              <a:spcBef>
                <a:spcPct val="20000"/>
              </a:spcBef>
              <a:buClr>
                <a:schemeClr val="hlink"/>
              </a:buClr>
              <a:buSzPct val="110000"/>
              <a:buFont typeface="Wingdings" pitchFamily="2" charset="2"/>
              <a:buBlip>
                <a:blip r:embed="rId3"/>
              </a:buBlip>
            </a:pPr>
            <a:r>
              <a:rPr lang="en-US" sz="1400" b="0"/>
              <a:t>Define Stakeholder Expectations</a:t>
            </a:r>
          </a:p>
          <a:p>
            <a:pPr marL="342900" indent="-342900">
              <a:spcBef>
                <a:spcPct val="20000"/>
              </a:spcBef>
              <a:buClr>
                <a:schemeClr val="hlink"/>
              </a:buClr>
              <a:buSzPct val="110000"/>
              <a:buFont typeface="Wingdings" pitchFamily="2" charset="2"/>
              <a:buBlip>
                <a:blip r:embed="rId3"/>
              </a:buBlip>
            </a:pPr>
            <a:r>
              <a:rPr lang="en-US" sz="1400" b="0"/>
              <a:t>Distribute Partner Questionnaires, Surveys</a:t>
            </a:r>
          </a:p>
          <a:p>
            <a:pPr marL="342900" indent="-342900">
              <a:spcBef>
                <a:spcPct val="20000"/>
              </a:spcBef>
              <a:buClr>
                <a:schemeClr val="hlink"/>
              </a:buClr>
              <a:buSzPct val="110000"/>
              <a:buFont typeface="Wingdings" pitchFamily="2" charset="2"/>
              <a:buBlip>
                <a:blip r:embed="rId3"/>
              </a:buBlip>
            </a:pPr>
            <a:r>
              <a:rPr lang="en-US" sz="1400" b="0"/>
              <a:t>Create Target Business Process, Use Cases</a:t>
            </a:r>
          </a:p>
          <a:p>
            <a:pPr marL="342900" indent="-342900">
              <a:spcBef>
                <a:spcPct val="20000"/>
              </a:spcBef>
              <a:buClr>
                <a:schemeClr val="hlink"/>
              </a:buClr>
              <a:buSzPct val="110000"/>
              <a:buFont typeface="Wingdings" pitchFamily="2" charset="2"/>
              <a:buBlip>
                <a:blip r:embed="rId3"/>
              </a:buBlip>
            </a:pPr>
            <a:r>
              <a:rPr lang="en-US" sz="1400" b="0"/>
              <a:t>Define Funding Strategy</a:t>
            </a:r>
          </a:p>
        </p:txBody>
      </p:sp>
      <p:sp>
        <p:nvSpPr>
          <p:cNvPr id="369770" name="Text Box 106"/>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69771" name="Text Box 107"/>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69772" name="Rectangle 108"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Business Case (what problem am I solving)</a:t>
            </a:r>
          </a:p>
          <a:p>
            <a:pPr marL="342900" indent="-342900">
              <a:spcBef>
                <a:spcPct val="20000"/>
              </a:spcBef>
              <a:buClr>
                <a:schemeClr val="hlink"/>
              </a:buClr>
              <a:buSzPct val="110000"/>
              <a:buFont typeface="Wingdings" pitchFamily="2" charset="2"/>
              <a:buBlip>
                <a:blip r:embed="rId3"/>
              </a:buBlip>
            </a:pPr>
            <a:r>
              <a:rPr lang="en-US" sz="1400" b="0"/>
              <a:t>Vision Document</a:t>
            </a:r>
          </a:p>
          <a:p>
            <a:pPr marL="342900" indent="-342900">
              <a:spcBef>
                <a:spcPct val="20000"/>
              </a:spcBef>
              <a:buClr>
                <a:schemeClr val="hlink"/>
              </a:buClr>
              <a:buSzPct val="110000"/>
              <a:buFont typeface="Wingdings" pitchFamily="2" charset="2"/>
              <a:buBlip>
                <a:blip r:embed="rId3"/>
              </a:buBlip>
            </a:pPr>
            <a:r>
              <a:rPr lang="en-US" sz="1400" b="0"/>
              <a:t>Program Management Plan</a:t>
            </a:r>
          </a:p>
          <a:p>
            <a:pPr marL="342900" indent="-342900">
              <a:spcBef>
                <a:spcPct val="20000"/>
              </a:spcBef>
              <a:buClr>
                <a:schemeClr val="hlink"/>
              </a:buClr>
              <a:buSzPct val="110000"/>
              <a:buFont typeface="Wingdings" pitchFamily="2" charset="2"/>
              <a:buBlip>
                <a:blip r:embed="rId3"/>
              </a:buBlip>
            </a:pPr>
            <a:r>
              <a:rPr lang="en-US" sz="1400" b="0"/>
              <a:t>Business Architecture </a:t>
            </a:r>
          </a:p>
          <a:p>
            <a:pPr marL="742950" lvl="1" indent="-285750">
              <a:spcBef>
                <a:spcPct val="20000"/>
              </a:spcBef>
              <a:buClr>
                <a:schemeClr val="tx1"/>
              </a:buClr>
              <a:buSzPct val="60000"/>
              <a:buFont typeface="Wingdings" pitchFamily="2" charset="2"/>
              <a:buChar char="n"/>
            </a:pPr>
            <a:r>
              <a:rPr lang="en-US" sz="1200" b="0"/>
              <a:t>Alignment to Federal Enterprise Architecture (FEA) Reference Models</a:t>
            </a:r>
          </a:p>
          <a:p>
            <a:pPr marL="742950" lvl="1" indent="-285750">
              <a:spcBef>
                <a:spcPct val="20000"/>
              </a:spcBef>
              <a:buClr>
                <a:schemeClr val="tx1"/>
              </a:buClr>
              <a:buSzPct val="60000"/>
              <a:buFont typeface="Wingdings" pitchFamily="2" charset="2"/>
              <a:buChar char="n"/>
            </a:pPr>
            <a:r>
              <a:rPr lang="en-US" sz="1200" b="0"/>
              <a:t>Alignment to Agency Enterprise Architecture (EA)</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AC7FF393-E8C1-46B6-98FC-A20CD90FCCE0}" type="slidenum">
              <a:rPr lang="en-US"/>
              <a:pPr/>
              <a:t>12</a:t>
            </a:fld>
            <a:endParaRPr lang="en-US"/>
          </a:p>
        </p:txBody>
      </p:sp>
      <p:sp>
        <p:nvSpPr>
          <p:cNvPr id="371714"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Identify existing processes, workflow, and capabilities that can be leveraged</a:t>
            </a:r>
          </a:p>
        </p:txBody>
      </p:sp>
      <p:sp>
        <p:nvSpPr>
          <p:cNvPr id="371716" name="Rectangle 4"/>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Discovery</a:t>
            </a:r>
          </a:p>
        </p:txBody>
      </p:sp>
      <p:sp>
        <p:nvSpPr>
          <p:cNvPr id="371717" name="Rectangle 5" descr="Rectangle: Click to edit Master text styles&#10;Second level&#10;Third level&#10;Fourth level&#10;Fifth level"/>
          <p:cNvSpPr>
            <a:spLocks noChangeArrowheads="1"/>
          </p:cNvSpPr>
          <p:nvPr/>
        </p:nvSpPr>
        <p:spPr bwMode="auto">
          <a:xfrm>
            <a:off x="901700" y="2755900"/>
            <a:ext cx="3746500" cy="16637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Capture Cross-Agency / Industry Assets</a:t>
            </a:r>
          </a:p>
          <a:p>
            <a:pPr marL="342900" indent="-342900">
              <a:spcBef>
                <a:spcPct val="20000"/>
              </a:spcBef>
              <a:buClr>
                <a:schemeClr val="hlink"/>
              </a:buClr>
              <a:buSzPct val="110000"/>
              <a:buFont typeface="Wingdings" pitchFamily="2" charset="2"/>
              <a:buBlip>
                <a:blip r:embed="rId3"/>
              </a:buBlip>
            </a:pPr>
            <a:r>
              <a:rPr lang="en-US" sz="1400" b="0"/>
              <a:t>Define Existing Technology and Components</a:t>
            </a:r>
          </a:p>
          <a:p>
            <a:pPr marL="342900" indent="-342900">
              <a:spcBef>
                <a:spcPct val="20000"/>
              </a:spcBef>
              <a:buClr>
                <a:schemeClr val="hlink"/>
              </a:buClr>
              <a:buSzPct val="110000"/>
              <a:buFont typeface="Wingdings" pitchFamily="2" charset="2"/>
              <a:buBlip>
                <a:blip r:embed="rId3"/>
              </a:buBlip>
            </a:pPr>
            <a:r>
              <a:rPr lang="en-US" sz="1400" b="0"/>
              <a:t>Define Existing Processes and Workflow</a:t>
            </a:r>
          </a:p>
          <a:p>
            <a:pPr marL="342900" indent="-342900">
              <a:spcBef>
                <a:spcPct val="20000"/>
              </a:spcBef>
              <a:buClr>
                <a:schemeClr val="hlink"/>
              </a:buClr>
              <a:buSzPct val="110000"/>
              <a:buFont typeface="Wingdings" pitchFamily="2" charset="2"/>
              <a:buBlip>
                <a:blip r:embed="rId3"/>
              </a:buBlip>
            </a:pPr>
            <a:r>
              <a:rPr lang="en-US" sz="1400" b="0"/>
              <a:t>Industry Capability and Business Alignment Matrix</a:t>
            </a:r>
          </a:p>
        </p:txBody>
      </p:sp>
      <p:sp>
        <p:nvSpPr>
          <p:cNvPr id="371720" name="Text Box 8"/>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71723" name="Text Box 11"/>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71724" name="Rectangle 12"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Technology / Component Leverage Model (COTS capabilities by class)</a:t>
            </a:r>
          </a:p>
          <a:p>
            <a:pPr marL="342900" indent="-342900">
              <a:spcBef>
                <a:spcPct val="20000"/>
              </a:spcBef>
              <a:buClr>
                <a:schemeClr val="hlink"/>
              </a:buClr>
              <a:buSzPct val="110000"/>
              <a:buFont typeface="Wingdings" pitchFamily="2" charset="2"/>
              <a:buBlip>
                <a:blip r:embed="rId3"/>
              </a:buBlip>
            </a:pPr>
            <a:r>
              <a:rPr lang="en-US" sz="1400" b="0"/>
              <a:t>Existing Processes and Workflow</a:t>
            </a:r>
          </a:p>
          <a:p>
            <a:pPr marL="742950" lvl="1" indent="-285750">
              <a:spcBef>
                <a:spcPct val="20000"/>
              </a:spcBef>
              <a:buClr>
                <a:schemeClr val="tx1"/>
              </a:buClr>
              <a:buSzPct val="60000"/>
              <a:buFont typeface="Wingdings" pitchFamily="2" charset="2"/>
              <a:buChar char="n"/>
            </a:pPr>
            <a:r>
              <a:rPr lang="en-US" sz="1200" b="0"/>
              <a:t>Use Cases</a:t>
            </a:r>
          </a:p>
          <a:p>
            <a:pPr marL="742950" lvl="1" indent="-285750">
              <a:spcBef>
                <a:spcPct val="20000"/>
              </a:spcBef>
              <a:buClr>
                <a:schemeClr val="tx1"/>
              </a:buClr>
              <a:buSzPct val="60000"/>
              <a:buFont typeface="Wingdings" pitchFamily="2" charset="2"/>
              <a:buChar char="n"/>
            </a:pPr>
            <a:r>
              <a:rPr lang="en-US" sz="1200" b="0"/>
              <a:t>Activity Diagrams</a:t>
            </a:r>
          </a:p>
          <a:p>
            <a:pPr marL="342900" indent="-342900">
              <a:spcBef>
                <a:spcPct val="20000"/>
              </a:spcBef>
              <a:buClr>
                <a:schemeClr val="hlink"/>
              </a:buClr>
              <a:buSzPct val="110000"/>
              <a:buFont typeface="Wingdings" pitchFamily="2" charset="2"/>
              <a:buBlip>
                <a:blip r:embed="rId3"/>
              </a:buBlip>
            </a:pPr>
            <a:r>
              <a:rPr lang="en-US" sz="1400" b="0"/>
              <a:t>Industry Capabilities / Products (best practices documentation)</a:t>
            </a:r>
          </a:p>
          <a:p>
            <a:pPr marL="342900" indent="-342900">
              <a:spcBef>
                <a:spcPct val="20000"/>
              </a:spcBef>
              <a:buClr>
                <a:schemeClr val="hlink"/>
              </a:buClr>
              <a:buSzPct val="110000"/>
              <a:buFont typeface="Wingdings" pitchFamily="2" charset="2"/>
              <a:buBlip>
                <a:blip r:embed="rId3"/>
              </a:buBlip>
            </a:pPr>
            <a:endParaRPr lang="en-US" sz="1400" b="0"/>
          </a:p>
          <a:p>
            <a:pPr marL="342900" indent="-342900">
              <a:spcBef>
                <a:spcPct val="20000"/>
              </a:spcBef>
              <a:buClr>
                <a:schemeClr val="hlink"/>
              </a:buClr>
              <a:buSzPct val="110000"/>
              <a:buFont typeface="Wingdings" pitchFamily="2" charset="2"/>
              <a:buBlip>
                <a:blip r:embed="rId3"/>
              </a:buBlip>
            </a:pPr>
            <a:endParaRPr lang="en-US" sz="1400" b="0"/>
          </a:p>
          <a:p>
            <a:pPr marL="342900" indent="-342900">
              <a:spcBef>
                <a:spcPct val="20000"/>
              </a:spcBef>
              <a:buClr>
                <a:schemeClr val="hlink"/>
              </a:buClr>
              <a:buSzPct val="110000"/>
              <a:buFont typeface="Wingdings" pitchFamily="2" charset="2"/>
              <a:buBlip>
                <a:blip r:embed="rId3"/>
              </a:buBlip>
            </a:pPr>
            <a:endParaRPr lang="en-US" sz="1400" b="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FB58AA34-0EC4-4DEA-89C8-CB364926EC6C}" type="slidenum">
              <a:rPr lang="en-US"/>
              <a:pPr/>
              <a:t>13</a:t>
            </a:fld>
            <a:endParaRPr lang="en-US"/>
          </a:p>
        </p:txBody>
      </p:sp>
      <p:sp>
        <p:nvSpPr>
          <p:cNvPr id="373762"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Establish short and long-term requirements, define critical success factors</a:t>
            </a:r>
          </a:p>
        </p:txBody>
      </p:sp>
      <p:sp>
        <p:nvSpPr>
          <p:cNvPr id="373764" name="Rectangle 4"/>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Requirements</a:t>
            </a:r>
          </a:p>
        </p:txBody>
      </p:sp>
      <p:sp>
        <p:nvSpPr>
          <p:cNvPr id="373765" name="Rectangle 5" descr="Rectangle: Click to edit Master text styles&#10;Second level&#10;Third level&#10;Fourth level&#10;Fifth level"/>
          <p:cNvSpPr>
            <a:spLocks noChangeArrowheads="1"/>
          </p:cNvSpPr>
          <p:nvPr/>
        </p:nvSpPr>
        <p:spPr bwMode="auto">
          <a:xfrm>
            <a:off x="889000" y="2743200"/>
            <a:ext cx="3606800" cy="3111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Cross-Agency Functionality (or must-have) Matrix</a:t>
            </a:r>
          </a:p>
          <a:p>
            <a:pPr marL="342900" indent="-342900">
              <a:spcBef>
                <a:spcPct val="20000"/>
              </a:spcBef>
              <a:buClr>
                <a:schemeClr val="hlink"/>
              </a:buClr>
              <a:buSzPct val="110000"/>
              <a:buFont typeface="Wingdings" pitchFamily="2" charset="2"/>
              <a:buBlip>
                <a:blip r:embed="rId3"/>
              </a:buBlip>
            </a:pPr>
            <a:r>
              <a:rPr lang="en-US" sz="1400" b="0"/>
              <a:t>Define Legislative, Compliance Requirements</a:t>
            </a:r>
          </a:p>
          <a:p>
            <a:pPr marL="742950" lvl="1" indent="-285750">
              <a:spcBef>
                <a:spcPct val="20000"/>
              </a:spcBef>
              <a:buClr>
                <a:schemeClr val="tx1"/>
              </a:buClr>
              <a:buSzPct val="60000"/>
              <a:buFont typeface="Wingdings" pitchFamily="2" charset="2"/>
              <a:buChar char="n"/>
            </a:pPr>
            <a:r>
              <a:rPr lang="en-US" sz="1200" b="0"/>
              <a:t>Security and Authentication</a:t>
            </a:r>
          </a:p>
          <a:p>
            <a:pPr marL="742950" lvl="1" indent="-285750">
              <a:spcBef>
                <a:spcPct val="20000"/>
              </a:spcBef>
              <a:buClr>
                <a:schemeClr val="tx1"/>
              </a:buClr>
              <a:buSzPct val="60000"/>
              <a:buFont typeface="Wingdings" pitchFamily="2" charset="2"/>
              <a:buChar char="n"/>
            </a:pPr>
            <a:r>
              <a:rPr lang="en-US" sz="1200" b="0"/>
              <a:t>Privacy and Legal, Section 508, IATO/ATO</a:t>
            </a:r>
          </a:p>
          <a:p>
            <a:pPr marL="342900" indent="-342900">
              <a:spcBef>
                <a:spcPct val="20000"/>
              </a:spcBef>
              <a:buClr>
                <a:schemeClr val="hlink"/>
              </a:buClr>
              <a:buSzPct val="110000"/>
              <a:buFont typeface="Wingdings" pitchFamily="2" charset="2"/>
              <a:buBlip>
                <a:blip r:embed="rId3"/>
              </a:buBlip>
            </a:pPr>
            <a:r>
              <a:rPr lang="en-US" sz="1400" b="0"/>
              <a:t>Define Technical Considerations</a:t>
            </a:r>
          </a:p>
          <a:p>
            <a:pPr marL="742950" lvl="1" indent="-285750">
              <a:spcBef>
                <a:spcPct val="20000"/>
              </a:spcBef>
              <a:buClr>
                <a:schemeClr val="tx1"/>
              </a:buClr>
              <a:buSzPct val="60000"/>
              <a:buFont typeface="Wingdings" pitchFamily="2" charset="2"/>
              <a:buChar char="n"/>
            </a:pPr>
            <a:r>
              <a:rPr lang="en-US" sz="1200" b="0"/>
              <a:t>XML Enabled, Web Services, Access / Privilege Models</a:t>
            </a:r>
          </a:p>
          <a:p>
            <a:pPr marL="342900" indent="-342900">
              <a:spcBef>
                <a:spcPct val="20000"/>
              </a:spcBef>
              <a:buClr>
                <a:schemeClr val="hlink"/>
              </a:buClr>
              <a:buSzPct val="110000"/>
              <a:buFont typeface="Wingdings" pitchFamily="2" charset="2"/>
              <a:buBlip>
                <a:blip r:embed="rId3"/>
              </a:buBlip>
            </a:pPr>
            <a:r>
              <a:rPr lang="en-US" sz="1400" b="0"/>
              <a:t>Define Short Term Functional Requirements</a:t>
            </a:r>
          </a:p>
          <a:p>
            <a:pPr marL="342900" indent="-342900">
              <a:spcBef>
                <a:spcPct val="20000"/>
              </a:spcBef>
              <a:buClr>
                <a:schemeClr val="hlink"/>
              </a:buClr>
              <a:buSzPct val="110000"/>
              <a:buFont typeface="Wingdings" pitchFamily="2" charset="2"/>
              <a:buBlip>
                <a:blip r:embed="rId3"/>
              </a:buBlip>
            </a:pPr>
            <a:r>
              <a:rPr lang="en-US" sz="1400" b="0"/>
              <a:t>Define Long Term Functional Requirements</a:t>
            </a:r>
          </a:p>
        </p:txBody>
      </p:sp>
      <p:sp>
        <p:nvSpPr>
          <p:cNvPr id="373768" name="Text Box 8"/>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73770" name="Text Box 10"/>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73771" name="Rectangle 11"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Critical Business Requirements</a:t>
            </a:r>
          </a:p>
          <a:p>
            <a:pPr marL="342900" indent="-342900">
              <a:spcBef>
                <a:spcPct val="20000"/>
              </a:spcBef>
              <a:buClr>
                <a:schemeClr val="hlink"/>
              </a:buClr>
              <a:buSzPct val="110000"/>
              <a:buFont typeface="Wingdings" pitchFamily="2" charset="2"/>
              <a:buBlip>
                <a:blip r:embed="rId3"/>
              </a:buBlip>
            </a:pPr>
            <a:r>
              <a:rPr lang="en-US" sz="1400" b="0"/>
              <a:t>Technical Considerations</a:t>
            </a:r>
          </a:p>
          <a:p>
            <a:pPr marL="342900" indent="-342900">
              <a:spcBef>
                <a:spcPct val="20000"/>
              </a:spcBef>
              <a:buClr>
                <a:schemeClr val="hlink"/>
              </a:buClr>
              <a:buSzPct val="110000"/>
              <a:buFont typeface="Wingdings" pitchFamily="2" charset="2"/>
              <a:buBlip>
                <a:blip r:embed="rId3"/>
              </a:buBlip>
            </a:pPr>
            <a:r>
              <a:rPr lang="en-US" sz="1400" b="0"/>
              <a:t>Functional Requirements (60-90 Days)</a:t>
            </a:r>
          </a:p>
          <a:p>
            <a:pPr marL="342900" indent="-342900">
              <a:spcBef>
                <a:spcPct val="20000"/>
              </a:spcBef>
              <a:buClr>
                <a:schemeClr val="hlink"/>
              </a:buClr>
              <a:buSzPct val="110000"/>
              <a:buFont typeface="Wingdings" pitchFamily="2" charset="2"/>
              <a:buBlip>
                <a:blip r:embed="rId3"/>
              </a:buBlip>
            </a:pPr>
            <a:r>
              <a:rPr lang="en-US" sz="1400" b="0"/>
              <a:t>Functional Requirements (90+ Days)</a:t>
            </a:r>
          </a:p>
          <a:p>
            <a:pPr marL="342900" indent="-342900">
              <a:spcBef>
                <a:spcPct val="20000"/>
              </a:spcBef>
              <a:buClr>
                <a:schemeClr val="hlink"/>
              </a:buClr>
              <a:buSzPct val="110000"/>
              <a:buFont typeface="Wingdings" pitchFamily="2" charset="2"/>
              <a:buBlip>
                <a:blip r:embed="rId3"/>
              </a:buBlip>
            </a:pPr>
            <a:r>
              <a:rPr lang="en-US" sz="1400" b="0"/>
              <a:t>System Requirements (based on business driver).  </a:t>
            </a:r>
          </a:p>
          <a:p>
            <a:pPr marL="342900" indent="-342900">
              <a:spcBef>
                <a:spcPct val="20000"/>
              </a:spcBef>
              <a:buClr>
                <a:schemeClr val="hlink"/>
              </a:buClr>
              <a:buSzPct val="110000"/>
              <a:buFont typeface="Wingdings" pitchFamily="2" charset="2"/>
              <a:buBlip>
                <a:blip r:embed="rId3"/>
              </a:buBlip>
            </a:pPr>
            <a:r>
              <a:rPr lang="en-US" sz="1400" b="0"/>
              <a:t>Weighted selection criteria</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BB09F6C1-EB30-424B-B31F-412F453FCDE5}" type="slidenum">
              <a:rPr lang="en-US"/>
              <a:pPr/>
              <a:t>14</a:t>
            </a:fld>
            <a:endParaRPr lang="en-US"/>
          </a:p>
        </p:txBody>
      </p:sp>
      <p:sp>
        <p:nvSpPr>
          <p:cNvPr id="377858"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Create Solution Architecture</a:t>
            </a:r>
          </a:p>
        </p:txBody>
      </p:sp>
      <p:sp>
        <p:nvSpPr>
          <p:cNvPr id="377860" name="Rectangle 4"/>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Architecture</a:t>
            </a:r>
          </a:p>
        </p:txBody>
      </p:sp>
      <p:sp>
        <p:nvSpPr>
          <p:cNvPr id="377861" name="Rectangle 5" descr="Rectangle: Click to edit Master text styles&#10;Second level&#10;Third level&#10;Fourth level&#10;Fifth level"/>
          <p:cNvSpPr>
            <a:spLocks noChangeArrowheads="1"/>
          </p:cNvSpPr>
          <p:nvPr/>
        </p:nvSpPr>
        <p:spPr bwMode="auto">
          <a:xfrm>
            <a:off x="889000" y="2730500"/>
            <a:ext cx="3759200" cy="22987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Define Common and Unique Components (SRM)</a:t>
            </a:r>
          </a:p>
          <a:p>
            <a:pPr marL="342900" indent="-342900">
              <a:spcBef>
                <a:spcPct val="20000"/>
              </a:spcBef>
              <a:buClr>
                <a:schemeClr val="hlink"/>
              </a:buClr>
              <a:buSzPct val="110000"/>
              <a:buFont typeface="Wingdings" pitchFamily="2" charset="2"/>
              <a:buBlip>
                <a:blip r:embed="rId3"/>
              </a:buBlip>
            </a:pPr>
            <a:r>
              <a:rPr lang="en-US" sz="1400" b="0"/>
              <a:t>Assess Existing Components That May Be Leveraged</a:t>
            </a:r>
          </a:p>
          <a:p>
            <a:pPr marL="342900" indent="-342900">
              <a:spcBef>
                <a:spcPct val="20000"/>
              </a:spcBef>
              <a:buClr>
                <a:schemeClr val="hlink"/>
              </a:buClr>
              <a:buSzPct val="110000"/>
              <a:buFont typeface="Wingdings" pitchFamily="2" charset="2"/>
              <a:buBlip>
                <a:blip r:embed="rId3"/>
              </a:buBlip>
            </a:pPr>
            <a:r>
              <a:rPr lang="en-US" sz="1400" b="0"/>
              <a:t>Create Wiring, Linkages, Activity Diagrams</a:t>
            </a:r>
          </a:p>
          <a:p>
            <a:pPr marL="342900" indent="-342900">
              <a:spcBef>
                <a:spcPct val="20000"/>
              </a:spcBef>
              <a:buClr>
                <a:schemeClr val="hlink"/>
              </a:buClr>
              <a:buSzPct val="110000"/>
              <a:buFont typeface="Wingdings" pitchFamily="2" charset="2"/>
              <a:buBlip>
                <a:blip r:embed="rId3"/>
              </a:buBlip>
            </a:pPr>
            <a:r>
              <a:rPr lang="en-US" sz="1400" b="0"/>
              <a:t>Create Data and Supporting Information</a:t>
            </a:r>
          </a:p>
        </p:txBody>
      </p:sp>
      <p:sp>
        <p:nvSpPr>
          <p:cNvPr id="377864" name="Text Box 8"/>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77866" name="Text Box 10"/>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77867" name="Rectangle 11" descr="Rectangle: Click to edit Master text styles&#10;Second level&#10;Third level&#10;Fourth level&#10;Fifth level"/>
          <p:cNvSpPr>
            <a:spLocks noChangeArrowheads="1"/>
          </p:cNvSpPr>
          <p:nvPr/>
        </p:nvSpPr>
        <p:spPr bwMode="auto">
          <a:xfrm>
            <a:off x="4876800" y="2743200"/>
            <a:ext cx="3657600" cy="22098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Access and Delivery Channel Requirements</a:t>
            </a:r>
          </a:p>
          <a:p>
            <a:pPr marL="342900" indent="-342900">
              <a:spcBef>
                <a:spcPct val="20000"/>
              </a:spcBef>
              <a:buClr>
                <a:schemeClr val="hlink"/>
              </a:buClr>
              <a:buSzPct val="110000"/>
              <a:buFont typeface="Wingdings" pitchFamily="2" charset="2"/>
              <a:buBlip>
                <a:blip r:embed="rId3"/>
              </a:buBlip>
            </a:pPr>
            <a:r>
              <a:rPr lang="en-US" sz="1400" b="0"/>
              <a:t>Technical Reference Model</a:t>
            </a:r>
          </a:p>
          <a:p>
            <a:pPr marL="342900" indent="-342900">
              <a:spcBef>
                <a:spcPct val="20000"/>
              </a:spcBef>
              <a:buClr>
                <a:schemeClr val="hlink"/>
              </a:buClr>
              <a:buSzPct val="110000"/>
              <a:buFont typeface="Wingdings" pitchFamily="2" charset="2"/>
              <a:buBlip>
                <a:blip r:embed="rId3"/>
              </a:buBlip>
            </a:pPr>
            <a:r>
              <a:rPr lang="en-US" sz="1400" b="0"/>
              <a:t>Service Component Architecture</a:t>
            </a:r>
          </a:p>
          <a:p>
            <a:pPr marL="742950" lvl="1" indent="-285750">
              <a:spcBef>
                <a:spcPct val="20000"/>
              </a:spcBef>
              <a:buClr>
                <a:schemeClr val="tx1"/>
              </a:buClr>
              <a:buSzPct val="60000"/>
              <a:buFont typeface="Wingdings" pitchFamily="2" charset="2"/>
              <a:buChar char="n"/>
            </a:pPr>
            <a:r>
              <a:rPr lang="en-US" sz="1200" b="0"/>
              <a:t>Components, Linkages, and Locations</a:t>
            </a:r>
          </a:p>
          <a:p>
            <a:pPr marL="742950" lvl="1" indent="-285750">
              <a:spcBef>
                <a:spcPct val="20000"/>
              </a:spcBef>
              <a:buClr>
                <a:schemeClr val="tx1"/>
              </a:buClr>
              <a:buSzPct val="60000"/>
              <a:buFont typeface="Wingdings" pitchFamily="2" charset="2"/>
              <a:buChar char="n"/>
            </a:pPr>
            <a:r>
              <a:rPr lang="en-US" sz="1200" b="0"/>
              <a:t>Wiring Diagrams</a:t>
            </a:r>
          </a:p>
          <a:p>
            <a:pPr marL="742950" lvl="1" indent="-285750">
              <a:spcBef>
                <a:spcPct val="20000"/>
              </a:spcBef>
              <a:buClr>
                <a:schemeClr val="tx1"/>
              </a:buClr>
              <a:buSzPct val="60000"/>
              <a:buFont typeface="Wingdings" pitchFamily="2" charset="2"/>
              <a:buChar char="n"/>
            </a:pPr>
            <a:r>
              <a:rPr lang="en-US" sz="1200" b="0"/>
              <a:t>Value-Chain Participants</a:t>
            </a:r>
          </a:p>
          <a:p>
            <a:pPr marL="342900" indent="-342900">
              <a:spcBef>
                <a:spcPct val="20000"/>
              </a:spcBef>
              <a:buClr>
                <a:schemeClr val="hlink"/>
              </a:buClr>
              <a:buSzPct val="110000"/>
              <a:buFont typeface="Wingdings" pitchFamily="2" charset="2"/>
              <a:buBlip>
                <a:blip r:embed="rId3"/>
              </a:buBlip>
            </a:pPr>
            <a:r>
              <a:rPr lang="en-US" sz="1400" b="0"/>
              <a:t>Data and Information Architecture</a:t>
            </a:r>
          </a:p>
          <a:p>
            <a:pPr marL="342900" indent="-342900">
              <a:spcBef>
                <a:spcPct val="20000"/>
              </a:spcBef>
              <a:buClr>
                <a:schemeClr val="hlink"/>
              </a:buClr>
              <a:buSzPct val="110000"/>
              <a:buFont typeface="Wingdings" pitchFamily="2" charset="2"/>
              <a:buBlip>
                <a:blip r:embed="rId3"/>
              </a:buBlip>
            </a:pPr>
            <a:r>
              <a:rPr lang="en-US" sz="1400" b="0"/>
              <a:t>Data Model </a:t>
            </a:r>
          </a:p>
          <a:p>
            <a:pPr marL="342900" indent="-342900">
              <a:spcBef>
                <a:spcPct val="20000"/>
              </a:spcBef>
              <a:buClr>
                <a:schemeClr val="hlink"/>
              </a:buClr>
              <a:buSzPct val="110000"/>
              <a:buFont typeface="Wingdings" pitchFamily="2" charset="2"/>
              <a:buBlip>
                <a:blip r:embed="rId3"/>
              </a:buBlip>
            </a:pPr>
            <a:r>
              <a:rPr lang="en-US" sz="1400" b="0"/>
              <a:t>Technical Architecture (mapping to BRM)</a:t>
            </a:r>
          </a:p>
          <a:p>
            <a:pPr marL="342900" indent="-342900">
              <a:spcBef>
                <a:spcPct val="20000"/>
              </a:spcBef>
              <a:buClr>
                <a:schemeClr val="hlink"/>
              </a:buClr>
              <a:buSzPct val="110000"/>
              <a:buFont typeface="Wingdings" pitchFamily="2" charset="2"/>
              <a:buBlip>
                <a:blip r:embed="rId3"/>
              </a:buBlip>
            </a:pPr>
            <a:r>
              <a:rPr lang="en-US" sz="1400" b="0"/>
              <a:t>Target Process and Activity Model</a:t>
            </a:r>
          </a:p>
          <a:p>
            <a:pPr marL="342900" indent="-342900">
              <a:spcBef>
                <a:spcPct val="20000"/>
              </a:spcBef>
              <a:buClr>
                <a:schemeClr val="hlink"/>
              </a:buClr>
              <a:buSzPct val="110000"/>
              <a:buFont typeface="Wingdings" pitchFamily="2" charset="2"/>
              <a:buNone/>
            </a:pPr>
            <a:endParaRPr lang="en-US" sz="1400" b="0"/>
          </a:p>
          <a:p>
            <a:pPr marL="342900" indent="-342900">
              <a:spcBef>
                <a:spcPct val="20000"/>
              </a:spcBef>
              <a:buClr>
                <a:schemeClr val="hlink"/>
              </a:buClr>
              <a:buSzPct val="110000"/>
              <a:buFont typeface="Wingdings" pitchFamily="2" charset="2"/>
              <a:buBlip>
                <a:blip r:embed="rId3"/>
              </a:buBlip>
            </a:pPr>
            <a:endParaRPr lang="en-US" sz="1400" b="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B7562A66-18B7-4E8A-8AFF-113DB9326080}" type="slidenum">
              <a:rPr lang="en-US"/>
              <a:pPr/>
              <a:t>15</a:t>
            </a:fld>
            <a:endParaRPr lang="en-US"/>
          </a:p>
        </p:txBody>
      </p:sp>
      <p:sp>
        <p:nvSpPr>
          <p:cNvPr id="375810"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Source the necessary solution components, establish agreements between agencies and vendors in architecture terms</a:t>
            </a:r>
          </a:p>
        </p:txBody>
      </p:sp>
      <p:sp>
        <p:nvSpPr>
          <p:cNvPr id="375812" name="Rectangle 4"/>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Acquisition</a:t>
            </a:r>
          </a:p>
        </p:txBody>
      </p:sp>
      <p:sp>
        <p:nvSpPr>
          <p:cNvPr id="375813" name="Rectangle 5" descr="Rectangle: Click to edit Master text styles&#10;Second level&#10;Third level&#10;Fourth level&#10;Fifth level"/>
          <p:cNvSpPr>
            <a:spLocks noChangeArrowheads="1"/>
          </p:cNvSpPr>
          <p:nvPr/>
        </p:nvSpPr>
        <p:spPr bwMode="auto">
          <a:xfrm>
            <a:off x="889000" y="2743200"/>
            <a:ext cx="3606800" cy="18923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Create Component Sourcing Strategy</a:t>
            </a:r>
          </a:p>
          <a:p>
            <a:pPr marL="342900" indent="-342900">
              <a:spcBef>
                <a:spcPct val="20000"/>
              </a:spcBef>
              <a:buClr>
                <a:schemeClr val="hlink"/>
              </a:buClr>
              <a:buSzPct val="110000"/>
              <a:buFont typeface="Wingdings" pitchFamily="2" charset="2"/>
              <a:buBlip>
                <a:blip r:embed="rId3"/>
              </a:buBlip>
            </a:pPr>
            <a:r>
              <a:rPr lang="en-US" sz="1400" b="0"/>
              <a:t>Purchase / Leverage Service Components</a:t>
            </a:r>
          </a:p>
          <a:p>
            <a:pPr marL="342900" indent="-342900">
              <a:spcBef>
                <a:spcPct val="20000"/>
              </a:spcBef>
              <a:buClr>
                <a:schemeClr val="hlink"/>
              </a:buClr>
              <a:buSzPct val="110000"/>
              <a:buFont typeface="Wingdings" pitchFamily="2" charset="2"/>
              <a:buBlip>
                <a:blip r:embed="rId3"/>
              </a:buBlip>
            </a:pPr>
            <a:r>
              <a:rPr lang="en-US" sz="1400" b="0"/>
              <a:t>Develop Solutions Architecture &amp; Prototype</a:t>
            </a:r>
          </a:p>
          <a:p>
            <a:pPr marL="342900" indent="-342900">
              <a:spcBef>
                <a:spcPct val="20000"/>
              </a:spcBef>
              <a:buClr>
                <a:schemeClr val="hlink"/>
              </a:buClr>
              <a:buSzPct val="110000"/>
              <a:buFont typeface="Wingdings" pitchFamily="2" charset="2"/>
              <a:buBlip>
                <a:blip r:embed="rId3"/>
              </a:buBlip>
            </a:pPr>
            <a:r>
              <a:rPr lang="en-US" sz="1400" b="0"/>
              <a:t>Define Legacy Integration requirements</a:t>
            </a:r>
          </a:p>
          <a:p>
            <a:pPr marL="342900" indent="-342900">
              <a:spcBef>
                <a:spcPct val="20000"/>
              </a:spcBef>
              <a:buClr>
                <a:schemeClr val="hlink"/>
              </a:buClr>
              <a:buSzPct val="110000"/>
              <a:buFont typeface="Wingdings" pitchFamily="2" charset="2"/>
              <a:buBlip>
                <a:blip r:embed="rId3"/>
              </a:buBlip>
            </a:pPr>
            <a:r>
              <a:rPr lang="en-US" sz="1400" b="0"/>
              <a:t>Define Component Service Level Agreements</a:t>
            </a:r>
          </a:p>
          <a:p>
            <a:pPr marL="742950" lvl="1" indent="-285750">
              <a:spcBef>
                <a:spcPct val="20000"/>
              </a:spcBef>
              <a:buClr>
                <a:schemeClr val="tx1"/>
              </a:buClr>
              <a:buSzPct val="60000"/>
              <a:buFont typeface="Wingdings" pitchFamily="2" charset="2"/>
              <a:buChar char="n"/>
            </a:pPr>
            <a:r>
              <a:rPr lang="en-US" sz="1200" b="0"/>
              <a:t>Buy, Build, Lease, Borrow</a:t>
            </a:r>
          </a:p>
        </p:txBody>
      </p:sp>
      <p:sp>
        <p:nvSpPr>
          <p:cNvPr id="375816" name="Text Box 8"/>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75818" name="Text Box 10"/>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75819" name="Rectangle 11"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Component Sourcing Strategy</a:t>
            </a:r>
          </a:p>
          <a:p>
            <a:pPr marL="742950" lvl="1" indent="-285750">
              <a:spcBef>
                <a:spcPct val="20000"/>
              </a:spcBef>
              <a:buClr>
                <a:schemeClr val="tx1"/>
              </a:buClr>
              <a:buSzPct val="60000"/>
              <a:buFont typeface="Wingdings" pitchFamily="2" charset="2"/>
              <a:buChar char="n"/>
            </a:pPr>
            <a:r>
              <a:rPr lang="en-US" sz="1200" b="0"/>
              <a:t>Vendors, Products</a:t>
            </a:r>
          </a:p>
          <a:p>
            <a:pPr marL="742950" lvl="1" indent="-285750">
              <a:spcBef>
                <a:spcPct val="20000"/>
              </a:spcBef>
              <a:buClr>
                <a:schemeClr val="tx1"/>
              </a:buClr>
              <a:buSzPct val="60000"/>
              <a:buFont typeface="Wingdings" pitchFamily="2" charset="2"/>
              <a:buChar char="n"/>
            </a:pPr>
            <a:r>
              <a:rPr lang="en-US" sz="1200" b="0"/>
              <a:t>Service Level Agreements (SLA)</a:t>
            </a:r>
          </a:p>
          <a:p>
            <a:pPr marL="342900" indent="-342900">
              <a:spcBef>
                <a:spcPct val="20000"/>
              </a:spcBef>
              <a:buClr>
                <a:schemeClr val="hlink"/>
              </a:buClr>
              <a:buSzPct val="110000"/>
              <a:buFont typeface="Wingdings" pitchFamily="2" charset="2"/>
              <a:buBlip>
                <a:blip r:embed="rId3"/>
              </a:buBlip>
            </a:pPr>
            <a:r>
              <a:rPr lang="en-US" sz="1300" b="0"/>
              <a:t>COTS Common Criteria profiles (map of features/functions to business drivers)</a:t>
            </a:r>
          </a:p>
          <a:p>
            <a:pPr marL="342900" indent="-342900">
              <a:spcBef>
                <a:spcPct val="20000"/>
              </a:spcBef>
              <a:buClr>
                <a:schemeClr val="hlink"/>
              </a:buClr>
              <a:buSzPct val="110000"/>
              <a:buFont typeface="Wingdings" pitchFamily="2" charset="2"/>
              <a:buBlip>
                <a:blip r:embed="rId3"/>
              </a:buBlip>
            </a:pPr>
            <a:r>
              <a:rPr lang="en-US" sz="1300" b="0"/>
              <a:t>Past performance data (proof in the pudding) is necessary prerequisite</a:t>
            </a:r>
          </a:p>
          <a:p>
            <a:pPr marL="342900" indent="-342900">
              <a:spcBef>
                <a:spcPct val="20000"/>
              </a:spcBef>
              <a:buClr>
                <a:schemeClr val="hlink"/>
              </a:buClr>
              <a:buSzPct val="110000"/>
              <a:buFont typeface="Wingdings" pitchFamily="2" charset="2"/>
              <a:buBlip>
                <a:blip r:embed="rId3"/>
              </a:buBlip>
            </a:pPr>
            <a:endParaRPr lang="en-US" sz="1400" b="0"/>
          </a:p>
          <a:p>
            <a:pPr marL="342900" indent="-342900">
              <a:spcBef>
                <a:spcPct val="20000"/>
              </a:spcBef>
              <a:buClr>
                <a:schemeClr val="hlink"/>
              </a:buClr>
              <a:buSzPct val="110000"/>
              <a:buFont typeface="Wingdings" pitchFamily="2" charset="2"/>
              <a:buBlip>
                <a:blip r:embed="rId3"/>
              </a:buBlip>
            </a:pPr>
            <a:endParaRPr lang="en-US" sz="1400" b="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D3B50E30-4487-454C-B4D7-1BBF1AC8C1B4}" type="slidenum">
              <a:rPr lang="en-US"/>
              <a:pPr/>
              <a:t>16</a:t>
            </a:fld>
            <a:endParaRPr lang="en-US"/>
          </a:p>
        </p:txBody>
      </p:sp>
      <p:sp>
        <p:nvSpPr>
          <p:cNvPr id="379906"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Develop and Implement the Initiative (two stages; prototype and full enterprise roll out)</a:t>
            </a:r>
          </a:p>
        </p:txBody>
      </p:sp>
      <p:sp>
        <p:nvSpPr>
          <p:cNvPr id="379908" name="Rectangle 4"/>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Integration</a:t>
            </a:r>
          </a:p>
        </p:txBody>
      </p:sp>
      <p:sp>
        <p:nvSpPr>
          <p:cNvPr id="379909" name="Rectangle 5" descr="Rectangle: Click to edit Master text styles&#10;Second level&#10;Third level&#10;Fourth level&#10;Fifth level"/>
          <p:cNvSpPr>
            <a:spLocks noChangeArrowheads="1"/>
          </p:cNvSpPr>
          <p:nvPr/>
        </p:nvSpPr>
        <p:spPr bwMode="auto">
          <a:xfrm>
            <a:off x="901700" y="2755900"/>
            <a:ext cx="3670300" cy="18923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Define Security and Performance Requirements</a:t>
            </a:r>
          </a:p>
          <a:p>
            <a:pPr marL="342900" indent="-342900">
              <a:spcBef>
                <a:spcPct val="20000"/>
              </a:spcBef>
              <a:buClr>
                <a:schemeClr val="hlink"/>
              </a:buClr>
              <a:buSzPct val="110000"/>
              <a:buFont typeface="Wingdings" pitchFamily="2" charset="2"/>
              <a:buBlip>
                <a:blip r:embed="rId3"/>
              </a:buBlip>
            </a:pPr>
            <a:r>
              <a:rPr lang="en-US" sz="1400" b="0"/>
              <a:t>Define System Architecture (i.e., platforms, network, etc)</a:t>
            </a:r>
          </a:p>
          <a:p>
            <a:pPr marL="342900" indent="-342900">
              <a:spcBef>
                <a:spcPct val="20000"/>
              </a:spcBef>
              <a:buClr>
                <a:schemeClr val="hlink"/>
              </a:buClr>
              <a:buSzPct val="110000"/>
              <a:buFont typeface="Wingdings" pitchFamily="2" charset="2"/>
              <a:buBlip>
                <a:blip r:embed="rId3"/>
              </a:buBlip>
            </a:pPr>
            <a:r>
              <a:rPr lang="en-US" sz="1400" b="0"/>
              <a:t>Prototype development and Testing</a:t>
            </a:r>
          </a:p>
          <a:p>
            <a:pPr marL="342900" indent="-342900">
              <a:spcBef>
                <a:spcPct val="20000"/>
              </a:spcBef>
              <a:buClr>
                <a:schemeClr val="hlink"/>
              </a:buClr>
              <a:buSzPct val="110000"/>
              <a:buFont typeface="Wingdings" pitchFamily="2" charset="2"/>
              <a:buBlip>
                <a:blip r:embed="rId3"/>
              </a:buBlip>
            </a:pPr>
            <a:r>
              <a:rPr lang="en-US" sz="1400" b="0"/>
              <a:t>Rollout Considerations</a:t>
            </a:r>
          </a:p>
        </p:txBody>
      </p:sp>
      <p:sp>
        <p:nvSpPr>
          <p:cNvPr id="379913" name="Text Box 9"/>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379915" name="Text Box 11"/>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379916" name="Rectangle 12"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Technical Implementation Plan</a:t>
            </a:r>
          </a:p>
          <a:p>
            <a:pPr marL="342900" indent="-342900">
              <a:spcBef>
                <a:spcPct val="20000"/>
              </a:spcBef>
              <a:buClr>
                <a:schemeClr val="hlink"/>
              </a:buClr>
              <a:buSzPct val="110000"/>
              <a:buFont typeface="Wingdings" pitchFamily="2" charset="2"/>
              <a:buBlip>
                <a:blip r:embed="rId3"/>
              </a:buBlip>
            </a:pPr>
            <a:r>
              <a:rPr lang="en-US" sz="1400" b="0"/>
              <a:t>Security Specifications</a:t>
            </a:r>
          </a:p>
          <a:p>
            <a:pPr marL="342900" indent="-342900">
              <a:spcBef>
                <a:spcPct val="20000"/>
              </a:spcBef>
              <a:buClr>
                <a:schemeClr val="hlink"/>
              </a:buClr>
              <a:buSzPct val="110000"/>
              <a:buFont typeface="Wingdings" pitchFamily="2" charset="2"/>
              <a:buBlip>
                <a:blip r:embed="rId3"/>
              </a:buBlip>
            </a:pPr>
            <a:r>
              <a:rPr lang="en-US" sz="1400" b="0"/>
              <a:t>System Architecture</a:t>
            </a:r>
          </a:p>
          <a:p>
            <a:pPr marL="342900" indent="-342900">
              <a:spcBef>
                <a:spcPct val="20000"/>
              </a:spcBef>
              <a:buClr>
                <a:schemeClr val="hlink"/>
              </a:buClr>
              <a:buSzPct val="110000"/>
              <a:buFont typeface="Wingdings" pitchFamily="2" charset="2"/>
              <a:buBlip>
                <a:blip r:embed="rId3"/>
              </a:buBlip>
            </a:pPr>
            <a:r>
              <a:rPr lang="en-US" sz="1400" b="0"/>
              <a:t>Testing Plan</a:t>
            </a:r>
          </a:p>
          <a:p>
            <a:pPr marL="342900" indent="-342900">
              <a:spcBef>
                <a:spcPct val="20000"/>
              </a:spcBef>
              <a:buClr>
                <a:schemeClr val="hlink"/>
              </a:buClr>
              <a:buSzPct val="110000"/>
              <a:buFont typeface="Wingdings" pitchFamily="2" charset="2"/>
              <a:buBlip>
                <a:blip r:embed="rId3"/>
              </a:buBlip>
            </a:pPr>
            <a:r>
              <a:rPr lang="en-US" sz="1400" b="0"/>
              <a:t>Software Development Artifacts</a:t>
            </a:r>
          </a:p>
          <a:p>
            <a:pPr marL="742950" lvl="1" indent="-285750">
              <a:spcBef>
                <a:spcPct val="20000"/>
              </a:spcBef>
              <a:buClr>
                <a:schemeClr val="tx1"/>
              </a:buClr>
              <a:buSzPct val="60000"/>
              <a:buFont typeface="Wingdings" pitchFamily="2" charset="2"/>
              <a:buChar char="n"/>
            </a:pPr>
            <a:r>
              <a:rPr lang="en-US" sz="1200" b="0"/>
              <a:t>Coding Guidelines</a:t>
            </a:r>
          </a:p>
          <a:p>
            <a:pPr marL="742950" lvl="1" indent="-285750">
              <a:spcBef>
                <a:spcPct val="20000"/>
              </a:spcBef>
              <a:buClr>
                <a:schemeClr val="tx1"/>
              </a:buClr>
              <a:buSzPct val="60000"/>
              <a:buFont typeface="Wingdings" pitchFamily="2" charset="2"/>
              <a:buChar char="n"/>
            </a:pPr>
            <a:r>
              <a:rPr lang="en-US" sz="1200" b="0"/>
              <a:t>Branding Requirements</a:t>
            </a:r>
          </a:p>
          <a:p>
            <a:pPr marL="742950" lvl="1" indent="-285750">
              <a:spcBef>
                <a:spcPct val="20000"/>
              </a:spcBef>
              <a:buClr>
                <a:schemeClr val="tx1"/>
              </a:buClr>
              <a:buSzPct val="60000"/>
              <a:buFont typeface="Wingdings" pitchFamily="2" charset="2"/>
              <a:buChar char="n"/>
            </a:pPr>
            <a:r>
              <a:rPr lang="en-US" sz="1200" b="0"/>
              <a:t>Design Documentation</a:t>
            </a:r>
          </a:p>
          <a:p>
            <a:pPr marL="742950" lvl="1" indent="-285750">
              <a:spcBef>
                <a:spcPct val="20000"/>
              </a:spcBef>
              <a:buClr>
                <a:schemeClr val="tx1"/>
              </a:buClr>
              <a:buSzPct val="60000"/>
              <a:buFont typeface="Wingdings" pitchFamily="2" charset="2"/>
              <a:buChar char="n"/>
            </a:pPr>
            <a:r>
              <a:rPr lang="en-US" sz="1200" b="0"/>
              <a:t>Manuals and Documentations</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3"/>
          <p:cNvSpPr>
            <a:spLocks noGrp="1"/>
          </p:cNvSpPr>
          <p:nvPr>
            <p:ph type="sldNum" sz="quarter" idx="10"/>
          </p:nvPr>
        </p:nvSpPr>
        <p:spPr/>
        <p:txBody>
          <a:bodyPr/>
          <a:lstStyle/>
          <a:p>
            <a:fld id="{0D2831C5-E561-479C-9305-7E8FED4F9A25}" type="slidenum">
              <a:rPr lang="en-US"/>
              <a:pPr/>
              <a:t>17</a:t>
            </a:fld>
            <a:endParaRPr lang="en-US"/>
          </a:p>
        </p:txBody>
      </p:sp>
      <p:sp>
        <p:nvSpPr>
          <p:cNvPr id="418818" name="Rectangle 2"/>
          <p:cNvSpPr>
            <a:spLocks noGrp="1" noChangeArrowheads="1"/>
          </p:cNvSpPr>
          <p:nvPr>
            <p:ph type="title"/>
          </p:nvPr>
        </p:nvSpPr>
        <p:spPr>
          <a:xfrm>
            <a:off x="279400" y="177800"/>
            <a:ext cx="8559800" cy="838200"/>
          </a:xfrm>
        </p:spPr>
        <p:txBody>
          <a:bodyPr/>
          <a:lstStyle/>
          <a:p>
            <a:r>
              <a:rPr lang="en-US" sz="2000"/>
              <a:t/>
            </a:r>
            <a:br>
              <a:rPr lang="en-US" sz="2000"/>
            </a:br>
            <a:r>
              <a:rPr lang="en-US" sz="2000"/>
              <a:t>Develop and Implement the Initiative (two stages; prototype and full enterprise roll out)</a:t>
            </a:r>
          </a:p>
        </p:txBody>
      </p:sp>
      <p:sp>
        <p:nvSpPr>
          <p:cNvPr id="418819" name="Rectangle 3"/>
          <p:cNvSpPr>
            <a:spLocks noChangeArrowheads="1"/>
          </p:cNvSpPr>
          <p:nvPr/>
        </p:nvSpPr>
        <p:spPr bwMode="auto">
          <a:xfrm>
            <a:off x="698500" y="1536700"/>
            <a:ext cx="1524000" cy="546100"/>
          </a:xfrm>
          <a:prstGeom prst="rect">
            <a:avLst/>
          </a:prstGeom>
          <a:solidFill>
            <a:schemeClr val="tx1"/>
          </a:solidFill>
          <a:ln w="12700">
            <a:solidFill>
              <a:schemeClr val="tx1"/>
            </a:solidFill>
            <a:miter lim="800000"/>
            <a:headEnd/>
            <a:tailEnd/>
          </a:ln>
          <a:effectLst>
            <a:outerShdw dist="35921" dir="2700000" algn="ctr" rotWithShape="0">
              <a:schemeClr val="bg2"/>
            </a:outerShdw>
          </a:effectLst>
        </p:spPr>
        <p:txBody>
          <a:bodyPr wrap="none" anchor="ctr"/>
          <a:lstStyle/>
          <a:p>
            <a:pPr algn="ctr" eaLnBrk="0" hangingPunct="0"/>
            <a:r>
              <a:rPr lang="en-US" sz="1200">
                <a:solidFill>
                  <a:schemeClr val="bg1"/>
                </a:solidFill>
                <a:latin typeface="Arial" charset="0"/>
              </a:rPr>
              <a:t>Execution</a:t>
            </a:r>
          </a:p>
        </p:txBody>
      </p:sp>
      <p:sp>
        <p:nvSpPr>
          <p:cNvPr id="418820" name="Rectangle 4" descr="Rectangle: Click to edit Master text styles&#10;Second level&#10;Third level&#10;Fourth level&#10;Fifth level"/>
          <p:cNvSpPr>
            <a:spLocks noChangeArrowheads="1"/>
          </p:cNvSpPr>
          <p:nvPr/>
        </p:nvSpPr>
        <p:spPr bwMode="auto">
          <a:xfrm>
            <a:off x="901700" y="2755900"/>
            <a:ext cx="3670300" cy="18923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Change and Configuration Management</a:t>
            </a:r>
          </a:p>
          <a:p>
            <a:pPr marL="342900" indent="-342900">
              <a:spcBef>
                <a:spcPct val="20000"/>
              </a:spcBef>
              <a:buClr>
                <a:schemeClr val="hlink"/>
              </a:buClr>
              <a:buSzPct val="110000"/>
              <a:buFont typeface="Wingdings" pitchFamily="2" charset="2"/>
              <a:buBlip>
                <a:blip r:embed="rId3"/>
              </a:buBlip>
            </a:pPr>
            <a:r>
              <a:rPr lang="en-US" sz="1400" b="0"/>
              <a:t>Define Security and Performance Requirements</a:t>
            </a:r>
          </a:p>
          <a:p>
            <a:pPr marL="342900" indent="-342900">
              <a:spcBef>
                <a:spcPct val="20000"/>
              </a:spcBef>
              <a:buClr>
                <a:schemeClr val="hlink"/>
              </a:buClr>
              <a:buSzPct val="110000"/>
              <a:buFont typeface="Wingdings" pitchFamily="2" charset="2"/>
              <a:buBlip>
                <a:blip r:embed="rId3"/>
              </a:buBlip>
            </a:pPr>
            <a:r>
              <a:rPr lang="en-US" sz="1400" b="0"/>
              <a:t>Identify Risks and Mitigation Activities</a:t>
            </a:r>
          </a:p>
          <a:p>
            <a:pPr marL="342900" indent="-342900">
              <a:spcBef>
                <a:spcPct val="20000"/>
              </a:spcBef>
              <a:buClr>
                <a:schemeClr val="hlink"/>
              </a:buClr>
              <a:buSzPct val="110000"/>
              <a:buFont typeface="Wingdings" pitchFamily="2" charset="2"/>
              <a:buBlip>
                <a:blip r:embed="rId3"/>
              </a:buBlip>
            </a:pPr>
            <a:r>
              <a:rPr lang="en-US" sz="1400" b="0"/>
              <a:t>Support and Maintenance</a:t>
            </a:r>
          </a:p>
          <a:p>
            <a:pPr marL="342900" indent="-342900">
              <a:spcBef>
                <a:spcPct val="20000"/>
              </a:spcBef>
              <a:buClr>
                <a:schemeClr val="hlink"/>
              </a:buClr>
              <a:buSzPct val="110000"/>
              <a:buFont typeface="Wingdings" pitchFamily="2" charset="2"/>
              <a:buBlip>
                <a:blip r:embed="rId3"/>
              </a:buBlip>
            </a:pPr>
            <a:r>
              <a:rPr lang="en-US" sz="1400" b="0"/>
              <a:t>Development and Implementation</a:t>
            </a:r>
          </a:p>
          <a:p>
            <a:pPr marL="342900" indent="-342900">
              <a:spcBef>
                <a:spcPct val="20000"/>
              </a:spcBef>
              <a:buClr>
                <a:schemeClr val="hlink"/>
              </a:buClr>
              <a:buSzPct val="110000"/>
              <a:buFont typeface="Wingdings" pitchFamily="2" charset="2"/>
              <a:buBlip>
                <a:blip r:embed="rId3"/>
              </a:buBlip>
            </a:pPr>
            <a:r>
              <a:rPr lang="en-US" sz="1400" b="0"/>
              <a:t>Seat Management</a:t>
            </a:r>
          </a:p>
        </p:txBody>
      </p:sp>
      <p:sp>
        <p:nvSpPr>
          <p:cNvPr id="418821" name="Text Box 5"/>
          <p:cNvSpPr txBox="1">
            <a:spLocks noChangeArrowheads="1"/>
          </p:cNvSpPr>
          <p:nvPr/>
        </p:nvSpPr>
        <p:spPr bwMode="auto">
          <a:xfrm>
            <a:off x="635000" y="2297113"/>
            <a:ext cx="1358900" cy="396875"/>
          </a:xfrm>
          <a:prstGeom prst="rect">
            <a:avLst/>
          </a:prstGeom>
          <a:noFill/>
          <a:ln w="9525">
            <a:noFill/>
            <a:miter lim="800000"/>
            <a:headEnd/>
            <a:tailEnd/>
          </a:ln>
          <a:effectLst/>
        </p:spPr>
        <p:txBody>
          <a:bodyPr wrap="none">
            <a:spAutoFit/>
          </a:bodyPr>
          <a:lstStyle/>
          <a:p>
            <a:r>
              <a:rPr lang="en-US" sz="2000"/>
              <a:t>Activities</a:t>
            </a:r>
          </a:p>
        </p:txBody>
      </p:sp>
      <p:sp>
        <p:nvSpPr>
          <p:cNvPr id="418822" name="Text Box 6"/>
          <p:cNvSpPr txBox="1">
            <a:spLocks noChangeArrowheads="1"/>
          </p:cNvSpPr>
          <p:nvPr/>
        </p:nvSpPr>
        <p:spPr bwMode="auto">
          <a:xfrm>
            <a:off x="4737100" y="2309813"/>
            <a:ext cx="1266825" cy="396875"/>
          </a:xfrm>
          <a:prstGeom prst="rect">
            <a:avLst/>
          </a:prstGeom>
          <a:noFill/>
          <a:ln w="9525">
            <a:noFill/>
            <a:miter lim="800000"/>
            <a:headEnd/>
            <a:tailEnd/>
          </a:ln>
          <a:effectLst/>
        </p:spPr>
        <p:txBody>
          <a:bodyPr wrap="none">
            <a:spAutoFit/>
          </a:bodyPr>
          <a:lstStyle/>
          <a:p>
            <a:r>
              <a:rPr lang="en-US" sz="2000"/>
              <a:t>Artifacts</a:t>
            </a:r>
          </a:p>
        </p:txBody>
      </p:sp>
      <p:sp>
        <p:nvSpPr>
          <p:cNvPr id="418823" name="Rectangle 7" descr="Rectangle: Click to edit Master text styles&#10;Second level&#10;Third level&#10;Fourth level&#10;Fifth level"/>
          <p:cNvSpPr>
            <a:spLocks noChangeArrowheads="1"/>
          </p:cNvSpPr>
          <p:nvPr/>
        </p:nvSpPr>
        <p:spPr bwMode="auto">
          <a:xfrm>
            <a:off x="4876800" y="2743200"/>
            <a:ext cx="3670300" cy="3492500"/>
          </a:xfrm>
          <a:prstGeom prst="rect">
            <a:avLst/>
          </a:prstGeom>
          <a:noFill/>
          <a:ln w="9525">
            <a:noFill/>
            <a:miter lim="800000"/>
            <a:headEnd/>
            <a:tailEnd/>
          </a:ln>
          <a:effectLst/>
        </p:spPr>
        <p:txBody>
          <a:bodyPr/>
          <a:lstStyle/>
          <a:p>
            <a:pPr marL="342900" indent="-342900">
              <a:spcBef>
                <a:spcPct val="20000"/>
              </a:spcBef>
              <a:buClr>
                <a:schemeClr val="hlink"/>
              </a:buClr>
              <a:buSzPct val="110000"/>
              <a:buFont typeface="Wingdings" pitchFamily="2" charset="2"/>
              <a:buBlip>
                <a:blip r:embed="rId3"/>
              </a:buBlip>
            </a:pPr>
            <a:r>
              <a:rPr lang="en-US" sz="1400" b="0"/>
              <a:t>Change Management Plan</a:t>
            </a:r>
          </a:p>
          <a:p>
            <a:pPr marL="342900" indent="-342900">
              <a:spcBef>
                <a:spcPct val="20000"/>
              </a:spcBef>
              <a:buClr>
                <a:schemeClr val="hlink"/>
              </a:buClr>
              <a:buSzPct val="110000"/>
              <a:buFont typeface="Wingdings" pitchFamily="2" charset="2"/>
              <a:buBlip>
                <a:blip r:embed="rId3"/>
              </a:buBlip>
            </a:pPr>
            <a:r>
              <a:rPr lang="en-US" sz="1400" b="0"/>
              <a:t>Technical Implementation Plan</a:t>
            </a:r>
          </a:p>
          <a:p>
            <a:pPr marL="342900" indent="-342900">
              <a:spcBef>
                <a:spcPct val="20000"/>
              </a:spcBef>
              <a:buClr>
                <a:schemeClr val="hlink"/>
              </a:buClr>
              <a:buSzPct val="110000"/>
              <a:buFont typeface="Wingdings" pitchFamily="2" charset="2"/>
              <a:buBlip>
                <a:blip r:embed="rId3"/>
              </a:buBlip>
            </a:pPr>
            <a:r>
              <a:rPr lang="en-US" sz="1400" b="0"/>
              <a:t>Performance Specifications</a:t>
            </a:r>
          </a:p>
          <a:p>
            <a:pPr marL="342900" indent="-342900">
              <a:spcBef>
                <a:spcPct val="20000"/>
              </a:spcBef>
              <a:buClr>
                <a:schemeClr val="hlink"/>
              </a:buClr>
              <a:buSzPct val="110000"/>
              <a:buFont typeface="Wingdings" pitchFamily="2" charset="2"/>
              <a:buBlip>
                <a:blip r:embed="rId3"/>
              </a:buBlip>
            </a:pPr>
            <a:r>
              <a:rPr lang="en-US" sz="1400" b="0"/>
              <a:t>Risk Management Plan</a:t>
            </a:r>
          </a:p>
          <a:p>
            <a:pPr marL="342900" indent="-342900">
              <a:spcBef>
                <a:spcPct val="20000"/>
              </a:spcBef>
              <a:buClr>
                <a:schemeClr val="hlink"/>
              </a:buClr>
              <a:buSzPct val="110000"/>
              <a:buFont typeface="Wingdings" pitchFamily="2" charset="2"/>
              <a:buBlip>
                <a:blip r:embed="rId3"/>
              </a:buBlip>
            </a:pPr>
            <a:r>
              <a:rPr lang="en-US" sz="1400" b="0"/>
              <a:t>Hosting and Support Requirements</a:t>
            </a:r>
            <a:endParaRPr lang="en-US" sz="1300" b="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3E3BD74C-5C56-448B-AE9F-47D65C7B7A09}" type="slidenum">
              <a:rPr lang="en-US"/>
              <a:pPr/>
              <a:t>18</a:t>
            </a:fld>
            <a:endParaRPr lang="en-US"/>
          </a:p>
        </p:txBody>
      </p:sp>
      <p:sp>
        <p:nvSpPr>
          <p:cNvPr id="396290" name="Rectangle 2"/>
          <p:cNvSpPr>
            <a:spLocks noGrp="1" noChangeArrowheads="1"/>
          </p:cNvSpPr>
          <p:nvPr>
            <p:ph type="title"/>
          </p:nvPr>
        </p:nvSpPr>
        <p:spPr>
          <a:xfrm>
            <a:off x="876300" y="1898650"/>
            <a:ext cx="7283450" cy="1143000"/>
          </a:xfrm>
        </p:spPr>
        <p:txBody>
          <a:bodyPr/>
          <a:lstStyle/>
          <a:p>
            <a:pPr algn="ctr"/>
            <a:r>
              <a:rPr lang="en-US"/>
              <a:t>ICH Architecture Assurance Method</a:t>
            </a:r>
            <a:br>
              <a:rPr lang="en-US"/>
            </a:br>
            <a:r>
              <a:rPr lang="en-US" sz="1800"/>
              <a:t>Aligning &amp; vetting the inputs &amp; outputs</a:t>
            </a:r>
            <a:endParaRPr lang="en-US"/>
          </a:p>
        </p:txBody>
      </p:sp>
      <p:sp>
        <p:nvSpPr>
          <p:cNvPr id="396292" name="Text Box 4"/>
          <p:cNvSpPr txBox="1">
            <a:spLocks noChangeArrowheads="1"/>
          </p:cNvSpPr>
          <p:nvPr/>
        </p:nvSpPr>
        <p:spPr bwMode="auto">
          <a:xfrm>
            <a:off x="1524000" y="3886200"/>
            <a:ext cx="5842000" cy="1155700"/>
          </a:xfrm>
          <a:prstGeom prst="rect">
            <a:avLst/>
          </a:prstGeom>
          <a:noFill/>
          <a:ln w="9525">
            <a:noFill/>
            <a:miter lim="800000"/>
            <a:headEnd/>
            <a:tailEnd/>
          </a:ln>
          <a:effectLst/>
        </p:spPr>
        <p:txBody>
          <a:bodyPr>
            <a:spAutoFit/>
          </a:bodyPr>
          <a:lstStyle/>
          <a:p>
            <a:pPr algn="ctr"/>
            <a:r>
              <a:rPr lang="en-US" sz="1400">
                <a:latin typeface="Comic Sans MS" pitchFamily="66" charset="0"/>
              </a:rPr>
              <a:t>OFFICE OF THE SECRETARY OF DEFENSE, DEPUTY CIO:</a:t>
            </a:r>
            <a:r>
              <a:rPr lang="en-US" sz="1400" b="0" i="1">
                <a:latin typeface="Comic Sans MS" pitchFamily="66" charset="0"/>
              </a:rPr>
              <a:t> "Since the value of the ICH to our programs increases rapidly through results sharing, we encourage the defense community and IT industry to participate directly in the public service initiative in terms of sponsorship and lessons learned"</a:t>
            </a:r>
            <a:endParaRPr lang="en-US" sz="1400" i="1">
              <a:latin typeface="Comic Sans MS"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lide Number Placeholder 2"/>
          <p:cNvSpPr>
            <a:spLocks noGrp="1"/>
          </p:cNvSpPr>
          <p:nvPr>
            <p:ph type="sldNum" sz="quarter" idx="10"/>
          </p:nvPr>
        </p:nvSpPr>
        <p:spPr/>
        <p:txBody>
          <a:bodyPr/>
          <a:lstStyle/>
          <a:p>
            <a:fld id="{4BAE60F8-B7C3-4497-ADD3-44A102198A54}" type="slidenum">
              <a:rPr lang="en-US"/>
              <a:pPr/>
              <a:t>19</a:t>
            </a:fld>
            <a:endParaRPr lang="en-US"/>
          </a:p>
        </p:txBody>
      </p:sp>
      <p:sp>
        <p:nvSpPr>
          <p:cNvPr id="422914" name="Rectangle 2"/>
          <p:cNvSpPr>
            <a:spLocks noGrp="1" noChangeArrowheads="1"/>
          </p:cNvSpPr>
          <p:nvPr>
            <p:ph type="title"/>
          </p:nvPr>
        </p:nvSpPr>
        <p:spPr>
          <a:xfrm>
            <a:off x="0" y="152400"/>
            <a:ext cx="8018463" cy="838200"/>
          </a:xfrm>
        </p:spPr>
        <p:txBody>
          <a:bodyPr/>
          <a:lstStyle/>
          <a:p>
            <a:r>
              <a:rPr lang="en-US" sz="2500"/>
              <a:t>ICH network enables and validates Reference Models</a:t>
            </a:r>
            <a:br>
              <a:rPr lang="en-US" sz="2500"/>
            </a:br>
            <a:r>
              <a:rPr lang="en-US" sz="2200" i="1">
                <a:solidFill>
                  <a:schemeClr val="folHlink"/>
                </a:solidFill>
              </a:rPr>
              <a:t>that </a:t>
            </a:r>
            <a:r>
              <a:rPr lang="en-US" sz="2200" i="1" u="sng">
                <a:solidFill>
                  <a:schemeClr val="folHlink"/>
                </a:solidFill>
              </a:rPr>
              <a:t>aligns</a:t>
            </a:r>
            <a:r>
              <a:rPr lang="en-US" sz="2200" i="1">
                <a:solidFill>
                  <a:schemeClr val="folHlink"/>
                </a:solidFill>
              </a:rPr>
              <a:t> common business needs with proven technical solutions </a:t>
            </a:r>
            <a:r>
              <a:rPr lang="en-US" sz="2500"/>
              <a:t> </a:t>
            </a:r>
            <a:endParaRPr lang="en-US" sz="3500"/>
          </a:p>
        </p:txBody>
      </p:sp>
      <p:sp>
        <p:nvSpPr>
          <p:cNvPr id="422915" name="Rectangle 3"/>
          <p:cNvSpPr>
            <a:spLocks noChangeArrowheads="1"/>
          </p:cNvSpPr>
          <p:nvPr/>
        </p:nvSpPr>
        <p:spPr bwMode="auto">
          <a:xfrm>
            <a:off x="1752600" y="5024438"/>
            <a:ext cx="5791200" cy="1604962"/>
          </a:xfrm>
          <a:prstGeom prst="rect">
            <a:avLst/>
          </a:prstGeom>
          <a:solidFill>
            <a:srgbClr val="CCE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ECFF"/>
            </a:extrusionClr>
          </a:sp3d>
        </p:spPr>
        <p:txBody>
          <a:bodyPr wrap="none">
            <a:flatTx/>
          </a:bodyPr>
          <a:lstStyle/>
          <a:p>
            <a:pPr eaLnBrk="0" hangingPunct="0"/>
            <a:r>
              <a:rPr lang="en-US" sz="1800" b="0">
                <a:solidFill>
                  <a:schemeClr val="tx2"/>
                </a:solidFill>
              </a:rPr>
              <a:t>BRM</a:t>
            </a:r>
          </a:p>
        </p:txBody>
      </p:sp>
      <p:sp>
        <p:nvSpPr>
          <p:cNvPr id="422916" name="Rectangle 4"/>
          <p:cNvSpPr>
            <a:spLocks noChangeArrowheads="1"/>
          </p:cNvSpPr>
          <p:nvPr/>
        </p:nvSpPr>
        <p:spPr bwMode="auto">
          <a:xfrm>
            <a:off x="1752600" y="5024438"/>
            <a:ext cx="5791200" cy="1600200"/>
          </a:xfrm>
          <a:prstGeom prst="rect">
            <a:avLst/>
          </a:prstGeom>
          <a:solidFill>
            <a:srgbClr val="F6D4FE"/>
          </a:solidFill>
          <a:ln w="9525">
            <a:solidFill>
              <a:schemeClr val="hlink"/>
            </a:solidFill>
            <a:miter lim="800000"/>
            <a:headEnd/>
            <a:tailEnd/>
          </a:ln>
          <a:effectLst/>
        </p:spPr>
        <p:txBody>
          <a:bodyPr wrap="none"/>
          <a:lstStyle/>
          <a:p>
            <a:pPr eaLnBrk="0" hangingPunct="0"/>
            <a:r>
              <a:rPr lang="en-US" sz="1800" b="0">
                <a:solidFill>
                  <a:schemeClr val="tx2"/>
                </a:solidFill>
              </a:rPr>
              <a:t>Technical</a:t>
            </a:r>
          </a:p>
          <a:p>
            <a:pPr eaLnBrk="0" hangingPunct="0"/>
            <a:r>
              <a:rPr lang="en-US" sz="1800" b="0">
                <a:solidFill>
                  <a:schemeClr val="tx2"/>
                </a:solidFill>
              </a:rPr>
              <a:t>Solution &amp; </a:t>
            </a:r>
          </a:p>
          <a:p>
            <a:pPr eaLnBrk="0" hangingPunct="0"/>
            <a:r>
              <a:rPr lang="en-US" sz="1800" b="0">
                <a:solidFill>
                  <a:schemeClr val="tx2"/>
                </a:solidFill>
              </a:rPr>
              <a:t>Metrics</a:t>
            </a:r>
          </a:p>
        </p:txBody>
      </p:sp>
      <p:sp>
        <p:nvSpPr>
          <p:cNvPr id="422917" name="Rectangle 5"/>
          <p:cNvSpPr>
            <a:spLocks noChangeArrowheads="1"/>
          </p:cNvSpPr>
          <p:nvPr/>
        </p:nvSpPr>
        <p:spPr bwMode="auto">
          <a:xfrm>
            <a:off x="2905125" y="5181600"/>
            <a:ext cx="4486275" cy="685800"/>
          </a:xfrm>
          <a:prstGeom prst="rect">
            <a:avLst/>
          </a:prstGeom>
          <a:solidFill>
            <a:schemeClr val="bg1"/>
          </a:solidFill>
          <a:ln w="9525">
            <a:solidFill>
              <a:schemeClr val="tx1"/>
            </a:solidFill>
            <a:miter lim="800000"/>
            <a:headEnd/>
            <a:tailEnd/>
          </a:ln>
          <a:effectLst/>
        </p:spPr>
        <p:txBody>
          <a:bodyPr wrap="none"/>
          <a:lstStyle/>
          <a:p>
            <a:pPr eaLnBrk="0" hangingPunct="0"/>
            <a:r>
              <a:rPr lang="en-US" sz="1400" b="0">
                <a:solidFill>
                  <a:schemeClr val="tx2"/>
                </a:solidFill>
              </a:rPr>
              <a:t>Application  </a:t>
            </a:r>
          </a:p>
          <a:p>
            <a:pPr eaLnBrk="0" hangingPunct="0"/>
            <a:r>
              <a:rPr lang="en-US" sz="1400" b="0">
                <a:solidFill>
                  <a:schemeClr val="tx2"/>
                </a:solidFill>
              </a:rPr>
              <a:t>Layer 1</a:t>
            </a:r>
          </a:p>
        </p:txBody>
      </p:sp>
      <p:sp>
        <p:nvSpPr>
          <p:cNvPr id="422918" name="Rectangle 6"/>
          <p:cNvSpPr>
            <a:spLocks noChangeArrowheads="1"/>
          </p:cNvSpPr>
          <p:nvPr/>
        </p:nvSpPr>
        <p:spPr bwMode="auto">
          <a:xfrm>
            <a:off x="2917825" y="5791200"/>
            <a:ext cx="4484688" cy="685800"/>
          </a:xfrm>
          <a:prstGeom prst="rect">
            <a:avLst/>
          </a:prstGeom>
          <a:solidFill>
            <a:schemeClr val="bg1"/>
          </a:solidFill>
          <a:ln w="9525">
            <a:solidFill>
              <a:schemeClr val="tx1"/>
            </a:solidFill>
            <a:miter lim="800000"/>
            <a:headEnd/>
            <a:tailEnd/>
          </a:ln>
          <a:effectLst/>
        </p:spPr>
        <p:txBody>
          <a:bodyPr wrap="none"/>
          <a:lstStyle/>
          <a:p>
            <a:pPr eaLnBrk="0" hangingPunct="0"/>
            <a:r>
              <a:rPr lang="en-US" sz="1400" b="0">
                <a:solidFill>
                  <a:schemeClr val="tx2"/>
                </a:solidFill>
              </a:rPr>
              <a:t>Common </a:t>
            </a:r>
          </a:p>
          <a:p>
            <a:pPr eaLnBrk="0" hangingPunct="0"/>
            <a:r>
              <a:rPr lang="en-US" sz="1400" b="0">
                <a:solidFill>
                  <a:schemeClr val="tx2"/>
                </a:solidFill>
              </a:rPr>
              <a:t>Infrastructure</a:t>
            </a:r>
          </a:p>
          <a:p>
            <a:pPr eaLnBrk="0" hangingPunct="0"/>
            <a:r>
              <a:rPr lang="en-US" sz="1400" b="0">
                <a:solidFill>
                  <a:schemeClr val="tx2"/>
                </a:solidFill>
              </a:rPr>
              <a:t>Layer </a:t>
            </a:r>
            <a:r>
              <a:rPr lang="en-US" sz="1400" b="0" i="1">
                <a:solidFill>
                  <a:schemeClr val="tx2"/>
                </a:solidFill>
              </a:rPr>
              <a:t>M</a:t>
            </a:r>
          </a:p>
        </p:txBody>
      </p:sp>
      <p:sp>
        <p:nvSpPr>
          <p:cNvPr id="422919" name="Rectangle 7"/>
          <p:cNvSpPr>
            <a:spLocks noChangeArrowheads="1"/>
          </p:cNvSpPr>
          <p:nvPr/>
        </p:nvSpPr>
        <p:spPr bwMode="auto">
          <a:xfrm>
            <a:off x="1752600" y="3200400"/>
            <a:ext cx="5791200" cy="1524000"/>
          </a:xfrm>
          <a:prstGeom prst="rect">
            <a:avLst/>
          </a:prstGeom>
          <a:solidFill>
            <a:srgbClr val="CCE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ECFF"/>
            </a:extrusionClr>
          </a:sp3d>
        </p:spPr>
        <p:txBody>
          <a:bodyPr wrap="none">
            <a:flatTx/>
          </a:bodyPr>
          <a:lstStyle/>
          <a:p>
            <a:pPr eaLnBrk="0" hangingPunct="0"/>
            <a:r>
              <a:rPr lang="en-US" sz="1800" b="0"/>
              <a:t>BRM</a:t>
            </a:r>
          </a:p>
        </p:txBody>
      </p:sp>
      <p:sp>
        <p:nvSpPr>
          <p:cNvPr id="422920" name="Rectangle 8"/>
          <p:cNvSpPr>
            <a:spLocks noChangeArrowheads="1"/>
          </p:cNvSpPr>
          <p:nvPr/>
        </p:nvSpPr>
        <p:spPr bwMode="auto">
          <a:xfrm>
            <a:off x="1752600" y="3200400"/>
            <a:ext cx="5791200" cy="1524000"/>
          </a:xfrm>
          <a:prstGeom prst="rect">
            <a:avLst/>
          </a:prstGeom>
          <a:solidFill>
            <a:srgbClr val="8A76EE"/>
          </a:solidFill>
          <a:ln w="38100">
            <a:solidFill>
              <a:srgbClr val="0B1F65"/>
            </a:solidFill>
            <a:miter lim="800000"/>
            <a:headEnd/>
            <a:tailEnd/>
          </a:ln>
          <a:effectLst/>
        </p:spPr>
        <p:txBody>
          <a:bodyPr wrap="none"/>
          <a:lstStyle/>
          <a:p>
            <a:pPr eaLnBrk="0" hangingPunct="0"/>
            <a:r>
              <a:rPr lang="en-US" sz="1800" b="0">
                <a:solidFill>
                  <a:srgbClr val="0B1F65"/>
                </a:solidFill>
              </a:rPr>
              <a:t>Service</a:t>
            </a:r>
          </a:p>
          <a:p>
            <a:pPr eaLnBrk="0" hangingPunct="0"/>
            <a:r>
              <a:rPr lang="en-US" sz="1800" b="0">
                <a:solidFill>
                  <a:srgbClr val="0B1F65"/>
                </a:solidFill>
              </a:rPr>
              <a:t>Components </a:t>
            </a:r>
          </a:p>
          <a:p>
            <a:pPr eaLnBrk="0" hangingPunct="0"/>
            <a:r>
              <a:rPr lang="en-US" sz="1800" b="0">
                <a:solidFill>
                  <a:srgbClr val="0B1F65"/>
                </a:solidFill>
              </a:rPr>
              <a:t>&amp; Metrics</a:t>
            </a:r>
          </a:p>
          <a:p>
            <a:pPr eaLnBrk="0" hangingPunct="0"/>
            <a:r>
              <a:rPr lang="en-US" sz="1800" b="0">
                <a:solidFill>
                  <a:srgbClr val="0B1F65"/>
                </a:solidFill>
              </a:rPr>
              <a:t>(SRM)</a:t>
            </a:r>
          </a:p>
        </p:txBody>
      </p:sp>
      <p:sp>
        <p:nvSpPr>
          <p:cNvPr id="422921" name="Rectangle 9"/>
          <p:cNvSpPr>
            <a:spLocks noChangeArrowheads="1"/>
          </p:cNvSpPr>
          <p:nvPr/>
        </p:nvSpPr>
        <p:spPr bwMode="auto">
          <a:xfrm>
            <a:off x="2954338" y="3276600"/>
            <a:ext cx="4437062" cy="685800"/>
          </a:xfrm>
          <a:prstGeom prst="rect">
            <a:avLst/>
          </a:prstGeom>
          <a:solidFill>
            <a:schemeClr val="bg1"/>
          </a:solidFill>
          <a:ln w="9525">
            <a:solidFill>
              <a:schemeClr val="tx1"/>
            </a:solidFill>
            <a:miter lim="800000"/>
            <a:headEnd/>
            <a:tailEnd/>
          </a:ln>
          <a:effectLst/>
        </p:spPr>
        <p:txBody>
          <a:bodyPr wrap="none"/>
          <a:lstStyle/>
          <a:p>
            <a:pPr eaLnBrk="0" hangingPunct="0"/>
            <a:r>
              <a:rPr lang="en-US" sz="1400"/>
              <a:t>Appl Service </a:t>
            </a:r>
          </a:p>
          <a:p>
            <a:pPr eaLnBrk="0" hangingPunct="0"/>
            <a:r>
              <a:rPr lang="en-US" sz="1400"/>
              <a:t>Components </a:t>
            </a:r>
          </a:p>
          <a:p>
            <a:pPr eaLnBrk="0" hangingPunct="0"/>
            <a:r>
              <a:rPr lang="en-US" sz="1400"/>
              <a:t>Layer 1</a:t>
            </a:r>
            <a:endParaRPr lang="en-US" sz="1600"/>
          </a:p>
        </p:txBody>
      </p:sp>
      <p:sp>
        <p:nvSpPr>
          <p:cNvPr id="422922" name="Rectangle 10"/>
          <p:cNvSpPr>
            <a:spLocks noChangeArrowheads="1"/>
          </p:cNvSpPr>
          <p:nvPr/>
        </p:nvSpPr>
        <p:spPr bwMode="auto">
          <a:xfrm>
            <a:off x="2954338" y="3962400"/>
            <a:ext cx="4437062" cy="685800"/>
          </a:xfrm>
          <a:prstGeom prst="rect">
            <a:avLst/>
          </a:prstGeom>
          <a:solidFill>
            <a:schemeClr val="bg1"/>
          </a:solidFill>
          <a:ln w="9525">
            <a:solidFill>
              <a:schemeClr val="tx1"/>
            </a:solidFill>
            <a:miter lim="800000"/>
            <a:headEnd/>
            <a:tailEnd/>
          </a:ln>
          <a:effectLst/>
        </p:spPr>
        <p:txBody>
          <a:bodyPr wrap="none"/>
          <a:lstStyle/>
          <a:p>
            <a:pPr eaLnBrk="0" hangingPunct="0"/>
            <a:r>
              <a:rPr lang="en-US" sz="1400"/>
              <a:t>Infrastructure</a:t>
            </a:r>
          </a:p>
          <a:p>
            <a:pPr eaLnBrk="0" hangingPunct="0"/>
            <a:r>
              <a:rPr lang="en-US" sz="1400"/>
              <a:t>Service Components</a:t>
            </a:r>
          </a:p>
          <a:p>
            <a:pPr eaLnBrk="0" hangingPunct="0"/>
            <a:r>
              <a:rPr lang="en-US" sz="1400"/>
              <a:t>Layer </a:t>
            </a:r>
            <a:r>
              <a:rPr lang="en-US" sz="1400" i="1"/>
              <a:t>N</a:t>
            </a:r>
            <a:endParaRPr lang="en-US" sz="1600" i="1"/>
          </a:p>
        </p:txBody>
      </p:sp>
      <p:grpSp>
        <p:nvGrpSpPr>
          <p:cNvPr id="422923" name="Group 11"/>
          <p:cNvGrpSpPr>
            <a:grpSpLocks/>
          </p:cNvGrpSpPr>
          <p:nvPr/>
        </p:nvGrpSpPr>
        <p:grpSpPr bwMode="auto">
          <a:xfrm>
            <a:off x="4010025" y="5257800"/>
            <a:ext cx="533400" cy="533400"/>
            <a:chOff x="5040" y="1872"/>
            <a:chExt cx="336" cy="336"/>
          </a:xfrm>
        </p:grpSpPr>
        <p:grpSp>
          <p:nvGrpSpPr>
            <p:cNvPr id="422924" name="Group 12"/>
            <p:cNvGrpSpPr>
              <a:grpSpLocks/>
            </p:cNvGrpSpPr>
            <p:nvPr/>
          </p:nvGrpSpPr>
          <p:grpSpPr bwMode="auto">
            <a:xfrm>
              <a:off x="5040" y="2021"/>
              <a:ext cx="336" cy="187"/>
              <a:chOff x="768" y="3840"/>
              <a:chExt cx="720" cy="384"/>
            </a:xfrm>
          </p:grpSpPr>
          <p:sp>
            <p:nvSpPr>
              <p:cNvPr id="422925" name="Rectangle 13"/>
              <p:cNvSpPr>
                <a:spLocks noChangeArrowheads="1"/>
              </p:cNvSpPr>
              <p:nvPr/>
            </p:nvSpPr>
            <p:spPr bwMode="auto">
              <a:xfrm>
                <a:off x="864" y="3840"/>
                <a:ext cx="62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26" name="Rectangle 14"/>
              <p:cNvSpPr>
                <a:spLocks noChangeArrowheads="1"/>
              </p:cNvSpPr>
              <p:nvPr/>
            </p:nvSpPr>
            <p:spPr bwMode="auto">
              <a:xfrm>
                <a:off x="768" y="3936"/>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27" name="Rectangle 15"/>
              <p:cNvSpPr>
                <a:spLocks noChangeArrowheads="1"/>
              </p:cNvSpPr>
              <p:nvPr/>
            </p:nvSpPr>
            <p:spPr bwMode="auto">
              <a:xfrm>
                <a:off x="768" y="4032"/>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422928" name="Oval 16"/>
            <p:cNvSpPr>
              <a:spLocks noChangeArrowheads="1"/>
            </p:cNvSpPr>
            <p:nvPr/>
          </p:nvSpPr>
          <p:spPr bwMode="auto">
            <a:xfrm>
              <a:off x="5193" y="1872"/>
              <a:ext cx="74"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29" name="AutoShape 17"/>
            <p:cNvCxnSpPr>
              <a:cxnSpLocks noChangeShapeType="1"/>
              <a:stCxn id="422928" idx="4"/>
              <a:endCxn id="422925" idx="0"/>
            </p:cNvCxnSpPr>
            <p:nvPr/>
          </p:nvCxnSpPr>
          <p:spPr bwMode="auto">
            <a:xfrm>
              <a:off x="5230" y="1947"/>
              <a:ext cx="0" cy="74"/>
            </a:xfrm>
            <a:prstGeom prst="straightConnector1">
              <a:avLst/>
            </a:prstGeom>
            <a:noFill/>
            <a:ln w="9525">
              <a:solidFill>
                <a:schemeClr val="tx1"/>
              </a:solidFill>
              <a:round/>
              <a:headEnd/>
              <a:tailEnd/>
            </a:ln>
            <a:effectLst/>
          </p:spPr>
        </p:cxnSp>
      </p:grpSp>
      <p:sp>
        <p:nvSpPr>
          <p:cNvPr id="422930" name="Rectangle 18"/>
          <p:cNvSpPr>
            <a:spLocks noChangeArrowheads="1"/>
          </p:cNvSpPr>
          <p:nvPr/>
        </p:nvSpPr>
        <p:spPr bwMode="auto">
          <a:xfrm>
            <a:off x="1752600" y="1519238"/>
            <a:ext cx="5791200" cy="1604962"/>
          </a:xfrm>
          <a:prstGeom prst="rect">
            <a:avLst/>
          </a:prstGeom>
          <a:solidFill>
            <a:srgbClr val="CCECFF"/>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rgbClr val="CCECFF"/>
            </a:extrusionClr>
          </a:sp3d>
        </p:spPr>
        <p:txBody>
          <a:bodyPr wrap="none">
            <a:flatTx/>
          </a:bodyPr>
          <a:lstStyle/>
          <a:p>
            <a:pPr eaLnBrk="0" hangingPunct="0"/>
            <a:r>
              <a:rPr lang="en-US" sz="1800" b="0">
                <a:solidFill>
                  <a:schemeClr val="tx2"/>
                </a:solidFill>
              </a:rPr>
              <a:t>BRM</a:t>
            </a:r>
          </a:p>
        </p:txBody>
      </p:sp>
      <p:sp>
        <p:nvSpPr>
          <p:cNvPr id="422931" name="Rectangle 19"/>
          <p:cNvSpPr>
            <a:spLocks noChangeArrowheads="1"/>
          </p:cNvSpPr>
          <p:nvPr/>
        </p:nvSpPr>
        <p:spPr bwMode="auto">
          <a:xfrm>
            <a:off x="1752600" y="1524000"/>
            <a:ext cx="5791200" cy="1600200"/>
          </a:xfrm>
          <a:prstGeom prst="rect">
            <a:avLst/>
          </a:prstGeom>
          <a:solidFill>
            <a:srgbClr val="CCECFF"/>
          </a:solidFill>
          <a:ln w="9525">
            <a:solidFill>
              <a:schemeClr val="hlink"/>
            </a:solidFill>
            <a:miter lim="800000"/>
            <a:headEnd/>
            <a:tailEnd/>
          </a:ln>
          <a:effectLst/>
        </p:spPr>
        <p:txBody>
          <a:bodyPr wrap="none"/>
          <a:lstStyle/>
          <a:p>
            <a:pPr eaLnBrk="0" hangingPunct="0"/>
            <a:r>
              <a:rPr lang="en-US" sz="1800" b="0">
                <a:solidFill>
                  <a:schemeClr val="tx2"/>
                </a:solidFill>
              </a:rPr>
              <a:t>Business</a:t>
            </a:r>
          </a:p>
          <a:p>
            <a:pPr eaLnBrk="0" hangingPunct="0"/>
            <a:r>
              <a:rPr lang="en-US" sz="1800" b="0">
                <a:solidFill>
                  <a:schemeClr val="tx2"/>
                </a:solidFill>
              </a:rPr>
              <a:t>Drivers &amp; </a:t>
            </a:r>
          </a:p>
          <a:p>
            <a:pPr eaLnBrk="0" hangingPunct="0"/>
            <a:r>
              <a:rPr lang="en-US" sz="1800" b="0">
                <a:solidFill>
                  <a:schemeClr val="tx2"/>
                </a:solidFill>
              </a:rPr>
              <a:t>Metrics</a:t>
            </a:r>
          </a:p>
        </p:txBody>
      </p:sp>
      <p:sp>
        <p:nvSpPr>
          <p:cNvPr id="422932" name="Rectangle 20"/>
          <p:cNvSpPr>
            <a:spLocks noChangeArrowheads="1"/>
          </p:cNvSpPr>
          <p:nvPr/>
        </p:nvSpPr>
        <p:spPr bwMode="auto">
          <a:xfrm>
            <a:off x="2968625" y="1676400"/>
            <a:ext cx="4422775" cy="685800"/>
          </a:xfrm>
          <a:prstGeom prst="rect">
            <a:avLst/>
          </a:prstGeom>
          <a:solidFill>
            <a:schemeClr val="bg1"/>
          </a:solidFill>
          <a:ln w="9525">
            <a:solidFill>
              <a:schemeClr val="tx1"/>
            </a:solidFill>
            <a:miter lim="800000"/>
            <a:headEnd/>
            <a:tailEnd/>
          </a:ln>
          <a:effectLst/>
        </p:spPr>
        <p:txBody>
          <a:bodyPr wrap="none"/>
          <a:lstStyle/>
          <a:p>
            <a:pPr eaLnBrk="0" hangingPunct="0"/>
            <a:r>
              <a:rPr lang="en-US" sz="1400" b="0">
                <a:solidFill>
                  <a:schemeClr val="tx2"/>
                </a:solidFill>
              </a:rPr>
              <a:t>Core Business </a:t>
            </a:r>
          </a:p>
          <a:p>
            <a:pPr eaLnBrk="0" hangingPunct="0"/>
            <a:r>
              <a:rPr lang="en-US" sz="1400" b="0">
                <a:solidFill>
                  <a:schemeClr val="tx2"/>
                </a:solidFill>
              </a:rPr>
              <a:t>Mission Objectives</a:t>
            </a:r>
          </a:p>
        </p:txBody>
      </p:sp>
      <p:sp>
        <p:nvSpPr>
          <p:cNvPr id="422933" name="Rectangle 21"/>
          <p:cNvSpPr>
            <a:spLocks noChangeArrowheads="1"/>
          </p:cNvSpPr>
          <p:nvPr/>
        </p:nvSpPr>
        <p:spPr bwMode="auto">
          <a:xfrm>
            <a:off x="2968625" y="2362200"/>
            <a:ext cx="4422775" cy="685800"/>
          </a:xfrm>
          <a:prstGeom prst="rect">
            <a:avLst/>
          </a:prstGeom>
          <a:solidFill>
            <a:schemeClr val="bg1"/>
          </a:solidFill>
          <a:ln w="9525">
            <a:solidFill>
              <a:schemeClr val="tx1"/>
            </a:solidFill>
            <a:miter lim="800000"/>
            <a:headEnd/>
            <a:tailEnd/>
          </a:ln>
          <a:effectLst/>
        </p:spPr>
        <p:txBody>
          <a:bodyPr wrap="none"/>
          <a:lstStyle/>
          <a:p>
            <a:pPr eaLnBrk="0" hangingPunct="0">
              <a:lnSpc>
                <a:spcPct val="90000"/>
              </a:lnSpc>
            </a:pPr>
            <a:r>
              <a:rPr lang="en-US" sz="1400" b="0">
                <a:solidFill>
                  <a:schemeClr val="tx2"/>
                </a:solidFill>
              </a:rPr>
              <a:t>Business</a:t>
            </a:r>
          </a:p>
          <a:p>
            <a:pPr eaLnBrk="0" hangingPunct="0">
              <a:lnSpc>
                <a:spcPct val="90000"/>
              </a:lnSpc>
            </a:pPr>
            <a:r>
              <a:rPr lang="en-US" sz="1400" b="0">
                <a:solidFill>
                  <a:schemeClr val="tx2"/>
                </a:solidFill>
              </a:rPr>
              <a:t>Processes &amp;</a:t>
            </a:r>
          </a:p>
          <a:p>
            <a:pPr eaLnBrk="0" hangingPunct="0">
              <a:lnSpc>
                <a:spcPct val="90000"/>
              </a:lnSpc>
            </a:pPr>
            <a:r>
              <a:rPr lang="en-US" sz="1400" b="0">
                <a:solidFill>
                  <a:schemeClr val="tx2"/>
                </a:solidFill>
              </a:rPr>
              <a:t>Infrastructure</a:t>
            </a:r>
            <a:r>
              <a:rPr lang="en-US" sz="1600" b="0">
                <a:solidFill>
                  <a:schemeClr val="tx2"/>
                </a:solidFill>
              </a:rPr>
              <a:t> </a:t>
            </a:r>
          </a:p>
        </p:txBody>
      </p:sp>
      <p:sp>
        <p:nvSpPr>
          <p:cNvPr id="422934" name="Oval 22"/>
          <p:cNvSpPr>
            <a:spLocks noChangeArrowheads="1"/>
          </p:cNvSpPr>
          <p:nvPr/>
        </p:nvSpPr>
        <p:spPr bwMode="auto">
          <a:xfrm>
            <a:off x="4572000" y="3352800"/>
            <a:ext cx="304800" cy="304800"/>
          </a:xfrm>
          <a:prstGeom prst="ellipse">
            <a:avLst/>
          </a:prstGeom>
          <a:solidFill>
            <a:srgbClr val="2E15AB"/>
          </a:solidFill>
          <a:ln w="9525">
            <a:solidFill>
              <a:schemeClr val="tx1"/>
            </a:solidFill>
            <a:round/>
            <a:headEnd/>
            <a:tailEnd/>
          </a:ln>
          <a:effectLst/>
        </p:spPr>
        <p:txBody>
          <a:bodyPr wrap="none" anchor="ctr"/>
          <a:lstStyle/>
          <a:p>
            <a:endParaRPr lang="en-US"/>
          </a:p>
        </p:txBody>
      </p:sp>
      <p:sp>
        <p:nvSpPr>
          <p:cNvPr id="422935" name="Oval 23"/>
          <p:cNvSpPr>
            <a:spLocks noChangeArrowheads="1"/>
          </p:cNvSpPr>
          <p:nvPr/>
        </p:nvSpPr>
        <p:spPr bwMode="auto">
          <a:xfrm>
            <a:off x="5638800" y="3429000"/>
            <a:ext cx="304800" cy="304800"/>
          </a:xfrm>
          <a:prstGeom prst="ellipse">
            <a:avLst/>
          </a:prstGeom>
          <a:solidFill>
            <a:srgbClr val="2E15AB"/>
          </a:solidFill>
          <a:ln w="9525">
            <a:solidFill>
              <a:schemeClr val="tx1"/>
            </a:solidFill>
            <a:round/>
            <a:headEnd/>
            <a:tailEnd/>
          </a:ln>
          <a:effectLst/>
        </p:spPr>
        <p:txBody>
          <a:bodyPr wrap="none" anchor="ctr"/>
          <a:lstStyle/>
          <a:p>
            <a:endParaRPr lang="en-US"/>
          </a:p>
        </p:txBody>
      </p:sp>
      <p:cxnSp>
        <p:nvCxnSpPr>
          <p:cNvPr id="422936" name="AutoShape 24"/>
          <p:cNvCxnSpPr>
            <a:cxnSpLocks noChangeShapeType="1"/>
            <a:stCxn id="422950" idx="2"/>
            <a:endCxn id="422934" idx="0"/>
          </p:cNvCxnSpPr>
          <p:nvPr/>
        </p:nvCxnSpPr>
        <p:spPr bwMode="auto">
          <a:xfrm>
            <a:off x="4703763" y="2819400"/>
            <a:ext cx="412750" cy="533400"/>
          </a:xfrm>
          <a:prstGeom prst="straightConnector1">
            <a:avLst/>
          </a:prstGeom>
          <a:noFill/>
          <a:ln w="9525">
            <a:solidFill>
              <a:schemeClr val="tx1"/>
            </a:solidFill>
            <a:round/>
            <a:headEnd/>
            <a:tailEnd type="triangle" w="med" len="med"/>
          </a:ln>
          <a:effectLst/>
        </p:spPr>
      </p:cxnSp>
      <p:sp>
        <p:nvSpPr>
          <p:cNvPr id="422937" name="Oval 25"/>
          <p:cNvSpPr>
            <a:spLocks noChangeArrowheads="1"/>
          </p:cNvSpPr>
          <p:nvPr/>
        </p:nvSpPr>
        <p:spPr bwMode="auto">
          <a:xfrm>
            <a:off x="5334000" y="4191000"/>
            <a:ext cx="304800" cy="304800"/>
          </a:xfrm>
          <a:prstGeom prst="ellipse">
            <a:avLst/>
          </a:prstGeom>
          <a:solidFill>
            <a:srgbClr val="2E15AB"/>
          </a:solidFill>
          <a:ln w="9525">
            <a:solidFill>
              <a:schemeClr val="tx1"/>
            </a:solidFill>
            <a:round/>
            <a:headEnd/>
            <a:tailEnd/>
          </a:ln>
          <a:effectLst/>
        </p:spPr>
        <p:txBody>
          <a:bodyPr wrap="none" anchor="ctr"/>
          <a:lstStyle/>
          <a:p>
            <a:endParaRPr lang="en-US"/>
          </a:p>
        </p:txBody>
      </p:sp>
      <p:sp>
        <p:nvSpPr>
          <p:cNvPr id="422938" name="Oval 26"/>
          <p:cNvSpPr>
            <a:spLocks noChangeArrowheads="1"/>
          </p:cNvSpPr>
          <p:nvPr/>
        </p:nvSpPr>
        <p:spPr bwMode="auto">
          <a:xfrm>
            <a:off x="5105400" y="3581400"/>
            <a:ext cx="304800" cy="304800"/>
          </a:xfrm>
          <a:prstGeom prst="ellipse">
            <a:avLst/>
          </a:prstGeom>
          <a:solidFill>
            <a:srgbClr val="2E15AB"/>
          </a:solidFill>
          <a:ln w="9525">
            <a:solidFill>
              <a:schemeClr val="tx1"/>
            </a:solidFill>
            <a:round/>
            <a:headEnd/>
            <a:tailEnd/>
          </a:ln>
          <a:effectLst/>
        </p:spPr>
        <p:txBody>
          <a:bodyPr wrap="none" anchor="ctr"/>
          <a:lstStyle/>
          <a:p>
            <a:endParaRPr lang="en-US"/>
          </a:p>
        </p:txBody>
      </p:sp>
      <p:sp>
        <p:nvSpPr>
          <p:cNvPr id="422939" name="Oval 27"/>
          <p:cNvSpPr>
            <a:spLocks noChangeArrowheads="1"/>
          </p:cNvSpPr>
          <p:nvPr/>
        </p:nvSpPr>
        <p:spPr bwMode="auto">
          <a:xfrm>
            <a:off x="4724400" y="4191000"/>
            <a:ext cx="304800" cy="304800"/>
          </a:xfrm>
          <a:prstGeom prst="ellipse">
            <a:avLst/>
          </a:prstGeom>
          <a:solidFill>
            <a:srgbClr val="2E15AB"/>
          </a:solidFill>
          <a:ln w="9525">
            <a:solidFill>
              <a:schemeClr val="tx1"/>
            </a:solidFill>
            <a:round/>
            <a:headEnd/>
            <a:tailEnd/>
          </a:ln>
          <a:effectLst/>
        </p:spPr>
        <p:txBody>
          <a:bodyPr wrap="none" anchor="ctr"/>
          <a:lstStyle/>
          <a:p>
            <a:endParaRPr lang="en-US"/>
          </a:p>
        </p:txBody>
      </p:sp>
      <p:cxnSp>
        <p:nvCxnSpPr>
          <p:cNvPr id="422940" name="AutoShape 28"/>
          <p:cNvCxnSpPr>
            <a:cxnSpLocks noChangeShapeType="1"/>
            <a:stCxn id="422949" idx="2"/>
            <a:endCxn id="422938" idx="0"/>
          </p:cNvCxnSpPr>
          <p:nvPr/>
        </p:nvCxnSpPr>
        <p:spPr bwMode="auto">
          <a:xfrm>
            <a:off x="5364163" y="2057400"/>
            <a:ext cx="330200" cy="1524000"/>
          </a:xfrm>
          <a:prstGeom prst="straightConnector1">
            <a:avLst/>
          </a:prstGeom>
          <a:noFill/>
          <a:ln w="9525">
            <a:solidFill>
              <a:schemeClr val="tx1"/>
            </a:solidFill>
            <a:round/>
            <a:headEnd/>
            <a:tailEnd type="triangle" w="med" len="med"/>
          </a:ln>
          <a:effectLst/>
        </p:spPr>
      </p:cxnSp>
      <p:cxnSp>
        <p:nvCxnSpPr>
          <p:cNvPr id="422941" name="AutoShape 29"/>
          <p:cNvCxnSpPr>
            <a:cxnSpLocks noChangeShapeType="1"/>
            <a:stCxn id="422953" idx="2"/>
            <a:endCxn id="422938" idx="7"/>
          </p:cNvCxnSpPr>
          <p:nvPr/>
        </p:nvCxnSpPr>
        <p:spPr bwMode="auto">
          <a:xfrm flipH="1">
            <a:off x="5811838" y="2819400"/>
            <a:ext cx="212725" cy="806450"/>
          </a:xfrm>
          <a:prstGeom prst="straightConnector1">
            <a:avLst/>
          </a:prstGeom>
          <a:noFill/>
          <a:ln w="9525">
            <a:solidFill>
              <a:schemeClr val="tx1"/>
            </a:solidFill>
            <a:round/>
            <a:headEnd/>
            <a:tailEnd type="triangle" w="med" len="med"/>
          </a:ln>
          <a:effectLst/>
        </p:spPr>
      </p:cxnSp>
      <p:cxnSp>
        <p:nvCxnSpPr>
          <p:cNvPr id="422942" name="AutoShape 30"/>
          <p:cNvCxnSpPr>
            <a:cxnSpLocks noChangeShapeType="1"/>
            <a:stCxn id="422949" idx="2"/>
            <a:endCxn id="422935" idx="0"/>
          </p:cNvCxnSpPr>
          <p:nvPr/>
        </p:nvCxnSpPr>
        <p:spPr bwMode="auto">
          <a:xfrm>
            <a:off x="5364163" y="2057400"/>
            <a:ext cx="908050" cy="1371600"/>
          </a:xfrm>
          <a:prstGeom prst="straightConnector1">
            <a:avLst/>
          </a:prstGeom>
          <a:noFill/>
          <a:ln w="9525">
            <a:solidFill>
              <a:schemeClr val="tx1"/>
            </a:solidFill>
            <a:round/>
            <a:headEnd/>
            <a:tailEnd type="triangle" w="med" len="med"/>
          </a:ln>
          <a:effectLst/>
        </p:spPr>
      </p:cxnSp>
      <p:cxnSp>
        <p:nvCxnSpPr>
          <p:cNvPr id="422943" name="AutoShape 31"/>
          <p:cNvCxnSpPr>
            <a:cxnSpLocks noChangeShapeType="1"/>
            <a:stCxn id="422938" idx="3"/>
            <a:endCxn id="422939" idx="7"/>
          </p:cNvCxnSpPr>
          <p:nvPr/>
        </p:nvCxnSpPr>
        <p:spPr bwMode="auto">
          <a:xfrm flipH="1">
            <a:off x="5399088" y="3841750"/>
            <a:ext cx="177800" cy="393700"/>
          </a:xfrm>
          <a:prstGeom prst="straightConnector1">
            <a:avLst/>
          </a:prstGeom>
          <a:noFill/>
          <a:ln w="9525">
            <a:solidFill>
              <a:schemeClr val="tx1"/>
            </a:solidFill>
            <a:round/>
            <a:headEnd/>
            <a:tailEnd type="triangle" w="med" len="med"/>
          </a:ln>
          <a:effectLst/>
        </p:spPr>
      </p:cxnSp>
      <p:cxnSp>
        <p:nvCxnSpPr>
          <p:cNvPr id="422944" name="AutoShape 32"/>
          <p:cNvCxnSpPr>
            <a:cxnSpLocks noChangeShapeType="1"/>
            <a:stCxn id="422934" idx="4"/>
            <a:endCxn id="422939" idx="0"/>
          </p:cNvCxnSpPr>
          <p:nvPr/>
        </p:nvCxnSpPr>
        <p:spPr bwMode="auto">
          <a:xfrm>
            <a:off x="5116513" y="3657600"/>
            <a:ext cx="165100" cy="533400"/>
          </a:xfrm>
          <a:prstGeom prst="straightConnector1">
            <a:avLst/>
          </a:prstGeom>
          <a:noFill/>
          <a:ln w="9525">
            <a:solidFill>
              <a:schemeClr val="tx1"/>
            </a:solidFill>
            <a:round/>
            <a:headEnd/>
            <a:tailEnd type="triangle" w="med" len="med"/>
          </a:ln>
          <a:effectLst/>
        </p:spPr>
      </p:cxnSp>
      <p:cxnSp>
        <p:nvCxnSpPr>
          <p:cNvPr id="422945" name="AutoShape 33"/>
          <p:cNvCxnSpPr>
            <a:cxnSpLocks noChangeShapeType="1"/>
            <a:stCxn id="422938" idx="4"/>
            <a:endCxn id="422937" idx="0"/>
          </p:cNvCxnSpPr>
          <p:nvPr/>
        </p:nvCxnSpPr>
        <p:spPr bwMode="auto">
          <a:xfrm>
            <a:off x="5694363" y="3886200"/>
            <a:ext cx="247650" cy="304800"/>
          </a:xfrm>
          <a:prstGeom prst="straightConnector1">
            <a:avLst/>
          </a:prstGeom>
          <a:noFill/>
          <a:ln w="9525">
            <a:solidFill>
              <a:schemeClr val="tx1"/>
            </a:solidFill>
            <a:round/>
            <a:headEnd/>
            <a:tailEnd type="triangle" w="med" len="med"/>
          </a:ln>
          <a:effectLst/>
        </p:spPr>
      </p:cxnSp>
      <p:cxnSp>
        <p:nvCxnSpPr>
          <p:cNvPr id="422946" name="AutoShape 34"/>
          <p:cNvCxnSpPr>
            <a:cxnSpLocks noChangeShapeType="1"/>
            <a:stCxn id="422935" idx="4"/>
            <a:endCxn id="422937" idx="7"/>
          </p:cNvCxnSpPr>
          <p:nvPr/>
        </p:nvCxnSpPr>
        <p:spPr bwMode="auto">
          <a:xfrm flipH="1">
            <a:off x="6059488" y="3733800"/>
            <a:ext cx="212725" cy="501650"/>
          </a:xfrm>
          <a:prstGeom prst="straightConnector1">
            <a:avLst/>
          </a:prstGeom>
          <a:noFill/>
          <a:ln w="9525">
            <a:solidFill>
              <a:schemeClr val="tx1"/>
            </a:solidFill>
            <a:round/>
            <a:headEnd/>
            <a:tailEnd type="triangle" w="med" len="med"/>
          </a:ln>
          <a:effectLst/>
        </p:spPr>
      </p:cxnSp>
      <p:cxnSp>
        <p:nvCxnSpPr>
          <p:cNvPr id="422947" name="AutoShape 35"/>
          <p:cNvCxnSpPr>
            <a:cxnSpLocks noChangeShapeType="1"/>
            <a:stCxn id="422934" idx="4"/>
            <a:endCxn id="422937" idx="1"/>
          </p:cNvCxnSpPr>
          <p:nvPr/>
        </p:nvCxnSpPr>
        <p:spPr bwMode="auto">
          <a:xfrm>
            <a:off x="5116513" y="3657600"/>
            <a:ext cx="708025" cy="577850"/>
          </a:xfrm>
          <a:prstGeom prst="straightConnector1">
            <a:avLst/>
          </a:prstGeom>
          <a:noFill/>
          <a:ln w="9525">
            <a:solidFill>
              <a:schemeClr val="tx1"/>
            </a:solidFill>
            <a:round/>
            <a:headEnd/>
            <a:tailEnd type="triangle" w="med" len="med"/>
          </a:ln>
          <a:effectLst/>
        </p:spPr>
      </p:cxnSp>
      <p:cxnSp>
        <p:nvCxnSpPr>
          <p:cNvPr id="422948" name="AutoShape 36"/>
          <p:cNvCxnSpPr>
            <a:cxnSpLocks noChangeShapeType="1"/>
            <a:stCxn id="422934" idx="4"/>
            <a:endCxn id="422938" idx="2"/>
          </p:cNvCxnSpPr>
          <p:nvPr/>
        </p:nvCxnSpPr>
        <p:spPr bwMode="auto">
          <a:xfrm>
            <a:off x="5116513" y="3657600"/>
            <a:ext cx="412750" cy="76200"/>
          </a:xfrm>
          <a:prstGeom prst="straightConnector1">
            <a:avLst/>
          </a:prstGeom>
          <a:noFill/>
          <a:ln w="9525">
            <a:solidFill>
              <a:schemeClr val="tx1"/>
            </a:solidFill>
            <a:round/>
            <a:headEnd/>
            <a:tailEnd type="triangle" w="med" len="med"/>
          </a:ln>
          <a:effectLst/>
        </p:spPr>
      </p:cxnSp>
      <p:sp>
        <p:nvSpPr>
          <p:cNvPr id="422949" name="Rectangle 37"/>
          <p:cNvSpPr>
            <a:spLocks noChangeArrowheads="1"/>
          </p:cNvSpPr>
          <p:nvPr/>
        </p:nvSpPr>
        <p:spPr bwMode="auto">
          <a:xfrm>
            <a:off x="4724400" y="1828800"/>
            <a:ext cx="457200" cy="228600"/>
          </a:xfrm>
          <a:prstGeom prst="rect">
            <a:avLst/>
          </a:prstGeom>
          <a:solidFill>
            <a:schemeClr val="hlink"/>
          </a:solidFill>
          <a:ln w="9525">
            <a:solidFill>
              <a:schemeClr val="tx1"/>
            </a:solidFill>
            <a:miter lim="800000"/>
            <a:headEnd/>
            <a:tailEnd/>
          </a:ln>
          <a:effectLst/>
        </p:spPr>
        <p:txBody>
          <a:bodyPr wrap="none" anchor="ctr"/>
          <a:lstStyle/>
          <a:p>
            <a:endParaRPr lang="en-US"/>
          </a:p>
        </p:txBody>
      </p:sp>
      <p:sp>
        <p:nvSpPr>
          <p:cNvPr id="422950" name="Rectangle 38"/>
          <p:cNvSpPr>
            <a:spLocks noChangeArrowheads="1"/>
          </p:cNvSpPr>
          <p:nvPr/>
        </p:nvSpPr>
        <p:spPr bwMode="auto">
          <a:xfrm>
            <a:off x="4114800" y="2590800"/>
            <a:ext cx="457200" cy="228600"/>
          </a:xfrm>
          <a:prstGeom prst="rect">
            <a:avLst/>
          </a:prstGeom>
          <a:solidFill>
            <a:schemeClr val="hlink"/>
          </a:solidFill>
          <a:ln w="9525">
            <a:solidFill>
              <a:schemeClr val="tx1"/>
            </a:solidFill>
            <a:miter lim="800000"/>
            <a:headEnd/>
            <a:tailEnd/>
          </a:ln>
          <a:effectLst/>
        </p:spPr>
        <p:txBody>
          <a:bodyPr wrap="none" anchor="ctr"/>
          <a:lstStyle/>
          <a:p>
            <a:endParaRPr lang="en-US"/>
          </a:p>
        </p:txBody>
      </p:sp>
      <p:cxnSp>
        <p:nvCxnSpPr>
          <p:cNvPr id="422951" name="AutoShape 39"/>
          <p:cNvCxnSpPr>
            <a:cxnSpLocks noChangeShapeType="1"/>
            <a:stCxn id="422949" idx="2"/>
            <a:endCxn id="422950" idx="0"/>
          </p:cNvCxnSpPr>
          <p:nvPr/>
        </p:nvCxnSpPr>
        <p:spPr bwMode="auto">
          <a:xfrm flipH="1">
            <a:off x="4703763" y="2057400"/>
            <a:ext cx="660400" cy="533400"/>
          </a:xfrm>
          <a:prstGeom prst="straightConnector1">
            <a:avLst/>
          </a:prstGeom>
          <a:noFill/>
          <a:ln w="9525">
            <a:solidFill>
              <a:schemeClr val="tx1"/>
            </a:solidFill>
            <a:round/>
            <a:headEnd/>
            <a:tailEnd/>
          </a:ln>
          <a:effectLst/>
        </p:spPr>
      </p:cxnSp>
      <p:sp>
        <p:nvSpPr>
          <p:cNvPr id="422952" name="Rectangle 40"/>
          <p:cNvSpPr>
            <a:spLocks noChangeArrowheads="1"/>
          </p:cNvSpPr>
          <p:nvPr/>
        </p:nvSpPr>
        <p:spPr bwMode="auto">
          <a:xfrm>
            <a:off x="4724400" y="2590800"/>
            <a:ext cx="457200" cy="228600"/>
          </a:xfrm>
          <a:prstGeom prst="rect">
            <a:avLst/>
          </a:prstGeom>
          <a:solidFill>
            <a:schemeClr val="hlink"/>
          </a:solidFill>
          <a:ln w="9525">
            <a:solidFill>
              <a:schemeClr val="tx1"/>
            </a:solidFill>
            <a:miter lim="800000"/>
            <a:headEnd/>
            <a:tailEnd/>
          </a:ln>
          <a:effectLst/>
        </p:spPr>
        <p:txBody>
          <a:bodyPr wrap="none" anchor="ctr"/>
          <a:lstStyle/>
          <a:p>
            <a:endParaRPr lang="en-US"/>
          </a:p>
        </p:txBody>
      </p:sp>
      <p:sp>
        <p:nvSpPr>
          <p:cNvPr id="422953" name="Rectangle 41"/>
          <p:cNvSpPr>
            <a:spLocks noChangeArrowheads="1"/>
          </p:cNvSpPr>
          <p:nvPr/>
        </p:nvSpPr>
        <p:spPr bwMode="auto">
          <a:xfrm>
            <a:off x="5334000" y="2590800"/>
            <a:ext cx="457200" cy="228600"/>
          </a:xfrm>
          <a:prstGeom prst="rect">
            <a:avLst/>
          </a:prstGeom>
          <a:solidFill>
            <a:schemeClr val="hlink"/>
          </a:solidFill>
          <a:ln w="9525">
            <a:solidFill>
              <a:schemeClr val="tx1"/>
            </a:solidFill>
            <a:miter lim="800000"/>
            <a:headEnd/>
            <a:tailEnd/>
          </a:ln>
          <a:effectLst/>
        </p:spPr>
        <p:txBody>
          <a:bodyPr wrap="none" anchor="ctr"/>
          <a:lstStyle/>
          <a:p>
            <a:endParaRPr lang="en-US"/>
          </a:p>
        </p:txBody>
      </p:sp>
      <p:cxnSp>
        <p:nvCxnSpPr>
          <p:cNvPr id="422954" name="AutoShape 42"/>
          <p:cNvCxnSpPr>
            <a:cxnSpLocks noChangeShapeType="1"/>
            <a:stCxn id="422949" idx="2"/>
            <a:endCxn id="422953" idx="0"/>
          </p:cNvCxnSpPr>
          <p:nvPr/>
        </p:nvCxnSpPr>
        <p:spPr bwMode="auto">
          <a:xfrm>
            <a:off x="5364163" y="2057400"/>
            <a:ext cx="660400" cy="533400"/>
          </a:xfrm>
          <a:prstGeom prst="straightConnector1">
            <a:avLst/>
          </a:prstGeom>
          <a:noFill/>
          <a:ln w="9525">
            <a:solidFill>
              <a:schemeClr val="tx1"/>
            </a:solidFill>
            <a:round/>
            <a:headEnd/>
            <a:tailEnd/>
          </a:ln>
          <a:effectLst/>
        </p:spPr>
      </p:cxnSp>
      <p:cxnSp>
        <p:nvCxnSpPr>
          <p:cNvPr id="422955" name="AutoShape 43"/>
          <p:cNvCxnSpPr>
            <a:cxnSpLocks noChangeShapeType="1"/>
            <a:stCxn id="422949" idx="2"/>
            <a:endCxn id="422952" idx="0"/>
          </p:cNvCxnSpPr>
          <p:nvPr/>
        </p:nvCxnSpPr>
        <p:spPr bwMode="auto">
          <a:xfrm>
            <a:off x="5364163" y="2057400"/>
            <a:ext cx="0" cy="533400"/>
          </a:xfrm>
          <a:prstGeom prst="straightConnector1">
            <a:avLst/>
          </a:prstGeom>
          <a:noFill/>
          <a:ln w="9525">
            <a:solidFill>
              <a:schemeClr val="tx1"/>
            </a:solidFill>
            <a:round/>
            <a:headEnd/>
            <a:tailEnd/>
          </a:ln>
          <a:effectLst/>
        </p:spPr>
      </p:cxnSp>
      <p:sp>
        <p:nvSpPr>
          <p:cNvPr id="422956" name="Rectangle 44"/>
          <p:cNvSpPr>
            <a:spLocks noChangeArrowheads="1"/>
          </p:cNvSpPr>
          <p:nvPr/>
        </p:nvSpPr>
        <p:spPr bwMode="auto">
          <a:xfrm>
            <a:off x="6543675" y="1828800"/>
            <a:ext cx="457200" cy="228600"/>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2957" name="Rectangle 45"/>
          <p:cNvSpPr>
            <a:spLocks noChangeArrowheads="1"/>
          </p:cNvSpPr>
          <p:nvPr/>
        </p:nvSpPr>
        <p:spPr bwMode="auto">
          <a:xfrm>
            <a:off x="6269038" y="2590800"/>
            <a:ext cx="457200" cy="228600"/>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2958" name="Rectangle 46"/>
          <p:cNvSpPr>
            <a:spLocks noChangeArrowheads="1"/>
          </p:cNvSpPr>
          <p:nvPr/>
        </p:nvSpPr>
        <p:spPr bwMode="auto">
          <a:xfrm>
            <a:off x="6772275" y="2590800"/>
            <a:ext cx="455613" cy="228600"/>
          </a:xfrm>
          <a:prstGeom prst="rect">
            <a:avLst/>
          </a:prstGeom>
          <a:solidFill>
            <a:srgbClr val="FF99CC"/>
          </a:solidFill>
          <a:ln w="9525">
            <a:solidFill>
              <a:schemeClr val="tx1"/>
            </a:solidFill>
            <a:miter lim="800000"/>
            <a:headEnd/>
            <a:tailEnd/>
          </a:ln>
          <a:effectLst/>
        </p:spPr>
        <p:txBody>
          <a:bodyPr wrap="none" anchor="ctr"/>
          <a:lstStyle/>
          <a:p>
            <a:endParaRPr lang="en-US"/>
          </a:p>
        </p:txBody>
      </p:sp>
      <p:cxnSp>
        <p:nvCxnSpPr>
          <p:cNvPr id="422959" name="AutoShape 47"/>
          <p:cNvCxnSpPr>
            <a:cxnSpLocks noChangeShapeType="1"/>
            <a:stCxn id="422956" idx="2"/>
            <a:endCxn id="422958" idx="0"/>
          </p:cNvCxnSpPr>
          <p:nvPr/>
        </p:nvCxnSpPr>
        <p:spPr bwMode="auto">
          <a:xfrm>
            <a:off x="7334250" y="2057400"/>
            <a:ext cx="247650" cy="533400"/>
          </a:xfrm>
          <a:prstGeom prst="straightConnector1">
            <a:avLst/>
          </a:prstGeom>
          <a:noFill/>
          <a:ln w="9525">
            <a:solidFill>
              <a:schemeClr val="tx1"/>
            </a:solidFill>
            <a:round/>
            <a:headEnd/>
            <a:tailEnd/>
          </a:ln>
          <a:effectLst/>
        </p:spPr>
      </p:cxnSp>
      <p:cxnSp>
        <p:nvCxnSpPr>
          <p:cNvPr id="422960" name="AutoShape 48"/>
          <p:cNvCxnSpPr>
            <a:cxnSpLocks noChangeShapeType="1"/>
            <a:stCxn id="422956" idx="2"/>
            <a:endCxn id="422957" idx="0"/>
          </p:cNvCxnSpPr>
          <p:nvPr/>
        </p:nvCxnSpPr>
        <p:spPr bwMode="auto">
          <a:xfrm flipH="1">
            <a:off x="7037388" y="2057400"/>
            <a:ext cx="296862" cy="533400"/>
          </a:xfrm>
          <a:prstGeom prst="straightConnector1">
            <a:avLst/>
          </a:prstGeom>
          <a:noFill/>
          <a:ln w="9525">
            <a:solidFill>
              <a:schemeClr val="tx1"/>
            </a:solidFill>
            <a:round/>
            <a:headEnd/>
            <a:tailEnd/>
          </a:ln>
          <a:effectLst/>
        </p:spPr>
      </p:cxnSp>
      <p:grpSp>
        <p:nvGrpSpPr>
          <p:cNvPr id="422961" name="Group 49"/>
          <p:cNvGrpSpPr>
            <a:grpSpLocks/>
          </p:cNvGrpSpPr>
          <p:nvPr/>
        </p:nvGrpSpPr>
        <p:grpSpPr bwMode="auto">
          <a:xfrm>
            <a:off x="4573588" y="5943600"/>
            <a:ext cx="685800" cy="533400"/>
            <a:chOff x="5015" y="2635"/>
            <a:chExt cx="745" cy="564"/>
          </a:xfrm>
        </p:grpSpPr>
        <p:grpSp>
          <p:nvGrpSpPr>
            <p:cNvPr id="422962" name="Group 50"/>
            <p:cNvGrpSpPr>
              <a:grpSpLocks/>
            </p:cNvGrpSpPr>
            <p:nvPr/>
          </p:nvGrpSpPr>
          <p:grpSpPr bwMode="auto">
            <a:xfrm>
              <a:off x="5210" y="2885"/>
              <a:ext cx="550" cy="314"/>
              <a:chOff x="768" y="3840"/>
              <a:chExt cx="720" cy="384"/>
            </a:xfrm>
          </p:grpSpPr>
          <p:sp>
            <p:nvSpPr>
              <p:cNvPr id="422963" name="Rectangle 51"/>
              <p:cNvSpPr>
                <a:spLocks noChangeArrowheads="1"/>
              </p:cNvSpPr>
              <p:nvPr/>
            </p:nvSpPr>
            <p:spPr bwMode="auto">
              <a:xfrm>
                <a:off x="864" y="3840"/>
                <a:ext cx="62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64" name="Rectangle 52"/>
              <p:cNvSpPr>
                <a:spLocks noChangeArrowheads="1"/>
              </p:cNvSpPr>
              <p:nvPr/>
            </p:nvSpPr>
            <p:spPr bwMode="auto">
              <a:xfrm>
                <a:off x="768" y="3936"/>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65" name="Rectangle 53"/>
              <p:cNvSpPr>
                <a:spLocks noChangeArrowheads="1"/>
              </p:cNvSpPr>
              <p:nvPr/>
            </p:nvSpPr>
            <p:spPr bwMode="auto">
              <a:xfrm>
                <a:off x="768" y="4032"/>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422966" name="Oval 54"/>
            <p:cNvSpPr>
              <a:spLocks noChangeArrowheads="1"/>
            </p:cNvSpPr>
            <p:nvPr/>
          </p:nvSpPr>
          <p:spPr bwMode="auto">
            <a:xfrm>
              <a:off x="5461" y="2635"/>
              <a:ext cx="121" cy="126"/>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67" name="AutoShape 55"/>
            <p:cNvCxnSpPr>
              <a:cxnSpLocks noChangeShapeType="1"/>
              <a:stCxn id="422966" idx="4"/>
              <a:endCxn id="422963" idx="0"/>
            </p:cNvCxnSpPr>
            <p:nvPr/>
          </p:nvCxnSpPr>
          <p:spPr bwMode="auto">
            <a:xfrm>
              <a:off x="5521" y="2761"/>
              <a:ext cx="2" cy="124"/>
            </a:xfrm>
            <a:prstGeom prst="straightConnector1">
              <a:avLst/>
            </a:prstGeom>
            <a:noFill/>
            <a:ln w="9525">
              <a:solidFill>
                <a:schemeClr val="tx1"/>
              </a:solidFill>
              <a:round/>
              <a:headEnd/>
              <a:tailEnd/>
            </a:ln>
            <a:effectLst/>
          </p:spPr>
        </p:cxnSp>
        <p:sp>
          <p:nvSpPr>
            <p:cNvPr id="422968" name="Oval 56"/>
            <p:cNvSpPr>
              <a:spLocks noChangeArrowheads="1"/>
            </p:cNvSpPr>
            <p:nvPr/>
          </p:nvSpPr>
          <p:spPr bwMode="auto">
            <a:xfrm>
              <a:off x="5015" y="2966"/>
              <a:ext cx="121" cy="126"/>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69" name="AutoShape 57"/>
            <p:cNvCxnSpPr>
              <a:cxnSpLocks noChangeShapeType="1"/>
              <a:stCxn id="422968" idx="6"/>
            </p:cNvCxnSpPr>
            <p:nvPr/>
          </p:nvCxnSpPr>
          <p:spPr bwMode="auto">
            <a:xfrm flipV="1">
              <a:off x="5136" y="3025"/>
              <a:ext cx="142" cy="4"/>
            </a:xfrm>
            <a:prstGeom prst="straightConnector1">
              <a:avLst/>
            </a:prstGeom>
            <a:noFill/>
            <a:ln w="9525">
              <a:solidFill>
                <a:schemeClr val="tx1"/>
              </a:solidFill>
              <a:round/>
              <a:headEnd/>
              <a:tailEnd/>
            </a:ln>
            <a:effectLst/>
          </p:spPr>
        </p:cxnSp>
      </p:grpSp>
      <p:grpSp>
        <p:nvGrpSpPr>
          <p:cNvPr id="422970" name="Group 58"/>
          <p:cNvGrpSpPr>
            <a:grpSpLocks/>
          </p:cNvGrpSpPr>
          <p:nvPr/>
        </p:nvGrpSpPr>
        <p:grpSpPr bwMode="auto">
          <a:xfrm>
            <a:off x="5418138" y="5181600"/>
            <a:ext cx="533400" cy="533400"/>
            <a:chOff x="5040" y="1872"/>
            <a:chExt cx="336" cy="336"/>
          </a:xfrm>
        </p:grpSpPr>
        <p:grpSp>
          <p:nvGrpSpPr>
            <p:cNvPr id="422971" name="Group 59"/>
            <p:cNvGrpSpPr>
              <a:grpSpLocks/>
            </p:cNvGrpSpPr>
            <p:nvPr/>
          </p:nvGrpSpPr>
          <p:grpSpPr bwMode="auto">
            <a:xfrm>
              <a:off x="5040" y="2021"/>
              <a:ext cx="336" cy="187"/>
              <a:chOff x="768" y="3840"/>
              <a:chExt cx="720" cy="384"/>
            </a:xfrm>
          </p:grpSpPr>
          <p:sp>
            <p:nvSpPr>
              <p:cNvPr id="422972" name="Rectangle 60"/>
              <p:cNvSpPr>
                <a:spLocks noChangeArrowheads="1"/>
              </p:cNvSpPr>
              <p:nvPr/>
            </p:nvSpPr>
            <p:spPr bwMode="auto">
              <a:xfrm>
                <a:off x="864" y="3840"/>
                <a:ext cx="62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73" name="Rectangle 61"/>
              <p:cNvSpPr>
                <a:spLocks noChangeArrowheads="1"/>
              </p:cNvSpPr>
              <p:nvPr/>
            </p:nvSpPr>
            <p:spPr bwMode="auto">
              <a:xfrm>
                <a:off x="768" y="3936"/>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74" name="Rectangle 62"/>
              <p:cNvSpPr>
                <a:spLocks noChangeArrowheads="1"/>
              </p:cNvSpPr>
              <p:nvPr/>
            </p:nvSpPr>
            <p:spPr bwMode="auto">
              <a:xfrm>
                <a:off x="768" y="4032"/>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422975" name="Oval 63"/>
            <p:cNvSpPr>
              <a:spLocks noChangeArrowheads="1"/>
            </p:cNvSpPr>
            <p:nvPr/>
          </p:nvSpPr>
          <p:spPr bwMode="auto">
            <a:xfrm>
              <a:off x="5193" y="1872"/>
              <a:ext cx="74"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76" name="AutoShape 64"/>
            <p:cNvCxnSpPr>
              <a:cxnSpLocks noChangeShapeType="1"/>
              <a:stCxn id="422975" idx="4"/>
              <a:endCxn id="422972" idx="0"/>
            </p:cNvCxnSpPr>
            <p:nvPr/>
          </p:nvCxnSpPr>
          <p:spPr bwMode="auto">
            <a:xfrm>
              <a:off x="5230" y="1947"/>
              <a:ext cx="0" cy="74"/>
            </a:xfrm>
            <a:prstGeom prst="straightConnector1">
              <a:avLst/>
            </a:prstGeom>
            <a:noFill/>
            <a:ln w="9525">
              <a:solidFill>
                <a:schemeClr val="tx1"/>
              </a:solidFill>
              <a:round/>
              <a:headEnd/>
              <a:tailEnd/>
            </a:ln>
            <a:effectLst/>
          </p:spPr>
        </p:cxnSp>
      </p:grpSp>
      <p:grpSp>
        <p:nvGrpSpPr>
          <p:cNvPr id="422977" name="Group 65"/>
          <p:cNvGrpSpPr>
            <a:grpSpLocks/>
          </p:cNvGrpSpPr>
          <p:nvPr/>
        </p:nvGrpSpPr>
        <p:grpSpPr bwMode="auto">
          <a:xfrm>
            <a:off x="4714875" y="5257800"/>
            <a:ext cx="533400" cy="533400"/>
            <a:chOff x="5040" y="1872"/>
            <a:chExt cx="336" cy="336"/>
          </a:xfrm>
        </p:grpSpPr>
        <p:grpSp>
          <p:nvGrpSpPr>
            <p:cNvPr id="422978" name="Group 66"/>
            <p:cNvGrpSpPr>
              <a:grpSpLocks/>
            </p:cNvGrpSpPr>
            <p:nvPr/>
          </p:nvGrpSpPr>
          <p:grpSpPr bwMode="auto">
            <a:xfrm>
              <a:off x="5040" y="2021"/>
              <a:ext cx="336" cy="187"/>
              <a:chOff x="768" y="3840"/>
              <a:chExt cx="720" cy="384"/>
            </a:xfrm>
          </p:grpSpPr>
          <p:sp>
            <p:nvSpPr>
              <p:cNvPr id="422979" name="Rectangle 67"/>
              <p:cNvSpPr>
                <a:spLocks noChangeArrowheads="1"/>
              </p:cNvSpPr>
              <p:nvPr/>
            </p:nvSpPr>
            <p:spPr bwMode="auto">
              <a:xfrm>
                <a:off x="864" y="3840"/>
                <a:ext cx="62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80" name="Rectangle 68"/>
              <p:cNvSpPr>
                <a:spLocks noChangeArrowheads="1"/>
              </p:cNvSpPr>
              <p:nvPr/>
            </p:nvSpPr>
            <p:spPr bwMode="auto">
              <a:xfrm>
                <a:off x="768" y="3936"/>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81" name="Rectangle 69"/>
              <p:cNvSpPr>
                <a:spLocks noChangeArrowheads="1"/>
              </p:cNvSpPr>
              <p:nvPr/>
            </p:nvSpPr>
            <p:spPr bwMode="auto">
              <a:xfrm>
                <a:off x="768" y="4032"/>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422982" name="Oval 70"/>
            <p:cNvSpPr>
              <a:spLocks noChangeArrowheads="1"/>
            </p:cNvSpPr>
            <p:nvPr/>
          </p:nvSpPr>
          <p:spPr bwMode="auto">
            <a:xfrm>
              <a:off x="5193" y="1872"/>
              <a:ext cx="74"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83" name="AutoShape 71"/>
            <p:cNvCxnSpPr>
              <a:cxnSpLocks noChangeShapeType="1"/>
              <a:stCxn id="422982" idx="4"/>
              <a:endCxn id="422979" idx="0"/>
            </p:cNvCxnSpPr>
            <p:nvPr/>
          </p:nvCxnSpPr>
          <p:spPr bwMode="auto">
            <a:xfrm>
              <a:off x="5230" y="1947"/>
              <a:ext cx="0" cy="74"/>
            </a:xfrm>
            <a:prstGeom prst="straightConnector1">
              <a:avLst/>
            </a:prstGeom>
            <a:noFill/>
            <a:ln w="9525">
              <a:solidFill>
                <a:schemeClr val="tx1"/>
              </a:solidFill>
              <a:round/>
              <a:headEnd/>
              <a:tailEnd/>
            </a:ln>
            <a:effectLst/>
          </p:spPr>
        </p:cxnSp>
      </p:grpSp>
      <p:grpSp>
        <p:nvGrpSpPr>
          <p:cNvPr id="422984" name="Group 72"/>
          <p:cNvGrpSpPr>
            <a:grpSpLocks/>
          </p:cNvGrpSpPr>
          <p:nvPr/>
        </p:nvGrpSpPr>
        <p:grpSpPr bwMode="auto">
          <a:xfrm>
            <a:off x="5418138" y="5943600"/>
            <a:ext cx="533400" cy="533400"/>
            <a:chOff x="5040" y="1872"/>
            <a:chExt cx="336" cy="336"/>
          </a:xfrm>
        </p:grpSpPr>
        <p:grpSp>
          <p:nvGrpSpPr>
            <p:cNvPr id="422985" name="Group 73"/>
            <p:cNvGrpSpPr>
              <a:grpSpLocks/>
            </p:cNvGrpSpPr>
            <p:nvPr/>
          </p:nvGrpSpPr>
          <p:grpSpPr bwMode="auto">
            <a:xfrm>
              <a:off x="5040" y="2021"/>
              <a:ext cx="336" cy="187"/>
              <a:chOff x="768" y="3840"/>
              <a:chExt cx="720" cy="384"/>
            </a:xfrm>
          </p:grpSpPr>
          <p:sp>
            <p:nvSpPr>
              <p:cNvPr id="422986" name="Rectangle 74"/>
              <p:cNvSpPr>
                <a:spLocks noChangeArrowheads="1"/>
              </p:cNvSpPr>
              <p:nvPr/>
            </p:nvSpPr>
            <p:spPr bwMode="auto">
              <a:xfrm>
                <a:off x="864" y="3840"/>
                <a:ext cx="624" cy="384"/>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87" name="Rectangle 75"/>
              <p:cNvSpPr>
                <a:spLocks noChangeArrowheads="1"/>
              </p:cNvSpPr>
              <p:nvPr/>
            </p:nvSpPr>
            <p:spPr bwMode="auto">
              <a:xfrm>
                <a:off x="768" y="3936"/>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sp>
            <p:nvSpPr>
              <p:cNvPr id="422988" name="Rectangle 76"/>
              <p:cNvSpPr>
                <a:spLocks noChangeArrowheads="1"/>
              </p:cNvSpPr>
              <p:nvPr/>
            </p:nvSpPr>
            <p:spPr bwMode="auto">
              <a:xfrm>
                <a:off x="768" y="4032"/>
                <a:ext cx="192" cy="48"/>
              </a:xfrm>
              <a:prstGeom prst="rect">
                <a:avLst/>
              </a:prstGeom>
              <a:solidFill>
                <a:schemeClr val="bg1"/>
              </a:solidFill>
              <a:ln w="9525">
                <a:solidFill>
                  <a:schemeClr val="tx1"/>
                </a:solidFill>
                <a:miter lim="800000"/>
                <a:headEnd/>
                <a:tailEnd/>
              </a:ln>
              <a:effectLst/>
            </p:spPr>
            <p:txBody>
              <a:bodyPr wrap="none" anchor="ctr"/>
              <a:lstStyle/>
              <a:p>
                <a:endParaRPr lang="en-US"/>
              </a:p>
            </p:txBody>
          </p:sp>
        </p:grpSp>
        <p:sp>
          <p:nvSpPr>
            <p:cNvPr id="422989" name="Oval 77"/>
            <p:cNvSpPr>
              <a:spLocks noChangeArrowheads="1"/>
            </p:cNvSpPr>
            <p:nvPr/>
          </p:nvSpPr>
          <p:spPr bwMode="auto">
            <a:xfrm>
              <a:off x="5193" y="1872"/>
              <a:ext cx="74"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90" name="AutoShape 78"/>
            <p:cNvCxnSpPr>
              <a:cxnSpLocks noChangeShapeType="1"/>
              <a:stCxn id="422989" idx="4"/>
              <a:endCxn id="422986" idx="0"/>
            </p:cNvCxnSpPr>
            <p:nvPr/>
          </p:nvCxnSpPr>
          <p:spPr bwMode="auto">
            <a:xfrm>
              <a:off x="5230" y="1947"/>
              <a:ext cx="0" cy="74"/>
            </a:xfrm>
            <a:prstGeom prst="straightConnector1">
              <a:avLst/>
            </a:prstGeom>
            <a:noFill/>
            <a:ln w="9525">
              <a:solidFill>
                <a:schemeClr val="tx1"/>
              </a:solidFill>
              <a:round/>
              <a:headEnd/>
              <a:tailEnd/>
            </a:ln>
            <a:effectLst/>
          </p:spPr>
        </p:cxnSp>
      </p:grpSp>
      <p:grpSp>
        <p:nvGrpSpPr>
          <p:cNvPr id="422991" name="Group 79"/>
          <p:cNvGrpSpPr>
            <a:grpSpLocks/>
          </p:cNvGrpSpPr>
          <p:nvPr/>
        </p:nvGrpSpPr>
        <p:grpSpPr bwMode="auto">
          <a:xfrm>
            <a:off x="6332538" y="5486400"/>
            <a:ext cx="684212" cy="296863"/>
            <a:chOff x="4896" y="3029"/>
            <a:chExt cx="432" cy="187"/>
          </a:xfrm>
        </p:grpSpPr>
        <p:grpSp>
          <p:nvGrpSpPr>
            <p:cNvPr id="422992" name="Group 80"/>
            <p:cNvGrpSpPr>
              <a:grpSpLocks/>
            </p:cNvGrpSpPr>
            <p:nvPr/>
          </p:nvGrpSpPr>
          <p:grpSpPr bwMode="auto">
            <a:xfrm>
              <a:off x="5009" y="3029"/>
              <a:ext cx="319" cy="187"/>
              <a:chOff x="768" y="3840"/>
              <a:chExt cx="720" cy="384"/>
            </a:xfrm>
          </p:grpSpPr>
          <p:sp>
            <p:nvSpPr>
              <p:cNvPr id="422993" name="Rectangle 81"/>
              <p:cNvSpPr>
                <a:spLocks noChangeArrowheads="1"/>
              </p:cNvSpPr>
              <p:nvPr/>
            </p:nvSpPr>
            <p:spPr bwMode="auto">
              <a:xfrm>
                <a:off x="864" y="3840"/>
                <a:ext cx="624" cy="384"/>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2994" name="Rectangle 82"/>
              <p:cNvSpPr>
                <a:spLocks noChangeArrowheads="1"/>
              </p:cNvSpPr>
              <p:nvPr/>
            </p:nvSpPr>
            <p:spPr bwMode="auto">
              <a:xfrm>
                <a:off x="768" y="3936"/>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2995" name="Rectangle 83"/>
              <p:cNvSpPr>
                <a:spLocks noChangeArrowheads="1"/>
              </p:cNvSpPr>
              <p:nvPr/>
            </p:nvSpPr>
            <p:spPr bwMode="auto">
              <a:xfrm>
                <a:off x="768" y="4032"/>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grpSp>
        <p:sp>
          <p:nvSpPr>
            <p:cNvPr id="422996" name="Oval 84"/>
            <p:cNvSpPr>
              <a:spLocks noChangeArrowheads="1"/>
            </p:cNvSpPr>
            <p:nvPr/>
          </p:nvSpPr>
          <p:spPr bwMode="auto">
            <a:xfrm>
              <a:off x="4896" y="3077"/>
              <a:ext cx="70"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2997" name="AutoShape 85"/>
            <p:cNvCxnSpPr>
              <a:cxnSpLocks noChangeShapeType="1"/>
              <a:stCxn id="422996" idx="6"/>
            </p:cNvCxnSpPr>
            <p:nvPr/>
          </p:nvCxnSpPr>
          <p:spPr bwMode="auto">
            <a:xfrm flipV="1">
              <a:off x="4966" y="3112"/>
              <a:ext cx="83" cy="3"/>
            </a:xfrm>
            <a:prstGeom prst="straightConnector1">
              <a:avLst/>
            </a:prstGeom>
            <a:noFill/>
            <a:ln w="9525">
              <a:solidFill>
                <a:schemeClr val="tx1"/>
              </a:solidFill>
              <a:round/>
              <a:headEnd/>
              <a:tailEnd/>
            </a:ln>
            <a:effectLst/>
          </p:spPr>
        </p:cxnSp>
      </p:grpSp>
      <p:cxnSp>
        <p:nvCxnSpPr>
          <p:cNvPr id="422998" name="AutoShape 86"/>
          <p:cNvCxnSpPr>
            <a:cxnSpLocks noChangeShapeType="1"/>
            <a:stCxn id="422925" idx="2"/>
            <a:endCxn id="422968" idx="0"/>
          </p:cNvCxnSpPr>
          <p:nvPr/>
        </p:nvCxnSpPr>
        <p:spPr bwMode="auto">
          <a:xfrm>
            <a:off x="4672013" y="5791200"/>
            <a:ext cx="341312" cy="465138"/>
          </a:xfrm>
          <a:prstGeom prst="straightConnector1">
            <a:avLst/>
          </a:prstGeom>
          <a:noFill/>
          <a:ln w="9525">
            <a:solidFill>
              <a:schemeClr val="tx1"/>
            </a:solidFill>
            <a:prstDash val="dash"/>
            <a:round/>
            <a:headEnd/>
            <a:tailEnd type="arrow" w="lg" len="lg"/>
          </a:ln>
          <a:effectLst/>
        </p:spPr>
      </p:cxnSp>
      <p:cxnSp>
        <p:nvCxnSpPr>
          <p:cNvPr id="422999" name="AutoShape 87"/>
          <p:cNvCxnSpPr>
            <a:cxnSpLocks noChangeShapeType="1"/>
            <a:stCxn id="422979" idx="2"/>
            <a:endCxn id="422968" idx="0"/>
          </p:cNvCxnSpPr>
          <p:nvPr/>
        </p:nvCxnSpPr>
        <p:spPr bwMode="auto">
          <a:xfrm flipH="1">
            <a:off x="5013325" y="5791200"/>
            <a:ext cx="420688" cy="465138"/>
          </a:xfrm>
          <a:prstGeom prst="straightConnector1">
            <a:avLst/>
          </a:prstGeom>
          <a:noFill/>
          <a:ln w="9525">
            <a:solidFill>
              <a:schemeClr val="tx1"/>
            </a:solidFill>
            <a:prstDash val="dash"/>
            <a:round/>
            <a:headEnd/>
            <a:tailEnd type="arrow" w="lg" len="lg"/>
          </a:ln>
          <a:effectLst/>
        </p:spPr>
      </p:cxnSp>
      <p:cxnSp>
        <p:nvCxnSpPr>
          <p:cNvPr id="423000" name="AutoShape 88"/>
          <p:cNvCxnSpPr>
            <a:cxnSpLocks noChangeShapeType="1"/>
            <a:stCxn id="422979" idx="2"/>
            <a:endCxn id="422966" idx="0"/>
          </p:cNvCxnSpPr>
          <p:nvPr/>
        </p:nvCxnSpPr>
        <p:spPr bwMode="auto">
          <a:xfrm>
            <a:off x="5434013" y="5791200"/>
            <a:ext cx="23812" cy="152400"/>
          </a:xfrm>
          <a:prstGeom prst="straightConnector1">
            <a:avLst/>
          </a:prstGeom>
          <a:noFill/>
          <a:ln w="9525">
            <a:solidFill>
              <a:schemeClr val="tx1"/>
            </a:solidFill>
            <a:prstDash val="dash"/>
            <a:round/>
            <a:headEnd/>
            <a:tailEnd type="arrow" w="lg" len="lg"/>
          </a:ln>
          <a:effectLst/>
        </p:spPr>
      </p:cxnSp>
      <p:cxnSp>
        <p:nvCxnSpPr>
          <p:cNvPr id="423001" name="AutoShape 89"/>
          <p:cNvCxnSpPr>
            <a:cxnSpLocks noChangeShapeType="1"/>
            <a:stCxn id="422972" idx="2"/>
            <a:endCxn id="422966" idx="6"/>
          </p:cNvCxnSpPr>
          <p:nvPr/>
        </p:nvCxnSpPr>
        <p:spPr bwMode="auto">
          <a:xfrm flipH="1">
            <a:off x="5518150" y="5715000"/>
            <a:ext cx="677863" cy="288925"/>
          </a:xfrm>
          <a:prstGeom prst="straightConnector1">
            <a:avLst/>
          </a:prstGeom>
          <a:noFill/>
          <a:ln w="9525">
            <a:solidFill>
              <a:schemeClr val="tx1"/>
            </a:solidFill>
            <a:prstDash val="dash"/>
            <a:round/>
            <a:headEnd/>
            <a:tailEnd type="arrow" w="lg" len="lg"/>
          </a:ln>
          <a:effectLst/>
        </p:spPr>
      </p:cxnSp>
      <p:cxnSp>
        <p:nvCxnSpPr>
          <p:cNvPr id="423002" name="AutoShape 90"/>
          <p:cNvCxnSpPr>
            <a:cxnSpLocks noChangeShapeType="1"/>
            <a:stCxn id="422925" idx="3"/>
            <a:endCxn id="422982" idx="2"/>
          </p:cNvCxnSpPr>
          <p:nvPr/>
        </p:nvCxnSpPr>
        <p:spPr bwMode="auto">
          <a:xfrm flipV="1">
            <a:off x="4921250" y="5318125"/>
            <a:ext cx="447675" cy="325438"/>
          </a:xfrm>
          <a:prstGeom prst="straightConnector1">
            <a:avLst/>
          </a:prstGeom>
          <a:noFill/>
          <a:ln w="9525">
            <a:solidFill>
              <a:schemeClr val="tx1"/>
            </a:solidFill>
            <a:prstDash val="dash"/>
            <a:round/>
            <a:headEnd/>
            <a:tailEnd type="arrow" w="lg" len="lg"/>
          </a:ln>
          <a:effectLst/>
        </p:spPr>
      </p:cxnSp>
      <p:cxnSp>
        <p:nvCxnSpPr>
          <p:cNvPr id="423003" name="AutoShape 91"/>
          <p:cNvCxnSpPr>
            <a:cxnSpLocks noChangeShapeType="1"/>
            <a:stCxn id="422972" idx="3"/>
            <a:endCxn id="422996" idx="2"/>
          </p:cNvCxnSpPr>
          <p:nvPr/>
        </p:nvCxnSpPr>
        <p:spPr bwMode="auto">
          <a:xfrm>
            <a:off x="6445250" y="5567363"/>
            <a:ext cx="412750" cy="55562"/>
          </a:xfrm>
          <a:prstGeom prst="straightConnector1">
            <a:avLst/>
          </a:prstGeom>
          <a:noFill/>
          <a:ln w="9525">
            <a:solidFill>
              <a:schemeClr val="tx1"/>
            </a:solidFill>
            <a:prstDash val="dash"/>
            <a:round/>
            <a:headEnd/>
            <a:tailEnd type="arrow" w="lg" len="lg"/>
          </a:ln>
          <a:effectLst/>
        </p:spPr>
      </p:cxnSp>
      <p:cxnSp>
        <p:nvCxnSpPr>
          <p:cNvPr id="423004" name="AutoShape 92"/>
          <p:cNvCxnSpPr>
            <a:cxnSpLocks noChangeShapeType="1"/>
            <a:stCxn id="422993" idx="2"/>
            <a:endCxn id="422989" idx="7"/>
          </p:cNvCxnSpPr>
          <p:nvPr/>
        </p:nvCxnSpPr>
        <p:spPr bwMode="auto">
          <a:xfrm flipH="1">
            <a:off x="6238875" y="5783263"/>
            <a:ext cx="1123950" cy="177800"/>
          </a:xfrm>
          <a:prstGeom prst="straightConnector1">
            <a:avLst/>
          </a:prstGeom>
          <a:noFill/>
          <a:ln w="9525">
            <a:solidFill>
              <a:schemeClr val="tx1"/>
            </a:solidFill>
            <a:prstDash val="dash"/>
            <a:round/>
            <a:headEnd/>
            <a:tailEnd type="arrow" w="lg" len="lg"/>
          </a:ln>
          <a:effectLst/>
        </p:spPr>
      </p:cxnSp>
      <p:cxnSp>
        <p:nvCxnSpPr>
          <p:cNvPr id="423005" name="AutoShape 93"/>
          <p:cNvCxnSpPr>
            <a:cxnSpLocks noChangeShapeType="1"/>
            <a:stCxn id="422963" idx="3"/>
            <a:endCxn id="422989" idx="2"/>
          </p:cNvCxnSpPr>
          <p:nvPr/>
        </p:nvCxnSpPr>
        <p:spPr bwMode="auto">
          <a:xfrm flipV="1">
            <a:off x="5695950" y="6003925"/>
            <a:ext cx="434975" cy="325438"/>
          </a:xfrm>
          <a:prstGeom prst="straightConnector1">
            <a:avLst/>
          </a:prstGeom>
          <a:noFill/>
          <a:ln w="9525">
            <a:solidFill>
              <a:schemeClr val="tx1"/>
            </a:solidFill>
            <a:prstDash val="dash"/>
            <a:round/>
            <a:headEnd/>
            <a:tailEnd type="arrow" w="lg" len="lg"/>
          </a:ln>
          <a:effectLst/>
        </p:spPr>
      </p:cxnSp>
      <p:cxnSp>
        <p:nvCxnSpPr>
          <p:cNvPr id="423006" name="AutoShape 94"/>
          <p:cNvCxnSpPr>
            <a:cxnSpLocks noChangeShapeType="1"/>
            <a:stCxn id="422928" idx="2"/>
            <a:endCxn id="422934" idx="2"/>
          </p:cNvCxnSpPr>
          <p:nvPr/>
        </p:nvCxnSpPr>
        <p:spPr bwMode="auto">
          <a:xfrm rot="10800000" flipH="1">
            <a:off x="4606925" y="3505200"/>
            <a:ext cx="344488" cy="1812925"/>
          </a:xfrm>
          <a:prstGeom prst="curvedConnector3">
            <a:avLst>
              <a:gd name="adj1" fmla="val -66361"/>
            </a:avLst>
          </a:prstGeom>
          <a:noFill/>
          <a:ln w="28575" cap="rnd">
            <a:solidFill>
              <a:srgbClr val="FF3300"/>
            </a:solidFill>
            <a:prstDash val="sysDot"/>
            <a:round/>
            <a:headEnd/>
            <a:tailEnd type="triangle" w="lg" len="lg"/>
          </a:ln>
          <a:effectLst/>
        </p:spPr>
      </p:cxnSp>
      <p:cxnSp>
        <p:nvCxnSpPr>
          <p:cNvPr id="423007" name="AutoShape 95"/>
          <p:cNvCxnSpPr>
            <a:cxnSpLocks noChangeShapeType="1"/>
            <a:stCxn id="422982" idx="0"/>
            <a:endCxn id="422938" idx="4"/>
          </p:cNvCxnSpPr>
          <p:nvPr/>
        </p:nvCxnSpPr>
        <p:spPr bwMode="auto">
          <a:xfrm rot="16200000">
            <a:off x="4877594" y="4441031"/>
            <a:ext cx="1371600" cy="261938"/>
          </a:xfrm>
          <a:prstGeom prst="curvedConnector3">
            <a:avLst>
              <a:gd name="adj1" fmla="val 50000"/>
            </a:avLst>
          </a:prstGeom>
          <a:noFill/>
          <a:ln w="28575" cap="rnd">
            <a:solidFill>
              <a:srgbClr val="FF3300"/>
            </a:solidFill>
            <a:prstDash val="sysDot"/>
            <a:round/>
            <a:headEnd/>
            <a:tailEnd type="triangle" w="lg" len="lg"/>
          </a:ln>
          <a:effectLst/>
        </p:spPr>
      </p:cxnSp>
      <p:cxnSp>
        <p:nvCxnSpPr>
          <p:cNvPr id="423008" name="AutoShape 96"/>
          <p:cNvCxnSpPr>
            <a:cxnSpLocks noChangeShapeType="1"/>
            <a:stCxn id="422975" idx="0"/>
            <a:endCxn id="422935" idx="5"/>
          </p:cNvCxnSpPr>
          <p:nvPr/>
        </p:nvCxnSpPr>
        <p:spPr bwMode="auto">
          <a:xfrm rot="16200000">
            <a:off x="5545932" y="4337843"/>
            <a:ext cx="1492250" cy="195263"/>
          </a:xfrm>
          <a:prstGeom prst="curvedConnector3">
            <a:avLst>
              <a:gd name="adj1" fmla="val 48509"/>
            </a:avLst>
          </a:prstGeom>
          <a:noFill/>
          <a:ln w="28575" cap="rnd">
            <a:solidFill>
              <a:srgbClr val="FF3300"/>
            </a:solidFill>
            <a:prstDash val="sysDot"/>
            <a:round/>
            <a:headEnd/>
            <a:tailEnd type="triangle" w="lg" len="lg"/>
          </a:ln>
          <a:effectLst/>
        </p:spPr>
      </p:cxnSp>
      <p:sp>
        <p:nvSpPr>
          <p:cNvPr id="423009" name="Line 97"/>
          <p:cNvSpPr>
            <a:spLocks noChangeShapeType="1"/>
          </p:cNvSpPr>
          <p:nvPr/>
        </p:nvSpPr>
        <p:spPr bwMode="auto">
          <a:xfrm flipV="1">
            <a:off x="8159750" y="1447800"/>
            <a:ext cx="0" cy="1447800"/>
          </a:xfrm>
          <a:prstGeom prst="line">
            <a:avLst/>
          </a:prstGeom>
          <a:noFill/>
          <a:ln w="76200">
            <a:solidFill>
              <a:srgbClr val="0B1F65"/>
            </a:solidFill>
            <a:round/>
            <a:headEnd/>
            <a:tailEnd type="triangle" w="lg" len="lg"/>
          </a:ln>
          <a:effectLst/>
        </p:spPr>
        <p:txBody>
          <a:bodyPr wrap="none" anchor="ctr"/>
          <a:lstStyle/>
          <a:p>
            <a:endParaRPr lang="en-US"/>
          </a:p>
        </p:txBody>
      </p:sp>
      <p:sp>
        <p:nvSpPr>
          <p:cNvPr id="423010" name="Rectangle 98"/>
          <p:cNvSpPr>
            <a:spLocks noChangeArrowheads="1"/>
          </p:cNvSpPr>
          <p:nvPr/>
        </p:nvSpPr>
        <p:spPr bwMode="auto">
          <a:xfrm rot="16200000">
            <a:off x="6310313" y="4318000"/>
            <a:ext cx="3644900" cy="647700"/>
          </a:xfrm>
          <a:prstGeom prst="rect">
            <a:avLst/>
          </a:prstGeom>
          <a:noFill/>
          <a:ln w="9525">
            <a:noFill/>
            <a:miter lim="800000"/>
            <a:headEnd/>
            <a:tailEnd/>
          </a:ln>
          <a:effectLst/>
        </p:spPr>
        <p:txBody>
          <a:bodyPr wrap="none">
            <a:spAutoFit/>
          </a:bodyPr>
          <a:lstStyle/>
          <a:p>
            <a:pPr algn="ctr" eaLnBrk="0" hangingPunct="0"/>
            <a:r>
              <a:rPr lang="en-US" sz="2000">
                <a:solidFill>
                  <a:srgbClr val="0B1F65"/>
                </a:solidFill>
              </a:rPr>
              <a:t>SAIL Solution Frameworks </a:t>
            </a:r>
          </a:p>
          <a:p>
            <a:pPr algn="ctr" eaLnBrk="0" hangingPunct="0"/>
            <a:r>
              <a:rPr lang="en-US" sz="2000">
                <a:solidFill>
                  <a:srgbClr val="0B1F65"/>
                </a:solidFill>
              </a:rPr>
              <a:t>Aligns with business needs</a:t>
            </a:r>
          </a:p>
        </p:txBody>
      </p:sp>
      <p:sp>
        <p:nvSpPr>
          <p:cNvPr id="423011" name="Rectangle 99"/>
          <p:cNvSpPr>
            <a:spLocks noChangeArrowheads="1"/>
          </p:cNvSpPr>
          <p:nvPr/>
        </p:nvSpPr>
        <p:spPr bwMode="auto">
          <a:xfrm rot="16200000">
            <a:off x="-337344" y="2720182"/>
            <a:ext cx="3571875" cy="366712"/>
          </a:xfrm>
          <a:prstGeom prst="rect">
            <a:avLst/>
          </a:prstGeom>
          <a:noFill/>
          <a:ln w="9525">
            <a:noFill/>
            <a:miter lim="800000"/>
            <a:headEnd/>
            <a:tailEnd/>
          </a:ln>
          <a:effectLst/>
        </p:spPr>
        <p:txBody>
          <a:bodyPr wrap="none">
            <a:spAutoFit/>
          </a:bodyPr>
          <a:lstStyle/>
          <a:p>
            <a:pPr algn="ctr" eaLnBrk="0" hangingPunct="0"/>
            <a:r>
              <a:rPr lang="en-US" sz="2000">
                <a:solidFill>
                  <a:srgbClr val="0B1F65"/>
                </a:solidFill>
              </a:rPr>
              <a:t>Business Driven Top Down</a:t>
            </a:r>
          </a:p>
        </p:txBody>
      </p:sp>
      <p:sp>
        <p:nvSpPr>
          <p:cNvPr id="423012" name="Line 100"/>
          <p:cNvSpPr>
            <a:spLocks noChangeShapeType="1"/>
          </p:cNvSpPr>
          <p:nvPr/>
        </p:nvSpPr>
        <p:spPr bwMode="auto">
          <a:xfrm>
            <a:off x="1476375" y="4953000"/>
            <a:ext cx="0" cy="1066800"/>
          </a:xfrm>
          <a:prstGeom prst="line">
            <a:avLst/>
          </a:prstGeom>
          <a:noFill/>
          <a:ln w="76200">
            <a:solidFill>
              <a:srgbClr val="0B1F65"/>
            </a:solidFill>
            <a:round/>
            <a:headEnd/>
            <a:tailEnd type="triangle" w="lg" len="lg"/>
          </a:ln>
          <a:effectLst/>
        </p:spPr>
        <p:txBody>
          <a:bodyPr wrap="none" anchor="ctr"/>
          <a:lstStyle/>
          <a:p>
            <a:endParaRPr lang="en-US"/>
          </a:p>
        </p:txBody>
      </p:sp>
      <p:sp>
        <p:nvSpPr>
          <p:cNvPr id="423013" name="Line 101"/>
          <p:cNvSpPr>
            <a:spLocks noChangeShapeType="1"/>
          </p:cNvSpPr>
          <p:nvPr/>
        </p:nvSpPr>
        <p:spPr bwMode="auto">
          <a:xfrm>
            <a:off x="6051550" y="1371600"/>
            <a:ext cx="0" cy="5257800"/>
          </a:xfrm>
          <a:prstGeom prst="line">
            <a:avLst/>
          </a:prstGeom>
          <a:noFill/>
          <a:ln w="28575">
            <a:solidFill>
              <a:schemeClr val="tx1"/>
            </a:solidFill>
            <a:round/>
            <a:headEnd/>
            <a:tailEnd/>
          </a:ln>
          <a:effectLst/>
        </p:spPr>
        <p:txBody>
          <a:bodyPr wrap="none" lIns="45720" rIns="45720" anchor="ctr"/>
          <a:lstStyle/>
          <a:p>
            <a:endParaRPr lang="en-US"/>
          </a:p>
        </p:txBody>
      </p:sp>
      <p:sp>
        <p:nvSpPr>
          <p:cNvPr id="423014" name="Text Box 102"/>
          <p:cNvSpPr txBox="1">
            <a:spLocks noChangeArrowheads="1"/>
          </p:cNvSpPr>
          <p:nvPr/>
        </p:nvSpPr>
        <p:spPr bwMode="auto">
          <a:xfrm>
            <a:off x="6040438" y="1066800"/>
            <a:ext cx="1365250"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Associated Metrics</a:t>
            </a:r>
          </a:p>
        </p:txBody>
      </p:sp>
      <p:sp>
        <p:nvSpPr>
          <p:cNvPr id="423015" name="Text Box 103"/>
          <p:cNvSpPr txBox="1">
            <a:spLocks noChangeArrowheads="1"/>
          </p:cNvSpPr>
          <p:nvPr/>
        </p:nvSpPr>
        <p:spPr bwMode="auto">
          <a:xfrm>
            <a:off x="3940175" y="1066800"/>
            <a:ext cx="1287463"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Reference Models</a:t>
            </a:r>
          </a:p>
        </p:txBody>
      </p:sp>
      <p:sp>
        <p:nvSpPr>
          <p:cNvPr id="423016" name="Oval 104"/>
          <p:cNvSpPr>
            <a:spLocks noChangeArrowheads="1"/>
          </p:cNvSpPr>
          <p:nvPr/>
        </p:nvSpPr>
        <p:spPr bwMode="auto">
          <a:xfrm>
            <a:off x="6473825" y="3352800"/>
            <a:ext cx="304800" cy="304800"/>
          </a:xfrm>
          <a:prstGeom prst="ellipse">
            <a:avLst/>
          </a:prstGeom>
          <a:solidFill>
            <a:srgbClr val="FF99CC"/>
          </a:solidFill>
          <a:ln w="9525">
            <a:solidFill>
              <a:schemeClr val="tx1"/>
            </a:solidFill>
            <a:round/>
            <a:headEnd/>
            <a:tailEnd/>
          </a:ln>
          <a:effectLst/>
        </p:spPr>
        <p:txBody>
          <a:bodyPr wrap="none" anchor="ctr"/>
          <a:lstStyle/>
          <a:p>
            <a:endParaRPr lang="en-US"/>
          </a:p>
        </p:txBody>
      </p:sp>
      <p:sp>
        <p:nvSpPr>
          <p:cNvPr id="423017" name="Oval 105"/>
          <p:cNvSpPr>
            <a:spLocks noChangeArrowheads="1"/>
          </p:cNvSpPr>
          <p:nvPr/>
        </p:nvSpPr>
        <p:spPr bwMode="auto">
          <a:xfrm>
            <a:off x="6169025" y="4114800"/>
            <a:ext cx="304800" cy="304800"/>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3018" name="AutoShape 106"/>
          <p:cNvCxnSpPr>
            <a:cxnSpLocks noChangeShapeType="1"/>
            <a:stCxn id="423016" idx="4"/>
            <a:endCxn id="423017" idx="7"/>
          </p:cNvCxnSpPr>
          <p:nvPr/>
        </p:nvCxnSpPr>
        <p:spPr bwMode="auto">
          <a:xfrm flipH="1">
            <a:off x="6962775" y="3657600"/>
            <a:ext cx="212725" cy="501650"/>
          </a:xfrm>
          <a:prstGeom prst="straightConnector1">
            <a:avLst/>
          </a:prstGeom>
          <a:noFill/>
          <a:ln w="9525">
            <a:solidFill>
              <a:schemeClr val="tx1"/>
            </a:solidFill>
            <a:round/>
            <a:headEnd/>
            <a:tailEnd/>
          </a:ln>
          <a:effectLst/>
        </p:spPr>
      </p:cxnSp>
      <p:sp>
        <p:nvSpPr>
          <p:cNvPr id="423019" name="Oval 107"/>
          <p:cNvSpPr>
            <a:spLocks noChangeArrowheads="1"/>
          </p:cNvSpPr>
          <p:nvPr/>
        </p:nvSpPr>
        <p:spPr bwMode="auto">
          <a:xfrm>
            <a:off x="6824663" y="4114800"/>
            <a:ext cx="304800" cy="304800"/>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3020" name="AutoShape 108"/>
          <p:cNvCxnSpPr>
            <a:cxnSpLocks noChangeShapeType="1"/>
            <a:stCxn id="423016" idx="4"/>
            <a:endCxn id="423019" idx="1"/>
          </p:cNvCxnSpPr>
          <p:nvPr/>
        </p:nvCxnSpPr>
        <p:spPr bwMode="auto">
          <a:xfrm>
            <a:off x="7175500" y="3657600"/>
            <a:ext cx="263525" cy="501650"/>
          </a:xfrm>
          <a:prstGeom prst="straightConnector1">
            <a:avLst/>
          </a:prstGeom>
          <a:noFill/>
          <a:ln w="9525">
            <a:solidFill>
              <a:schemeClr val="tx1"/>
            </a:solidFill>
            <a:round/>
            <a:headEnd/>
            <a:tailEnd/>
          </a:ln>
          <a:effectLst/>
        </p:spPr>
      </p:cxnSp>
      <p:grpSp>
        <p:nvGrpSpPr>
          <p:cNvPr id="423021" name="Group 109"/>
          <p:cNvGrpSpPr>
            <a:grpSpLocks/>
          </p:cNvGrpSpPr>
          <p:nvPr/>
        </p:nvGrpSpPr>
        <p:grpSpPr bwMode="auto">
          <a:xfrm>
            <a:off x="5980113" y="6019800"/>
            <a:ext cx="685800" cy="296863"/>
            <a:chOff x="4896" y="3029"/>
            <a:chExt cx="432" cy="187"/>
          </a:xfrm>
        </p:grpSpPr>
        <p:grpSp>
          <p:nvGrpSpPr>
            <p:cNvPr id="423022" name="Group 110"/>
            <p:cNvGrpSpPr>
              <a:grpSpLocks/>
            </p:cNvGrpSpPr>
            <p:nvPr/>
          </p:nvGrpSpPr>
          <p:grpSpPr bwMode="auto">
            <a:xfrm>
              <a:off x="5009" y="3029"/>
              <a:ext cx="319" cy="187"/>
              <a:chOff x="768" y="3840"/>
              <a:chExt cx="720" cy="384"/>
            </a:xfrm>
          </p:grpSpPr>
          <p:sp>
            <p:nvSpPr>
              <p:cNvPr id="423023" name="Rectangle 111"/>
              <p:cNvSpPr>
                <a:spLocks noChangeArrowheads="1"/>
              </p:cNvSpPr>
              <p:nvPr/>
            </p:nvSpPr>
            <p:spPr bwMode="auto">
              <a:xfrm>
                <a:off x="864" y="3840"/>
                <a:ext cx="624" cy="384"/>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3024" name="Rectangle 112"/>
              <p:cNvSpPr>
                <a:spLocks noChangeArrowheads="1"/>
              </p:cNvSpPr>
              <p:nvPr/>
            </p:nvSpPr>
            <p:spPr bwMode="auto">
              <a:xfrm>
                <a:off x="768" y="3936"/>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3025" name="Rectangle 113"/>
              <p:cNvSpPr>
                <a:spLocks noChangeArrowheads="1"/>
              </p:cNvSpPr>
              <p:nvPr/>
            </p:nvSpPr>
            <p:spPr bwMode="auto">
              <a:xfrm>
                <a:off x="768" y="4032"/>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grpSp>
        <p:sp>
          <p:nvSpPr>
            <p:cNvPr id="423026" name="Oval 114"/>
            <p:cNvSpPr>
              <a:spLocks noChangeArrowheads="1"/>
            </p:cNvSpPr>
            <p:nvPr/>
          </p:nvSpPr>
          <p:spPr bwMode="auto">
            <a:xfrm>
              <a:off x="4896" y="3077"/>
              <a:ext cx="70"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3027" name="AutoShape 115"/>
            <p:cNvCxnSpPr>
              <a:cxnSpLocks noChangeShapeType="1"/>
              <a:stCxn id="423026" idx="6"/>
            </p:cNvCxnSpPr>
            <p:nvPr/>
          </p:nvCxnSpPr>
          <p:spPr bwMode="auto">
            <a:xfrm flipV="1">
              <a:off x="4966" y="3112"/>
              <a:ext cx="83" cy="3"/>
            </a:xfrm>
            <a:prstGeom prst="straightConnector1">
              <a:avLst/>
            </a:prstGeom>
            <a:noFill/>
            <a:ln w="9525">
              <a:solidFill>
                <a:schemeClr val="tx1"/>
              </a:solidFill>
              <a:round/>
              <a:headEnd/>
              <a:tailEnd/>
            </a:ln>
            <a:effectLst/>
          </p:spPr>
        </p:cxnSp>
      </p:grpSp>
      <p:grpSp>
        <p:nvGrpSpPr>
          <p:cNvPr id="423028" name="Group 116"/>
          <p:cNvGrpSpPr>
            <a:grpSpLocks/>
          </p:cNvGrpSpPr>
          <p:nvPr/>
        </p:nvGrpSpPr>
        <p:grpSpPr bwMode="auto">
          <a:xfrm>
            <a:off x="6613525" y="6019800"/>
            <a:ext cx="684213" cy="296863"/>
            <a:chOff x="4896" y="3029"/>
            <a:chExt cx="432" cy="187"/>
          </a:xfrm>
        </p:grpSpPr>
        <p:grpSp>
          <p:nvGrpSpPr>
            <p:cNvPr id="423029" name="Group 117"/>
            <p:cNvGrpSpPr>
              <a:grpSpLocks/>
            </p:cNvGrpSpPr>
            <p:nvPr/>
          </p:nvGrpSpPr>
          <p:grpSpPr bwMode="auto">
            <a:xfrm>
              <a:off x="5009" y="3029"/>
              <a:ext cx="319" cy="187"/>
              <a:chOff x="768" y="3840"/>
              <a:chExt cx="720" cy="384"/>
            </a:xfrm>
          </p:grpSpPr>
          <p:sp>
            <p:nvSpPr>
              <p:cNvPr id="423030" name="Rectangle 118"/>
              <p:cNvSpPr>
                <a:spLocks noChangeArrowheads="1"/>
              </p:cNvSpPr>
              <p:nvPr/>
            </p:nvSpPr>
            <p:spPr bwMode="auto">
              <a:xfrm>
                <a:off x="864" y="3840"/>
                <a:ext cx="624" cy="384"/>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3031" name="Rectangle 119"/>
              <p:cNvSpPr>
                <a:spLocks noChangeArrowheads="1"/>
              </p:cNvSpPr>
              <p:nvPr/>
            </p:nvSpPr>
            <p:spPr bwMode="auto">
              <a:xfrm>
                <a:off x="768" y="3936"/>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sp>
            <p:nvSpPr>
              <p:cNvPr id="423032" name="Rectangle 120"/>
              <p:cNvSpPr>
                <a:spLocks noChangeArrowheads="1"/>
              </p:cNvSpPr>
              <p:nvPr/>
            </p:nvSpPr>
            <p:spPr bwMode="auto">
              <a:xfrm>
                <a:off x="768" y="4032"/>
                <a:ext cx="192" cy="48"/>
              </a:xfrm>
              <a:prstGeom prst="rect">
                <a:avLst/>
              </a:prstGeom>
              <a:solidFill>
                <a:srgbClr val="FF99CC"/>
              </a:solidFill>
              <a:ln w="9525">
                <a:solidFill>
                  <a:schemeClr val="tx1"/>
                </a:solidFill>
                <a:miter lim="800000"/>
                <a:headEnd/>
                <a:tailEnd/>
              </a:ln>
              <a:effectLst/>
            </p:spPr>
            <p:txBody>
              <a:bodyPr wrap="none" anchor="ctr"/>
              <a:lstStyle/>
              <a:p>
                <a:endParaRPr lang="en-US"/>
              </a:p>
            </p:txBody>
          </p:sp>
        </p:grpSp>
        <p:sp>
          <p:nvSpPr>
            <p:cNvPr id="423033" name="Oval 121"/>
            <p:cNvSpPr>
              <a:spLocks noChangeArrowheads="1"/>
            </p:cNvSpPr>
            <p:nvPr/>
          </p:nvSpPr>
          <p:spPr bwMode="auto">
            <a:xfrm>
              <a:off x="4896" y="3077"/>
              <a:ext cx="70" cy="75"/>
            </a:xfrm>
            <a:prstGeom prst="ellipse">
              <a:avLst/>
            </a:prstGeom>
            <a:solidFill>
              <a:srgbClr val="FF99CC"/>
            </a:solidFill>
            <a:ln w="9525">
              <a:solidFill>
                <a:schemeClr val="tx1"/>
              </a:solidFill>
              <a:round/>
              <a:headEnd/>
              <a:tailEnd/>
            </a:ln>
            <a:effectLst/>
          </p:spPr>
          <p:txBody>
            <a:bodyPr wrap="none" anchor="ctr"/>
            <a:lstStyle/>
            <a:p>
              <a:endParaRPr lang="en-US"/>
            </a:p>
          </p:txBody>
        </p:sp>
        <p:cxnSp>
          <p:nvCxnSpPr>
            <p:cNvPr id="423034" name="AutoShape 122"/>
            <p:cNvCxnSpPr>
              <a:cxnSpLocks noChangeShapeType="1"/>
              <a:stCxn id="423033" idx="6"/>
            </p:cNvCxnSpPr>
            <p:nvPr/>
          </p:nvCxnSpPr>
          <p:spPr bwMode="auto">
            <a:xfrm flipV="1">
              <a:off x="4966" y="3112"/>
              <a:ext cx="83" cy="3"/>
            </a:xfrm>
            <a:prstGeom prst="straightConnector1">
              <a:avLst/>
            </a:prstGeom>
            <a:noFill/>
            <a:ln w="9525">
              <a:solidFill>
                <a:schemeClr val="tx1"/>
              </a:solidFill>
              <a:round/>
              <a:headEnd/>
              <a:tailEnd/>
            </a:ln>
            <a:effectLst/>
          </p:spPr>
        </p:cxnSp>
      </p:grpSp>
      <p:sp>
        <p:nvSpPr>
          <p:cNvPr id="423035" name="Text Box 123"/>
          <p:cNvSpPr txBox="1">
            <a:spLocks noChangeArrowheads="1"/>
          </p:cNvSpPr>
          <p:nvPr/>
        </p:nvSpPr>
        <p:spPr bwMode="auto">
          <a:xfrm>
            <a:off x="6078538" y="1600200"/>
            <a:ext cx="1473200"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Performance Metrics</a:t>
            </a:r>
          </a:p>
        </p:txBody>
      </p:sp>
      <p:sp>
        <p:nvSpPr>
          <p:cNvPr id="423036" name="Text Box 124"/>
          <p:cNvSpPr txBox="1">
            <a:spLocks noChangeArrowheads="1"/>
          </p:cNvSpPr>
          <p:nvPr/>
        </p:nvSpPr>
        <p:spPr bwMode="auto">
          <a:xfrm>
            <a:off x="6051550" y="3154363"/>
            <a:ext cx="1692275" cy="274637"/>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Effectiveness/Efficiency</a:t>
            </a:r>
          </a:p>
        </p:txBody>
      </p:sp>
      <p:sp>
        <p:nvSpPr>
          <p:cNvPr id="423037" name="Text Box 125"/>
          <p:cNvSpPr txBox="1">
            <a:spLocks noChangeArrowheads="1"/>
          </p:cNvSpPr>
          <p:nvPr/>
        </p:nvSpPr>
        <p:spPr bwMode="auto">
          <a:xfrm>
            <a:off x="6259513" y="5014913"/>
            <a:ext cx="1181100" cy="457200"/>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Interoperability, </a:t>
            </a:r>
          </a:p>
          <a:p>
            <a:pPr algn="ctr" eaLnBrk="0" hangingPunct="0"/>
            <a:r>
              <a:rPr lang="en-US" sz="1200">
                <a:latin typeface="Arial" charset="0"/>
              </a:rPr>
              <a:t>Fit, Finish</a:t>
            </a:r>
          </a:p>
        </p:txBody>
      </p:sp>
      <p:sp>
        <p:nvSpPr>
          <p:cNvPr id="423038" name="AutoShape 126"/>
          <p:cNvSpPr>
            <a:spLocks noChangeArrowheads="1"/>
          </p:cNvSpPr>
          <p:nvPr/>
        </p:nvSpPr>
        <p:spPr bwMode="auto">
          <a:xfrm>
            <a:off x="0" y="3200400"/>
            <a:ext cx="1335088" cy="1371600"/>
          </a:xfrm>
          <a:prstGeom prst="rightArrow">
            <a:avLst>
              <a:gd name="adj1" fmla="val 50000"/>
              <a:gd name="adj2" fmla="val 25000"/>
            </a:avLst>
          </a:prstGeom>
          <a:solidFill>
            <a:srgbClr val="8A76EE"/>
          </a:solidFill>
          <a:ln w="38100">
            <a:solidFill>
              <a:schemeClr val="tx1"/>
            </a:solidFill>
            <a:miter lim="800000"/>
            <a:headEnd/>
            <a:tailEnd/>
          </a:ln>
          <a:effectLst/>
        </p:spPr>
        <p:txBody>
          <a:bodyPr wrap="none" lIns="45720" rIns="45720" anchor="ctr"/>
          <a:lstStyle/>
          <a:p>
            <a:pPr algn="ctr" eaLnBrk="0" hangingPunct="0"/>
            <a:r>
              <a:rPr lang="en-US" sz="1400">
                <a:solidFill>
                  <a:srgbClr val="0B1F65"/>
                </a:solidFill>
                <a:latin typeface="Arial" charset="0"/>
              </a:rPr>
              <a:t>SAIL </a:t>
            </a:r>
          </a:p>
          <a:p>
            <a:pPr algn="ctr" eaLnBrk="0" hangingPunct="0"/>
            <a:r>
              <a:rPr lang="en-US" sz="1400">
                <a:solidFill>
                  <a:srgbClr val="0B1F65"/>
                </a:solidFill>
                <a:latin typeface="Arial" charset="0"/>
              </a:rPr>
              <a:t>Solution </a:t>
            </a:r>
          </a:p>
          <a:p>
            <a:pPr algn="ctr" eaLnBrk="0" hangingPunct="0"/>
            <a:r>
              <a:rPr lang="en-US" sz="1400">
                <a:solidFill>
                  <a:srgbClr val="0B1F65"/>
                </a:solidFill>
                <a:latin typeface="Arial" charset="0"/>
              </a:rPr>
              <a:t>Lexicon</a:t>
            </a:r>
          </a:p>
        </p:txBody>
      </p:sp>
      <p:sp>
        <p:nvSpPr>
          <p:cNvPr id="423039" name="Text Box 127"/>
          <p:cNvSpPr txBox="1">
            <a:spLocks noChangeArrowheads="1"/>
          </p:cNvSpPr>
          <p:nvPr/>
        </p:nvSpPr>
        <p:spPr bwMode="auto">
          <a:xfrm>
            <a:off x="6261100" y="2819400"/>
            <a:ext cx="1193800"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Security Profiles</a:t>
            </a:r>
          </a:p>
        </p:txBody>
      </p:sp>
      <p:sp>
        <p:nvSpPr>
          <p:cNvPr id="423040" name="Text Box 128"/>
          <p:cNvSpPr txBox="1">
            <a:spLocks noChangeArrowheads="1"/>
          </p:cNvSpPr>
          <p:nvPr/>
        </p:nvSpPr>
        <p:spPr bwMode="auto">
          <a:xfrm>
            <a:off x="6184900" y="4343400"/>
            <a:ext cx="1225550"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Common Criteria</a:t>
            </a:r>
          </a:p>
        </p:txBody>
      </p:sp>
      <p:sp>
        <p:nvSpPr>
          <p:cNvPr id="423041" name="Text Box 129"/>
          <p:cNvSpPr txBox="1">
            <a:spLocks noChangeArrowheads="1"/>
          </p:cNvSpPr>
          <p:nvPr/>
        </p:nvSpPr>
        <p:spPr bwMode="auto">
          <a:xfrm>
            <a:off x="6054725" y="6324600"/>
            <a:ext cx="1235075"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a:latin typeface="Arial" charset="0"/>
              </a:rPr>
              <a:t>Secure Solutions</a:t>
            </a:r>
          </a:p>
        </p:txBody>
      </p:sp>
      <p:sp>
        <p:nvSpPr>
          <p:cNvPr id="423042" name="AutoShape 130"/>
          <p:cNvSpPr>
            <a:spLocks noChangeArrowheads="1"/>
          </p:cNvSpPr>
          <p:nvPr/>
        </p:nvSpPr>
        <p:spPr bwMode="auto">
          <a:xfrm>
            <a:off x="0" y="4953000"/>
            <a:ext cx="1335088" cy="1371600"/>
          </a:xfrm>
          <a:prstGeom prst="rightArrow">
            <a:avLst>
              <a:gd name="adj1" fmla="val 50000"/>
              <a:gd name="adj2" fmla="val 25000"/>
            </a:avLst>
          </a:prstGeom>
          <a:solidFill>
            <a:srgbClr val="F6D4FE"/>
          </a:solidFill>
          <a:ln w="9525">
            <a:solidFill>
              <a:schemeClr val="tx1"/>
            </a:solidFill>
            <a:miter lim="800000"/>
            <a:headEnd/>
            <a:tailEnd/>
          </a:ln>
          <a:effectLst/>
        </p:spPr>
        <p:txBody>
          <a:bodyPr wrap="none" lIns="45720" rIns="45720" anchor="ctr"/>
          <a:lstStyle/>
          <a:p>
            <a:pPr algn="ctr" eaLnBrk="0" hangingPunct="0"/>
            <a:r>
              <a:rPr lang="en-US" sz="1400" b="0">
                <a:latin typeface="Arial" charset="0"/>
              </a:rPr>
              <a:t>Vendor </a:t>
            </a:r>
          </a:p>
          <a:p>
            <a:pPr algn="ctr" eaLnBrk="0" hangingPunct="0"/>
            <a:r>
              <a:rPr lang="en-US" sz="1400" b="0">
                <a:latin typeface="Arial" charset="0"/>
              </a:rPr>
              <a:t>Solution </a:t>
            </a:r>
          </a:p>
          <a:p>
            <a:pPr algn="ctr" eaLnBrk="0" hangingPunct="0"/>
            <a:r>
              <a:rPr lang="en-US" sz="1400" b="0">
                <a:latin typeface="Arial" charset="0"/>
              </a:rPr>
              <a:t>Templates</a:t>
            </a:r>
          </a:p>
        </p:txBody>
      </p:sp>
      <p:sp>
        <p:nvSpPr>
          <p:cNvPr id="423043" name="AutoShape 131"/>
          <p:cNvSpPr>
            <a:spLocks noChangeArrowheads="1"/>
          </p:cNvSpPr>
          <p:nvPr/>
        </p:nvSpPr>
        <p:spPr bwMode="auto">
          <a:xfrm>
            <a:off x="0" y="1676400"/>
            <a:ext cx="1335088" cy="1371600"/>
          </a:xfrm>
          <a:prstGeom prst="rightArrow">
            <a:avLst>
              <a:gd name="adj1" fmla="val 50000"/>
              <a:gd name="adj2" fmla="val 25000"/>
            </a:avLst>
          </a:prstGeom>
          <a:solidFill>
            <a:srgbClr val="AED7E2"/>
          </a:solidFill>
          <a:ln w="9525">
            <a:solidFill>
              <a:schemeClr val="tx1"/>
            </a:solidFill>
            <a:miter lim="800000"/>
            <a:headEnd/>
            <a:tailEnd/>
          </a:ln>
          <a:effectLst/>
        </p:spPr>
        <p:txBody>
          <a:bodyPr wrap="none" lIns="45720" rIns="45720" anchor="ctr"/>
          <a:lstStyle/>
          <a:p>
            <a:pPr algn="ctr" eaLnBrk="0" hangingPunct="0"/>
            <a:r>
              <a:rPr lang="en-US" sz="1400" b="0">
                <a:latin typeface="Arial" charset="0"/>
              </a:rPr>
              <a:t>User/Integrator</a:t>
            </a:r>
          </a:p>
          <a:p>
            <a:pPr algn="ctr" eaLnBrk="0" hangingPunct="0"/>
            <a:r>
              <a:rPr lang="en-US" sz="1400" b="0">
                <a:latin typeface="Arial" charset="0"/>
              </a:rPr>
              <a:t>Best Practices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Number Placeholder 2"/>
          <p:cNvSpPr>
            <a:spLocks noGrp="1"/>
          </p:cNvSpPr>
          <p:nvPr>
            <p:ph type="sldNum" sz="quarter" idx="10"/>
          </p:nvPr>
        </p:nvSpPr>
        <p:spPr/>
        <p:txBody>
          <a:bodyPr/>
          <a:lstStyle/>
          <a:p>
            <a:fld id="{497D9813-49AC-45F9-915B-C6CFD73FD125}" type="slidenum">
              <a:rPr lang="en-US"/>
              <a:pPr/>
              <a:t>20</a:t>
            </a:fld>
            <a:endParaRPr lang="en-US"/>
          </a:p>
        </p:txBody>
      </p:sp>
      <p:sp>
        <p:nvSpPr>
          <p:cNvPr id="399362" name="Line 2"/>
          <p:cNvSpPr>
            <a:spLocks noChangeShapeType="1"/>
          </p:cNvSpPr>
          <p:nvPr/>
        </p:nvSpPr>
        <p:spPr bwMode="auto">
          <a:xfrm>
            <a:off x="1512888" y="5511800"/>
            <a:ext cx="6967537" cy="0"/>
          </a:xfrm>
          <a:prstGeom prst="line">
            <a:avLst/>
          </a:prstGeom>
          <a:noFill/>
          <a:ln w="38100" cap="sq">
            <a:solidFill>
              <a:srgbClr val="006600"/>
            </a:solidFill>
            <a:miter lim="800000"/>
            <a:headEnd type="none" w="sm" len="sm"/>
            <a:tailEnd type="triangle" w="sm" len="sm"/>
          </a:ln>
          <a:effectLst/>
        </p:spPr>
        <p:txBody>
          <a:bodyPr wrap="none" anchor="ctr"/>
          <a:lstStyle/>
          <a:p>
            <a:endParaRPr lang="en-US"/>
          </a:p>
        </p:txBody>
      </p:sp>
      <p:sp>
        <p:nvSpPr>
          <p:cNvPr id="399363" name="Line 3"/>
          <p:cNvSpPr>
            <a:spLocks noChangeShapeType="1"/>
          </p:cNvSpPr>
          <p:nvPr/>
        </p:nvSpPr>
        <p:spPr bwMode="auto">
          <a:xfrm flipV="1">
            <a:off x="1487488" y="1573213"/>
            <a:ext cx="0" cy="3927475"/>
          </a:xfrm>
          <a:prstGeom prst="line">
            <a:avLst/>
          </a:prstGeom>
          <a:noFill/>
          <a:ln w="38100" cap="sq">
            <a:solidFill>
              <a:srgbClr val="FF0000"/>
            </a:solidFill>
            <a:miter lim="800000"/>
            <a:headEnd type="none" w="sm" len="sm"/>
            <a:tailEnd type="triangle" w="sm" len="sm"/>
          </a:ln>
          <a:effectLst/>
        </p:spPr>
        <p:txBody>
          <a:bodyPr wrap="none" anchor="ctr"/>
          <a:lstStyle/>
          <a:p>
            <a:endParaRPr lang="en-US"/>
          </a:p>
        </p:txBody>
      </p:sp>
      <p:sp>
        <p:nvSpPr>
          <p:cNvPr id="399364" name="Text Box 4"/>
          <p:cNvSpPr txBox="1">
            <a:spLocks noChangeArrowheads="1"/>
          </p:cNvSpPr>
          <p:nvPr/>
        </p:nvSpPr>
        <p:spPr bwMode="auto">
          <a:xfrm>
            <a:off x="903288" y="2184400"/>
            <a:ext cx="550862" cy="304800"/>
          </a:xfrm>
          <a:prstGeom prst="rect">
            <a:avLst/>
          </a:prstGeom>
          <a:noFill/>
          <a:ln w="12700" cap="sq">
            <a:noFill/>
            <a:miter lim="800000"/>
            <a:headEnd type="none" w="sm" len="sm"/>
            <a:tailEnd type="none" w="sm" len="sm"/>
          </a:ln>
          <a:effectLst/>
        </p:spPr>
        <p:txBody>
          <a:bodyPr wrap="none">
            <a:spAutoFit/>
          </a:bodyPr>
          <a:lstStyle/>
          <a:p>
            <a:pPr algn="r">
              <a:spcBef>
                <a:spcPct val="20000"/>
              </a:spcBef>
            </a:pPr>
            <a:r>
              <a:rPr lang="en-US" sz="1400" b="0">
                <a:solidFill>
                  <a:schemeClr val="bg2"/>
                </a:solidFill>
              </a:rPr>
              <a:t>85%</a:t>
            </a:r>
          </a:p>
        </p:txBody>
      </p:sp>
      <p:sp>
        <p:nvSpPr>
          <p:cNvPr id="399365" name="Line 5"/>
          <p:cNvSpPr>
            <a:spLocks noChangeShapeType="1"/>
          </p:cNvSpPr>
          <p:nvPr/>
        </p:nvSpPr>
        <p:spPr bwMode="auto">
          <a:xfrm>
            <a:off x="1395413" y="2386013"/>
            <a:ext cx="7254875" cy="0"/>
          </a:xfrm>
          <a:prstGeom prst="line">
            <a:avLst/>
          </a:prstGeom>
          <a:noFill/>
          <a:ln w="12700">
            <a:solidFill>
              <a:schemeClr val="tx1"/>
            </a:solidFill>
            <a:prstDash val="dash"/>
            <a:miter lim="800000"/>
            <a:headEnd type="none" w="sm" len="sm"/>
            <a:tailEnd type="none" w="sm" len="sm"/>
          </a:ln>
          <a:effectLst/>
        </p:spPr>
        <p:txBody>
          <a:bodyPr wrap="none" anchor="ctr"/>
          <a:lstStyle/>
          <a:p>
            <a:endParaRPr lang="en-US"/>
          </a:p>
        </p:txBody>
      </p:sp>
      <p:sp>
        <p:nvSpPr>
          <p:cNvPr id="399366" name="Line 6"/>
          <p:cNvSpPr>
            <a:spLocks noChangeShapeType="1"/>
          </p:cNvSpPr>
          <p:nvPr/>
        </p:nvSpPr>
        <p:spPr bwMode="auto">
          <a:xfrm>
            <a:off x="16367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67" name="Line 7"/>
          <p:cNvSpPr>
            <a:spLocks noChangeShapeType="1"/>
          </p:cNvSpPr>
          <p:nvPr/>
        </p:nvSpPr>
        <p:spPr bwMode="auto">
          <a:xfrm>
            <a:off x="17891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68" name="Line 8"/>
          <p:cNvSpPr>
            <a:spLocks noChangeShapeType="1"/>
          </p:cNvSpPr>
          <p:nvPr/>
        </p:nvSpPr>
        <p:spPr bwMode="auto">
          <a:xfrm>
            <a:off x="19415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69" name="Line 9"/>
          <p:cNvSpPr>
            <a:spLocks noChangeShapeType="1"/>
          </p:cNvSpPr>
          <p:nvPr/>
        </p:nvSpPr>
        <p:spPr bwMode="auto">
          <a:xfrm>
            <a:off x="20939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70" name="Line 10"/>
          <p:cNvSpPr>
            <a:spLocks noChangeShapeType="1"/>
          </p:cNvSpPr>
          <p:nvPr/>
        </p:nvSpPr>
        <p:spPr bwMode="auto">
          <a:xfrm>
            <a:off x="22463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71" name="Line 11"/>
          <p:cNvSpPr>
            <a:spLocks noChangeShapeType="1"/>
          </p:cNvSpPr>
          <p:nvPr/>
        </p:nvSpPr>
        <p:spPr bwMode="auto">
          <a:xfrm>
            <a:off x="23987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72" name="Line 12"/>
          <p:cNvSpPr>
            <a:spLocks noChangeShapeType="1"/>
          </p:cNvSpPr>
          <p:nvPr/>
        </p:nvSpPr>
        <p:spPr bwMode="auto">
          <a:xfrm>
            <a:off x="2551113" y="5422900"/>
            <a:ext cx="0" cy="195263"/>
          </a:xfrm>
          <a:prstGeom prst="line">
            <a:avLst/>
          </a:prstGeom>
          <a:noFill/>
          <a:ln w="28575" cap="sq">
            <a:solidFill>
              <a:srgbClr val="339966"/>
            </a:solidFill>
            <a:miter lim="800000"/>
            <a:headEnd type="none" w="sm" len="sm"/>
            <a:tailEnd type="none" w="sm" len="sm"/>
          </a:ln>
          <a:effectLst/>
        </p:spPr>
        <p:txBody>
          <a:bodyPr wrap="none" anchor="ctr"/>
          <a:lstStyle/>
          <a:p>
            <a:endParaRPr lang="en-US"/>
          </a:p>
        </p:txBody>
      </p:sp>
      <p:sp>
        <p:nvSpPr>
          <p:cNvPr id="399373" name="Line 13"/>
          <p:cNvSpPr>
            <a:spLocks noChangeShapeType="1"/>
          </p:cNvSpPr>
          <p:nvPr/>
        </p:nvSpPr>
        <p:spPr bwMode="auto">
          <a:xfrm>
            <a:off x="27035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4" name="Line 14"/>
          <p:cNvSpPr>
            <a:spLocks noChangeShapeType="1"/>
          </p:cNvSpPr>
          <p:nvPr/>
        </p:nvSpPr>
        <p:spPr bwMode="auto">
          <a:xfrm>
            <a:off x="28559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5" name="Line 15"/>
          <p:cNvSpPr>
            <a:spLocks noChangeShapeType="1"/>
          </p:cNvSpPr>
          <p:nvPr/>
        </p:nvSpPr>
        <p:spPr bwMode="auto">
          <a:xfrm>
            <a:off x="30083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6" name="Line 16"/>
          <p:cNvSpPr>
            <a:spLocks noChangeShapeType="1"/>
          </p:cNvSpPr>
          <p:nvPr/>
        </p:nvSpPr>
        <p:spPr bwMode="auto">
          <a:xfrm>
            <a:off x="31607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7" name="Line 17"/>
          <p:cNvSpPr>
            <a:spLocks noChangeShapeType="1"/>
          </p:cNvSpPr>
          <p:nvPr/>
        </p:nvSpPr>
        <p:spPr bwMode="auto">
          <a:xfrm>
            <a:off x="33131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8" name="Line 18"/>
          <p:cNvSpPr>
            <a:spLocks noChangeShapeType="1"/>
          </p:cNvSpPr>
          <p:nvPr/>
        </p:nvSpPr>
        <p:spPr bwMode="auto">
          <a:xfrm>
            <a:off x="34655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79" name="Line 19"/>
          <p:cNvSpPr>
            <a:spLocks noChangeShapeType="1"/>
          </p:cNvSpPr>
          <p:nvPr/>
        </p:nvSpPr>
        <p:spPr bwMode="auto">
          <a:xfrm>
            <a:off x="36179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380" name="Line 20"/>
          <p:cNvSpPr>
            <a:spLocks noChangeShapeType="1"/>
          </p:cNvSpPr>
          <p:nvPr/>
        </p:nvSpPr>
        <p:spPr bwMode="auto">
          <a:xfrm>
            <a:off x="4989513" y="5422900"/>
            <a:ext cx="0" cy="195263"/>
          </a:xfrm>
          <a:prstGeom prst="line">
            <a:avLst/>
          </a:prstGeom>
          <a:noFill/>
          <a:ln w="28575" cap="sq">
            <a:solidFill>
              <a:schemeClr val="hlink"/>
            </a:solidFill>
            <a:miter lim="800000"/>
            <a:headEnd type="none" w="sm" len="sm"/>
            <a:tailEnd type="none" w="sm" len="sm"/>
          </a:ln>
          <a:effectLst/>
        </p:spPr>
        <p:txBody>
          <a:bodyPr wrap="none" anchor="ctr"/>
          <a:lstStyle/>
          <a:p>
            <a:endParaRPr lang="en-US"/>
          </a:p>
        </p:txBody>
      </p:sp>
      <p:sp>
        <p:nvSpPr>
          <p:cNvPr id="399381" name="Line 21"/>
          <p:cNvSpPr>
            <a:spLocks noChangeShapeType="1"/>
          </p:cNvSpPr>
          <p:nvPr/>
        </p:nvSpPr>
        <p:spPr bwMode="auto">
          <a:xfrm>
            <a:off x="51419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2" name="Line 22"/>
          <p:cNvSpPr>
            <a:spLocks noChangeShapeType="1"/>
          </p:cNvSpPr>
          <p:nvPr/>
        </p:nvSpPr>
        <p:spPr bwMode="auto">
          <a:xfrm>
            <a:off x="52943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3" name="Line 23"/>
          <p:cNvSpPr>
            <a:spLocks noChangeShapeType="1"/>
          </p:cNvSpPr>
          <p:nvPr/>
        </p:nvSpPr>
        <p:spPr bwMode="auto">
          <a:xfrm>
            <a:off x="54467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4" name="Line 24"/>
          <p:cNvSpPr>
            <a:spLocks noChangeShapeType="1"/>
          </p:cNvSpPr>
          <p:nvPr/>
        </p:nvSpPr>
        <p:spPr bwMode="auto">
          <a:xfrm>
            <a:off x="55991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5" name="Line 25"/>
          <p:cNvSpPr>
            <a:spLocks noChangeShapeType="1"/>
          </p:cNvSpPr>
          <p:nvPr/>
        </p:nvSpPr>
        <p:spPr bwMode="auto">
          <a:xfrm>
            <a:off x="57515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6" name="Line 26"/>
          <p:cNvSpPr>
            <a:spLocks noChangeShapeType="1"/>
          </p:cNvSpPr>
          <p:nvPr/>
        </p:nvSpPr>
        <p:spPr bwMode="auto">
          <a:xfrm>
            <a:off x="59039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7" name="Line 27"/>
          <p:cNvSpPr>
            <a:spLocks noChangeShapeType="1"/>
          </p:cNvSpPr>
          <p:nvPr/>
        </p:nvSpPr>
        <p:spPr bwMode="auto">
          <a:xfrm>
            <a:off x="60563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8" name="Line 28"/>
          <p:cNvSpPr>
            <a:spLocks noChangeShapeType="1"/>
          </p:cNvSpPr>
          <p:nvPr/>
        </p:nvSpPr>
        <p:spPr bwMode="auto">
          <a:xfrm>
            <a:off x="62087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89" name="Line 29"/>
          <p:cNvSpPr>
            <a:spLocks noChangeShapeType="1"/>
          </p:cNvSpPr>
          <p:nvPr/>
        </p:nvSpPr>
        <p:spPr bwMode="auto">
          <a:xfrm>
            <a:off x="63611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0" name="Line 30"/>
          <p:cNvSpPr>
            <a:spLocks noChangeShapeType="1"/>
          </p:cNvSpPr>
          <p:nvPr/>
        </p:nvSpPr>
        <p:spPr bwMode="auto">
          <a:xfrm>
            <a:off x="65135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1" name="Line 31"/>
          <p:cNvSpPr>
            <a:spLocks noChangeShapeType="1"/>
          </p:cNvSpPr>
          <p:nvPr/>
        </p:nvSpPr>
        <p:spPr bwMode="auto">
          <a:xfrm>
            <a:off x="66659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2" name="Line 32"/>
          <p:cNvSpPr>
            <a:spLocks noChangeShapeType="1"/>
          </p:cNvSpPr>
          <p:nvPr/>
        </p:nvSpPr>
        <p:spPr bwMode="auto">
          <a:xfrm>
            <a:off x="68183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3" name="Line 33"/>
          <p:cNvSpPr>
            <a:spLocks noChangeShapeType="1"/>
          </p:cNvSpPr>
          <p:nvPr/>
        </p:nvSpPr>
        <p:spPr bwMode="auto">
          <a:xfrm>
            <a:off x="69707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4" name="Line 34"/>
          <p:cNvSpPr>
            <a:spLocks noChangeShapeType="1"/>
          </p:cNvSpPr>
          <p:nvPr/>
        </p:nvSpPr>
        <p:spPr bwMode="auto">
          <a:xfrm>
            <a:off x="71231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5" name="Line 35"/>
          <p:cNvSpPr>
            <a:spLocks noChangeShapeType="1"/>
          </p:cNvSpPr>
          <p:nvPr/>
        </p:nvSpPr>
        <p:spPr bwMode="auto">
          <a:xfrm>
            <a:off x="72755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6" name="Line 36"/>
          <p:cNvSpPr>
            <a:spLocks noChangeShapeType="1"/>
          </p:cNvSpPr>
          <p:nvPr/>
        </p:nvSpPr>
        <p:spPr bwMode="auto">
          <a:xfrm>
            <a:off x="74279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7" name="Line 37"/>
          <p:cNvSpPr>
            <a:spLocks noChangeShapeType="1"/>
          </p:cNvSpPr>
          <p:nvPr/>
        </p:nvSpPr>
        <p:spPr bwMode="auto">
          <a:xfrm>
            <a:off x="75803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8" name="Line 38"/>
          <p:cNvSpPr>
            <a:spLocks noChangeShapeType="1"/>
          </p:cNvSpPr>
          <p:nvPr/>
        </p:nvSpPr>
        <p:spPr bwMode="auto">
          <a:xfrm>
            <a:off x="77327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399" name="Line 39"/>
          <p:cNvSpPr>
            <a:spLocks noChangeShapeType="1"/>
          </p:cNvSpPr>
          <p:nvPr/>
        </p:nvSpPr>
        <p:spPr bwMode="auto">
          <a:xfrm>
            <a:off x="78851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400" name="Line 40"/>
          <p:cNvSpPr>
            <a:spLocks noChangeShapeType="1"/>
          </p:cNvSpPr>
          <p:nvPr/>
        </p:nvSpPr>
        <p:spPr bwMode="auto">
          <a:xfrm>
            <a:off x="8027988" y="5407025"/>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401" name="Line 41"/>
          <p:cNvSpPr>
            <a:spLocks noChangeShapeType="1"/>
          </p:cNvSpPr>
          <p:nvPr/>
        </p:nvSpPr>
        <p:spPr bwMode="auto">
          <a:xfrm>
            <a:off x="4989513" y="5422900"/>
            <a:ext cx="0" cy="195263"/>
          </a:xfrm>
          <a:prstGeom prst="line">
            <a:avLst/>
          </a:prstGeom>
          <a:noFill/>
          <a:ln w="28575" cap="sq">
            <a:solidFill>
              <a:schemeClr val="tx2"/>
            </a:solidFill>
            <a:miter lim="800000"/>
            <a:headEnd type="none" w="sm" len="sm"/>
            <a:tailEnd type="none" w="sm" len="sm"/>
          </a:ln>
          <a:effectLst/>
        </p:spPr>
        <p:txBody>
          <a:bodyPr wrap="none" anchor="ctr"/>
          <a:lstStyle/>
          <a:p>
            <a:endParaRPr lang="en-US"/>
          </a:p>
        </p:txBody>
      </p:sp>
      <p:sp>
        <p:nvSpPr>
          <p:cNvPr id="399402" name="Text Box 42"/>
          <p:cNvSpPr txBox="1">
            <a:spLocks noChangeArrowheads="1"/>
          </p:cNvSpPr>
          <p:nvPr/>
        </p:nvSpPr>
        <p:spPr bwMode="auto">
          <a:xfrm>
            <a:off x="6376988" y="5749925"/>
            <a:ext cx="2133600" cy="396875"/>
          </a:xfrm>
          <a:prstGeom prst="rect">
            <a:avLst/>
          </a:prstGeom>
          <a:noFill/>
          <a:ln w="12700" cap="sq">
            <a:noFill/>
            <a:miter lim="800000"/>
            <a:headEnd type="none" w="sm" len="sm"/>
            <a:tailEnd type="none" w="sm" len="sm"/>
          </a:ln>
          <a:effectLst/>
        </p:spPr>
        <p:txBody>
          <a:bodyPr wrap="none">
            <a:spAutoFit/>
          </a:bodyPr>
          <a:lstStyle/>
          <a:p>
            <a:pPr>
              <a:spcBef>
                <a:spcPct val="20000"/>
              </a:spcBef>
            </a:pPr>
            <a:r>
              <a:rPr lang="en-US" sz="2000" b="0">
                <a:solidFill>
                  <a:schemeClr val="bg2"/>
                </a:solidFill>
              </a:rPr>
              <a:t>Evidence Sources</a:t>
            </a:r>
          </a:p>
        </p:txBody>
      </p:sp>
      <p:sp>
        <p:nvSpPr>
          <p:cNvPr id="399403" name="Text Box 43"/>
          <p:cNvSpPr txBox="1">
            <a:spLocks noChangeArrowheads="1"/>
          </p:cNvSpPr>
          <p:nvPr/>
        </p:nvSpPr>
        <p:spPr bwMode="auto">
          <a:xfrm rot="-5400000">
            <a:off x="-1008856" y="3661569"/>
            <a:ext cx="3376613" cy="396875"/>
          </a:xfrm>
          <a:prstGeom prst="rect">
            <a:avLst/>
          </a:prstGeom>
          <a:noFill/>
          <a:ln w="12700" cap="sq">
            <a:noFill/>
            <a:miter lim="800000"/>
            <a:headEnd type="none" w="sm" len="sm"/>
            <a:tailEnd type="none" w="sm" len="sm"/>
          </a:ln>
          <a:effectLst/>
        </p:spPr>
        <p:txBody>
          <a:bodyPr>
            <a:spAutoFit/>
          </a:bodyPr>
          <a:lstStyle/>
          <a:p>
            <a:pPr algn="ctr">
              <a:spcBef>
                <a:spcPct val="20000"/>
              </a:spcBef>
            </a:pPr>
            <a:r>
              <a:rPr lang="en-US" sz="2000" b="0"/>
              <a:t>Strength of Evidence</a:t>
            </a:r>
          </a:p>
        </p:txBody>
      </p:sp>
      <p:sp>
        <p:nvSpPr>
          <p:cNvPr id="399404" name="Line 44"/>
          <p:cNvSpPr>
            <a:spLocks noChangeShapeType="1"/>
          </p:cNvSpPr>
          <p:nvPr/>
        </p:nvSpPr>
        <p:spPr bwMode="auto">
          <a:xfrm flipV="1">
            <a:off x="3429000" y="3810000"/>
            <a:ext cx="0" cy="1714500"/>
          </a:xfrm>
          <a:prstGeom prst="line">
            <a:avLst/>
          </a:prstGeom>
          <a:noFill/>
          <a:ln w="38100">
            <a:solidFill>
              <a:schemeClr val="bg2"/>
            </a:solidFill>
            <a:prstDash val="sysDot"/>
            <a:miter lim="800000"/>
            <a:headEnd type="none" w="sm" len="sm"/>
            <a:tailEnd type="none" w="sm" len="sm"/>
          </a:ln>
          <a:effectLst/>
        </p:spPr>
        <p:txBody>
          <a:bodyPr wrap="none" anchor="ctr"/>
          <a:lstStyle/>
          <a:p>
            <a:endParaRPr lang="en-US"/>
          </a:p>
        </p:txBody>
      </p:sp>
      <p:sp>
        <p:nvSpPr>
          <p:cNvPr id="399405" name="Line 45"/>
          <p:cNvSpPr>
            <a:spLocks noChangeShapeType="1"/>
          </p:cNvSpPr>
          <p:nvPr/>
        </p:nvSpPr>
        <p:spPr bwMode="auto">
          <a:xfrm flipH="1" flipV="1">
            <a:off x="1447800" y="3810000"/>
            <a:ext cx="1974850" cy="12700"/>
          </a:xfrm>
          <a:prstGeom prst="line">
            <a:avLst/>
          </a:prstGeom>
          <a:noFill/>
          <a:ln w="38100">
            <a:solidFill>
              <a:schemeClr val="bg2"/>
            </a:solidFill>
            <a:prstDash val="sysDot"/>
            <a:miter lim="800000"/>
            <a:headEnd type="none" w="sm" len="sm"/>
            <a:tailEnd type="arrow" w="med" len="med"/>
          </a:ln>
          <a:effectLst/>
        </p:spPr>
        <p:txBody>
          <a:bodyPr wrap="none" anchor="ctr"/>
          <a:lstStyle/>
          <a:p>
            <a:endParaRPr lang="en-US"/>
          </a:p>
        </p:txBody>
      </p:sp>
      <p:sp>
        <p:nvSpPr>
          <p:cNvPr id="399406" name="Text Box 46"/>
          <p:cNvSpPr txBox="1">
            <a:spLocks noChangeArrowheads="1"/>
          </p:cNvSpPr>
          <p:nvPr/>
        </p:nvSpPr>
        <p:spPr bwMode="auto">
          <a:xfrm>
            <a:off x="914400" y="3657600"/>
            <a:ext cx="550863" cy="304800"/>
          </a:xfrm>
          <a:prstGeom prst="rect">
            <a:avLst/>
          </a:prstGeom>
          <a:noFill/>
          <a:ln w="12700" cap="sq">
            <a:noFill/>
            <a:miter lim="800000"/>
            <a:headEnd type="none" w="sm" len="sm"/>
            <a:tailEnd type="none" w="sm" len="sm"/>
          </a:ln>
          <a:effectLst/>
        </p:spPr>
        <p:txBody>
          <a:bodyPr wrap="none">
            <a:spAutoFit/>
          </a:bodyPr>
          <a:lstStyle/>
          <a:p>
            <a:pPr algn="r">
              <a:spcBef>
                <a:spcPct val="20000"/>
              </a:spcBef>
            </a:pPr>
            <a:r>
              <a:rPr lang="en-US" sz="1400" b="0">
                <a:solidFill>
                  <a:schemeClr val="bg2"/>
                </a:solidFill>
              </a:rPr>
              <a:t>50%</a:t>
            </a:r>
          </a:p>
        </p:txBody>
      </p:sp>
      <p:sp>
        <p:nvSpPr>
          <p:cNvPr id="399407" name="Text Box 47"/>
          <p:cNvSpPr txBox="1">
            <a:spLocks noChangeArrowheads="1"/>
          </p:cNvSpPr>
          <p:nvPr/>
        </p:nvSpPr>
        <p:spPr bwMode="auto">
          <a:xfrm>
            <a:off x="914400" y="4572000"/>
            <a:ext cx="550863" cy="304800"/>
          </a:xfrm>
          <a:prstGeom prst="rect">
            <a:avLst/>
          </a:prstGeom>
          <a:noFill/>
          <a:ln w="12700" cap="sq">
            <a:noFill/>
            <a:miter lim="800000"/>
            <a:headEnd type="none" w="sm" len="sm"/>
            <a:tailEnd type="none" w="sm" len="sm"/>
          </a:ln>
          <a:effectLst/>
        </p:spPr>
        <p:txBody>
          <a:bodyPr wrap="none">
            <a:spAutoFit/>
          </a:bodyPr>
          <a:lstStyle/>
          <a:p>
            <a:pPr algn="r">
              <a:spcBef>
                <a:spcPct val="20000"/>
              </a:spcBef>
            </a:pPr>
            <a:r>
              <a:rPr lang="en-US" sz="1400" b="0">
                <a:solidFill>
                  <a:schemeClr val="bg2"/>
                </a:solidFill>
              </a:rPr>
              <a:t>25%</a:t>
            </a:r>
          </a:p>
        </p:txBody>
      </p:sp>
      <p:sp>
        <p:nvSpPr>
          <p:cNvPr id="399408" name="Text Box 48"/>
          <p:cNvSpPr txBox="1">
            <a:spLocks noChangeArrowheads="1"/>
          </p:cNvSpPr>
          <p:nvPr/>
        </p:nvSpPr>
        <p:spPr bwMode="auto">
          <a:xfrm>
            <a:off x="1393825" y="5607050"/>
            <a:ext cx="1255713" cy="560388"/>
          </a:xfrm>
          <a:prstGeom prst="rect">
            <a:avLst/>
          </a:prstGeom>
          <a:noFill/>
          <a:ln w="12700" cap="sq">
            <a:noFill/>
            <a:miter lim="800000"/>
            <a:headEnd type="none" w="sm" len="sm"/>
            <a:tailEnd type="none" w="sm" len="sm"/>
          </a:ln>
          <a:effectLst/>
        </p:spPr>
        <p:txBody>
          <a:bodyPr>
            <a:spAutoFit/>
          </a:bodyPr>
          <a:lstStyle/>
          <a:p>
            <a:pPr algn="ctr">
              <a:spcBef>
                <a:spcPct val="20000"/>
              </a:spcBef>
            </a:pPr>
            <a:r>
              <a:rPr lang="en-US" sz="1400" b="0" i="1">
                <a:solidFill>
                  <a:srgbClr val="339966"/>
                </a:solidFill>
              </a:rPr>
              <a:t>Bi-directional </a:t>
            </a:r>
          </a:p>
          <a:p>
            <a:pPr algn="ctr">
              <a:spcBef>
                <a:spcPct val="20000"/>
              </a:spcBef>
            </a:pPr>
            <a:r>
              <a:rPr lang="en-US" sz="1400" b="0" i="1">
                <a:solidFill>
                  <a:srgbClr val="339966"/>
                </a:solidFill>
              </a:rPr>
              <a:t>vendor claim</a:t>
            </a:r>
          </a:p>
        </p:txBody>
      </p:sp>
      <p:sp>
        <p:nvSpPr>
          <p:cNvPr id="399409" name="Text Box 49"/>
          <p:cNvSpPr txBox="1">
            <a:spLocks noChangeArrowheads="1"/>
          </p:cNvSpPr>
          <p:nvPr/>
        </p:nvSpPr>
        <p:spPr bwMode="auto">
          <a:xfrm>
            <a:off x="2547938" y="5607050"/>
            <a:ext cx="1255712" cy="815975"/>
          </a:xfrm>
          <a:prstGeom prst="rect">
            <a:avLst/>
          </a:prstGeom>
          <a:noFill/>
          <a:ln w="12700" cap="sq">
            <a:noFill/>
            <a:miter lim="800000"/>
            <a:headEnd type="none" w="sm" len="sm"/>
            <a:tailEnd type="none" w="sm" len="sm"/>
          </a:ln>
          <a:effectLst/>
        </p:spPr>
        <p:txBody>
          <a:bodyPr>
            <a:spAutoFit/>
          </a:bodyPr>
          <a:lstStyle/>
          <a:p>
            <a:pPr algn="ctr">
              <a:spcBef>
                <a:spcPct val="20000"/>
              </a:spcBef>
            </a:pPr>
            <a:r>
              <a:rPr lang="en-US" sz="1400" b="0" i="1">
                <a:solidFill>
                  <a:srgbClr val="FF0000"/>
                </a:solidFill>
              </a:rPr>
              <a:t>Functional/</a:t>
            </a:r>
          </a:p>
          <a:p>
            <a:pPr algn="ctr">
              <a:spcBef>
                <a:spcPct val="20000"/>
              </a:spcBef>
            </a:pPr>
            <a:r>
              <a:rPr lang="en-US" sz="1400" b="0" i="1">
                <a:solidFill>
                  <a:srgbClr val="FF0000"/>
                </a:solidFill>
              </a:rPr>
              <a:t>conformance</a:t>
            </a:r>
          </a:p>
          <a:p>
            <a:pPr algn="ctr">
              <a:spcBef>
                <a:spcPct val="20000"/>
              </a:spcBef>
            </a:pPr>
            <a:r>
              <a:rPr lang="en-US" sz="1400" b="0" i="1">
                <a:solidFill>
                  <a:srgbClr val="FF0000"/>
                </a:solidFill>
              </a:rPr>
              <a:t>testing</a:t>
            </a:r>
          </a:p>
        </p:txBody>
      </p:sp>
      <p:sp>
        <p:nvSpPr>
          <p:cNvPr id="399410" name="Text Box 50"/>
          <p:cNvSpPr txBox="1">
            <a:spLocks noChangeArrowheads="1"/>
          </p:cNvSpPr>
          <p:nvPr/>
        </p:nvSpPr>
        <p:spPr bwMode="auto">
          <a:xfrm>
            <a:off x="4852988" y="5607050"/>
            <a:ext cx="1454150" cy="560388"/>
          </a:xfrm>
          <a:prstGeom prst="rect">
            <a:avLst/>
          </a:prstGeom>
          <a:noFill/>
          <a:ln w="12700" cap="sq">
            <a:noFill/>
            <a:miter lim="800000"/>
            <a:headEnd type="none" w="sm" len="sm"/>
            <a:tailEnd type="none" w="sm" len="sm"/>
          </a:ln>
          <a:effectLst/>
        </p:spPr>
        <p:txBody>
          <a:bodyPr>
            <a:spAutoFit/>
          </a:bodyPr>
          <a:lstStyle/>
          <a:p>
            <a:pPr algn="ctr">
              <a:spcBef>
                <a:spcPct val="20000"/>
              </a:spcBef>
            </a:pPr>
            <a:r>
              <a:rPr lang="en-US" sz="1400" b="0" i="1"/>
              <a:t>Implementation</a:t>
            </a:r>
          </a:p>
          <a:p>
            <a:pPr algn="ctr">
              <a:spcBef>
                <a:spcPct val="20000"/>
              </a:spcBef>
            </a:pPr>
            <a:r>
              <a:rPr lang="en-US" sz="1400" b="0" i="1"/>
              <a:t>successes</a:t>
            </a:r>
            <a:endParaRPr lang="en-US" sz="1400" b="0" i="1">
              <a:solidFill>
                <a:schemeClr val="hlink"/>
              </a:solidFill>
            </a:endParaRPr>
          </a:p>
        </p:txBody>
      </p:sp>
      <p:sp>
        <p:nvSpPr>
          <p:cNvPr id="399411" name="Freeform 51"/>
          <p:cNvSpPr>
            <a:spLocks/>
          </p:cNvSpPr>
          <p:nvPr/>
        </p:nvSpPr>
        <p:spPr bwMode="auto">
          <a:xfrm>
            <a:off x="1487488" y="2373313"/>
            <a:ext cx="7158037" cy="2740025"/>
          </a:xfrm>
          <a:custGeom>
            <a:avLst/>
            <a:gdLst/>
            <a:ahLst/>
            <a:cxnLst>
              <a:cxn ang="0">
                <a:pos x="0" y="1697"/>
              </a:cxn>
              <a:cxn ang="0">
                <a:pos x="1956" y="489"/>
              </a:cxn>
              <a:cxn ang="0">
                <a:pos x="3493" y="78"/>
              </a:cxn>
              <a:cxn ang="0">
                <a:pos x="4463" y="20"/>
              </a:cxn>
            </a:cxnLst>
            <a:rect l="0" t="0" r="r" b="b"/>
            <a:pathLst>
              <a:path w="4463" h="1697">
                <a:moveTo>
                  <a:pt x="0" y="1697"/>
                </a:moveTo>
                <a:cubicBezTo>
                  <a:pt x="687" y="1228"/>
                  <a:pt x="1374" y="759"/>
                  <a:pt x="1956" y="489"/>
                </a:cubicBezTo>
                <a:cubicBezTo>
                  <a:pt x="2538" y="219"/>
                  <a:pt x="3075" y="156"/>
                  <a:pt x="3493" y="78"/>
                </a:cubicBezTo>
                <a:cubicBezTo>
                  <a:pt x="3911" y="0"/>
                  <a:pt x="4293" y="11"/>
                  <a:pt x="4463" y="20"/>
                </a:cubicBezTo>
              </a:path>
            </a:pathLst>
          </a:custGeom>
          <a:noFill/>
          <a:ln w="57150" cap="sq" cmpd="sng">
            <a:solidFill>
              <a:srgbClr val="000066"/>
            </a:solidFill>
            <a:prstDash val="solid"/>
            <a:miter lim="800000"/>
            <a:headEnd type="none" w="sm" len="sm"/>
            <a:tailEnd type="triangle" w="med" len="med"/>
          </a:ln>
          <a:effectLst/>
        </p:spPr>
        <p:txBody>
          <a:bodyPr wrap="none" anchor="ctr"/>
          <a:lstStyle/>
          <a:p>
            <a:endParaRPr lang="en-US"/>
          </a:p>
        </p:txBody>
      </p:sp>
      <p:sp>
        <p:nvSpPr>
          <p:cNvPr id="399412" name="Text Box 52"/>
          <p:cNvSpPr txBox="1">
            <a:spLocks noChangeArrowheads="1"/>
          </p:cNvSpPr>
          <p:nvPr/>
        </p:nvSpPr>
        <p:spPr bwMode="auto">
          <a:xfrm>
            <a:off x="3700463" y="5607050"/>
            <a:ext cx="1255712" cy="560388"/>
          </a:xfrm>
          <a:prstGeom prst="rect">
            <a:avLst/>
          </a:prstGeom>
          <a:noFill/>
          <a:ln w="12700" cap="sq">
            <a:noFill/>
            <a:miter lim="800000"/>
            <a:headEnd type="none" w="sm" len="sm"/>
            <a:tailEnd type="none" w="sm" len="sm"/>
          </a:ln>
          <a:effectLst/>
        </p:spPr>
        <p:txBody>
          <a:bodyPr>
            <a:spAutoFit/>
          </a:bodyPr>
          <a:lstStyle/>
          <a:p>
            <a:pPr algn="ctr">
              <a:spcBef>
                <a:spcPct val="20000"/>
              </a:spcBef>
            </a:pPr>
            <a:r>
              <a:rPr lang="en-US" sz="1400" b="0" i="1">
                <a:solidFill>
                  <a:schemeClr val="accent2"/>
                </a:solidFill>
              </a:rPr>
              <a:t>Integration</a:t>
            </a:r>
          </a:p>
          <a:p>
            <a:pPr algn="ctr">
              <a:spcBef>
                <a:spcPct val="20000"/>
              </a:spcBef>
            </a:pPr>
            <a:r>
              <a:rPr lang="en-US" sz="1400" b="0" i="1">
                <a:solidFill>
                  <a:schemeClr val="accent2"/>
                </a:solidFill>
              </a:rPr>
              <a:t>testing</a:t>
            </a:r>
            <a:endParaRPr lang="en-US" sz="1400" b="0" i="1">
              <a:solidFill>
                <a:srgbClr val="FF0000"/>
              </a:solidFill>
            </a:endParaRPr>
          </a:p>
        </p:txBody>
      </p:sp>
      <p:sp>
        <p:nvSpPr>
          <p:cNvPr id="399413" name="Rectangle 53"/>
          <p:cNvSpPr>
            <a:spLocks noGrp="1" noChangeArrowheads="1"/>
          </p:cNvSpPr>
          <p:nvPr>
            <p:ph type="title"/>
          </p:nvPr>
        </p:nvSpPr>
        <p:spPr>
          <a:xfrm>
            <a:off x="685800" y="438150"/>
            <a:ext cx="7677150" cy="1143000"/>
          </a:xfrm>
        </p:spPr>
        <p:txBody>
          <a:bodyPr/>
          <a:lstStyle/>
          <a:p>
            <a:r>
              <a:rPr lang="en-US" sz="2000"/>
              <a:t>Strength of Evidence = Risk Metrics</a:t>
            </a:r>
            <a:r>
              <a:rPr lang="en-US"/>
              <a:t/>
            </a:r>
            <a:br>
              <a:rPr lang="en-US"/>
            </a:br>
            <a:r>
              <a:rPr lang="en-US" sz="1600" i="1"/>
              <a:t>Due diligence on features/functions reduces risk</a:t>
            </a:r>
            <a:br>
              <a:rPr lang="en-US" sz="1600" i="1"/>
            </a:br>
            <a:endParaRPr lang="en-US"/>
          </a:p>
        </p:txBody>
      </p:sp>
      <p:sp>
        <p:nvSpPr>
          <p:cNvPr id="399414" name="Line 54"/>
          <p:cNvSpPr>
            <a:spLocks noChangeShapeType="1"/>
          </p:cNvSpPr>
          <p:nvPr/>
        </p:nvSpPr>
        <p:spPr bwMode="auto">
          <a:xfrm>
            <a:off x="3770313" y="5422900"/>
            <a:ext cx="0" cy="195263"/>
          </a:xfrm>
          <a:prstGeom prst="line">
            <a:avLst/>
          </a:prstGeom>
          <a:noFill/>
          <a:ln w="28575" cap="sq">
            <a:solidFill>
              <a:srgbClr val="FF0000"/>
            </a:solidFill>
            <a:miter lim="800000"/>
            <a:headEnd type="none" w="sm" len="sm"/>
            <a:tailEnd type="none" w="sm" len="sm"/>
          </a:ln>
          <a:effectLst/>
        </p:spPr>
        <p:txBody>
          <a:bodyPr wrap="none" anchor="ctr"/>
          <a:lstStyle/>
          <a:p>
            <a:endParaRPr lang="en-US"/>
          </a:p>
        </p:txBody>
      </p:sp>
      <p:sp>
        <p:nvSpPr>
          <p:cNvPr id="399415" name="Line 55"/>
          <p:cNvSpPr>
            <a:spLocks noChangeShapeType="1"/>
          </p:cNvSpPr>
          <p:nvPr/>
        </p:nvSpPr>
        <p:spPr bwMode="auto">
          <a:xfrm>
            <a:off x="39227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16" name="Line 56"/>
          <p:cNvSpPr>
            <a:spLocks noChangeShapeType="1"/>
          </p:cNvSpPr>
          <p:nvPr/>
        </p:nvSpPr>
        <p:spPr bwMode="auto">
          <a:xfrm>
            <a:off x="40751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17" name="Line 57"/>
          <p:cNvSpPr>
            <a:spLocks noChangeShapeType="1"/>
          </p:cNvSpPr>
          <p:nvPr/>
        </p:nvSpPr>
        <p:spPr bwMode="auto">
          <a:xfrm>
            <a:off x="42275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18" name="Line 58"/>
          <p:cNvSpPr>
            <a:spLocks noChangeShapeType="1"/>
          </p:cNvSpPr>
          <p:nvPr/>
        </p:nvSpPr>
        <p:spPr bwMode="auto">
          <a:xfrm>
            <a:off x="43799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19" name="Line 59"/>
          <p:cNvSpPr>
            <a:spLocks noChangeShapeType="1"/>
          </p:cNvSpPr>
          <p:nvPr/>
        </p:nvSpPr>
        <p:spPr bwMode="auto">
          <a:xfrm>
            <a:off x="45323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20" name="Line 60"/>
          <p:cNvSpPr>
            <a:spLocks noChangeShapeType="1"/>
          </p:cNvSpPr>
          <p:nvPr/>
        </p:nvSpPr>
        <p:spPr bwMode="auto">
          <a:xfrm>
            <a:off x="46847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21" name="Line 61"/>
          <p:cNvSpPr>
            <a:spLocks noChangeShapeType="1"/>
          </p:cNvSpPr>
          <p:nvPr/>
        </p:nvSpPr>
        <p:spPr bwMode="auto">
          <a:xfrm>
            <a:off x="4837113" y="5422900"/>
            <a:ext cx="0" cy="195263"/>
          </a:xfrm>
          <a:prstGeom prst="line">
            <a:avLst/>
          </a:prstGeom>
          <a:noFill/>
          <a:ln w="28575" cap="sq">
            <a:solidFill>
              <a:schemeClr val="accent2"/>
            </a:solidFill>
            <a:miter lim="800000"/>
            <a:headEnd type="none" w="sm" len="sm"/>
            <a:tailEnd type="none" w="sm" len="sm"/>
          </a:ln>
          <a:effectLst/>
        </p:spPr>
        <p:txBody>
          <a:bodyPr wrap="none" anchor="ctr"/>
          <a:lstStyle/>
          <a:p>
            <a:endParaRPr lang="en-US"/>
          </a:p>
        </p:txBody>
      </p:sp>
      <p:sp>
        <p:nvSpPr>
          <p:cNvPr id="399422" name="AutoShape 62"/>
          <p:cNvSpPr>
            <a:spLocks/>
          </p:cNvSpPr>
          <p:nvPr/>
        </p:nvSpPr>
        <p:spPr bwMode="auto">
          <a:xfrm flipH="1">
            <a:off x="3352800" y="2362200"/>
            <a:ext cx="230188" cy="1441450"/>
          </a:xfrm>
          <a:prstGeom prst="leftBrace">
            <a:avLst>
              <a:gd name="adj1" fmla="val 52184"/>
              <a:gd name="adj2" fmla="val 51398"/>
            </a:avLst>
          </a:prstGeom>
          <a:solidFill>
            <a:schemeClr val="bg1">
              <a:alpha val="50000"/>
            </a:schemeClr>
          </a:solidFill>
          <a:ln w="9525">
            <a:solidFill>
              <a:schemeClr val="tx1"/>
            </a:solidFill>
            <a:round/>
            <a:headEnd/>
            <a:tailEnd/>
          </a:ln>
          <a:effectLst/>
        </p:spPr>
        <p:txBody>
          <a:bodyPr wrap="none" anchor="ctr"/>
          <a:lstStyle/>
          <a:p>
            <a:endParaRPr lang="en-US"/>
          </a:p>
        </p:txBody>
      </p:sp>
      <p:sp>
        <p:nvSpPr>
          <p:cNvPr id="399423" name="Text Box 63"/>
          <p:cNvSpPr txBox="1">
            <a:spLocks noChangeArrowheads="1"/>
          </p:cNvSpPr>
          <p:nvPr/>
        </p:nvSpPr>
        <p:spPr bwMode="auto">
          <a:xfrm>
            <a:off x="3657600" y="2971800"/>
            <a:ext cx="608013" cy="284163"/>
          </a:xfrm>
          <a:prstGeom prst="rect">
            <a:avLst/>
          </a:prstGeom>
          <a:solidFill>
            <a:schemeClr val="bg1">
              <a:alpha val="50000"/>
            </a:schemeClr>
          </a:solidFill>
          <a:ln w="9525">
            <a:noFill/>
            <a:miter lim="800000"/>
            <a:headEnd/>
            <a:tailEnd/>
          </a:ln>
          <a:effectLst/>
        </p:spPr>
        <p:txBody>
          <a:bodyPr wrap="none" anchor="ctr">
            <a:spAutoFit/>
          </a:bodyPr>
          <a:lstStyle/>
          <a:p>
            <a:pPr algn="r">
              <a:lnSpc>
                <a:spcPct val="90000"/>
              </a:lnSpc>
            </a:pPr>
            <a:r>
              <a:rPr lang="en-US" sz="1400">
                <a:latin typeface="Verdana" pitchFamily="34" charset="0"/>
              </a:rPr>
              <a:t>Risk</a:t>
            </a:r>
          </a:p>
        </p:txBody>
      </p:sp>
      <p:sp>
        <p:nvSpPr>
          <p:cNvPr id="399425" name="Text Box 65"/>
          <p:cNvSpPr txBox="1">
            <a:spLocks noChangeArrowheads="1"/>
          </p:cNvSpPr>
          <p:nvPr/>
        </p:nvSpPr>
        <p:spPr bwMode="auto">
          <a:xfrm>
            <a:off x="914400" y="2819400"/>
            <a:ext cx="550863" cy="304800"/>
          </a:xfrm>
          <a:prstGeom prst="rect">
            <a:avLst/>
          </a:prstGeom>
          <a:noFill/>
          <a:ln w="12700" cap="sq">
            <a:noFill/>
            <a:miter lim="800000"/>
            <a:headEnd type="none" w="sm" len="sm"/>
            <a:tailEnd type="none" w="sm" len="sm"/>
          </a:ln>
          <a:effectLst/>
        </p:spPr>
        <p:txBody>
          <a:bodyPr wrap="none">
            <a:spAutoFit/>
          </a:bodyPr>
          <a:lstStyle/>
          <a:p>
            <a:pPr algn="r">
              <a:spcBef>
                <a:spcPct val="20000"/>
              </a:spcBef>
            </a:pPr>
            <a:r>
              <a:rPr lang="en-US" sz="1400" b="0">
                <a:solidFill>
                  <a:schemeClr val="bg2"/>
                </a:solidFill>
              </a:rPr>
              <a:t>75%</a:t>
            </a:r>
          </a:p>
        </p:txBody>
      </p:sp>
      <p:sp>
        <p:nvSpPr>
          <p:cNvPr id="399426" name="Text Box 66"/>
          <p:cNvSpPr txBox="1">
            <a:spLocks noChangeArrowheads="1"/>
          </p:cNvSpPr>
          <p:nvPr/>
        </p:nvSpPr>
        <p:spPr bwMode="auto">
          <a:xfrm>
            <a:off x="4724400" y="2743200"/>
            <a:ext cx="1220788" cy="366713"/>
          </a:xfrm>
          <a:prstGeom prst="rect">
            <a:avLst/>
          </a:prstGeom>
          <a:solidFill>
            <a:schemeClr val="bg1">
              <a:alpha val="50000"/>
            </a:schemeClr>
          </a:solidFill>
          <a:ln w="9525">
            <a:noFill/>
            <a:miter lim="800000"/>
            <a:headEnd/>
            <a:tailEnd/>
          </a:ln>
          <a:effectLst/>
        </p:spPr>
        <p:txBody>
          <a:bodyPr wrap="none" anchor="ctr">
            <a:spAutoFit/>
          </a:bodyPr>
          <a:lstStyle/>
          <a:p>
            <a:pPr>
              <a:lnSpc>
                <a:spcPct val="90000"/>
              </a:lnSpc>
            </a:pPr>
            <a:r>
              <a:rPr lang="en-US" sz="2000" b="0">
                <a:latin typeface="Verdana" pitchFamily="34" charset="0"/>
              </a:rPr>
              <a:t>$ </a:t>
            </a:r>
            <a:r>
              <a:rPr lang="en-US" sz="1400" b="0">
                <a:latin typeface="Verdana" pitchFamily="34" charset="0"/>
              </a:rPr>
              <a:t>&amp;</a:t>
            </a:r>
            <a:r>
              <a:rPr lang="en-US" sz="2000" b="0">
                <a:latin typeface="Verdana" pitchFamily="34" charset="0"/>
              </a:rPr>
              <a:t> time</a:t>
            </a:r>
            <a:endParaRPr lang="en-US" sz="2800">
              <a:latin typeface="Verdan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99411"/>
                                        </p:tgtEl>
                                        <p:attrNameLst>
                                          <p:attrName>style.visibility</p:attrName>
                                        </p:attrNameLst>
                                      </p:cBhvr>
                                      <p:to>
                                        <p:strVal val="visible"/>
                                      </p:to>
                                    </p:set>
                                    <p:animEffect transition="in" filter="wipe(left)">
                                      <p:cBhvr>
                                        <p:cTn id="7" dur="500"/>
                                        <p:tgtEl>
                                          <p:spTgt spid="399411"/>
                                        </p:tgtEl>
                                      </p:cBhvr>
                                    </p:animEffect>
                                  </p:childTnLst>
                                  <p:subTnLst>
                                    <p:animClr clrSpc="rgb" dir="cw">
                                      <p:cBhvr override="childStyle">
                                        <p:cTn dur="1" fill="hold" display="0" masterRel="nextClick" afterEffect="1"/>
                                        <p:tgtEl>
                                          <p:spTgt spid="399411"/>
                                        </p:tgtEl>
                                        <p:attrNameLst>
                                          <p:attrName>ppt_c</p:attrName>
                                        </p:attrNameLst>
                                      </p:cBhvr>
                                      <p:to>
                                        <a:srgbClr val="FFE027"/>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3"/>
          <p:cNvSpPr>
            <a:spLocks noGrp="1"/>
          </p:cNvSpPr>
          <p:nvPr>
            <p:ph type="sldNum" sz="quarter" idx="10"/>
          </p:nvPr>
        </p:nvSpPr>
        <p:spPr/>
        <p:txBody>
          <a:bodyPr/>
          <a:lstStyle/>
          <a:p>
            <a:fld id="{36513E85-18B3-49D8-9BA2-3E57A7E94293}" type="slidenum">
              <a:rPr lang="en-US"/>
              <a:pPr/>
              <a:t>21</a:t>
            </a:fld>
            <a:endParaRPr lang="en-US"/>
          </a:p>
        </p:txBody>
      </p:sp>
      <p:grpSp>
        <p:nvGrpSpPr>
          <p:cNvPr id="423938" name="Group 2"/>
          <p:cNvGrpSpPr>
            <a:grpSpLocks/>
          </p:cNvGrpSpPr>
          <p:nvPr/>
        </p:nvGrpSpPr>
        <p:grpSpPr bwMode="auto">
          <a:xfrm>
            <a:off x="2532063" y="1676400"/>
            <a:ext cx="2603500" cy="3048000"/>
            <a:chOff x="2205" y="1282"/>
            <a:chExt cx="373" cy="1888"/>
          </a:xfrm>
        </p:grpSpPr>
        <p:sp>
          <p:nvSpPr>
            <p:cNvPr id="423939" name="Rectangle 3" descr="Wide downward diagonal"/>
            <p:cNvSpPr>
              <a:spLocks noChangeArrowheads="1"/>
            </p:cNvSpPr>
            <p:nvPr/>
          </p:nvSpPr>
          <p:spPr bwMode="auto">
            <a:xfrm>
              <a:off x="2205" y="1287"/>
              <a:ext cx="373" cy="1883"/>
            </a:xfrm>
            <a:prstGeom prst="rect">
              <a:avLst/>
            </a:prstGeom>
            <a:pattFill prst="wdDnDiag">
              <a:fgClr>
                <a:srgbClr val="99CCFF"/>
              </a:fgClr>
              <a:bgClr>
                <a:schemeClr val="bg1"/>
              </a:bgClr>
            </a:pattFill>
            <a:ln w="9525">
              <a:solidFill>
                <a:schemeClr val="tx1"/>
              </a:solidFill>
              <a:miter lim="800000"/>
              <a:headEnd/>
              <a:tailEnd/>
            </a:ln>
            <a:effectLst/>
          </p:spPr>
          <p:txBody>
            <a:bodyPr wrap="none" anchor="ctr"/>
            <a:lstStyle/>
            <a:p>
              <a:pPr algn="ctr" eaLnBrk="0" hangingPunct="0">
                <a:spcBef>
                  <a:spcPct val="20000"/>
                </a:spcBef>
              </a:pPr>
              <a:endParaRPr lang="en-US" sz="3400" b="0">
                <a:solidFill>
                  <a:schemeClr val="folHlink"/>
                </a:solidFill>
                <a:latin typeface="Lucida Console" pitchFamily="49" charset="0"/>
              </a:endParaRPr>
            </a:p>
          </p:txBody>
        </p:sp>
        <p:sp>
          <p:nvSpPr>
            <p:cNvPr id="423940" name="Text Box 4" descr="Wide downward diagonal"/>
            <p:cNvSpPr txBox="1">
              <a:spLocks noChangeArrowheads="1"/>
            </p:cNvSpPr>
            <p:nvPr/>
          </p:nvSpPr>
          <p:spPr bwMode="auto">
            <a:xfrm>
              <a:off x="2238" y="1282"/>
              <a:ext cx="311" cy="582"/>
            </a:xfrm>
            <a:prstGeom prst="rect">
              <a:avLst/>
            </a:prstGeom>
            <a:noFill/>
            <a:ln w="9525">
              <a:noFill/>
              <a:miter lim="800000"/>
              <a:headEnd/>
              <a:tailEnd/>
            </a:ln>
            <a:effectLst/>
          </p:spPr>
          <p:txBody>
            <a:bodyPr wrap="none">
              <a:spAutoFit/>
            </a:bodyPr>
            <a:lstStyle/>
            <a:p>
              <a:pPr algn="ctr" eaLnBrk="0" hangingPunct="0">
                <a:spcBef>
                  <a:spcPct val="20000"/>
                </a:spcBef>
              </a:pPr>
              <a:r>
                <a:rPr lang="en-US" sz="2200">
                  <a:latin typeface="Verdana" pitchFamily="34" charset="0"/>
                </a:rPr>
                <a:t>S.A.I.L.</a:t>
              </a:r>
              <a:endParaRPr lang="en-US" sz="2200" b="0">
                <a:latin typeface="Verdana" pitchFamily="34" charset="0"/>
              </a:endParaRPr>
            </a:p>
            <a:p>
              <a:pPr algn="ctr" eaLnBrk="0" hangingPunct="0">
                <a:spcBef>
                  <a:spcPct val="20000"/>
                </a:spcBef>
              </a:pPr>
              <a:r>
                <a:rPr lang="en-US" sz="2200" b="0">
                  <a:latin typeface="Verdana" pitchFamily="34" charset="0"/>
                </a:rPr>
                <a:t>Vetting Process</a:t>
              </a:r>
            </a:p>
            <a:p>
              <a:pPr algn="ctr" eaLnBrk="0" hangingPunct="0">
                <a:spcBef>
                  <a:spcPct val="20000"/>
                </a:spcBef>
              </a:pPr>
              <a:endParaRPr lang="en-US" sz="600" b="0">
                <a:latin typeface="Verdana" pitchFamily="34" charset="0"/>
              </a:endParaRPr>
            </a:p>
          </p:txBody>
        </p:sp>
      </p:grpSp>
      <p:sp>
        <p:nvSpPr>
          <p:cNvPr id="423941" name="Freeform 5"/>
          <p:cNvSpPr>
            <a:spLocks/>
          </p:cNvSpPr>
          <p:nvPr/>
        </p:nvSpPr>
        <p:spPr bwMode="auto">
          <a:xfrm>
            <a:off x="1970088" y="1524000"/>
            <a:ext cx="5910262" cy="3048000"/>
          </a:xfrm>
          <a:custGeom>
            <a:avLst/>
            <a:gdLst/>
            <a:ahLst/>
            <a:cxnLst>
              <a:cxn ang="0">
                <a:pos x="8" y="0"/>
              </a:cxn>
              <a:cxn ang="0">
                <a:pos x="0" y="2302"/>
              </a:cxn>
              <a:cxn ang="0">
                <a:pos x="3333" y="2302"/>
              </a:cxn>
            </a:cxnLst>
            <a:rect l="0" t="0" r="r" b="b"/>
            <a:pathLst>
              <a:path w="3333" h="2302">
                <a:moveTo>
                  <a:pt x="8" y="0"/>
                </a:moveTo>
                <a:lnTo>
                  <a:pt x="0" y="2302"/>
                </a:lnTo>
                <a:lnTo>
                  <a:pt x="3333" y="2302"/>
                </a:lnTo>
              </a:path>
            </a:pathLst>
          </a:custGeom>
          <a:noFill/>
          <a:ln w="28575" cap="flat" cmpd="sng">
            <a:solidFill>
              <a:schemeClr val="tx1"/>
            </a:solidFill>
            <a:prstDash val="solid"/>
            <a:miter lim="800000"/>
            <a:headEnd/>
            <a:tailEnd/>
          </a:ln>
          <a:effectLst/>
        </p:spPr>
        <p:txBody>
          <a:bodyPr wrap="none" anchor="ctr"/>
          <a:lstStyle/>
          <a:p>
            <a:endParaRPr lang="en-US"/>
          </a:p>
        </p:txBody>
      </p:sp>
      <p:sp>
        <p:nvSpPr>
          <p:cNvPr id="423942" name="Text Box 6"/>
          <p:cNvSpPr txBox="1">
            <a:spLocks noChangeArrowheads="1"/>
          </p:cNvSpPr>
          <p:nvPr/>
        </p:nvSpPr>
        <p:spPr bwMode="auto">
          <a:xfrm rot="-5400000">
            <a:off x="223044" y="2785269"/>
            <a:ext cx="2657475" cy="395287"/>
          </a:xfrm>
          <a:prstGeom prst="rect">
            <a:avLst/>
          </a:prstGeom>
          <a:noFill/>
          <a:ln w="9525">
            <a:noFill/>
            <a:miter lim="800000"/>
            <a:headEnd/>
            <a:tailEnd/>
          </a:ln>
          <a:effectLst/>
        </p:spPr>
        <p:txBody>
          <a:bodyPr wrap="none">
            <a:spAutoFit/>
          </a:bodyPr>
          <a:lstStyle/>
          <a:p>
            <a:pPr eaLnBrk="0" hangingPunct="0">
              <a:spcBef>
                <a:spcPct val="20000"/>
              </a:spcBef>
            </a:pPr>
            <a:r>
              <a:rPr lang="en-US" sz="2200" b="0">
                <a:latin typeface="Verdana" pitchFamily="34" charset="0"/>
              </a:rPr>
              <a:t>Confidence Level </a:t>
            </a:r>
          </a:p>
        </p:txBody>
      </p:sp>
      <p:sp>
        <p:nvSpPr>
          <p:cNvPr id="423943" name="Text Box 7"/>
          <p:cNvSpPr txBox="1">
            <a:spLocks noChangeArrowheads="1"/>
          </p:cNvSpPr>
          <p:nvPr/>
        </p:nvSpPr>
        <p:spPr bwMode="auto">
          <a:xfrm>
            <a:off x="2179638" y="4724400"/>
            <a:ext cx="4892675" cy="427038"/>
          </a:xfrm>
          <a:prstGeom prst="rect">
            <a:avLst/>
          </a:prstGeom>
          <a:noFill/>
          <a:ln w="9525">
            <a:noFill/>
            <a:miter lim="800000"/>
            <a:headEnd/>
            <a:tailEnd/>
          </a:ln>
          <a:effectLst/>
        </p:spPr>
        <p:txBody>
          <a:bodyPr wrap="none">
            <a:spAutoFit/>
          </a:bodyPr>
          <a:lstStyle/>
          <a:p>
            <a:pPr eaLnBrk="0" hangingPunct="0">
              <a:spcBef>
                <a:spcPct val="20000"/>
              </a:spcBef>
            </a:pPr>
            <a:r>
              <a:rPr lang="en-US" sz="2200" b="0">
                <a:latin typeface="Verdana" pitchFamily="34" charset="0"/>
              </a:rPr>
              <a:t>Validation Resources </a:t>
            </a:r>
            <a:r>
              <a:rPr lang="en-US" sz="1800" b="0">
                <a:latin typeface="Verdana" pitchFamily="34" charset="0"/>
              </a:rPr>
              <a:t>(cost &amp; time line)</a:t>
            </a:r>
            <a:r>
              <a:rPr lang="en-US" sz="2200" b="0">
                <a:latin typeface="Verdana" pitchFamily="34" charset="0"/>
              </a:rPr>
              <a:t> </a:t>
            </a:r>
          </a:p>
        </p:txBody>
      </p:sp>
      <p:grpSp>
        <p:nvGrpSpPr>
          <p:cNvPr id="423944" name="Group 8"/>
          <p:cNvGrpSpPr>
            <a:grpSpLocks/>
          </p:cNvGrpSpPr>
          <p:nvPr/>
        </p:nvGrpSpPr>
        <p:grpSpPr bwMode="auto">
          <a:xfrm>
            <a:off x="5767388" y="5257800"/>
            <a:ext cx="595312" cy="274638"/>
            <a:chOff x="712" y="3805"/>
            <a:chExt cx="436" cy="201"/>
          </a:xfrm>
        </p:grpSpPr>
        <p:sp>
          <p:nvSpPr>
            <p:cNvPr id="423945" name="Line 9"/>
            <p:cNvSpPr>
              <a:spLocks noChangeShapeType="1"/>
            </p:cNvSpPr>
            <p:nvPr/>
          </p:nvSpPr>
          <p:spPr bwMode="auto">
            <a:xfrm flipV="1">
              <a:off x="712" y="3891"/>
              <a:ext cx="337" cy="0"/>
            </a:xfrm>
            <a:prstGeom prst="line">
              <a:avLst/>
            </a:prstGeom>
            <a:noFill/>
            <a:ln w="38100">
              <a:solidFill>
                <a:srgbClr val="CC3300"/>
              </a:solidFill>
              <a:prstDash val="sysDot"/>
              <a:miter lim="800000"/>
              <a:headEnd/>
              <a:tailEnd type="triangle" w="med" len="med"/>
            </a:ln>
            <a:effectLst/>
          </p:spPr>
          <p:txBody>
            <a:bodyPr wrap="none" anchor="ctr"/>
            <a:lstStyle/>
            <a:p>
              <a:endParaRPr lang="en-US"/>
            </a:p>
          </p:txBody>
        </p:sp>
        <p:sp>
          <p:nvSpPr>
            <p:cNvPr id="423946" name="Text Box 10"/>
            <p:cNvSpPr txBox="1">
              <a:spLocks noChangeArrowheads="1"/>
            </p:cNvSpPr>
            <p:nvPr/>
          </p:nvSpPr>
          <p:spPr bwMode="auto">
            <a:xfrm>
              <a:off x="1024" y="3805"/>
              <a:ext cx="124" cy="201"/>
            </a:xfrm>
            <a:prstGeom prst="rect">
              <a:avLst/>
            </a:prstGeom>
            <a:noFill/>
            <a:ln w="9525">
              <a:noFill/>
              <a:miter lim="800000"/>
              <a:headEnd/>
              <a:tailEnd/>
            </a:ln>
            <a:effectLst/>
          </p:spPr>
          <p:txBody>
            <a:bodyPr wrap="none">
              <a:spAutoFit/>
            </a:bodyPr>
            <a:lstStyle/>
            <a:p>
              <a:pPr eaLnBrk="0" hangingPunct="0">
                <a:spcBef>
                  <a:spcPct val="20000"/>
                </a:spcBef>
              </a:pPr>
              <a:endParaRPr lang="en-US" sz="1200">
                <a:solidFill>
                  <a:schemeClr val="folHlink"/>
                </a:solidFill>
              </a:endParaRPr>
            </a:p>
          </p:txBody>
        </p:sp>
      </p:grpSp>
      <p:sp>
        <p:nvSpPr>
          <p:cNvPr id="423947" name="Line 11"/>
          <p:cNvSpPr>
            <a:spLocks noChangeShapeType="1"/>
          </p:cNvSpPr>
          <p:nvPr/>
        </p:nvSpPr>
        <p:spPr bwMode="auto">
          <a:xfrm flipV="1">
            <a:off x="5767388" y="5562600"/>
            <a:ext cx="477837" cy="12700"/>
          </a:xfrm>
          <a:prstGeom prst="line">
            <a:avLst/>
          </a:prstGeom>
          <a:noFill/>
          <a:ln w="38100">
            <a:solidFill>
              <a:srgbClr val="016666"/>
            </a:solidFill>
            <a:miter lim="800000"/>
            <a:headEnd/>
            <a:tailEnd type="triangle" w="med" len="med"/>
          </a:ln>
          <a:effectLst/>
        </p:spPr>
        <p:txBody>
          <a:bodyPr wrap="none" anchor="ctr"/>
          <a:lstStyle/>
          <a:p>
            <a:endParaRPr lang="en-US"/>
          </a:p>
        </p:txBody>
      </p:sp>
      <p:sp>
        <p:nvSpPr>
          <p:cNvPr id="423948" name="Line 12"/>
          <p:cNvSpPr>
            <a:spLocks noChangeShapeType="1"/>
          </p:cNvSpPr>
          <p:nvPr/>
        </p:nvSpPr>
        <p:spPr bwMode="auto">
          <a:xfrm flipV="1">
            <a:off x="1970088" y="2209800"/>
            <a:ext cx="6051550" cy="0"/>
          </a:xfrm>
          <a:prstGeom prst="line">
            <a:avLst/>
          </a:prstGeom>
          <a:noFill/>
          <a:ln w="38100">
            <a:solidFill>
              <a:srgbClr val="016666"/>
            </a:solidFill>
            <a:prstDash val="dash"/>
            <a:miter lim="800000"/>
            <a:headEnd/>
            <a:tailEnd/>
          </a:ln>
          <a:effectLst/>
        </p:spPr>
        <p:txBody>
          <a:bodyPr wrap="none" anchor="ctr"/>
          <a:lstStyle/>
          <a:p>
            <a:endParaRPr lang="en-US"/>
          </a:p>
        </p:txBody>
      </p:sp>
      <p:sp>
        <p:nvSpPr>
          <p:cNvPr id="423949" name="Text Box 13"/>
          <p:cNvSpPr txBox="1">
            <a:spLocks noChangeArrowheads="1"/>
          </p:cNvSpPr>
          <p:nvPr/>
        </p:nvSpPr>
        <p:spPr bwMode="auto">
          <a:xfrm>
            <a:off x="1154113" y="1293813"/>
            <a:ext cx="620712" cy="336550"/>
          </a:xfrm>
          <a:prstGeom prst="rect">
            <a:avLst/>
          </a:prstGeom>
          <a:noFill/>
          <a:ln w="9525">
            <a:noFill/>
            <a:miter lim="800000"/>
            <a:headEnd/>
            <a:tailEnd/>
          </a:ln>
          <a:effectLst/>
        </p:spPr>
        <p:txBody>
          <a:bodyPr wrap="none">
            <a:spAutoFit/>
          </a:bodyPr>
          <a:lstStyle/>
          <a:p>
            <a:pPr algn="r" eaLnBrk="0" hangingPunct="0">
              <a:spcBef>
                <a:spcPct val="20000"/>
              </a:spcBef>
            </a:pPr>
            <a:r>
              <a:rPr lang="en-US" sz="1600">
                <a:solidFill>
                  <a:srgbClr val="016666"/>
                </a:solidFill>
                <a:latin typeface="Lucida Console" pitchFamily="49" charset="0"/>
              </a:rPr>
              <a:t>High</a:t>
            </a:r>
            <a:endParaRPr lang="en-US" sz="1600" b="0">
              <a:latin typeface="Lucida Console" pitchFamily="49" charset="0"/>
            </a:endParaRPr>
          </a:p>
        </p:txBody>
      </p:sp>
      <p:sp>
        <p:nvSpPr>
          <p:cNvPr id="423950" name="Text Box 14"/>
          <p:cNvSpPr txBox="1">
            <a:spLocks noChangeArrowheads="1"/>
          </p:cNvSpPr>
          <p:nvPr/>
        </p:nvSpPr>
        <p:spPr bwMode="auto">
          <a:xfrm>
            <a:off x="1266825" y="4381500"/>
            <a:ext cx="508000" cy="336550"/>
          </a:xfrm>
          <a:prstGeom prst="rect">
            <a:avLst/>
          </a:prstGeom>
          <a:noFill/>
          <a:ln w="9525">
            <a:noFill/>
            <a:miter lim="800000"/>
            <a:headEnd/>
            <a:tailEnd/>
          </a:ln>
          <a:effectLst/>
        </p:spPr>
        <p:txBody>
          <a:bodyPr wrap="none">
            <a:spAutoFit/>
          </a:bodyPr>
          <a:lstStyle/>
          <a:p>
            <a:pPr algn="r" eaLnBrk="0" hangingPunct="0">
              <a:spcBef>
                <a:spcPct val="20000"/>
              </a:spcBef>
            </a:pPr>
            <a:r>
              <a:rPr lang="en-US" sz="1600" b="0">
                <a:solidFill>
                  <a:srgbClr val="FC050E"/>
                </a:solidFill>
                <a:latin typeface="Lucida Console" pitchFamily="49" charset="0"/>
              </a:rPr>
              <a:t>Low</a:t>
            </a:r>
            <a:endParaRPr lang="en-US" sz="1600" b="0">
              <a:latin typeface="Lucida Console" pitchFamily="49" charset="0"/>
            </a:endParaRPr>
          </a:p>
        </p:txBody>
      </p:sp>
      <p:sp>
        <p:nvSpPr>
          <p:cNvPr id="423951" name="Freeform 15"/>
          <p:cNvSpPr>
            <a:spLocks/>
          </p:cNvSpPr>
          <p:nvPr/>
        </p:nvSpPr>
        <p:spPr bwMode="auto">
          <a:xfrm>
            <a:off x="1987550" y="2209800"/>
            <a:ext cx="4765675" cy="2200275"/>
          </a:xfrm>
          <a:custGeom>
            <a:avLst/>
            <a:gdLst/>
            <a:ahLst/>
            <a:cxnLst>
              <a:cxn ang="0">
                <a:pos x="0" y="1614"/>
              </a:cxn>
              <a:cxn ang="0">
                <a:pos x="1046" y="1192"/>
              </a:cxn>
              <a:cxn ang="0">
                <a:pos x="1436" y="268"/>
              </a:cxn>
              <a:cxn ang="0">
                <a:pos x="2806" y="0"/>
              </a:cxn>
            </a:cxnLst>
            <a:rect l="0" t="0" r="r" b="b"/>
            <a:pathLst>
              <a:path w="2806" h="1614">
                <a:moveTo>
                  <a:pt x="0" y="1614"/>
                </a:moveTo>
                <a:cubicBezTo>
                  <a:pt x="403" y="1515"/>
                  <a:pt x="807" y="1416"/>
                  <a:pt x="1046" y="1192"/>
                </a:cubicBezTo>
                <a:cubicBezTo>
                  <a:pt x="1285" y="968"/>
                  <a:pt x="1143" y="467"/>
                  <a:pt x="1436" y="268"/>
                </a:cubicBezTo>
                <a:cubicBezTo>
                  <a:pt x="1729" y="69"/>
                  <a:pt x="2541" y="50"/>
                  <a:pt x="2806" y="0"/>
                </a:cubicBezTo>
              </a:path>
            </a:pathLst>
          </a:custGeom>
          <a:noFill/>
          <a:ln w="38100" cap="flat" cmpd="sng">
            <a:solidFill>
              <a:srgbClr val="016666"/>
            </a:solidFill>
            <a:prstDash val="solid"/>
            <a:miter lim="800000"/>
            <a:headEnd type="none" w="med" len="med"/>
            <a:tailEnd type="triangle" w="med" len="med"/>
          </a:ln>
          <a:effectLst/>
        </p:spPr>
        <p:txBody>
          <a:bodyPr wrap="none" anchor="ctr"/>
          <a:lstStyle/>
          <a:p>
            <a:endParaRPr lang="en-US"/>
          </a:p>
        </p:txBody>
      </p:sp>
      <p:sp>
        <p:nvSpPr>
          <p:cNvPr id="423952" name="Line 16"/>
          <p:cNvSpPr>
            <a:spLocks noChangeShapeType="1"/>
          </p:cNvSpPr>
          <p:nvPr/>
        </p:nvSpPr>
        <p:spPr bwMode="auto">
          <a:xfrm flipV="1">
            <a:off x="1968500" y="2971800"/>
            <a:ext cx="5970588" cy="1447800"/>
          </a:xfrm>
          <a:prstGeom prst="line">
            <a:avLst/>
          </a:prstGeom>
          <a:noFill/>
          <a:ln w="57150">
            <a:solidFill>
              <a:srgbClr val="CC3300"/>
            </a:solidFill>
            <a:prstDash val="sysDot"/>
            <a:miter lim="800000"/>
            <a:headEnd/>
            <a:tailEnd type="triangle" w="med" len="med"/>
          </a:ln>
          <a:effectLst/>
        </p:spPr>
        <p:txBody>
          <a:bodyPr wrap="none" anchor="ctr"/>
          <a:lstStyle/>
          <a:p>
            <a:endParaRPr lang="en-US"/>
          </a:p>
        </p:txBody>
      </p:sp>
      <p:sp>
        <p:nvSpPr>
          <p:cNvPr id="423953" name="AutoShape 17"/>
          <p:cNvSpPr>
            <a:spLocks/>
          </p:cNvSpPr>
          <p:nvPr/>
        </p:nvSpPr>
        <p:spPr bwMode="auto">
          <a:xfrm>
            <a:off x="4784725" y="2209800"/>
            <a:ext cx="420688" cy="1447800"/>
          </a:xfrm>
          <a:prstGeom prst="leftBrace">
            <a:avLst>
              <a:gd name="adj1" fmla="val 28679"/>
              <a:gd name="adj2" fmla="val 50000"/>
            </a:avLst>
          </a:prstGeom>
          <a:noFill/>
          <a:ln w="19050">
            <a:solidFill>
              <a:schemeClr val="tx1"/>
            </a:solidFill>
            <a:miter lim="800000"/>
            <a:headEnd/>
            <a:tailEnd/>
          </a:ln>
          <a:effectLst/>
        </p:spPr>
        <p:txBody>
          <a:bodyPr wrap="none" anchor="ctr"/>
          <a:lstStyle/>
          <a:p>
            <a:endParaRPr lang="en-US"/>
          </a:p>
        </p:txBody>
      </p:sp>
      <p:sp>
        <p:nvSpPr>
          <p:cNvPr id="423954" name="Text Box 18"/>
          <p:cNvSpPr txBox="1">
            <a:spLocks noChangeArrowheads="1"/>
          </p:cNvSpPr>
          <p:nvPr/>
        </p:nvSpPr>
        <p:spPr bwMode="auto">
          <a:xfrm>
            <a:off x="4151313" y="2514600"/>
            <a:ext cx="735012" cy="484188"/>
          </a:xfrm>
          <a:prstGeom prst="rect">
            <a:avLst/>
          </a:prstGeom>
          <a:noFill/>
          <a:ln w="9525">
            <a:noFill/>
            <a:miter lim="800000"/>
            <a:headEnd/>
            <a:tailEnd/>
          </a:ln>
          <a:effectLst/>
        </p:spPr>
        <p:txBody>
          <a:bodyPr wrap="none">
            <a:spAutoFit/>
          </a:bodyPr>
          <a:lstStyle/>
          <a:p>
            <a:pPr algn="ctr" eaLnBrk="0" hangingPunct="0">
              <a:lnSpc>
                <a:spcPct val="70000"/>
              </a:lnSpc>
              <a:spcBef>
                <a:spcPct val="20000"/>
              </a:spcBef>
            </a:pPr>
            <a:r>
              <a:rPr lang="en-US" sz="1600">
                <a:latin typeface="Lucida Console" pitchFamily="49" charset="0"/>
              </a:rPr>
              <a:t>Risk</a:t>
            </a:r>
          </a:p>
          <a:p>
            <a:pPr algn="ctr" eaLnBrk="0" hangingPunct="0">
              <a:lnSpc>
                <a:spcPct val="70000"/>
              </a:lnSpc>
              <a:spcBef>
                <a:spcPct val="20000"/>
              </a:spcBef>
            </a:pPr>
            <a:r>
              <a:rPr lang="en-US" sz="1600">
                <a:latin typeface="Lucida Console" pitchFamily="49" charset="0"/>
              </a:rPr>
              <a:t>Delta</a:t>
            </a:r>
          </a:p>
        </p:txBody>
      </p:sp>
      <p:grpSp>
        <p:nvGrpSpPr>
          <p:cNvPr id="423955" name="Group 19"/>
          <p:cNvGrpSpPr>
            <a:grpSpLocks/>
          </p:cNvGrpSpPr>
          <p:nvPr/>
        </p:nvGrpSpPr>
        <p:grpSpPr bwMode="auto">
          <a:xfrm>
            <a:off x="5135563" y="1524000"/>
            <a:ext cx="1589087" cy="671513"/>
            <a:chOff x="3630" y="1252"/>
            <a:chExt cx="1001" cy="423"/>
          </a:xfrm>
        </p:grpSpPr>
        <p:sp>
          <p:nvSpPr>
            <p:cNvPr id="423956" name="Text Box 20"/>
            <p:cNvSpPr txBox="1">
              <a:spLocks noChangeArrowheads="1"/>
            </p:cNvSpPr>
            <p:nvPr/>
          </p:nvSpPr>
          <p:spPr bwMode="auto">
            <a:xfrm>
              <a:off x="3793" y="1252"/>
              <a:ext cx="748" cy="305"/>
            </a:xfrm>
            <a:prstGeom prst="rect">
              <a:avLst/>
            </a:prstGeom>
            <a:noFill/>
            <a:ln w="9525">
              <a:noFill/>
              <a:miter lim="800000"/>
              <a:headEnd/>
              <a:tailEnd/>
            </a:ln>
            <a:effectLst/>
          </p:spPr>
          <p:txBody>
            <a:bodyPr wrap="none">
              <a:spAutoFit/>
            </a:bodyPr>
            <a:lstStyle/>
            <a:p>
              <a:pPr algn="ctr" eaLnBrk="0" hangingPunct="0">
                <a:lnSpc>
                  <a:spcPct val="70000"/>
                </a:lnSpc>
                <a:spcBef>
                  <a:spcPct val="20000"/>
                </a:spcBef>
              </a:pPr>
              <a:r>
                <a:rPr lang="en-US" sz="1600">
                  <a:latin typeface="Lucida Console" pitchFamily="49" charset="0"/>
                </a:rPr>
                <a:t>Cost/time</a:t>
              </a:r>
            </a:p>
            <a:p>
              <a:pPr algn="ctr" eaLnBrk="0" hangingPunct="0">
                <a:lnSpc>
                  <a:spcPct val="70000"/>
                </a:lnSpc>
                <a:spcBef>
                  <a:spcPct val="20000"/>
                </a:spcBef>
              </a:pPr>
              <a:r>
                <a:rPr lang="en-US" sz="1600">
                  <a:latin typeface="Lucida Console" pitchFamily="49" charset="0"/>
                </a:rPr>
                <a:t>Delta</a:t>
              </a:r>
            </a:p>
          </p:txBody>
        </p:sp>
        <p:sp>
          <p:nvSpPr>
            <p:cNvPr id="423957" name="AutoShape 21"/>
            <p:cNvSpPr>
              <a:spLocks/>
            </p:cNvSpPr>
            <p:nvPr/>
          </p:nvSpPr>
          <p:spPr bwMode="auto">
            <a:xfrm rot="-5400000">
              <a:off x="4050" y="1094"/>
              <a:ext cx="161" cy="1001"/>
            </a:xfrm>
            <a:prstGeom prst="rightBrace">
              <a:avLst>
                <a:gd name="adj1" fmla="val 51812"/>
                <a:gd name="adj2" fmla="val 50000"/>
              </a:avLst>
            </a:prstGeom>
            <a:noFill/>
            <a:ln w="9525">
              <a:solidFill>
                <a:schemeClr val="tx1"/>
              </a:solidFill>
              <a:miter lim="800000"/>
              <a:headEnd/>
              <a:tailEnd/>
            </a:ln>
            <a:effectLst/>
          </p:spPr>
          <p:txBody>
            <a:bodyPr wrap="none" anchor="ctr"/>
            <a:lstStyle/>
            <a:p>
              <a:endParaRPr lang="en-US"/>
            </a:p>
          </p:txBody>
        </p:sp>
      </p:grpSp>
      <p:sp>
        <p:nvSpPr>
          <p:cNvPr id="423958" name="Rectangle 22"/>
          <p:cNvSpPr>
            <a:spLocks noGrp="1" noChangeArrowheads="1"/>
          </p:cNvSpPr>
          <p:nvPr>
            <p:ph type="title"/>
          </p:nvPr>
        </p:nvSpPr>
        <p:spPr>
          <a:xfrm>
            <a:off x="279400" y="228600"/>
            <a:ext cx="8297863" cy="838200"/>
          </a:xfrm>
        </p:spPr>
        <p:txBody>
          <a:bodyPr/>
          <a:lstStyle/>
          <a:p>
            <a:r>
              <a:rPr lang="en-US"/>
              <a:t>Value Prop: </a:t>
            </a:r>
            <a:r>
              <a:rPr lang="en-US" b="0"/>
              <a:t>Information Sharing and Collaboration </a:t>
            </a:r>
            <a:br>
              <a:rPr lang="en-US" b="0"/>
            </a:br>
            <a:r>
              <a:rPr lang="en-US" b="0"/>
              <a:t> </a:t>
            </a:r>
            <a:r>
              <a:rPr lang="en-US" sz="2200" b="0" i="1">
                <a:solidFill>
                  <a:schemeClr val="folHlink"/>
                </a:solidFill>
              </a:rPr>
              <a:t>reduces </a:t>
            </a:r>
            <a:r>
              <a:rPr lang="en-US" sz="2200" b="0" i="1" u="sng">
                <a:solidFill>
                  <a:schemeClr val="folHlink"/>
                </a:solidFill>
              </a:rPr>
              <a:t>time</a:t>
            </a:r>
            <a:r>
              <a:rPr lang="en-US" sz="2200" b="0" i="1">
                <a:solidFill>
                  <a:schemeClr val="folHlink"/>
                </a:solidFill>
              </a:rPr>
              <a:t>, </a:t>
            </a:r>
            <a:r>
              <a:rPr lang="en-US" sz="2200" b="0" i="1" u="sng">
                <a:solidFill>
                  <a:schemeClr val="folHlink"/>
                </a:solidFill>
              </a:rPr>
              <a:t>cost</a:t>
            </a:r>
            <a:r>
              <a:rPr lang="en-US" sz="2200" b="0" i="1">
                <a:solidFill>
                  <a:schemeClr val="folHlink"/>
                </a:solidFill>
              </a:rPr>
              <a:t> and </a:t>
            </a:r>
            <a:r>
              <a:rPr lang="en-US" sz="2200" b="0" i="1" u="sng">
                <a:solidFill>
                  <a:schemeClr val="folHlink"/>
                </a:solidFill>
              </a:rPr>
              <a:t>risk</a:t>
            </a:r>
            <a:r>
              <a:rPr lang="en-US" sz="2200" b="0" i="1">
                <a:solidFill>
                  <a:schemeClr val="folHlink"/>
                </a:solidFill>
              </a:rPr>
              <a:t> of redundant IT research and validation efforts</a:t>
            </a:r>
            <a:endParaRPr lang="en-US" sz="2200" i="1">
              <a:solidFill>
                <a:schemeClr val="folHlink"/>
              </a:solidFill>
            </a:endParaRPr>
          </a:p>
        </p:txBody>
      </p:sp>
      <p:sp>
        <p:nvSpPr>
          <p:cNvPr id="423959" name="Text Box 23"/>
          <p:cNvSpPr txBox="1">
            <a:spLocks noChangeArrowheads="1"/>
          </p:cNvSpPr>
          <p:nvPr/>
        </p:nvSpPr>
        <p:spPr bwMode="auto">
          <a:xfrm>
            <a:off x="7035800" y="1905000"/>
            <a:ext cx="1465263" cy="274638"/>
          </a:xfrm>
          <a:prstGeom prst="rect">
            <a:avLst/>
          </a:prstGeom>
          <a:noFill/>
          <a:ln w="9525">
            <a:noFill/>
            <a:miter lim="800000"/>
            <a:headEnd/>
            <a:tailEnd/>
          </a:ln>
          <a:effectLst/>
        </p:spPr>
        <p:txBody>
          <a:bodyPr wrap="none" lIns="45720" rIns="45720" anchor="ctr">
            <a:spAutoFit/>
          </a:bodyPr>
          <a:lstStyle/>
          <a:p>
            <a:pPr algn="ctr" eaLnBrk="0" hangingPunct="0"/>
            <a:r>
              <a:rPr lang="en-US" sz="1200" b="0">
                <a:latin typeface="Arial" charset="0"/>
              </a:rPr>
              <a:t>Acceptable Risk Level</a:t>
            </a:r>
          </a:p>
        </p:txBody>
      </p:sp>
      <p:sp>
        <p:nvSpPr>
          <p:cNvPr id="423960" name="Text Box 24"/>
          <p:cNvSpPr txBox="1">
            <a:spLocks noChangeArrowheads="1"/>
          </p:cNvSpPr>
          <p:nvPr/>
        </p:nvSpPr>
        <p:spPr bwMode="auto">
          <a:xfrm>
            <a:off x="2671763" y="5257800"/>
            <a:ext cx="3378200" cy="457200"/>
          </a:xfrm>
          <a:prstGeom prst="rect">
            <a:avLst/>
          </a:prstGeom>
          <a:noFill/>
          <a:ln w="9525">
            <a:noFill/>
            <a:miter lim="800000"/>
            <a:headEnd/>
            <a:tailEnd/>
          </a:ln>
          <a:effectLst/>
        </p:spPr>
        <p:txBody>
          <a:bodyPr lIns="45720" rIns="45720" anchor="ctr">
            <a:spAutoFit/>
          </a:bodyPr>
          <a:lstStyle/>
          <a:p>
            <a:pPr eaLnBrk="0" hangingPunct="0"/>
            <a:r>
              <a:rPr lang="en-US" sz="1200">
                <a:solidFill>
                  <a:schemeClr val="folHlink"/>
                </a:solidFill>
                <a:latin typeface="Arial" charset="0"/>
              </a:rPr>
              <a:t>Redundant Market Research and Testing</a:t>
            </a:r>
          </a:p>
          <a:p>
            <a:pPr eaLnBrk="0" hangingPunct="0"/>
            <a:r>
              <a:rPr lang="en-US" sz="1200">
                <a:solidFill>
                  <a:srgbClr val="016666"/>
                </a:solidFill>
                <a:latin typeface="Arial" charset="0"/>
              </a:rPr>
              <a:t>SAIL Collaborative Research and Validation</a:t>
            </a:r>
          </a:p>
        </p:txBody>
      </p:sp>
      <p:sp>
        <p:nvSpPr>
          <p:cNvPr id="423961" name="Line 25"/>
          <p:cNvSpPr>
            <a:spLocks noChangeShapeType="1"/>
          </p:cNvSpPr>
          <p:nvPr/>
        </p:nvSpPr>
        <p:spPr bwMode="auto">
          <a:xfrm flipV="1">
            <a:off x="1968500" y="2819400"/>
            <a:ext cx="5770563" cy="1600200"/>
          </a:xfrm>
          <a:prstGeom prst="line">
            <a:avLst/>
          </a:prstGeom>
          <a:noFill/>
          <a:ln w="57150">
            <a:solidFill>
              <a:schemeClr val="folHlink"/>
            </a:solidFill>
            <a:prstDash val="sysDot"/>
            <a:miter lim="800000"/>
            <a:headEnd/>
            <a:tailEnd type="triangle" w="med" len="med"/>
          </a:ln>
          <a:effectLst/>
        </p:spPr>
        <p:txBody>
          <a:bodyPr wrap="none" anchor="ctr"/>
          <a:lstStyle/>
          <a:p>
            <a:endParaRPr lang="en-US"/>
          </a:p>
        </p:txBody>
      </p:sp>
      <p:sp>
        <p:nvSpPr>
          <p:cNvPr id="423962" name="Line 26"/>
          <p:cNvSpPr>
            <a:spLocks noChangeShapeType="1"/>
          </p:cNvSpPr>
          <p:nvPr/>
        </p:nvSpPr>
        <p:spPr bwMode="auto">
          <a:xfrm flipV="1">
            <a:off x="1968500" y="3124200"/>
            <a:ext cx="6191250" cy="1295400"/>
          </a:xfrm>
          <a:prstGeom prst="line">
            <a:avLst/>
          </a:prstGeom>
          <a:noFill/>
          <a:ln w="57150">
            <a:solidFill>
              <a:srgbClr val="FC050E"/>
            </a:solidFill>
            <a:prstDash val="sysDot"/>
            <a:miter lim="800000"/>
            <a:headEnd/>
            <a:tailEnd type="triangle" w="med" len="med"/>
          </a:ln>
          <a:effectLst/>
        </p:spPr>
        <p:txBody>
          <a:bodyPr wrap="none" anchor="ctr"/>
          <a:lstStyle/>
          <a:p>
            <a:endParaRPr lang="en-US"/>
          </a:p>
        </p:txBody>
      </p:sp>
      <p:sp>
        <p:nvSpPr>
          <p:cNvPr id="423963" name="Text Box 27"/>
          <p:cNvSpPr txBox="1">
            <a:spLocks noChangeArrowheads="1"/>
          </p:cNvSpPr>
          <p:nvPr/>
        </p:nvSpPr>
        <p:spPr bwMode="auto">
          <a:xfrm>
            <a:off x="5275263" y="3124200"/>
            <a:ext cx="703262" cy="274638"/>
          </a:xfrm>
          <a:prstGeom prst="rect">
            <a:avLst/>
          </a:prstGeom>
          <a:noFill/>
          <a:ln w="9525">
            <a:noFill/>
            <a:miter lim="800000"/>
            <a:headEnd/>
            <a:tailEnd/>
          </a:ln>
          <a:effectLst/>
        </p:spPr>
        <p:txBody>
          <a:bodyPr wrap="none" lIns="45720" rIns="45720" anchor="ctr">
            <a:spAutoFit/>
          </a:bodyPr>
          <a:lstStyle/>
          <a:p>
            <a:pPr algn="ctr" eaLnBrk="0" hangingPunct="0">
              <a:spcBef>
                <a:spcPct val="50000"/>
              </a:spcBef>
            </a:pPr>
            <a:r>
              <a:rPr lang="en-US" sz="1200">
                <a:latin typeface="Arial" charset="0"/>
              </a:rPr>
              <a:t>Project A</a:t>
            </a:r>
          </a:p>
        </p:txBody>
      </p:sp>
      <p:sp>
        <p:nvSpPr>
          <p:cNvPr id="423964" name="Text Box 28"/>
          <p:cNvSpPr txBox="1">
            <a:spLocks noChangeArrowheads="1"/>
          </p:cNvSpPr>
          <p:nvPr/>
        </p:nvSpPr>
        <p:spPr bwMode="auto">
          <a:xfrm>
            <a:off x="6080125" y="3200400"/>
            <a:ext cx="701675" cy="274638"/>
          </a:xfrm>
          <a:prstGeom prst="rect">
            <a:avLst/>
          </a:prstGeom>
          <a:noFill/>
          <a:ln w="9525">
            <a:noFill/>
            <a:miter lim="800000"/>
            <a:headEnd/>
            <a:tailEnd/>
          </a:ln>
          <a:effectLst/>
        </p:spPr>
        <p:txBody>
          <a:bodyPr wrap="none" lIns="45720" rIns="45720" anchor="ctr">
            <a:spAutoFit/>
          </a:bodyPr>
          <a:lstStyle/>
          <a:p>
            <a:pPr algn="ctr" eaLnBrk="0" hangingPunct="0">
              <a:spcBef>
                <a:spcPct val="50000"/>
              </a:spcBef>
            </a:pPr>
            <a:r>
              <a:rPr lang="en-US" sz="1200">
                <a:latin typeface="Arial" charset="0"/>
              </a:rPr>
              <a:t>Project B</a:t>
            </a:r>
          </a:p>
        </p:txBody>
      </p:sp>
      <p:sp>
        <p:nvSpPr>
          <p:cNvPr id="423965" name="Text Box 29"/>
          <p:cNvSpPr txBox="1">
            <a:spLocks noChangeArrowheads="1"/>
          </p:cNvSpPr>
          <p:nvPr/>
        </p:nvSpPr>
        <p:spPr bwMode="auto">
          <a:xfrm>
            <a:off x="6894513" y="3352800"/>
            <a:ext cx="701675" cy="274638"/>
          </a:xfrm>
          <a:prstGeom prst="rect">
            <a:avLst/>
          </a:prstGeom>
          <a:noFill/>
          <a:ln w="9525">
            <a:noFill/>
            <a:miter lim="800000"/>
            <a:headEnd/>
            <a:tailEnd/>
          </a:ln>
          <a:effectLst/>
        </p:spPr>
        <p:txBody>
          <a:bodyPr wrap="none" lIns="45720" rIns="45720" anchor="ctr">
            <a:spAutoFit/>
          </a:bodyPr>
          <a:lstStyle/>
          <a:p>
            <a:pPr algn="ctr" eaLnBrk="0" hangingPunct="0">
              <a:spcBef>
                <a:spcPct val="50000"/>
              </a:spcBef>
            </a:pPr>
            <a:r>
              <a:rPr lang="en-US" sz="1200">
                <a:latin typeface="Arial" charset="0"/>
              </a:rPr>
              <a:t>Project C</a:t>
            </a:r>
          </a:p>
        </p:txBody>
      </p:sp>
      <p:sp>
        <p:nvSpPr>
          <p:cNvPr id="423966" name="Text Box 30"/>
          <p:cNvSpPr txBox="1">
            <a:spLocks noChangeArrowheads="1"/>
          </p:cNvSpPr>
          <p:nvPr/>
        </p:nvSpPr>
        <p:spPr bwMode="auto">
          <a:xfrm>
            <a:off x="2078038" y="4572000"/>
            <a:ext cx="4826000" cy="274638"/>
          </a:xfrm>
          <a:prstGeom prst="rect">
            <a:avLst/>
          </a:prstGeom>
          <a:solidFill>
            <a:schemeClr val="bg1"/>
          </a:solidFill>
          <a:ln w="9525">
            <a:noFill/>
            <a:miter lim="800000"/>
            <a:headEnd/>
            <a:tailEnd/>
          </a:ln>
          <a:effectLst/>
        </p:spPr>
        <p:txBody>
          <a:bodyPr wrap="none" lIns="45720" rIns="45720" anchor="ctr">
            <a:spAutoFit/>
          </a:bodyPr>
          <a:lstStyle/>
          <a:p>
            <a:pPr algn="ctr" eaLnBrk="0" hangingPunct="0"/>
            <a:r>
              <a:rPr lang="en-US" sz="1200">
                <a:latin typeface="Arial" charset="0"/>
              </a:rPr>
              <a:t>Strategy  Architecture Discover Validation  Acquisition Implementation</a:t>
            </a:r>
          </a:p>
        </p:txBody>
      </p:sp>
      <p:pic>
        <p:nvPicPr>
          <p:cNvPr id="423967" name="Picture 31" descr="u3aiqzny[1]"/>
          <p:cNvPicPr>
            <a:picLocks noChangeAspect="1" noChangeArrowheads="1"/>
          </p:cNvPicPr>
          <p:nvPr>
            <p:ph idx="1"/>
          </p:nvPr>
        </p:nvPicPr>
        <p:blipFill>
          <a:blip r:embed="rId3" cstate="print"/>
          <a:srcRect/>
          <a:stretch>
            <a:fillRect/>
          </a:stretch>
        </p:blipFill>
        <p:spPr>
          <a:xfrm>
            <a:off x="7866063" y="2347913"/>
            <a:ext cx="446087" cy="844550"/>
          </a:xfrm>
          <a:noFill/>
          <a:ln/>
        </p:spPr>
      </p:pic>
      <p:sp>
        <p:nvSpPr>
          <p:cNvPr id="423968" name="Rectangle 32"/>
          <p:cNvSpPr>
            <a:spLocks noChangeArrowheads="1"/>
          </p:cNvSpPr>
          <p:nvPr/>
        </p:nvSpPr>
        <p:spPr bwMode="auto">
          <a:xfrm>
            <a:off x="1125538" y="6110288"/>
            <a:ext cx="7316787" cy="274637"/>
          </a:xfrm>
          <a:prstGeom prst="rect">
            <a:avLst/>
          </a:prstGeom>
          <a:noFill/>
          <a:ln w="9525">
            <a:noFill/>
            <a:miter lim="800000"/>
            <a:headEnd/>
            <a:tailEnd/>
          </a:ln>
          <a:effectLst/>
        </p:spPr>
        <p:txBody>
          <a:bodyPr lIns="45720" rIns="45720" anchor="ctr">
            <a:spAutoFit/>
          </a:bodyPr>
          <a:lstStyle/>
          <a:p>
            <a:pPr eaLnBrk="0" hangingPunct="0"/>
            <a:endParaRPr lang="en-US" sz="1200">
              <a:solidFill>
                <a:srgbClr val="2E15AB"/>
              </a:solidFill>
              <a:latin typeface="Arial" charset="0"/>
            </a:endParaRPr>
          </a:p>
        </p:txBody>
      </p:sp>
      <p:sp>
        <p:nvSpPr>
          <p:cNvPr id="423969" name="AutoShape 33"/>
          <p:cNvSpPr>
            <a:spLocks noChangeArrowheads="1"/>
          </p:cNvSpPr>
          <p:nvPr/>
        </p:nvSpPr>
        <p:spPr bwMode="auto">
          <a:xfrm>
            <a:off x="8089900" y="3200400"/>
            <a:ext cx="1054100" cy="457200"/>
          </a:xfrm>
          <a:prstGeom prst="wedgeRoundRectCallout">
            <a:avLst>
              <a:gd name="adj1" fmla="val -32477"/>
              <a:gd name="adj2" fmla="val -95486"/>
              <a:gd name="adj3" fmla="val 16667"/>
            </a:avLst>
          </a:prstGeom>
          <a:solidFill>
            <a:schemeClr val="bg1"/>
          </a:solidFill>
          <a:ln w="9525">
            <a:solidFill>
              <a:schemeClr val="tx1"/>
            </a:solidFill>
            <a:miter lim="800000"/>
            <a:headEnd/>
            <a:tailEnd/>
          </a:ln>
          <a:effectLst/>
        </p:spPr>
        <p:txBody>
          <a:bodyPr lIns="45720" rIns="45720" anchor="ctr"/>
          <a:lstStyle/>
          <a:p>
            <a:pPr algn="ctr" eaLnBrk="0" hangingPunct="0"/>
            <a:r>
              <a:rPr lang="en-US" sz="1200" b="0">
                <a:solidFill>
                  <a:schemeClr val="folHlink"/>
                </a:solidFill>
                <a:latin typeface="Arial" charset="0"/>
              </a:rPr>
              <a:t>Inconclusive</a:t>
            </a:r>
          </a:p>
          <a:p>
            <a:pPr algn="ctr" eaLnBrk="0" hangingPunct="0"/>
            <a:r>
              <a:rPr lang="en-US" sz="1200" b="0">
                <a:solidFill>
                  <a:schemeClr val="folHlink"/>
                </a:solidFill>
                <a:latin typeface="Arial" charset="0"/>
              </a:rPr>
              <a:t>findings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23952"/>
                                        </p:tgtEl>
                                        <p:attrNameLst>
                                          <p:attrName>style.visibility</p:attrName>
                                        </p:attrNameLst>
                                      </p:cBhvr>
                                      <p:to>
                                        <p:strVal val="visible"/>
                                      </p:to>
                                    </p:set>
                                    <p:animEffect transition="in" filter="wipe(left)">
                                      <p:cBhvr>
                                        <p:cTn id="7" dur="500"/>
                                        <p:tgtEl>
                                          <p:spTgt spid="42395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23961"/>
                                        </p:tgtEl>
                                        <p:attrNameLst>
                                          <p:attrName>style.visibility</p:attrName>
                                        </p:attrNameLst>
                                      </p:cBhvr>
                                      <p:to>
                                        <p:strVal val="visible"/>
                                      </p:to>
                                    </p:set>
                                    <p:animEffect transition="in" filter="wipe(left)">
                                      <p:cBhvr>
                                        <p:cTn id="11" dur="500"/>
                                        <p:tgtEl>
                                          <p:spTgt spid="423961"/>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23962"/>
                                        </p:tgtEl>
                                        <p:attrNameLst>
                                          <p:attrName>style.visibility</p:attrName>
                                        </p:attrNameLst>
                                      </p:cBhvr>
                                      <p:to>
                                        <p:strVal val="visible"/>
                                      </p:to>
                                    </p:set>
                                    <p:animEffect transition="in" filter="wipe(left)">
                                      <p:cBhvr>
                                        <p:cTn id="15" dur="500"/>
                                        <p:tgtEl>
                                          <p:spTgt spid="423962"/>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nodeType="clickEffect">
                                  <p:stCondLst>
                                    <p:cond delay="0"/>
                                  </p:stCondLst>
                                  <p:childTnLst>
                                    <p:set>
                                      <p:cBhvr>
                                        <p:cTn id="19" dur="1" fill="hold">
                                          <p:stCondLst>
                                            <p:cond delay="0"/>
                                          </p:stCondLst>
                                        </p:cTn>
                                        <p:tgtEl>
                                          <p:spTgt spid="423938"/>
                                        </p:tgtEl>
                                        <p:attrNameLst>
                                          <p:attrName>style.visibility</p:attrName>
                                        </p:attrNameLst>
                                      </p:cBhvr>
                                      <p:to>
                                        <p:strVal val="visible"/>
                                      </p:to>
                                    </p:set>
                                    <p:animEffect transition="in" filter="slide(fromBottom)">
                                      <p:cBhvr>
                                        <p:cTn id="20" dur="500"/>
                                        <p:tgtEl>
                                          <p:spTgt spid="423938"/>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23951"/>
                                        </p:tgtEl>
                                        <p:attrNameLst>
                                          <p:attrName>style.visibility</p:attrName>
                                        </p:attrNameLst>
                                      </p:cBhvr>
                                      <p:to>
                                        <p:strVal val="visible"/>
                                      </p:to>
                                    </p:set>
                                    <p:animEffect transition="in" filter="wipe(left)">
                                      <p:cBhvr>
                                        <p:cTn id="24" dur="500"/>
                                        <p:tgtEl>
                                          <p:spTgt spid="423951"/>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2395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42395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423955"/>
                                        </p:tgtEl>
                                        <p:attrNameLst>
                                          <p:attrName>style.visibility</p:attrName>
                                        </p:attrNameLst>
                                      </p:cBhvr>
                                      <p:to>
                                        <p:strVal val="visible"/>
                                      </p:to>
                                    </p:set>
                                    <p:animEffect transition="in" filter="wipe(down)">
                                      <p:cBhvr>
                                        <p:cTn id="37" dur="500"/>
                                        <p:tgtEl>
                                          <p:spTgt spid="4239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51" grpId="0" animBg="1"/>
      <p:bldP spid="423952" grpId="0" animBg="1"/>
      <p:bldP spid="423953" grpId="0" animBg="1"/>
      <p:bldP spid="423954" grpId="0" autoUpdateAnimBg="0"/>
      <p:bldP spid="423961" grpId="0" animBg="1"/>
      <p:bldP spid="42396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fld id="{17608EC4-F1D3-4C41-AF93-321C3351A32E}" type="slidenum">
              <a:rPr lang="en-US"/>
              <a:pPr/>
              <a:t>22</a:t>
            </a:fld>
            <a:endParaRPr lang="en-US"/>
          </a:p>
        </p:txBody>
      </p:sp>
      <p:sp>
        <p:nvSpPr>
          <p:cNvPr id="420866" name="Rectangle 2"/>
          <p:cNvSpPr>
            <a:spLocks noGrp="1" noChangeArrowheads="1"/>
          </p:cNvSpPr>
          <p:nvPr>
            <p:ph type="title"/>
          </p:nvPr>
        </p:nvSpPr>
        <p:spPr/>
        <p:txBody>
          <a:bodyPr/>
          <a:lstStyle/>
          <a:p>
            <a:r>
              <a:rPr lang="en-US"/>
              <a:t>SAIL’s accelerated process provides DHS executives with timely access to the information they need to make sound decisions</a:t>
            </a:r>
          </a:p>
        </p:txBody>
      </p:sp>
      <p:sp>
        <p:nvSpPr>
          <p:cNvPr id="420867" name="Rectangle 3"/>
          <p:cNvSpPr>
            <a:spLocks noChangeArrowheads="1"/>
          </p:cNvSpPr>
          <p:nvPr/>
        </p:nvSpPr>
        <p:spPr bwMode="auto">
          <a:xfrm>
            <a:off x="908050" y="1481138"/>
            <a:ext cx="1755775" cy="538162"/>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68" name="Text Box 4"/>
          <p:cNvSpPr txBox="1">
            <a:spLocks noChangeArrowheads="1"/>
          </p:cNvSpPr>
          <p:nvPr/>
        </p:nvSpPr>
        <p:spPr bwMode="auto">
          <a:xfrm>
            <a:off x="1311275" y="1500188"/>
            <a:ext cx="963613" cy="457200"/>
          </a:xfrm>
          <a:prstGeom prst="rect">
            <a:avLst/>
          </a:prstGeom>
          <a:noFill/>
          <a:ln w="9525">
            <a:noFill/>
            <a:miter lim="800000"/>
            <a:headEnd/>
            <a:tailEnd/>
          </a:ln>
          <a:effectLst/>
        </p:spPr>
        <p:txBody>
          <a:bodyPr wrap="none" lIns="45720" rIns="45720">
            <a:spAutoFit/>
          </a:bodyPr>
          <a:lstStyle/>
          <a:p>
            <a:pPr algn="ctr" eaLnBrk="0" hangingPunct="0"/>
            <a:r>
              <a:rPr lang="en-US" sz="1200">
                <a:latin typeface="Arial" charset="0"/>
              </a:rPr>
              <a:t>Problem</a:t>
            </a:r>
          </a:p>
          <a:p>
            <a:pPr algn="ctr" eaLnBrk="0" hangingPunct="0"/>
            <a:r>
              <a:rPr lang="en-US" sz="1200">
                <a:latin typeface="Arial" charset="0"/>
              </a:rPr>
              <a:t>Identification</a:t>
            </a:r>
          </a:p>
        </p:txBody>
      </p:sp>
      <p:sp>
        <p:nvSpPr>
          <p:cNvPr id="420869" name="Text Box 5"/>
          <p:cNvSpPr txBox="1">
            <a:spLocks noChangeArrowheads="1"/>
          </p:cNvSpPr>
          <p:nvPr/>
        </p:nvSpPr>
        <p:spPr bwMode="auto">
          <a:xfrm>
            <a:off x="2763838" y="1433513"/>
            <a:ext cx="4640262"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What’s the problem we’re trying to solve?  Has it been solved before?</a:t>
            </a:r>
          </a:p>
          <a:p>
            <a:pPr eaLnBrk="0" hangingPunct="0">
              <a:buFontTx/>
              <a:buChar char="•"/>
            </a:pPr>
            <a:r>
              <a:rPr lang="en-US" sz="1100" b="0">
                <a:latin typeface="Arial" charset="0"/>
              </a:rPr>
              <a:t>  What are metric’s we’re trying to accomplish? Do they already exist?</a:t>
            </a:r>
          </a:p>
          <a:p>
            <a:pPr eaLnBrk="0" hangingPunct="0">
              <a:buFontTx/>
              <a:buChar char="•"/>
            </a:pPr>
            <a:r>
              <a:rPr lang="en-US" sz="1100" b="0">
                <a:latin typeface="Arial" charset="0"/>
              </a:rPr>
              <a:t>  What impact will this have on the citizen, business and stakeholders?</a:t>
            </a:r>
          </a:p>
        </p:txBody>
      </p:sp>
      <p:sp>
        <p:nvSpPr>
          <p:cNvPr id="420870" name="Rectangle 6"/>
          <p:cNvSpPr>
            <a:spLocks noChangeArrowheads="1"/>
          </p:cNvSpPr>
          <p:nvPr/>
        </p:nvSpPr>
        <p:spPr bwMode="auto">
          <a:xfrm>
            <a:off x="1419225" y="2190750"/>
            <a:ext cx="1754188" cy="538163"/>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71" name="Text Box 7"/>
          <p:cNvSpPr txBox="1">
            <a:spLocks noChangeArrowheads="1"/>
          </p:cNvSpPr>
          <p:nvPr/>
        </p:nvSpPr>
        <p:spPr bwMode="auto">
          <a:xfrm>
            <a:off x="1489075" y="2209800"/>
            <a:ext cx="1600200" cy="457200"/>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Process and Requirements</a:t>
            </a:r>
          </a:p>
        </p:txBody>
      </p:sp>
      <p:sp>
        <p:nvSpPr>
          <p:cNvPr id="420872" name="Text Box 8"/>
          <p:cNvSpPr txBox="1">
            <a:spLocks noChangeArrowheads="1"/>
          </p:cNvSpPr>
          <p:nvPr/>
        </p:nvSpPr>
        <p:spPr bwMode="auto">
          <a:xfrm>
            <a:off x="3275013" y="2171700"/>
            <a:ext cx="5381625"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Creation of common service components templates</a:t>
            </a:r>
          </a:p>
          <a:p>
            <a:pPr eaLnBrk="0" hangingPunct="0">
              <a:buFontTx/>
              <a:buChar char="•"/>
            </a:pPr>
            <a:r>
              <a:rPr lang="en-US" sz="1100" b="0">
                <a:latin typeface="Arial" charset="0"/>
              </a:rPr>
              <a:t>  Identification of as is and target processes and infrastructure</a:t>
            </a:r>
          </a:p>
          <a:p>
            <a:pPr eaLnBrk="0" hangingPunct="0">
              <a:buFontTx/>
              <a:buChar char="•"/>
            </a:pPr>
            <a:r>
              <a:rPr lang="en-US" sz="1100" b="0">
                <a:latin typeface="Arial" charset="0"/>
              </a:rPr>
              <a:t>  Definition of “critical success factors”, business, and technical requirements</a:t>
            </a:r>
          </a:p>
        </p:txBody>
      </p:sp>
      <p:sp>
        <p:nvSpPr>
          <p:cNvPr id="420873" name="Rectangle 9"/>
          <p:cNvSpPr>
            <a:spLocks noChangeArrowheads="1"/>
          </p:cNvSpPr>
          <p:nvPr/>
        </p:nvSpPr>
        <p:spPr bwMode="auto">
          <a:xfrm>
            <a:off x="1414463" y="2886075"/>
            <a:ext cx="1754187" cy="538163"/>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74" name="Text Box 10"/>
          <p:cNvSpPr txBox="1">
            <a:spLocks noChangeArrowheads="1"/>
          </p:cNvSpPr>
          <p:nvPr/>
        </p:nvSpPr>
        <p:spPr bwMode="auto">
          <a:xfrm>
            <a:off x="1484313" y="2905125"/>
            <a:ext cx="1666875" cy="457200"/>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Pattern Creation and Component Alignment</a:t>
            </a:r>
          </a:p>
        </p:txBody>
      </p:sp>
      <p:sp>
        <p:nvSpPr>
          <p:cNvPr id="420875" name="Text Box 11"/>
          <p:cNvSpPr txBox="1">
            <a:spLocks noChangeArrowheads="1"/>
          </p:cNvSpPr>
          <p:nvPr/>
        </p:nvSpPr>
        <p:spPr bwMode="auto">
          <a:xfrm>
            <a:off x="3297238" y="2838450"/>
            <a:ext cx="5095875"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Creation of usage patterns / use cases</a:t>
            </a:r>
          </a:p>
          <a:p>
            <a:pPr eaLnBrk="0" hangingPunct="0">
              <a:buFontTx/>
              <a:buChar char="•"/>
            </a:pPr>
            <a:r>
              <a:rPr lang="en-US" sz="1100" b="0">
                <a:latin typeface="Arial" charset="0"/>
              </a:rPr>
              <a:t> Creation of business, technical, and infrastructure patterns</a:t>
            </a:r>
          </a:p>
          <a:p>
            <a:pPr eaLnBrk="0" hangingPunct="0">
              <a:buFontTx/>
              <a:buChar char="•"/>
            </a:pPr>
            <a:r>
              <a:rPr lang="en-US" sz="1100" b="0">
                <a:latin typeface="Arial" charset="0"/>
              </a:rPr>
              <a:t> Identification of supporting components / products, capture of evidence of compliance</a:t>
            </a:r>
          </a:p>
        </p:txBody>
      </p:sp>
      <p:sp>
        <p:nvSpPr>
          <p:cNvPr id="420876" name="Rectangle 12"/>
          <p:cNvSpPr>
            <a:spLocks noChangeArrowheads="1"/>
          </p:cNvSpPr>
          <p:nvPr/>
        </p:nvSpPr>
        <p:spPr bwMode="auto">
          <a:xfrm>
            <a:off x="1963738" y="3652838"/>
            <a:ext cx="1755775" cy="538162"/>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77" name="Text Box 13"/>
          <p:cNvSpPr txBox="1">
            <a:spLocks noChangeArrowheads="1"/>
          </p:cNvSpPr>
          <p:nvPr/>
        </p:nvSpPr>
        <p:spPr bwMode="auto">
          <a:xfrm>
            <a:off x="1955800" y="3671888"/>
            <a:ext cx="1766888" cy="457200"/>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Criteria and Component Assessment</a:t>
            </a:r>
          </a:p>
        </p:txBody>
      </p:sp>
      <p:sp>
        <p:nvSpPr>
          <p:cNvPr id="420878" name="Text Box 14"/>
          <p:cNvSpPr txBox="1">
            <a:spLocks noChangeArrowheads="1"/>
          </p:cNvSpPr>
          <p:nvPr/>
        </p:nvSpPr>
        <p:spPr bwMode="auto">
          <a:xfrm>
            <a:off x="3806825" y="3605213"/>
            <a:ext cx="4837113"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Creation of common criteria assessment definitions / factors</a:t>
            </a:r>
          </a:p>
          <a:p>
            <a:pPr eaLnBrk="0" hangingPunct="0">
              <a:buFontTx/>
              <a:buChar char="•"/>
            </a:pPr>
            <a:r>
              <a:rPr lang="en-US" sz="1100" b="0">
                <a:latin typeface="Arial" charset="0"/>
              </a:rPr>
              <a:t> Creation of weighting algorithms (i.e., risk, cost, benefit, mission)</a:t>
            </a:r>
          </a:p>
          <a:p>
            <a:pPr eaLnBrk="0" hangingPunct="0">
              <a:buFontTx/>
              <a:buChar char="•"/>
            </a:pPr>
            <a:r>
              <a:rPr lang="en-US" sz="1100" b="0">
                <a:latin typeface="Arial" charset="0"/>
              </a:rPr>
              <a:t> Evidence-based product assessment (using criteria definitions)</a:t>
            </a:r>
          </a:p>
        </p:txBody>
      </p:sp>
      <p:sp>
        <p:nvSpPr>
          <p:cNvPr id="420879" name="Rectangle 15"/>
          <p:cNvSpPr>
            <a:spLocks noChangeArrowheads="1"/>
          </p:cNvSpPr>
          <p:nvPr/>
        </p:nvSpPr>
        <p:spPr bwMode="auto">
          <a:xfrm>
            <a:off x="1973263" y="4362450"/>
            <a:ext cx="1754187" cy="538163"/>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80" name="Text Box 16"/>
          <p:cNvSpPr txBox="1">
            <a:spLocks noChangeArrowheads="1"/>
          </p:cNvSpPr>
          <p:nvPr/>
        </p:nvSpPr>
        <p:spPr bwMode="auto">
          <a:xfrm>
            <a:off x="2095500" y="4381500"/>
            <a:ext cx="1535113" cy="457200"/>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Component</a:t>
            </a:r>
          </a:p>
          <a:p>
            <a:pPr algn="ctr" eaLnBrk="0" hangingPunct="0"/>
            <a:r>
              <a:rPr lang="en-US" sz="1200">
                <a:latin typeface="Arial" charset="0"/>
              </a:rPr>
              <a:t>Pattern Recognition</a:t>
            </a:r>
          </a:p>
        </p:txBody>
      </p:sp>
      <p:sp>
        <p:nvSpPr>
          <p:cNvPr id="420881" name="Text Box 17"/>
          <p:cNvSpPr txBox="1">
            <a:spLocks noChangeArrowheads="1"/>
          </p:cNvSpPr>
          <p:nvPr/>
        </p:nvSpPr>
        <p:spPr bwMode="auto">
          <a:xfrm>
            <a:off x="3816350" y="4314825"/>
            <a:ext cx="4511675"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Down-selection of product(s) – based on clearly defined business patterns</a:t>
            </a:r>
          </a:p>
          <a:p>
            <a:pPr eaLnBrk="0" hangingPunct="0">
              <a:buFontTx/>
              <a:buChar char="•"/>
            </a:pPr>
            <a:r>
              <a:rPr lang="en-US" sz="1100" b="0">
                <a:latin typeface="Arial" charset="0"/>
              </a:rPr>
              <a:t> Creation of notional “end state”</a:t>
            </a:r>
          </a:p>
          <a:p>
            <a:pPr eaLnBrk="0" hangingPunct="0">
              <a:buFontTx/>
              <a:buChar char="•"/>
            </a:pPr>
            <a:r>
              <a:rPr lang="en-US" sz="1100" b="0">
                <a:latin typeface="Arial" charset="0"/>
              </a:rPr>
              <a:t> Identify linkages and potential “problem points”</a:t>
            </a:r>
          </a:p>
        </p:txBody>
      </p:sp>
      <p:sp>
        <p:nvSpPr>
          <p:cNvPr id="420882" name="Rectangle 18"/>
          <p:cNvSpPr>
            <a:spLocks noChangeArrowheads="1"/>
          </p:cNvSpPr>
          <p:nvPr/>
        </p:nvSpPr>
        <p:spPr bwMode="auto">
          <a:xfrm>
            <a:off x="1968500" y="5086350"/>
            <a:ext cx="1754188" cy="538163"/>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83" name="Text Box 19"/>
          <p:cNvSpPr txBox="1">
            <a:spLocks noChangeArrowheads="1"/>
          </p:cNvSpPr>
          <p:nvPr/>
        </p:nvSpPr>
        <p:spPr bwMode="auto">
          <a:xfrm>
            <a:off x="2092325" y="5205413"/>
            <a:ext cx="1533525" cy="274637"/>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Publishing</a:t>
            </a:r>
          </a:p>
        </p:txBody>
      </p:sp>
      <p:sp>
        <p:nvSpPr>
          <p:cNvPr id="420884" name="Text Box 20"/>
          <p:cNvSpPr txBox="1">
            <a:spLocks noChangeArrowheads="1"/>
          </p:cNvSpPr>
          <p:nvPr/>
        </p:nvSpPr>
        <p:spPr bwMode="auto">
          <a:xfrm>
            <a:off x="3811588" y="5053013"/>
            <a:ext cx="4560887"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Publishing of assessment criteria</a:t>
            </a:r>
          </a:p>
          <a:p>
            <a:pPr eaLnBrk="0" hangingPunct="0">
              <a:buFontTx/>
              <a:buChar char="•"/>
            </a:pPr>
            <a:r>
              <a:rPr lang="en-US" sz="1100" b="0">
                <a:latin typeface="Arial" charset="0"/>
              </a:rPr>
              <a:t> Hand-over to client, perform weighting assessment</a:t>
            </a:r>
          </a:p>
          <a:p>
            <a:pPr eaLnBrk="0" hangingPunct="0">
              <a:buFontTx/>
              <a:buChar char="•"/>
            </a:pPr>
            <a:r>
              <a:rPr lang="en-US" sz="1100" b="0">
                <a:latin typeface="Arial" charset="0"/>
              </a:rPr>
              <a:t> Development of alternatives ( product suites) and associated services</a:t>
            </a:r>
          </a:p>
        </p:txBody>
      </p:sp>
      <p:sp>
        <p:nvSpPr>
          <p:cNvPr id="420885" name="Rectangle 21"/>
          <p:cNvSpPr>
            <a:spLocks noChangeArrowheads="1"/>
          </p:cNvSpPr>
          <p:nvPr/>
        </p:nvSpPr>
        <p:spPr bwMode="auto">
          <a:xfrm>
            <a:off x="1978025" y="5781675"/>
            <a:ext cx="1754188" cy="538163"/>
          </a:xfrm>
          <a:prstGeom prst="rect">
            <a:avLst/>
          </a:prstGeom>
          <a:solidFill>
            <a:schemeClr val="bg1"/>
          </a:solidFill>
          <a:ln w="9525">
            <a:solidFill>
              <a:schemeClr val="tx1"/>
            </a:solidFill>
            <a:miter lim="800000"/>
            <a:headEnd/>
            <a:tailEnd/>
          </a:ln>
          <a:effectLst>
            <a:outerShdw dist="35921" dir="2700000" algn="ctr" rotWithShape="0">
              <a:schemeClr val="tx1"/>
            </a:outerShdw>
          </a:effectLst>
        </p:spPr>
        <p:txBody>
          <a:bodyPr wrap="none" lIns="45720" rIns="45720" anchor="ctr"/>
          <a:lstStyle/>
          <a:p>
            <a:endParaRPr lang="en-US"/>
          </a:p>
        </p:txBody>
      </p:sp>
      <p:sp>
        <p:nvSpPr>
          <p:cNvPr id="420886" name="Text Box 22"/>
          <p:cNvSpPr txBox="1">
            <a:spLocks noChangeArrowheads="1"/>
          </p:cNvSpPr>
          <p:nvPr/>
        </p:nvSpPr>
        <p:spPr bwMode="auto">
          <a:xfrm>
            <a:off x="3754438" y="5748338"/>
            <a:ext cx="3676650" cy="596900"/>
          </a:xfrm>
          <a:prstGeom prst="rect">
            <a:avLst/>
          </a:prstGeom>
          <a:noFill/>
          <a:ln w="9525">
            <a:noFill/>
            <a:miter lim="800000"/>
            <a:headEnd/>
            <a:tailEnd/>
          </a:ln>
          <a:effectLst/>
        </p:spPr>
        <p:txBody>
          <a:bodyPr lIns="45720" rIns="45720">
            <a:spAutoFit/>
          </a:bodyPr>
          <a:lstStyle/>
          <a:p>
            <a:pPr eaLnBrk="0" hangingPunct="0">
              <a:buFontTx/>
              <a:buChar char="•"/>
            </a:pPr>
            <a:r>
              <a:rPr lang="en-US" sz="1100" b="0">
                <a:latin typeface="Arial" charset="0"/>
              </a:rPr>
              <a:t> Prototype selection of products (prior to procurements)</a:t>
            </a:r>
          </a:p>
          <a:p>
            <a:pPr eaLnBrk="0" hangingPunct="0">
              <a:buFontTx/>
              <a:buChar char="•"/>
            </a:pPr>
            <a:r>
              <a:rPr lang="en-US" sz="1100" b="0">
                <a:latin typeface="Arial" charset="0"/>
              </a:rPr>
              <a:t> Prove results, creation of evidence</a:t>
            </a:r>
          </a:p>
          <a:p>
            <a:pPr eaLnBrk="0" hangingPunct="0">
              <a:buFontTx/>
              <a:buChar char="•"/>
            </a:pPr>
            <a:r>
              <a:rPr lang="en-US" sz="1100" b="0">
                <a:latin typeface="Arial" charset="0"/>
              </a:rPr>
              <a:t> Engage in procurement process</a:t>
            </a:r>
          </a:p>
        </p:txBody>
      </p:sp>
      <p:sp>
        <p:nvSpPr>
          <p:cNvPr id="420887" name="Rectangle 23"/>
          <p:cNvSpPr>
            <a:spLocks noChangeArrowheads="1"/>
          </p:cNvSpPr>
          <p:nvPr/>
        </p:nvSpPr>
        <p:spPr bwMode="auto">
          <a:xfrm>
            <a:off x="390525" y="1490663"/>
            <a:ext cx="412750" cy="2624137"/>
          </a:xfrm>
          <a:prstGeom prst="rect">
            <a:avLst/>
          </a:prstGeom>
          <a:solidFill>
            <a:srgbClr val="C0C0C0"/>
          </a:solidFill>
          <a:ln w="9525">
            <a:noFill/>
            <a:miter lim="800000"/>
            <a:headEnd/>
            <a:tailEnd/>
          </a:ln>
          <a:effectLst/>
        </p:spPr>
        <p:txBody>
          <a:bodyPr wrap="none" lIns="45720" rIns="45720" anchor="ctr"/>
          <a:lstStyle/>
          <a:p>
            <a:endParaRPr lang="en-US"/>
          </a:p>
        </p:txBody>
      </p:sp>
      <p:sp>
        <p:nvSpPr>
          <p:cNvPr id="420888" name="Text Box 24"/>
          <p:cNvSpPr txBox="1">
            <a:spLocks noChangeArrowheads="1"/>
          </p:cNvSpPr>
          <p:nvPr/>
        </p:nvSpPr>
        <p:spPr bwMode="auto">
          <a:xfrm rot="5400000">
            <a:off x="-157162" y="2263775"/>
            <a:ext cx="1470025" cy="409575"/>
          </a:xfrm>
          <a:prstGeom prst="rect">
            <a:avLst/>
          </a:prstGeom>
          <a:noFill/>
          <a:ln w="9525">
            <a:noFill/>
            <a:miter lim="800000"/>
            <a:headEnd/>
            <a:tailEnd/>
          </a:ln>
          <a:effectLst/>
        </p:spPr>
        <p:txBody>
          <a:bodyPr wrap="none" lIns="45720" rIns="45720">
            <a:spAutoFit/>
          </a:bodyPr>
          <a:lstStyle/>
          <a:p>
            <a:pPr algn="ctr" eaLnBrk="0" hangingPunct="0"/>
            <a:r>
              <a:rPr lang="en-US" sz="1200">
                <a:latin typeface="Arial" charset="0"/>
              </a:rPr>
              <a:t>System Integrators</a:t>
            </a:r>
          </a:p>
          <a:p>
            <a:pPr algn="ctr" eaLnBrk="0" hangingPunct="0"/>
            <a:r>
              <a:rPr lang="en-US" sz="1100" b="0">
                <a:latin typeface="Arial" charset="0"/>
              </a:rPr>
              <a:t>(Domain Expertise)</a:t>
            </a:r>
          </a:p>
        </p:txBody>
      </p:sp>
      <p:sp>
        <p:nvSpPr>
          <p:cNvPr id="420889" name="Rectangle 25"/>
          <p:cNvSpPr>
            <a:spLocks noChangeArrowheads="1"/>
          </p:cNvSpPr>
          <p:nvPr/>
        </p:nvSpPr>
        <p:spPr bwMode="auto">
          <a:xfrm>
            <a:off x="373063" y="5805488"/>
            <a:ext cx="412750" cy="476250"/>
          </a:xfrm>
          <a:prstGeom prst="rect">
            <a:avLst/>
          </a:prstGeom>
          <a:solidFill>
            <a:srgbClr val="C0C0C0"/>
          </a:solidFill>
          <a:ln w="9525">
            <a:noFill/>
            <a:miter lim="800000"/>
            <a:headEnd/>
            <a:tailEnd/>
          </a:ln>
          <a:effectLst/>
        </p:spPr>
        <p:txBody>
          <a:bodyPr wrap="none" lIns="45720" rIns="45720" anchor="ctr"/>
          <a:lstStyle/>
          <a:p>
            <a:endParaRPr lang="en-US"/>
          </a:p>
        </p:txBody>
      </p:sp>
      <p:sp>
        <p:nvSpPr>
          <p:cNvPr id="420890" name="Rectangle 26"/>
          <p:cNvSpPr>
            <a:spLocks noChangeArrowheads="1"/>
          </p:cNvSpPr>
          <p:nvPr/>
        </p:nvSpPr>
        <p:spPr bwMode="auto">
          <a:xfrm>
            <a:off x="1419225" y="3667125"/>
            <a:ext cx="412750" cy="1266825"/>
          </a:xfrm>
          <a:prstGeom prst="rect">
            <a:avLst/>
          </a:prstGeom>
          <a:solidFill>
            <a:srgbClr val="C0C0C0"/>
          </a:solidFill>
          <a:ln w="9525">
            <a:noFill/>
            <a:miter lim="800000"/>
            <a:headEnd/>
            <a:tailEnd/>
          </a:ln>
          <a:effectLst/>
        </p:spPr>
        <p:txBody>
          <a:bodyPr wrap="none" lIns="45720" rIns="45720" anchor="ctr"/>
          <a:lstStyle/>
          <a:p>
            <a:endParaRPr lang="en-US"/>
          </a:p>
        </p:txBody>
      </p:sp>
      <p:sp>
        <p:nvSpPr>
          <p:cNvPr id="420891" name="Text Box 27"/>
          <p:cNvSpPr txBox="1">
            <a:spLocks noChangeArrowheads="1"/>
          </p:cNvSpPr>
          <p:nvPr/>
        </p:nvSpPr>
        <p:spPr bwMode="auto">
          <a:xfrm rot="5400000">
            <a:off x="843756" y="4115594"/>
            <a:ext cx="1558925" cy="407988"/>
          </a:xfrm>
          <a:prstGeom prst="rect">
            <a:avLst/>
          </a:prstGeom>
          <a:solidFill>
            <a:schemeClr val="tx2"/>
          </a:solidFill>
          <a:ln w="9525">
            <a:noFill/>
            <a:miter lim="800000"/>
            <a:headEnd/>
            <a:tailEnd/>
          </a:ln>
          <a:effectLst/>
        </p:spPr>
        <p:txBody>
          <a:bodyPr wrap="none" lIns="45720" rIns="45720">
            <a:spAutoFit/>
          </a:bodyPr>
          <a:lstStyle/>
          <a:p>
            <a:pPr algn="ctr" eaLnBrk="0" hangingPunct="0"/>
            <a:r>
              <a:rPr lang="en-US" sz="1200">
                <a:latin typeface="Arial" charset="0"/>
              </a:rPr>
              <a:t>Product Providers</a:t>
            </a:r>
          </a:p>
          <a:p>
            <a:pPr algn="ctr" eaLnBrk="0" hangingPunct="0"/>
            <a:r>
              <a:rPr lang="en-US" sz="1100" b="0">
                <a:latin typeface="Arial" charset="0"/>
              </a:rPr>
              <a:t>(Evidence Assessment)</a:t>
            </a:r>
          </a:p>
        </p:txBody>
      </p:sp>
      <p:sp>
        <p:nvSpPr>
          <p:cNvPr id="420892" name="Rectangle 28"/>
          <p:cNvSpPr>
            <a:spLocks noChangeArrowheads="1"/>
          </p:cNvSpPr>
          <p:nvPr/>
        </p:nvSpPr>
        <p:spPr bwMode="auto">
          <a:xfrm>
            <a:off x="1436688" y="5815013"/>
            <a:ext cx="412750" cy="476250"/>
          </a:xfrm>
          <a:prstGeom prst="rect">
            <a:avLst/>
          </a:prstGeom>
          <a:solidFill>
            <a:schemeClr val="tx2"/>
          </a:solidFill>
          <a:ln w="9525">
            <a:noFill/>
            <a:miter lim="800000"/>
            <a:headEnd/>
            <a:tailEnd/>
          </a:ln>
          <a:effectLst/>
        </p:spPr>
        <p:txBody>
          <a:bodyPr wrap="none" lIns="45720" rIns="45720" anchor="ctr"/>
          <a:lstStyle/>
          <a:p>
            <a:endParaRPr lang="en-US"/>
          </a:p>
        </p:txBody>
      </p:sp>
      <p:sp>
        <p:nvSpPr>
          <p:cNvPr id="420893" name="AutoShape 29"/>
          <p:cNvSpPr>
            <a:spLocks noChangeArrowheads="1"/>
          </p:cNvSpPr>
          <p:nvPr/>
        </p:nvSpPr>
        <p:spPr bwMode="auto">
          <a:xfrm>
            <a:off x="8370888" y="1524000"/>
            <a:ext cx="422275" cy="4391025"/>
          </a:xfrm>
          <a:prstGeom prst="upDownArrow">
            <a:avLst>
              <a:gd name="adj1" fmla="val 86111"/>
              <a:gd name="adj2" fmla="val 27344"/>
            </a:avLst>
          </a:prstGeom>
          <a:solidFill>
            <a:srgbClr val="8A76EE"/>
          </a:solidFill>
          <a:ln w="9525">
            <a:noFill/>
            <a:miter lim="800000"/>
            <a:headEnd/>
            <a:tailEnd/>
          </a:ln>
          <a:effectLst/>
        </p:spPr>
        <p:txBody>
          <a:bodyPr wrap="none" lIns="45720" rIns="45720" anchor="ctr"/>
          <a:lstStyle/>
          <a:p>
            <a:endParaRPr lang="en-US"/>
          </a:p>
        </p:txBody>
      </p:sp>
      <p:sp>
        <p:nvSpPr>
          <p:cNvPr id="420894" name="Text Box 30"/>
          <p:cNvSpPr txBox="1">
            <a:spLocks noChangeArrowheads="1"/>
          </p:cNvSpPr>
          <p:nvPr/>
        </p:nvSpPr>
        <p:spPr bwMode="auto">
          <a:xfrm rot="5400000">
            <a:off x="7011988" y="3727450"/>
            <a:ext cx="2987675" cy="409575"/>
          </a:xfrm>
          <a:prstGeom prst="rect">
            <a:avLst/>
          </a:prstGeom>
          <a:noFill/>
          <a:ln w="9525">
            <a:noFill/>
            <a:miter lim="800000"/>
            <a:headEnd/>
            <a:tailEnd/>
          </a:ln>
          <a:effectLst/>
        </p:spPr>
        <p:txBody>
          <a:bodyPr wrap="none" lIns="45720" rIns="45720">
            <a:spAutoFit/>
          </a:bodyPr>
          <a:lstStyle/>
          <a:p>
            <a:pPr algn="ctr" eaLnBrk="0" hangingPunct="0"/>
            <a:r>
              <a:rPr lang="en-US" sz="1200">
                <a:latin typeface="Arial" charset="0"/>
              </a:rPr>
              <a:t>Accelerated Assessment Process (AAP)</a:t>
            </a:r>
          </a:p>
          <a:p>
            <a:pPr algn="ctr" eaLnBrk="0" hangingPunct="0"/>
            <a:endParaRPr lang="en-US" sz="1100" b="0">
              <a:latin typeface="Arial" charset="0"/>
            </a:endParaRPr>
          </a:p>
        </p:txBody>
      </p:sp>
      <p:sp>
        <p:nvSpPr>
          <p:cNvPr id="420895" name="Rectangle 31"/>
          <p:cNvSpPr>
            <a:spLocks noChangeArrowheads="1"/>
          </p:cNvSpPr>
          <p:nvPr/>
        </p:nvSpPr>
        <p:spPr bwMode="auto">
          <a:xfrm>
            <a:off x="279400" y="5715000"/>
            <a:ext cx="1689100" cy="685800"/>
          </a:xfrm>
          <a:prstGeom prst="rect">
            <a:avLst/>
          </a:prstGeom>
          <a:noFill/>
          <a:ln w="9525">
            <a:solidFill>
              <a:schemeClr val="tx1"/>
            </a:solidFill>
            <a:miter lim="800000"/>
            <a:headEnd/>
            <a:tailEnd/>
          </a:ln>
          <a:effectLst/>
        </p:spPr>
        <p:txBody>
          <a:bodyPr wrap="none" lIns="45720" rIns="45720" anchor="ctr"/>
          <a:lstStyle/>
          <a:p>
            <a:endParaRPr lang="en-US"/>
          </a:p>
        </p:txBody>
      </p:sp>
      <p:sp>
        <p:nvSpPr>
          <p:cNvPr id="420896" name="Text Box 32"/>
          <p:cNvSpPr txBox="1">
            <a:spLocks noChangeArrowheads="1"/>
          </p:cNvSpPr>
          <p:nvPr/>
        </p:nvSpPr>
        <p:spPr bwMode="auto">
          <a:xfrm>
            <a:off x="2100263" y="5900738"/>
            <a:ext cx="1535112" cy="274637"/>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Prototype</a:t>
            </a:r>
          </a:p>
        </p:txBody>
      </p:sp>
      <p:sp>
        <p:nvSpPr>
          <p:cNvPr id="420897" name="Rectangle 33"/>
          <p:cNvSpPr>
            <a:spLocks noChangeArrowheads="1"/>
          </p:cNvSpPr>
          <p:nvPr/>
        </p:nvSpPr>
        <p:spPr bwMode="auto">
          <a:xfrm>
            <a:off x="912813" y="2209800"/>
            <a:ext cx="414337" cy="4076700"/>
          </a:xfrm>
          <a:prstGeom prst="rect">
            <a:avLst/>
          </a:prstGeom>
          <a:gradFill rotWithShape="1">
            <a:gsLst>
              <a:gs pos="0">
                <a:srgbClr val="8A76EE">
                  <a:alpha val="34000"/>
                </a:srgbClr>
              </a:gs>
              <a:gs pos="100000">
                <a:srgbClr val="8A76EE">
                  <a:gamma/>
                  <a:tint val="33725"/>
                  <a:invGamma/>
                </a:srgbClr>
              </a:gs>
            </a:gsLst>
            <a:lin ang="0" scaled="1"/>
          </a:gradFill>
          <a:ln w="9525">
            <a:noFill/>
            <a:miter lim="800000"/>
            <a:headEnd/>
            <a:tailEnd/>
          </a:ln>
          <a:effectLst/>
        </p:spPr>
        <p:txBody>
          <a:bodyPr wrap="none" lIns="45720" rIns="45720" anchor="ctr"/>
          <a:lstStyle/>
          <a:p>
            <a:endParaRPr lang="en-US"/>
          </a:p>
        </p:txBody>
      </p:sp>
      <p:sp>
        <p:nvSpPr>
          <p:cNvPr id="420898" name="Text Box 34"/>
          <p:cNvSpPr txBox="1">
            <a:spLocks noChangeArrowheads="1"/>
          </p:cNvSpPr>
          <p:nvPr/>
        </p:nvSpPr>
        <p:spPr bwMode="auto">
          <a:xfrm rot="5400000">
            <a:off x="-845343" y="4096544"/>
            <a:ext cx="3894137" cy="409575"/>
          </a:xfrm>
          <a:prstGeom prst="rect">
            <a:avLst/>
          </a:prstGeom>
          <a:noFill/>
          <a:ln w="9525">
            <a:noFill/>
            <a:miter lim="800000"/>
            <a:headEnd/>
            <a:tailEnd/>
          </a:ln>
          <a:effectLst/>
        </p:spPr>
        <p:txBody>
          <a:bodyPr lIns="45720" rIns="45720">
            <a:spAutoFit/>
          </a:bodyPr>
          <a:lstStyle/>
          <a:p>
            <a:pPr algn="ctr" eaLnBrk="0" hangingPunct="0"/>
            <a:r>
              <a:rPr lang="en-US" sz="1200">
                <a:latin typeface="Arial" charset="0"/>
              </a:rPr>
              <a:t>Solution Architecture Integration Lab (SAIL)</a:t>
            </a:r>
          </a:p>
          <a:p>
            <a:pPr algn="ctr" eaLnBrk="0" hangingPunct="0"/>
            <a:r>
              <a:rPr lang="en-US" sz="1100" b="0">
                <a:latin typeface="Arial" charset="0"/>
              </a:rPr>
              <a:t>(Component / Product Assessment / Objectivity)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52106EF9-A633-45F8-9A27-3EE4021E3FA0}" type="slidenum">
              <a:rPr lang="en-US"/>
              <a:pPr/>
              <a:t>23</a:t>
            </a:fld>
            <a:endParaRPr lang="en-US"/>
          </a:p>
        </p:txBody>
      </p:sp>
      <p:sp>
        <p:nvSpPr>
          <p:cNvPr id="401410" name="Rectangle 2"/>
          <p:cNvSpPr>
            <a:spLocks noGrp="1" noChangeArrowheads="1"/>
          </p:cNvSpPr>
          <p:nvPr>
            <p:ph type="title"/>
          </p:nvPr>
        </p:nvSpPr>
        <p:spPr>
          <a:xfrm>
            <a:off x="444500" y="2927350"/>
            <a:ext cx="8261350" cy="1143000"/>
          </a:xfrm>
        </p:spPr>
        <p:txBody>
          <a:bodyPr/>
          <a:lstStyle/>
          <a:p>
            <a:pPr algn="ctr"/>
            <a:r>
              <a:rPr lang="en-US"/>
              <a:t>Solution Architecture Registry</a:t>
            </a:r>
            <a:br>
              <a:rPr lang="en-US"/>
            </a:br>
            <a:r>
              <a:rPr lang="en-US"/>
              <a:t/>
            </a:r>
            <a:br>
              <a:rPr lang="en-US"/>
            </a:br>
            <a:r>
              <a:rPr lang="en-US"/>
              <a:t>“</a:t>
            </a:r>
            <a:r>
              <a:rPr lang="en-US" sz="1600" i="1"/>
              <a:t>propagation of intellectual capital that can assist in E-Government transformation”  </a:t>
            </a:r>
            <a:r>
              <a:rPr lang="en-US" sz="1600"/>
              <a:t>FEAPMO.gov</a:t>
            </a:r>
            <a:endParaRPr lang="en-US" sz="2000" i="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2"/>
          <p:cNvSpPr>
            <a:spLocks noGrp="1"/>
          </p:cNvSpPr>
          <p:nvPr>
            <p:ph type="sldNum" sz="quarter" idx="10"/>
          </p:nvPr>
        </p:nvSpPr>
        <p:spPr/>
        <p:txBody>
          <a:bodyPr/>
          <a:lstStyle/>
          <a:p>
            <a:fld id="{A2CE5715-502C-4738-B6F6-6F4081DE93E6}" type="slidenum">
              <a:rPr lang="en-US"/>
              <a:pPr/>
              <a:t>24</a:t>
            </a:fld>
            <a:endParaRPr lang="en-US"/>
          </a:p>
        </p:txBody>
      </p:sp>
      <p:sp>
        <p:nvSpPr>
          <p:cNvPr id="402434" name="Rectangle 2"/>
          <p:cNvSpPr>
            <a:spLocks noGrp="1" noChangeArrowheads="1"/>
          </p:cNvSpPr>
          <p:nvPr>
            <p:ph type="title"/>
          </p:nvPr>
        </p:nvSpPr>
        <p:spPr/>
        <p:txBody>
          <a:bodyPr/>
          <a:lstStyle/>
          <a:p>
            <a:r>
              <a:rPr lang="en-US"/>
              <a:t>Example: OnLine Documents</a:t>
            </a:r>
          </a:p>
        </p:txBody>
      </p:sp>
      <p:pic>
        <p:nvPicPr>
          <p:cNvPr id="402435" name="Picture 3"/>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402436" name="Picture 4"/>
          <p:cNvPicPr>
            <a:picLocks noChangeAspect="1" noChangeArrowheads="1"/>
          </p:cNvPicPr>
          <p:nvPr/>
        </p:nvPicPr>
        <p:blipFill>
          <a:blip r:embed="rId4" cstate="print"/>
          <a:srcRect l="1666" t="15591" r="17500" b="17174"/>
          <a:stretch>
            <a:fillRect/>
          </a:stretch>
        </p:blipFill>
        <p:spPr bwMode="auto">
          <a:xfrm>
            <a:off x="762000" y="1295400"/>
            <a:ext cx="7391400" cy="5257800"/>
          </a:xfrm>
          <a:prstGeom prst="rect">
            <a:avLst/>
          </a:prstGeom>
          <a:noFill/>
          <a:ln w="9525">
            <a:noFill/>
            <a:miter lim="800000"/>
            <a:headEnd/>
            <a:tailEnd/>
          </a:ln>
          <a:effectLst/>
        </p:spPr>
      </p:pic>
      <p:pic>
        <p:nvPicPr>
          <p:cNvPr id="402437" name="Picture 5"/>
          <p:cNvPicPr>
            <a:picLocks noChangeAspect="1" noChangeArrowheads="1"/>
          </p:cNvPicPr>
          <p:nvPr/>
        </p:nvPicPr>
        <p:blipFill>
          <a:blip r:embed="rId5" cstate="print"/>
          <a:srcRect/>
          <a:stretch>
            <a:fillRect/>
          </a:stretch>
        </p:blipFill>
        <p:spPr bwMode="auto">
          <a:xfrm>
            <a:off x="3657600" y="1219200"/>
            <a:ext cx="5086350" cy="412432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520301FE-7998-4AA8-81DB-491C02C16FD0}" type="slidenum">
              <a:rPr lang="en-US"/>
              <a:pPr/>
              <a:t>25</a:t>
            </a:fld>
            <a:endParaRPr lang="en-US"/>
          </a:p>
        </p:txBody>
      </p:sp>
      <p:sp>
        <p:nvSpPr>
          <p:cNvPr id="403458" name="Rectangle 2"/>
          <p:cNvSpPr>
            <a:spLocks noGrp="1" noChangeArrowheads="1"/>
          </p:cNvSpPr>
          <p:nvPr>
            <p:ph type="title"/>
          </p:nvPr>
        </p:nvSpPr>
        <p:spPr>
          <a:xfrm>
            <a:off x="373063" y="177800"/>
            <a:ext cx="7543800" cy="1143000"/>
          </a:xfrm>
        </p:spPr>
        <p:txBody>
          <a:bodyPr/>
          <a:lstStyle/>
          <a:p>
            <a:r>
              <a:rPr lang="en-US"/>
              <a:t>Example 2: </a:t>
            </a:r>
            <a:r>
              <a:rPr lang="en-US" sz="1600"/>
              <a:t>Technology Area Criteria Selection</a:t>
            </a:r>
            <a:endParaRPr lang="en-US"/>
          </a:p>
        </p:txBody>
      </p:sp>
      <p:pic>
        <p:nvPicPr>
          <p:cNvPr id="403459" name="Picture 3"/>
          <p:cNvPicPr>
            <a:picLocks noChangeAspect="1" noChangeArrowheads="1"/>
          </p:cNvPicPr>
          <p:nvPr/>
        </p:nvPicPr>
        <p:blipFill>
          <a:blip r:embed="rId3" cstate="print"/>
          <a:srcRect l="833" t="15591" r="36667" b="15225"/>
          <a:stretch>
            <a:fillRect/>
          </a:stretch>
        </p:blipFill>
        <p:spPr bwMode="auto">
          <a:xfrm>
            <a:off x="1600200" y="1143000"/>
            <a:ext cx="5715000" cy="54102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810F7F54-DC68-47BA-8B85-83F6D222A6A5}" type="slidenum">
              <a:rPr lang="en-US"/>
              <a:pPr/>
              <a:t>26</a:t>
            </a:fld>
            <a:endParaRPr lang="en-US"/>
          </a:p>
        </p:txBody>
      </p:sp>
      <p:sp>
        <p:nvSpPr>
          <p:cNvPr id="404482" name="Rectangle 2"/>
          <p:cNvSpPr>
            <a:spLocks noGrp="1" noChangeArrowheads="1"/>
          </p:cNvSpPr>
          <p:nvPr>
            <p:ph type="title"/>
          </p:nvPr>
        </p:nvSpPr>
        <p:spPr/>
        <p:txBody>
          <a:bodyPr/>
          <a:lstStyle/>
          <a:p>
            <a:r>
              <a:rPr lang="en-US"/>
              <a:t>Example 2: </a:t>
            </a:r>
            <a:r>
              <a:rPr lang="en-US" sz="1600"/>
              <a:t>Technology Area Criteria Management</a:t>
            </a:r>
          </a:p>
        </p:txBody>
      </p:sp>
      <p:pic>
        <p:nvPicPr>
          <p:cNvPr id="404483" name="Picture 3"/>
          <p:cNvPicPr>
            <a:picLocks noChangeAspect="1" noChangeArrowheads="1"/>
          </p:cNvPicPr>
          <p:nvPr/>
        </p:nvPicPr>
        <p:blipFill>
          <a:blip r:embed="rId3" cstate="print"/>
          <a:srcRect l="833" t="15591" r="25833" b="24969"/>
          <a:stretch>
            <a:fillRect/>
          </a:stretch>
        </p:blipFill>
        <p:spPr bwMode="auto">
          <a:xfrm>
            <a:off x="1174750" y="1647825"/>
            <a:ext cx="6705600" cy="464820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0519C639-66C9-4A8F-A878-46BEED7588C3}" type="slidenum">
              <a:rPr lang="en-US"/>
              <a:pPr/>
              <a:t>27</a:t>
            </a:fld>
            <a:endParaRPr lang="en-US"/>
          </a:p>
        </p:txBody>
      </p:sp>
      <p:sp>
        <p:nvSpPr>
          <p:cNvPr id="405506" name="Rectangle 2"/>
          <p:cNvSpPr>
            <a:spLocks noGrp="1" noChangeArrowheads="1"/>
          </p:cNvSpPr>
          <p:nvPr>
            <p:ph type="title"/>
          </p:nvPr>
        </p:nvSpPr>
        <p:spPr>
          <a:xfrm>
            <a:off x="704850" y="0"/>
            <a:ext cx="7283450" cy="1143000"/>
          </a:xfrm>
        </p:spPr>
        <p:txBody>
          <a:bodyPr/>
          <a:lstStyle/>
          <a:p>
            <a:r>
              <a:rPr lang="en-US"/>
              <a:t>Example 2: </a:t>
            </a:r>
            <a:r>
              <a:rPr lang="en-US" sz="1600"/>
              <a:t>Technology Area Viewing</a:t>
            </a:r>
          </a:p>
        </p:txBody>
      </p:sp>
      <p:pic>
        <p:nvPicPr>
          <p:cNvPr id="405507" name="Picture 3"/>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405508" name="Picture 4"/>
          <p:cNvPicPr>
            <a:picLocks noChangeAspect="1" noChangeArrowheads="1"/>
          </p:cNvPicPr>
          <p:nvPr/>
        </p:nvPicPr>
        <p:blipFill>
          <a:blip r:embed="rId4" cstate="print"/>
          <a:srcRect l="1666" t="15591" r="18333" b="15225"/>
          <a:stretch>
            <a:fillRect/>
          </a:stretch>
        </p:blipFill>
        <p:spPr bwMode="auto">
          <a:xfrm>
            <a:off x="838200" y="1066800"/>
            <a:ext cx="7315200" cy="54102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p:cNvSpPr>
            <a:spLocks noGrp="1"/>
          </p:cNvSpPr>
          <p:nvPr>
            <p:ph type="sldNum" sz="quarter" idx="10"/>
          </p:nvPr>
        </p:nvSpPr>
        <p:spPr/>
        <p:txBody>
          <a:bodyPr/>
          <a:lstStyle/>
          <a:p>
            <a:fld id="{FC431273-C05F-485C-8052-956A19593110}" type="slidenum">
              <a:rPr lang="en-US"/>
              <a:pPr/>
              <a:t>28</a:t>
            </a:fld>
            <a:endParaRPr lang="en-US"/>
          </a:p>
        </p:txBody>
      </p:sp>
      <p:sp>
        <p:nvSpPr>
          <p:cNvPr id="406530" name="Rectangle 2"/>
          <p:cNvSpPr>
            <a:spLocks noGrp="1" noChangeArrowheads="1"/>
          </p:cNvSpPr>
          <p:nvPr>
            <p:ph type="title"/>
          </p:nvPr>
        </p:nvSpPr>
        <p:spPr>
          <a:xfrm>
            <a:off x="711200" y="273050"/>
            <a:ext cx="7283450" cy="1143000"/>
          </a:xfrm>
        </p:spPr>
        <p:txBody>
          <a:bodyPr/>
          <a:lstStyle/>
          <a:p>
            <a:r>
              <a:rPr lang="en-US" sz="1800"/>
              <a:t>Shared COTS Research: Eliminating Redundant Study efforts saves $$$$</a:t>
            </a:r>
          </a:p>
        </p:txBody>
      </p:sp>
      <p:pic>
        <p:nvPicPr>
          <p:cNvPr id="406531" name="Picture 3"/>
          <p:cNvPicPr>
            <a:picLocks noChangeAspect="1" noChangeArrowheads="1"/>
          </p:cNvPicPr>
          <p:nvPr/>
        </p:nvPicPr>
        <p:blipFill>
          <a:blip r:embed="rId3"/>
          <a:srcRect/>
          <a:stretch>
            <a:fillRect/>
          </a:stretch>
        </p:blipFill>
        <p:spPr bwMode="auto">
          <a:xfrm>
            <a:off x="4567238" y="3424238"/>
            <a:ext cx="9525" cy="9525"/>
          </a:xfrm>
          <a:prstGeom prst="rect">
            <a:avLst/>
          </a:prstGeom>
          <a:noFill/>
          <a:ln w="9525">
            <a:noFill/>
            <a:miter lim="800000"/>
            <a:headEnd/>
            <a:tailEnd/>
          </a:ln>
          <a:effectLst/>
        </p:spPr>
      </p:pic>
      <p:pic>
        <p:nvPicPr>
          <p:cNvPr id="406532" name="Picture 4">
            <a:hlinkClick r:id="" action="ppaction://hlinkshowjump?jump=nextslide"/>
          </p:cNvPr>
          <p:cNvPicPr>
            <a:picLocks noChangeAspect="1" noChangeArrowheads="1"/>
          </p:cNvPicPr>
          <p:nvPr/>
        </p:nvPicPr>
        <p:blipFill>
          <a:blip r:embed="rId4" cstate="print"/>
          <a:srcRect l="1666" t="15591" r="17500" b="17174"/>
          <a:stretch>
            <a:fillRect/>
          </a:stretch>
        </p:blipFill>
        <p:spPr bwMode="auto">
          <a:xfrm>
            <a:off x="762000" y="1295400"/>
            <a:ext cx="7391400" cy="525780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1CF2DDCC-E999-4FA6-9E11-6E8EB21B9477}" type="slidenum">
              <a:rPr lang="en-US"/>
              <a:pPr/>
              <a:t>29</a:t>
            </a:fld>
            <a:endParaRPr lang="en-US"/>
          </a:p>
        </p:txBody>
      </p:sp>
      <p:sp>
        <p:nvSpPr>
          <p:cNvPr id="407554" name="Rectangle 2"/>
          <p:cNvSpPr>
            <a:spLocks noGrp="1" noChangeArrowheads="1"/>
          </p:cNvSpPr>
          <p:nvPr>
            <p:ph type="title"/>
          </p:nvPr>
        </p:nvSpPr>
        <p:spPr>
          <a:xfrm>
            <a:off x="190500" y="2406650"/>
            <a:ext cx="8953500" cy="1143000"/>
          </a:xfrm>
        </p:spPr>
        <p:txBody>
          <a:bodyPr/>
          <a:lstStyle/>
          <a:p>
            <a:pPr algn="ctr"/>
            <a:r>
              <a:rPr lang="en-US"/>
              <a:t>Validation Process Flows</a:t>
            </a:r>
          </a:p>
        </p:txBody>
      </p:sp>
      <p:sp>
        <p:nvSpPr>
          <p:cNvPr id="407555" name="Rectangle 3"/>
          <p:cNvSpPr>
            <a:spLocks noChangeArrowheads="1"/>
          </p:cNvSpPr>
          <p:nvPr/>
        </p:nvSpPr>
        <p:spPr bwMode="auto">
          <a:xfrm>
            <a:off x="1371600" y="4267200"/>
            <a:ext cx="5934075" cy="942975"/>
          </a:xfrm>
          <a:prstGeom prst="rect">
            <a:avLst/>
          </a:prstGeom>
          <a:noFill/>
          <a:ln w="12700">
            <a:noFill/>
            <a:miter lim="800000"/>
            <a:headEnd/>
            <a:tailEnd/>
          </a:ln>
          <a:effectLst/>
        </p:spPr>
        <p:txBody>
          <a:bodyPr>
            <a:spAutoFit/>
          </a:bodyPr>
          <a:lstStyle/>
          <a:p>
            <a:pPr algn="ctr"/>
            <a:r>
              <a:rPr lang="en-US" sz="1400" b="0" i="1"/>
              <a:t>“As one of the leading advocates of open systems and interoperability, the OMG believes that the Interoperability Clearinghouse initiative will help users realize the benefits from our combined efforts”. </a:t>
            </a:r>
            <a:r>
              <a:rPr lang="en-US" sz="1400"/>
              <a:t>OMG,</a:t>
            </a:r>
            <a:r>
              <a:rPr lang="en-US" sz="1400" b="0" i="1"/>
              <a:t> </a:t>
            </a:r>
            <a:r>
              <a:rPr lang="en-US" sz="1400"/>
              <a:t>Bill Hoffman, President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Slide Number Placeholder 2"/>
          <p:cNvSpPr>
            <a:spLocks noGrp="1"/>
          </p:cNvSpPr>
          <p:nvPr>
            <p:ph type="sldNum" sz="quarter" idx="10"/>
          </p:nvPr>
        </p:nvSpPr>
        <p:spPr/>
        <p:txBody>
          <a:bodyPr/>
          <a:lstStyle/>
          <a:p>
            <a:fld id="{6BDDA70E-D3C6-4424-BE1F-0004BDE1316F}" type="slidenum">
              <a:rPr lang="en-US"/>
              <a:pPr/>
              <a:t>30</a:t>
            </a:fld>
            <a:endParaRPr lang="en-US"/>
          </a:p>
        </p:txBody>
      </p:sp>
      <p:sp>
        <p:nvSpPr>
          <p:cNvPr id="408578" name="Rectangle 2"/>
          <p:cNvSpPr>
            <a:spLocks noGrp="1" noChangeArrowheads="1"/>
          </p:cNvSpPr>
          <p:nvPr>
            <p:ph type="title"/>
          </p:nvPr>
        </p:nvSpPr>
        <p:spPr>
          <a:xfrm>
            <a:off x="685800" y="152400"/>
            <a:ext cx="7772400" cy="1143000"/>
          </a:xfrm>
        </p:spPr>
        <p:txBody>
          <a:bodyPr/>
          <a:lstStyle/>
          <a:p>
            <a:r>
              <a:rPr lang="en-US" sz="1800"/>
              <a:t>ISV Product Entry Workflow</a:t>
            </a:r>
            <a:br>
              <a:rPr lang="en-US" sz="1800"/>
            </a:br>
            <a:r>
              <a:rPr lang="en-US" sz="1400" i="1"/>
              <a:t>Workflow engine validates vendor entries</a:t>
            </a:r>
            <a:endParaRPr lang="en-US" sz="1800"/>
          </a:p>
        </p:txBody>
      </p:sp>
      <p:grpSp>
        <p:nvGrpSpPr>
          <p:cNvPr id="408579" name="Group 3"/>
          <p:cNvGrpSpPr>
            <a:grpSpLocks/>
          </p:cNvGrpSpPr>
          <p:nvPr/>
        </p:nvGrpSpPr>
        <p:grpSpPr bwMode="auto">
          <a:xfrm>
            <a:off x="546100" y="1154113"/>
            <a:ext cx="8432800" cy="5424487"/>
            <a:chOff x="0" y="727"/>
            <a:chExt cx="5656" cy="3593"/>
          </a:xfrm>
        </p:grpSpPr>
        <p:sp>
          <p:nvSpPr>
            <p:cNvPr id="408580" name="AutoShape 4"/>
            <p:cNvSpPr>
              <a:spLocks noChangeArrowheads="1"/>
            </p:cNvSpPr>
            <p:nvPr/>
          </p:nvSpPr>
          <p:spPr bwMode="auto">
            <a:xfrm>
              <a:off x="0" y="1308"/>
              <a:ext cx="637" cy="618"/>
            </a:xfrm>
            <a:prstGeom prst="foldedCorner">
              <a:avLst>
                <a:gd name="adj" fmla="val 12500"/>
              </a:avLst>
            </a:prstGeom>
            <a:solidFill>
              <a:srgbClr val="CCECFF"/>
            </a:solidFill>
            <a:ln w="12700">
              <a:solidFill>
                <a:schemeClr val="tx1"/>
              </a:solidFill>
              <a:round/>
              <a:headEnd/>
              <a:tailEnd/>
            </a:ln>
            <a:effectLst/>
          </p:spPr>
          <p:txBody>
            <a:bodyPr wrap="none" anchor="ctr"/>
            <a:lstStyle/>
            <a:p>
              <a:pPr algn="ctr"/>
              <a:r>
                <a:rPr lang="en-US" sz="1800" b="0">
                  <a:latin typeface="Times New Roman" pitchFamily="18" charset="0"/>
                </a:rPr>
                <a:t>Product</a:t>
              </a:r>
            </a:p>
            <a:p>
              <a:pPr algn="ctr"/>
              <a:r>
                <a:rPr lang="en-US" sz="1800" b="0">
                  <a:latin typeface="Times New Roman" pitchFamily="18" charset="0"/>
                </a:rPr>
                <a:t>Data Sheet</a:t>
              </a:r>
            </a:p>
          </p:txBody>
        </p:sp>
        <p:sp>
          <p:nvSpPr>
            <p:cNvPr id="408581" name="AutoShape 5"/>
            <p:cNvSpPr>
              <a:spLocks noChangeArrowheads="1"/>
            </p:cNvSpPr>
            <p:nvPr/>
          </p:nvSpPr>
          <p:spPr bwMode="auto">
            <a:xfrm>
              <a:off x="1447" y="2194"/>
              <a:ext cx="659" cy="455"/>
            </a:xfrm>
            <a:prstGeom prst="flowChartDecision">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Composite</a:t>
              </a:r>
            </a:p>
            <a:p>
              <a:pPr algn="ctr"/>
              <a:r>
                <a:rPr lang="en-US" sz="1800" b="0" i="1">
                  <a:latin typeface="Times New Roman" pitchFamily="18" charset="0"/>
                </a:rPr>
                <a:t>Features</a:t>
              </a:r>
            </a:p>
          </p:txBody>
        </p:sp>
        <p:sp>
          <p:nvSpPr>
            <p:cNvPr id="408582" name="AutoShape 6"/>
            <p:cNvSpPr>
              <a:spLocks noChangeArrowheads="1"/>
            </p:cNvSpPr>
            <p:nvPr/>
          </p:nvSpPr>
          <p:spPr bwMode="auto">
            <a:xfrm>
              <a:off x="2354" y="2259"/>
              <a:ext cx="740" cy="347"/>
            </a:xfrm>
            <a:prstGeom prst="flowChartInputOutpu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Add New</a:t>
              </a:r>
            </a:p>
            <a:p>
              <a:pPr algn="ctr"/>
              <a:r>
                <a:rPr lang="en-US" sz="1800" b="0" i="1">
                  <a:latin typeface="Times New Roman" pitchFamily="18" charset="0"/>
                </a:rPr>
                <a:t>Features</a:t>
              </a:r>
            </a:p>
          </p:txBody>
        </p:sp>
        <p:sp>
          <p:nvSpPr>
            <p:cNvPr id="408583" name="AutoShape 7"/>
            <p:cNvSpPr>
              <a:spLocks noChangeArrowheads="1"/>
            </p:cNvSpPr>
            <p:nvPr/>
          </p:nvSpPr>
          <p:spPr bwMode="auto">
            <a:xfrm>
              <a:off x="2840" y="2920"/>
              <a:ext cx="687" cy="585"/>
            </a:xfrm>
            <a:prstGeom prst="flowChartOnlineStorage">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New</a:t>
              </a:r>
            </a:p>
            <a:p>
              <a:pPr algn="ctr"/>
              <a:r>
                <a:rPr lang="en-US" sz="1800" b="0" i="1">
                  <a:latin typeface="Times New Roman" pitchFamily="18" charset="0"/>
                </a:rPr>
                <a:t>Product/</a:t>
              </a:r>
            </a:p>
            <a:p>
              <a:pPr algn="ctr"/>
              <a:r>
                <a:rPr lang="en-US" sz="1800" b="0" i="1">
                  <a:latin typeface="Times New Roman" pitchFamily="18" charset="0"/>
                </a:rPr>
                <a:t>Standard</a:t>
              </a:r>
            </a:p>
            <a:p>
              <a:pPr algn="ctr"/>
              <a:r>
                <a:rPr lang="en-US" sz="1800" b="0" i="1">
                  <a:latin typeface="Times New Roman" pitchFamily="18" charset="0"/>
                </a:rPr>
                <a:t>Profiles</a:t>
              </a:r>
            </a:p>
          </p:txBody>
        </p:sp>
        <p:cxnSp>
          <p:nvCxnSpPr>
            <p:cNvPr id="408584" name="AutoShape 8"/>
            <p:cNvCxnSpPr>
              <a:cxnSpLocks noChangeShapeType="1"/>
              <a:stCxn id="408593" idx="3"/>
              <a:endCxn id="408581" idx="1"/>
            </p:cNvCxnSpPr>
            <p:nvPr/>
          </p:nvCxnSpPr>
          <p:spPr bwMode="auto">
            <a:xfrm flipV="1">
              <a:off x="810" y="2421"/>
              <a:ext cx="637" cy="16"/>
            </a:xfrm>
            <a:prstGeom prst="straightConnector1">
              <a:avLst/>
            </a:prstGeom>
            <a:noFill/>
            <a:ln w="12700">
              <a:solidFill>
                <a:schemeClr val="tx1"/>
              </a:solidFill>
              <a:round/>
              <a:headEnd/>
              <a:tailEnd type="triangle" w="med" len="med"/>
            </a:ln>
            <a:effectLst/>
          </p:spPr>
        </p:cxnSp>
        <p:cxnSp>
          <p:nvCxnSpPr>
            <p:cNvPr id="408585" name="AutoShape 9"/>
            <p:cNvCxnSpPr>
              <a:cxnSpLocks noChangeShapeType="1"/>
              <a:stCxn id="408581" idx="2"/>
            </p:cNvCxnSpPr>
            <p:nvPr/>
          </p:nvCxnSpPr>
          <p:spPr bwMode="auto">
            <a:xfrm flipH="1">
              <a:off x="1771" y="2649"/>
              <a:ext cx="6" cy="325"/>
            </a:xfrm>
            <a:prstGeom prst="straightConnector1">
              <a:avLst/>
            </a:prstGeom>
            <a:noFill/>
            <a:ln w="12700">
              <a:solidFill>
                <a:schemeClr val="tx1"/>
              </a:solidFill>
              <a:round/>
              <a:headEnd/>
              <a:tailEnd type="triangle" w="med" len="med"/>
            </a:ln>
            <a:effectLst/>
          </p:spPr>
        </p:cxnSp>
        <p:sp>
          <p:nvSpPr>
            <p:cNvPr id="408586" name="AutoShape 10"/>
            <p:cNvSpPr>
              <a:spLocks noChangeArrowheads="1"/>
            </p:cNvSpPr>
            <p:nvPr/>
          </p:nvSpPr>
          <p:spPr bwMode="auto">
            <a:xfrm>
              <a:off x="486" y="2952"/>
              <a:ext cx="851" cy="532"/>
            </a:xfrm>
            <a:prstGeom prst="flowChartOnlineStorage">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Technology  </a:t>
              </a:r>
            </a:p>
            <a:p>
              <a:pPr algn="ctr"/>
              <a:r>
                <a:rPr lang="en-US" sz="1800" b="0" i="1">
                  <a:latin typeface="Times New Roman" pitchFamily="18" charset="0"/>
                </a:rPr>
                <a:t>Class Profile  </a:t>
              </a:r>
            </a:p>
          </p:txBody>
        </p:sp>
        <p:sp>
          <p:nvSpPr>
            <p:cNvPr id="408587" name="Line 11"/>
            <p:cNvSpPr>
              <a:spLocks noChangeShapeType="1"/>
            </p:cNvSpPr>
            <p:nvPr/>
          </p:nvSpPr>
          <p:spPr bwMode="auto">
            <a:xfrm>
              <a:off x="1145" y="3245"/>
              <a:ext cx="302" cy="1"/>
            </a:xfrm>
            <a:prstGeom prst="line">
              <a:avLst/>
            </a:prstGeom>
            <a:noFill/>
            <a:ln w="12700">
              <a:solidFill>
                <a:schemeClr val="tx1"/>
              </a:solidFill>
              <a:round/>
              <a:headEnd/>
              <a:tailEnd type="triangle" w="med" len="med"/>
            </a:ln>
            <a:effectLst/>
          </p:spPr>
          <p:txBody>
            <a:bodyPr wrap="none" anchor="ctr"/>
            <a:lstStyle/>
            <a:p>
              <a:endParaRPr lang="en-US"/>
            </a:p>
          </p:txBody>
        </p:sp>
        <p:sp>
          <p:nvSpPr>
            <p:cNvPr id="408588" name="Line 12"/>
            <p:cNvSpPr>
              <a:spLocks noChangeShapeType="1"/>
            </p:cNvSpPr>
            <p:nvPr/>
          </p:nvSpPr>
          <p:spPr bwMode="auto">
            <a:xfrm flipV="1">
              <a:off x="2052" y="3244"/>
              <a:ext cx="779" cy="12"/>
            </a:xfrm>
            <a:prstGeom prst="line">
              <a:avLst/>
            </a:prstGeom>
            <a:noFill/>
            <a:ln w="12700">
              <a:solidFill>
                <a:schemeClr val="tx1"/>
              </a:solidFill>
              <a:round/>
              <a:headEnd/>
              <a:tailEnd type="triangle" w="med" len="med"/>
            </a:ln>
            <a:effectLst/>
          </p:spPr>
          <p:txBody>
            <a:bodyPr wrap="none" anchor="ctr"/>
            <a:lstStyle/>
            <a:p>
              <a:endParaRPr lang="en-US"/>
            </a:p>
          </p:txBody>
        </p:sp>
        <p:sp>
          <p:nvSpPr>
            <p:cNvPr id="408589" name="Line 13"/>
            <p:cNvSpPr>
              <a:spLocks noChangeShapeType="1"/>
            </p:cNvSpPr>
            <p:nvPr/>
          </p:nvSpPr>
          <p:spPr bwMode="auto">
            <a:xfrm>
              <a:off x="2106" y="2410"/>
              <a:ext cx="335" cy="1"/>
            </a:xfrm>
            <a:prstGeom prst="line">
              <a:avLst/>
            </a:prstGeom>
            <a:noFill/>
            <a:ln w="12700">
              <a:solidFill>
                <a:schemeClr val="tx1"/>
              </a:solidFill>
              <a:round/>
              <a:headEnd/>
              <a:tailEnd type="triangle" w="med" len="med"/>
            </a:ln>
            <a:effectLst/>
          </p:spPr>
          <p:txBody>
            <a:bodyPr wrap="none" anchor="ctr"/>
            <a:lstStyle/>
            <a:p>
              <a:endParaRPr lang="en-US"/>
            </a:p>
          </p:txBody>
        </p:sp>
        <p:sp>
          <p:nvSpPr>
            <p:cNvPr id="408590" name="Line 14"/>
            <p:cNvSpPr>
              <a:spLocks noChangeShapeType="1"/>
            </p:cNvSpPr>
            <p:nvPr/>
          </p:nvSpPr>
          <p:spPr bwMode="auto">
            <a:xfrm>
              <a:off x="2668" y="2595"/>
              <a:ext cx="238" cy="445"/>
            </a:xfrm>
            <a:prstGeom prst="line">
              <a:avLst/>
            </a:prstGeom>
            <a:noFill/>
            <a:ln w="12700">
              <a:solidFill>
                <a:schemeClr val="tx1"/>
              </a:solidFill>
              <a:round/>
              <a:headEnd/>
              <a:tailEnd type="triangle" w="med" len="med"/>
            </a:ln>
            <a:effectLst/>
          </p:spPr>
          <p:txBody>
            <a:bodyPr wrap="none" anchor="ctr"/>
            <a:lstStyle/>
            <a:p>
              <a:endParaRPr lang="en-US"/>
            </a:p>
          </p:txBody>
        </p:sp>
        <p:cxnSp>
          <p:nvCxnSpPr>
            <p:cNvPr id="408591" name="AutoShape 15"/>
            <p:cNvCxnSpPr>
              <a:cxnSpLocks noChangeShapeType="1"/>
              <a:stCxn id="408580" idx="2"/>
              <a:endCxn id="408593" idx="0"/>
            </p:cNvCxnSpPr>
            <p:nvPr/>
          </p:nvCxnSpPr>
          <p:spPr bwMode="auto">
            <a:xfrm rot="16200000" flipH="1">
              <a:off x="287" y="1958"/>
              <a:ext cx="257" cy="194"/>
            </a:xfrm>
            <a:prstGeom prst="bentConnector3">
              <a:avLst>
                <a:gd name="adj1" fmla="val 49806"/>
              </a:avLst>
            </a:prstGeom>
            <a:noFill/>
            <a:ln w="12700">
              <a:solidFill>
                <a:schemeClr val="tx1"/>
              </a:solidFill>
              <a:miter lim="800000"/>
              <a:headEnd/>
              <a:tailEnd type="triangle" w="med" len="med"/>
            </a:ln>
            <a:effectLst/>
          </p:spPr>
        </p:cxnSp>
        <p:cxnSp>
          <p:nvCxnSpPr>
            <p:cNvPr id="408592" name="AutoShape 16"/>
            <p:cNvCxnSpPr>
              <a:cxnSpLocks noChangeShapeType="1"/>
              <a:stCxn id="408583" idx="3"/>
            </p:cNvCxnSpPr>
            <p:nvPr/>
          </p:nvCxnSpPr>
          <p:spPr bwMode="auto">
            <a:xfrm flipV="1">
              <a:off x="3412" y="2112"/>
              <a:ext cx="504" cy="1101"/>
            </a:xfrm>
            <a:prstGeom prst="bentConnector3">
              <a:avLst>
                <a:gd name="adj1" fmla="val 60356"/>
              </a:avLst>
            </a:prstGeom>
            <a:noFill/>
            <a:ln w="12700">
              <a:solidFill>
                <a:schemeClr val="tx1"/>
              </a:solidFill>
              <a:miter lim="800000"/>
              <a:headEnd/>
              <a:tailEnd type="triangle" w="med" len="med"/>
            </a:ln>
            <a:effectLst/>
          </p:spPr>
        </p:cxnSp>
        <p:sp>
          <p:nvSpPr>
            <p:cNvPr id="408593" name="AutoShape 17"/>
            <p:cNvSpPr>
              <a:spLocks noChangeArrowheads="1"/>
            </p:cNvSpPr>
            <p:nvPr/>
          </p:nvSpPr>
          <p:spPr bwMode="auto">
            <a:xfrm>
              <a:off x="216" y="2183"/>
              <a:ext cx="594" cy="509"/>
            </a:xfrm>
            <a:prstGeom prst="flowChartDisplay">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Documented</a:t>
              </a:r>
            </a:p>
            <a:p>
              <a:pPr algn="ctr"/>
              <a:r>
                <a:rPr lang="en-US" sz="1800" b="0" i="1">
                  <a:latin typeface="Times New Roman" pitchFamily="18" charset="0"/>
                </a:rPr>
                <a:t>Features</a:t>
              </a:r>
            </a:p>
          </p:txBody>
        </p:sp>
        <p:sp>
          <p:nvSpPr>
            <p:cNvPr id="408594" name="Rectangle 18"/>
            <p:cNvSpPr>
              <a:spLocks noChangeArrowheads="1"/>
            </p:cNvSpPr>
            <p:nvPr/>
          </p:nvSpPr>
          <p:spPr bwMode="auto">
            <a:xfrm>
              <a:off x="1480" y="3007"/>
              <a:ext cx="572" cy="509"/>
            </a:xfrm>
            <a:prstGeom prst="rec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Select</a:t>
              </a:r>
            </a:p>
            <a:p>
              <a:pPr algn="ctr"/>
              <a:r>
                <a:rPr lang="en-US" sz="1800" b="0" i="1">
                  <a:latin typeface="Times New Roman" pitchFamily="18" charset="0"/>
                </a:rPr>
                <a:t>Existing</a:t>
              </a:r>
            </a:p>
            <a:p>
              <a:pPr algn="ctr"/>
              <a:r>
                <a:rPr lang="en-US" sz="1800" b="0" i="1">
                  <a:latin typeface="Times New Roman" pitchFamily="18" charset="0"/>
                </a:rPr>
                <a:t>Features</a:t>
              </a:r>
            </a:p>
          </p:txBody>
        </p:sp>
        <p:sp>
          <p:nvSpPr>
            <p:cNvPr id="408595" name="AutoShape 19"/>
            <p:cNvSpPr>
              <a:spLocks noChangeArrowheads="1"/>
            </p:cNvSpPr>
            <p:nvPr/>
          </p:nvSpPr>
          <p:spPr bwMode="auto">
            <a:xfrm>
              <a:off x="3875" y="3232"/>
              <a:ext cx="799" cy="596"/>
            </a:xfrm>
            <a:prstGeom prst="flowChartPredefinedProcess">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Establish</a:t>
              </a:r>
            </a:p>
            <a:p>
              <a:pPr algn="ctr"/>
              <a:r>
                <a:rPr lang="en-US" sz="1800" b="0" i="1">
                  <a:latin typeface="Times New Roman" pitchFamily="18" charset="0"/>
                </a:rPr>
                <a:t>XML</a:t>
              </a:r>
            </a:p>
            <a:p>
              <a:pPr algn="ctr"/>
              <a:r>
                <a:rPr lang="en-US" sz="1800" b="0" i="1">
                  <a:latin typeface="Times New Roman" pitchFamily="18" charset="0"/>
                </a:rPr>
                <a:t>URL Links</a:t>
              </a:r>
            </a:p>
          </p:txBody>
        </p:sp>
        <p:sp>
          <p:nvSpPr>
            <p:cNvPr id="408596" name="AutoShape 20"/>
            <p:cNvSpPr>
              <a:spLocks noChangeArrowheads="1"/>
            </p:cNvSpPr>
            <p:nvPr/>
          </p:nvSpPr>
          <p:spPr bwMode="auto">
            <a:xfrm>
              <a:off x="3871" y="2512"/>
              <a:ext cx="799" cy="596"/>
            </a:xfrm>
            <a:prstGeom prst="flowChartPredefinedProcess">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Create</a:t>
              </a:r>
            </a:p>
            <a:p>
              <a:pPr algn="ctr"/>
              <a:r>
                <a:rPr lang="en-US" sz="1800" b="0" i="1">
                  <a:latin typeface="Times New Roman" pitchFamily="18" charset="0"/>
                </a:rPr>
                <a:t>UML</a:t>
              </a:r>
            </a:p>
            <a:p>
              <a:pPr algn="ctr"/>
              <a:r>
                <a:rPr lang="en-US" sz="1800" b="0" i="1">
                  <a:latin typeface="Times New Roman" pitchFamily="18" charset="0"/>
                </a:rPr>
                <a:t>Template</a:t>
              </a:r>
            </a:p>
          </p:txBody>
        </p:sp>
        <p:sp>
          <p:nvSpPr>
            <p:cNvPr id="408597" name="AutoShape 21"/>
            <p:cNvSpPr>
              <a:spLocks noChangeArrowheads="1"/>
            </p:cNvSpPr>
            <p:nvPr/>
          </p:nvSpPr>
          <p:spPr bwMode="auto">
            <a:xfrm>
              <a:off x="3888" y="1857"/>
              <a:ext cx="788" cy="575"/>
            </a:xfrm>
            <a:prstGeom prst="flowChartMultidocumen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Conformance</a:t>
              </a:r>
            </a:p>
            <a:p>
              <a:pPr algn="ctr"/>
              <a:r>
                <a:rPr lang="en-US" sz="1800" b="0" i="1">
                  <a:latin typeface="Times New Roman" pitchFamily="18" charset="0"/>
                </a:rPr>
                <a:t>Templates</a:t>
              </a:r>
            </a:p>
          </p:txBody>
        </p:sp>
        <p:sp>
          <p:nvSpPr>
            <p:cNvPr id="408598" name="AutoShape 22"/>
            <p:cNvSpPr>
              <a:spLocks noChangeArrowheads="1"/>
            </p:cNvSpPr>
            <p:nvPr/>
          </p:nvSpPr>
          <p:spPr bwMode="auto">
            <a:xfrm>
              <a:off x="4466" y="1144"/>
              <a:ext cx="778" cy="390"/>
            </a:xfrm>
            <a:prstGeom prst="flowChartAlternateProcess">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Work Flow </a:t>
              </a:r>
            </a:p>
            <a:p>
              <a:pPr algn="ctr"/>
              <a:r>
                <a:rPr lang="en-US" sz="1800" b="0" i="1">
                  <a:latin typeface="Times New Roman" pitchFamily="18" charset="0"/>
                </a:rPr>
                <a:t>Manager.</a:t>
              </a:r>
            </a:p>
          </p:txBody>
        </p:sp>
        <p:cxnSp>
          <p:nvCxnSpPr>
            <p:cNvPr id="408599" name="AutoShape 23"/>
            <p:cNvCxnSpPr>
              <a:cxnSpLocks noChangeShapeType="1"/>
              <a:stCxn id="408582" idx="0"/>
              <a:endCxn id="408586" idx="0"/>
            </p:cNvCxnSpPr>
            <p:nvPr/>
          </p:nvCxnSpPr>
          <p:spPr bwMode="auto">
            <a:xfrm rot="16200000" flipH="1" flipV="1">
              <a:off x="1508" y="1663"/>
              <a:ext cx="693" cy="1886"/>
            </a:xfrm>
            <a:prstGeom prst="bentConnector3">
              <a:avLst>
                <a:gd name="adj1" fmla="val -20778"/>
              </a:avLst>
            </a:prstGeom>
            <a:noFill/>
            <a:ln w="12700">
              <a:solidFill>
                <a:schemeClr val="tx1"/>
              </a:solidFill>
              <a:miter lim="800000"/>
              <a:headEnd/>
              <a:tailEnd type="triangle" w="med" len="med"/>
            </a:ln>
            <a:effectLst/>
          </p:spPr>
        </p:cxnSp>
        <p:sp>
          <p:nvSpPr>
            <p:cNvPr id="408600" name="AutoShape 24"/>
            <p:cNvSpPr>
              <a:spLocks noChangeArrowheads="1"/>
            </p:cNvSpPr>
            <p:nvPr/>
          </p:nvSpPr>
          <p:spPr bwMode="auto">
            <a:xfrm>
              <a:off x="0" y="3792"/>
              <a:ext cx="672" cy="528"/>
            </a:xfrm>
            <a:prstGeom prst="flowChartMagneticDisk">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Standards</a:t>
              </a:r>
            </a:p>
            <a:p>
              <a:pPr algn="ctr"/>
              <a:r>
                <a:rPr lang="en-US" sz="2000" b="0" i="1">
                  <a:latin typeface="Times New Roman" pitchFamily="18" charset="0"/>
                </a:rPr>
                <a:t>Directory</a:t>
              </a:r>
            </a:p>
          </p:txBody>
        </p:sp>
        <p:cxnSp>
          <p:nvCxnSpPr>
            <p:cNvPr id="408601" name="AutoShape 25"/>
            <p:cNvCxnSpPr>
              <a:cxnSpLocks noChangeShapeType="1"/>
              <a:stCxn id="408600" idx="1"/>
              <a:endCxn id="408586" idx="1"/>
            </p:cNvCxnSpPr>
            <p:nvPr/>
          </p:nvCxnSpPr>
          <p:spPr bwMode="auto">
            <a:xfrm rot="16200000">
              <a:off x="124" y="3430"/>
              <a:ext cx="574" cy="150"/>
            </a:xfrm>
            <a:prstGeom prst="bentConnector2">
              <a:avLst/>
            </a:prstGeom>
            <a:noFill/>
            <a:ln w="12700">
              <a:solidFill>
                <a:schemeClr val="tx1"/>
              </a:solidFill>
              <a:miter lim="800000"/>
              <a:headEnd/>
              <a:tailEnd type="triangle" w="med" len="med"/>
            </a:ln>
            <a:effectLst/>
          </p:spPr>
        </p:cxnSp>
        <p:sp>
          <p:nvSpPr>
            <p:cNvPr id="408602" name="AutoShape 26"/>
            <p:cNvSpPr>
              <a:spLocks noChangeArrowheads="1"/>
            </p:cNvSpPr>
            <p:nvPr/>
          </p:nvSpPr>
          <p:spPr bwMode="auto">
            <a:xfrm>
              <a:off x="720" y="3792"/>
              <a:ext cx="672" cy="528"/>
            </a:xfrm>
            <a:prstGeom prst="flowChartMagneticDisk">
              <a:avLst/>
            </a:prstGeom>
            <a:solidFill>
              <a:srgbClr val="CCECFF"/>
            </a:solidFill>
            <a:ln w="12700">
              <a:solidFill>
                <a:schemeClr val="tx1"/>
              </a:solidFill>
              <a:round/>
              <a:headEnd/>
              <a:tailEnd/>
            </a:ln>
            <a:effectLst/>
          </p:spPr>
          <p:txBody>
            <a:bodyPr wrap="none" anchor="ctr"/>
            <a:lstStyle/>
            <a:p>
              <a:pPr algn="ctr"/>
              <a:r>
                <a:rPr lang="en-US" sz="1800" b="0" i="1">
                  <a:latin typeface="Times New Roman" pitchFamily="18" charset="0"/>
                </a:rPr>
                <a:t>Product</a:t>
              </a:r>
            </a:p>
            <a:p>
              <a:pPr algn="ctr"/>
              <a:r>
                <a:rPr lang="en-US" sz="1800" b="0" i="1">
                  <a:latin typeface="Times New Roman" pitchFamily="18" charset="0"/>
                </a:rPr>
                <a:t>Directory</a:t>
              </a:r>
            </a:p>
          </p:txBody>
        </p:sp>
        <p:cxnSp>
          <p:nvCxnSpPr>
            <p:cNvPr id="408603" name="AutoShape 27"/>
            <p:cNvCxnSpPr>
              <a:cxnSpLocks noChangeShapeType="1"/>
              <a:stCxn id="408602" idx="1"/>
              <a:endCxn id="408586" idx="2"/>
            </p:cNvCxnSpPr>
            <p:nvPr/>
          </p:nvCxnSpPr>
          <p:spPr bwMode="auto">
            <a:xfrm rot="5400000" flipH="1">
              <a:off x="830" y="3566"/>
              <a:ext cx="308" cy="144"/>
            </a:xfrm>
            <a:prstGeom prst="bentConnector3">
              <a:avLst>
                <a:gd name="adj1" fmla="val 50000"/>
              </a:avLst>
            </a:prstGeom>
            <a:noFill/>
            <a:ln w="12700">
              <a:solidFill>
                <a:schemeClr val="tx1"/>
              </a:solidFill>
              <a:miter lim="800000"/>
              <a:headEnd/>
              <a:tailEnd type="triangle" w="med" len="med"/>
            </a:ln>
            <a:effectLst/>
          </p:spPr>
        </p:cxnSp>
        <p:cxnSp>
          <p:nvCxnSpPr>
            <p:cNvPr id="408604" name="AutoShape 28"/>
            <p:cNvCxnSpPr>
              <a:cxnSpLocks noChangeShapeType="1"/>
              <a:stCxn id="408583" idx="2"/>
              <a:endCxn id="408602" idx="4"/>
            </p:cNvCxnSpPr>
            <p:nvPr/>
          </p:nvCxnSpPr>
          <p:spPr bwMode="auto">
            <a:xfrm rot="5400000">
              <a:off x="2012" y="2885"/>
              <a:ext cx="551" cy="1792"/>
            </a:xfrm>
            <a:prstGeom prst="bentConnector2">
              <a:avLst/>
            </a:prstGeom>
            <a:noFill/>
            <a:ln w="12700">
              <a:solidFill>
                <a:schemeClr val="tx1"/>
              </a:solidFill>
              <a:miter lim="800000"/>
              <a:headEnd/>
              <a:tailEnd type="triangle" w="med" len="med"/>
            </a:ln>
            <a:effectLst/>
          </p:spPr>
        </p:cxnSp>
        <p:cxnSp>
          <p:nvCxnSpPr>
            <p:cNvPr id="408605" name="AutoShape 29"/>
            <p:cNvCxnSpPr>
              <a:cxnSpLocks noChangeShapeType="1"/>
              <a:stCxn id="408597" idx="0"/>
              <a:endCxn id="408598" idx="1"/>
            </p:cNvCxnSpPr>
            <p:nvPr/>
          </p:nvCxnSpPr>
          <p:spPr bwMode="auto">
            <a:xfrm rot="16200000">
              <a:off x="4115" y="1506"/>
              <a:ext cx="518" cy="184"/>
            </a:xfrm>
            <a:prstGeom prst="bentConnector2">
              <a:avLst/>
            </a:prstGeom>
            <a:noFill/>
            <a:ln w="12700">
              <a:solidFill>
                <a:schemeClr val="tx1"/>
              </a:solidFill>
              <a:miter lim="800000"/>
              <a:headEnd/>
              <a:tailEnd type="triangle" w="med" len="med"/>
            </a:ln>
            <a:effectLst/>
          </p:spPr>
        </p:cxnSp>
        <p:cxnSp>
          <p:nvCxnSpPr>
            <p:cNvPr id="408606" name="AutoShape 30"/>
            <p:cNvCxnSpPr>
              <a:cxnSpLocks noChangeShapeType="1"/>
              <a:stCxn id="408598" idx="3"/>
              <a:endCxn id="408614" idx="0"/>
            </p:cNvCxnSpPr>
            <p:nvPr/>
          </p:nvCxnSpPr>
          <p:spPr bwMode="auto">
            <a:xfrm>
              <a:off x="5244" y="1339"/>
              <a:ext cx="144" cy="549"/>
            </a:xfrm>
            <a:prstGeom prst="bentConnector2">
              <a:avLst/>
            </a:prstGeom>
            <a:noFill/>
            <a:ln w="12700">
              <a:solidFill>
                <a:schemeClr val="tx1"/>
              </a:solidFill>
              <a:miter lim="800000"/>
              <a:headEnd/>
              <a:tailEnd type="triangle" w="med" len="med"/>
            </a:ln>
            <a:effectLst/>
          </p:spPr>
        </p:cxnSp>
        <p:cxnSp>
          <p:nvCxnSpPr>
            <p:cNvPr id="408607" name="AutoShape 31"/>
            <p:cNvCxnSpPr>
              <a:cxnSpLocks noChangeShapeType="1"/>
              <a:stCxn id="408583" idx="3"/>
              <a:endCxn id="408596" idx="1"/>
            </p:cNvCxnSpPr>
            <p:nvPr/>
          </p:nvCxnSpPr>
          <p:spPr bwMode="auto">
            <a:xfrm flipV="1">
              <a:off x="3412" y="2810"/>
              <a:ext cx="459" cy="403"/>
            </a:xfrm>
            <a:prstGeom prst="bentConnector3">
              <a:avLst>
                <a:gd name="adj1" fmla="val 67755"/>
              </a:avLst>
            </a:prstGeom>
            <a:noFill/>
            <a:ln w="12700">
              <a:solidFill>
                <a:schemeClr val="tx1"/>
              </a:solidFill>
              <a:miter lim="800000"/>
              <a:headEnd/>
              <a:tailEnd type="triangle" w="med" len="med"/>
            </a:ln>
            <a:effectLst/>
          </p:spPr>
        </p:cxnSp>
        <p:cxnSp>
          <p:nvCxnSpPr>
            <p:cNvPr id="408608" name="AutoShape 32"/>
            <p:cNvCxnSpPr>
              <a:cxnSpLocks noChangeShapeType="1"/>
              <a:stCxn id="408583" idx="3"/>
              <a:endCxn id="408595" idx="1"/>
            </p:cNvCxnSpPr>
            <p:nvPr/>
          </p:nvCxnSpPr>
          <p:spPr bwMode="auto">
            <a:xfrm>
              <a:off x="3412" y="3213"/>
              <a:ext cx="463" cy="317"/>
            </a:xfrm>
            <a:prstGeom prst="bentConnector3">
              <a:avLst>
                <a:gd name="adj1" fmla="val 62421"/>
              </a:avLst>
            </a:prstGeom>
            <a:noFill/>
            <a:ln w="12700">
              <a:solidFill>
                <a:schemeClr val="tx1"/>
              </a:solidFill>
              <a:miter lim="800000"/>
              <a:headEnd/>
              <a:tailEnd type="triangle" w="med" len="med"/>
            </a:ln>
            <a:effectLst/>
          </p:spPr>
        </p:cxnSp>
        <p:cxnSp>
          <p:nvCxnSpPr>
            <p:cNvPr id="408609" name="AutoShape 33"/>
            <p:cNvCxnSpPr>
              <a:cxnSpLocks noChangeShapeType="1"/>
              <a:stCxn id="408596" idx="3"/>
              <a:endCxn id="408614" idx="2"/>
            </p:cNvCxnSpPr>
            <p:nvPr/>
          </p:nvCxnSpPr>
          <p:spPr bwMode="auto">
            <a:xfrm flipV="1">
              <a:off x="4670" y="2152"/>
              <a:ext cx="450" cy="658"/>
            </a:xfrm>
            <a:prstGeom prst="bentConnector3">
              <a:avLst>
                <a:gd name="adj1" fmla="val 50000"/>
              </a:avLst>
            </a:prstGeom>
            <a:noFill/>
            <a:ln w="12700">
              <a:solidFill>
                <a:schemeClr val="tx1"/>
              </a:solidFill>
              <a:miter lim="800000"/>
              <a:headEnd/>
              <a:tailEnd type="triangle" w="med" len="med"/>
            </a:ln>
            <a:effectLst/>
          </p:spPr>
        </p:cxnSp>
        <p:sp>
          <p:nvSpPr>
            <p:cNvPr id="408610" name="AutoShape 34"/>
            <p:cNvSpPr>
              <a:spLocks noChangeArrowheads="1"/>
            </p:cNvSpPr>
            <p:nvPr/>
          </p:nvSpPr>
          <p:spPr bwMode="auto">
            <a:xfrm>
              <a:off x="756" y="1332"/>
              <a:ext cx="733" cy="618"/>
            </a:xfrm>
            <a:prstGeom prst="foldedCorner">
              <a:avLst>
                <a:gd name="adj" fmla="val 12500"/>
              </a:avLst>
            </a:prstGeom>
            <a:solidFill>
              <a:srgbClr val="CCECFF"/>
            </a:solidFill>
            <a:ln w="12700">
              <a:solidFill>
                <a:schemeClr val="tx1"/>
              </a:solidFill>
              <a:round/>
              <a:headEnd/>
              <a:tailEnd/>
            </a:ln>
            <a:effectLst/>
          </p:spPr>
          <p:txBody>
            <a:bodyPr wrap="none" anchor="ctr"/>
            <a:lstStyle/>
            <a:p>
              <a:pPr algn="ctr"/>
              <a:r>
                <a:rPr lang="en-US" sz="1800" b="0">
                  <a:latin typeface="Times New Roman" pitchFamily="18" charset="0"/>
                </a:rPr>
                <a:t>Standard</a:t>
              </a:r>
            </a:p>
            <a:p>
              <a:pPr algn="ctr"/>
              <a:r>
                <a:rPr lang="en-US" sz="1800" b="0">
                  <a:latin typeface="Times New Roman" pitchFamily="18" charset="0"/>
                </a:rPr>
                <a:t>Specification</a:t>
              </a:r>
            </a:p>
          </p:txBody>
        </p:sp>
        <p:cxnSp>
          <p:nvCxnSpPr>
            <p:cNvPr id="408611" name="AutoShape 35"/>
            <p:cNvCxnSpPr>
              <a:cxnSpLocks noChangeShapeType="1"/>
              <a:stCxn id="408610" idx="2"/>
              <a:endCxn id="408593" idx="0"/>
            </p:cNvCxnSpPr>
            <p:nvPr/>
          </p:nvCxnSpPr>
          <p:spPr bwMode="auto">
            <a:xfrm rot="5400000">
              <a:off x="701" y="1762"/>
              <a:ext cx="233" cy="610"/>
            </a:xfrm>
            <a:prstGeom prst="bentConnector3">
              <a:avLst>
                <a:gd name="adj1" fmla="val 49787"/>
              </a:avLst>
            </a:prstGeom>
            <a:noFill/>
            <a:ln w="12700">
              <a:solidFill>
                <a:schemeClr val="tx1"/>
              </a:solidFill>
              <a:miter lim="800000"/>
              <a:headEnd/>
              <a:tailEnd type="triangle" w="med" len="med"/>
            </a:ln>
            <a:effectLst/>
          </p:spPr>
        </p:cxnSp>
        <p:cxnSp>
          <p:nvCxnSpPr>
            <p:cNvPr id="408612" name="AutoShape 36"/>
            <p:cNvCxnSpPr>
              <a:cxnSpLocks noChangeShapeType="1"/>
              <a:stCxn id="408582" idx="5"/>
              <a:endCxn id="408586" idx="0"/>
            </p:cNvCxnSpPr>
            <p:nvPr/>
          </p:nvCxnSpPr>
          <p:spPr bwMode="auto">
            <a:xfrm flipH="1">
              <a:off x="912" y="2433"/>
              <a:ext cx="2107" cy="519"/>
            </a:xfrm>
            <a:prstGeom prst="bentConnector4">
              <a:avLst>
                <a:gd name="adj1" fmla="val -10394"/>
                <a:gd name="adj2" fmla="val -280542"/>
              </a:avLst>
            </a:prstGeom>
            <a:noFill/>
            <a:ln w="12700">
              <a:solidFill>
                <a:schemeClr val="tx1"/>
              </a:solidFill>
              <a:miter lim="800000"/>
              <a:headEnd/>
              <a:tailEnd type="triangle" w="med" len="med"/>
            </a:ln>
            <a:effectLst/>
          </p:spPr>
        </p:cxnSp>
        <p:sp>
          <p:nvSpPr>
            <p:cNvPr id="408613" name="Rectangle 37"/>
            <p:cNvSpPr>
              <a:spLocks noChangeArrowheads="1"/>
            </p:cNvSpPr>
            <p:nvPr/>
          </p:nvSpPr>
          <p:spPr bwMode="auto">
            <a:xfrm>
              <a:off x="2404" y="727"/>
              <a:ext cx="572" cy="509"/>
            </a:xfrm>
            <a:prstGeom prst="rec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Validate</a:t>
              </a:r>
            </a:p>
            <a:p>
              <a:pPr algn="ctr"/>
              <a:r>
                <a:rPr lang="en-US" sz="1800" b="0" i="1">
                  <a:latin typeface="Times New Roman" pitchFamily="18" charset="0"/>
                </a:rPr>
                <a:t>New</a:t>
              </a:r>
            </a:p>
            <a:p>
              <a:pPr algn="ctr"/>
              <a:r>
                <a:rPr lang="en-US" sz="1800" b="0" i="1">
                  <a:latin typeface="Times New Roman" pitchFamily="18" charset="0"/>
                </a:rPr>
                <a:t>Features</a:t>
              </a:r>
            </a:p>
          </p:txBody>
        </p:sp>
        <p:sp>
          <p:nvSpPr>
            <p:cNvPr id="408614" name="Oval 38"/>
            <p:cNvSpPr>
              <a:spLocks noChangeArrowheads="1"/>
            </p:cNvSpPr>
            <p:nvPr/>
          </p:nvSpPr>
          <p:spPr bwMode="auto">
            <a:xfrm>
              <a:off x="5120" y="1888"/>
              <a:ext cx="536" cy="528"/>
            </a:xfrm>
            <a:prstGeom prst="ellipse">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COTS</a:t>
              </a:r>
            </a:p>
            <a:p>
              <a:pPr algn="ctr"/>
              <a:r>
                <a:rPr lang="en-US" sz="2000" b="0" i="1">
                  <a:latin typeface="Times New Roman" pitchFamily="18" charset="0"/>
                </a:rPr>
                <a:t>Validation</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Number Placeholder 2"/>
          <p:cNvSpPr>
            <a:spLocks noGrp="1"/>
          </p:cNvSpPr>
          <p:nvPr>
            <p:ph type="sldNum" sz="quarter" idx="10"/>
          </p:nvPr>
        </p:nvSpPr>
        <p:spPr/>
        <p:txBody>
          <a:bodyPr/>
          <a:lstStyle/>
          <a:p>
            <a:fld id="{2F587324-3B9F-4650-B3D2-1BAF50B32CC7}" type="slidenum">
              <a:rPr lang="en-US"/>
              <a:pPr/>
              <a:t>31</a:t>
            </a:fld>
            <a:endParaRPr lang="en-US"/>
          </a:p>
        </p:txBody>
      </p:sp>
      <p:sp>
        <p:nvSpPr>
          <p:cNvPr id="409602" name="Rectangle 2"/>
          <p:cNvSpPr>
            <a:spLocks noGrp="1" noChangeArrowheads="1"/>
          </p:cNvSpPr>
          <p:nvPr>
            <p:ph type="title"/>
          </p:nvPr>
        </p:nvSpPr>
        <p:spPr>
          <a:xfrm>
            <a:off x="723900" y="228600"/>
            <a:ext cx="7772400" cy="1143000"/>
          </a:xfrm>
          <a:noFill/>
        </p:spPr>
        <p:txBody>
          <a:bodyPr/>
          <a:lstStyle/>
          <a:p>
            <a:r>
              <a:rPr lang="en-US" sz="2000"/>
              <a:t>Functional Validation Process</a:t>
            </a:r>
            <a:br>
              <a:rPr lang="en-US" sz="2000"/>
            </a:br>
            <a:endParaRPr lang="en-US" sz="2000"/>
          </a:p>
        </p:txBody>
      </p:sp>
      <p:sp>
        <p:nvSpPr>
          <p:cNvPr id="409603" name="AutoShape 3"/>
          <p:cNvSpPr>
            <a:spLocks noChangeArrowheads="1"/>
          </p:cNvSpPr>
          <p:nvPr/>
        </p:nvSpPr>
        <p:spPr bwMode="auto">
          <a:xfrm>
            <a:off x="285750" y="2827338"/>
            <a:ext cx="1250950" cy="912812"/>
          </a:xfrm>
          <a:prstGeom prst="flowChartMultidocumen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Vendor</a:t>
            </a:r>
          </a:p>
          <a:p>
            <a:pPr algn="ctr"/>
            <a:r>
              <a:rPr lang="en-US" sz="1800" b="0" i="1">
                <a:latin typeface="Times New Roman" pitchFamily="18" charset="0"/>
              </a:rPr>
              <a:t>Statements</a:t>
            </a:r>
          </a:p>
        </p:txBody>
      </p:sp>
      <p:sp>
        <p:nvSpPr>
          <p:cNvPr id="409604" name="AutoShape 4"/>
          <p:cNvSpPr>
            <a:spLocks noChangeArrowheads="1"/>
          </p:cNvSpPr>
          <p:nvPr/>
        </p:nvSpPr>
        <p:spPr bwMode="auto">
          <a:xfrm>
            <a:off x="917575" y="1676400"/>
            <a:ext cx="1235075" cy="619125"/>
          </a:xfrm>
          <a:prstGeom prst="flowChartAlternateProcess">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Work Flow </a:t>
            </a:r>
          </a:p>
          <a:p>
            <a:pPr algn="ctr"/>
            <a:r>
              <a:rPr lang="en-US" sz="1800" b="0" i="1">
                <a:latin typeface="Times New Roman" pitchFamily="18" charset="0"/>
              </a:rPr>
              <a:t>Manager.</a:t>
            </a:r>
          </a:p>
        </p:txBody>
      </p:sp>
      <p:cxnSp>
        <p:nvCxnSpPr>
          <p:cNvPr id="409605" name="AutoShape 5"/>
          <p:cNvCxnSpPr>
            <a:cxnSpLocks noChangeShapeType="1"/>
            <a:stCxn id="409603" idx="0"/>
            <a:endCxn id="409604" idx="1"/>
          </p:cNvCxnSpPr>
          <p:nvPr/>
        </p:nvCxnSpPr>
        <p:spPr bwMode="auto">
          <a:xfrm rot="16200000">
            <a:off x="493712" y="2403476"/>
            <a:ext cx="841375" cy="6350"/>
          </a:xfrm>
          <a:prstGeom prst="bentConnector2">
            <a:avLst/>
          </a:prstGeom>
          <a:noFill/>
          <a:ln w="19050">
            <a:solidFill>
              <a:schemeClr val="tx1"/>
            </a:solidFill>
            <a:miter lim="800000"/>
            <a:headEnd/>
            <a:tailEnd type="triangle" w="med" len="med"/>
          </a:ln>
          <a:effectLst/>
        </p:spPr>
      </p:cxnSp>
      <p:sp>
        <p:nvSpPr>
          <p:cNvPr id="409606" name="AutoShape 6"/>
          <p:cNvSpPr>
            <a:spLocks noChangeArrowheads="1"/>
          </p:cNvSpPr>
          <p:nvPr/>
        </p:nvSpPr>
        <p:spPr bwMode="auto">
          <a:xfrm>
            <a:off x="1771650" y="3060700"/>
            <a:ext cx="1219200" cy="876300"/>
          </a:xfrm>
          <a:prstGeom prst="flowChartPreparation">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Stds </a:t>
            </a:r>
          </a:p>
          <a:p>
            <a:pPr algn="ctr"/>
            <a:r>
              <a:rPr lang="en-US" sz="1800" b="0" i="1">
                <a:latin typeface="Times New Roman" pitchFamily="18" charset="0"/>
              </a:rPr>
              <a:t>Conform.</a:t>
            </a:r>
          </a:p>
          <a:p>
            <a:pPr algn="ctr"/>
            <a:r>
              <a:rPr lang="en-US" sz="1800" b="0" i="1">
                <a:latin typeface="Times New Roman" pitchFamily="18" charset="0"/>
              </a:rPr>
              <a:t>Statement</a:t>
            </a:r>
          </a:p>
        </p:txBody>
      </p:sp>
      <p:sp>
        <p:nvSpPr>
          <p:cNvPr id="409607" name="AutoShape 7"/>
          <p:cNvSpPr>
            <a:spLocks noChangeArrowheads="1"/>
          </p:cNvSpPr>
          <p:nvPr/>
        </p:nvSpPr>
        <p:spPr bwMode="auto">
          <a:xfrm>
            <a:off x="1752600" y="4832350"/>
            <a:ext cx="1219200" cy="876300"/>
          </a:xfrm>
          <a:prstGeom prst="flowChartPreparation">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Interop.</a:t>
            </a:r>
          </a:p>
          <a:p>
            <a:pPr algn="ctr"/>
            <a:r>
              <a:rPr lang="en-US" sz="1800" b="0" i="1">
                <a:latin typeface="Times New Roman" pitchFamily="18" charset="0"/>
              </a:rPr>
              <a:t>Statement</a:t>
            </a:r>
          </a:p>
        </p:txBody>
      </p:sp>
      <p:sp>
        <p:nvSpPr>
          <p:cNvPr id="409608" name="AutoShape 8"/>
          <p:cNvSpPr>
            <a:spLocks noChangeArrowheads="1"/>
          </p:cNvSpPr>
          <p:nvPr/>
        </p:nvSpPr>
        <p:spPr bwMode="auto">
          <a:xfrm>
            <a:off x="1752600" y="3937000"/>
            <a:ext cx="1219200" cy="876300"/>
          </a:xfrm>
          <a:prstGeom prst="flowChartPreparation">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Functional</a:t>
            </a:r>
          </a:p>
          <a:p>
            <a:pPr algn="ctr"/>
            <a:r>
              <a:rPr lang="en-US" sz="1800" b="0" i="1">
                <a:latin typeface="Times New Roman" pitchFamily="18" charset="0"/>
              </a:rPr>
              <a:t>Statement</a:t>
            </a:r>
          </a:p>
        </p:txBody>
      </p:sp>
      <p:cxnSp>
        <p:nvCxnSpPr>
          <p:cNvPr id="409609" name="AutoShape 9"/>
          <p:cNvCxnSpPr>
            <a:cxnSpLocks noChangeShapeType="1"/>
            <a:stCxn id="409604" idx="3"/>
            <a:endCxn id="409606" idx="0"/>
          </p:cNvCxnSpPr>
          <p:nvPr/>
        </p:nvCxnSpPr>
        <p:spPr bwMode="auto">
          <a:xfrm>
            <a:off x="2152650" y="1985963"/>
            <a:ext cx="228600" cy="1074737"/>
          </a:xfrm>
          <a:prstGeom prst="bentConnector2">
            <a:avLst/>
          </a:prstGeom>
          <a:noFill/>
          <a:ln w="19050">
            <a:solidFill>
              <a:schemeClr val="tx1"/>
            </a:solidFill>
            <a:miter lim="800000"/>
            <a:headEnd/>
            <a:tailEnd type="triangle" w="med" len="med"/>
          </a:ln>
          <a:effectLst/>
        </p:spPr>
      </p:cxnSp>
      <p:cxnSp>
        <p:nvCxnSpPr>
          <p:cNvPr id="409610" name="AutoShape 10"/>
          <p:cNvCxnSpPr>
            <a:cxnSpLocks noChangeShapeType="1"/>
            <a:stCxn id="409606" idx="3"/>
            <a:endCxn id="409611" idx="1"/>
          </p:cNvCxnSpPr>
          <p:nvPr/>
        </p:nvCxnSpPr>
        <p:spPr bwMode="auto">
          <a:xfrm flipV="1">
            <a:off x="2990850" y="2365375"/>
            <a:ext cx="647700" cy="1133475"/>
          </a:xfrm>
          <a:prstGeom prst="bentConnector3">
            <a:avLst>
              <a:gd name="adj1" fmla="val 29162"/>
            </a:avLst>
          </a:prstGeom>
          <a:noFill/>
          <a:ln w="19050">
            <a:solidFill>
              <a:schemeClr val="tx1"/>
            </a:solidFill>
            <a:miter lim="800000"/>
            <a:headEnd/>
            <a:tailEnd type="triangle" w="med" len="med"/>
          </a:ln>
          <a:effectLst/>
        </p:spPr>
      </p:cxnSp>
      <p:sp>
        <p:nvSpPr>
          <p:cNvPr id="409611" name="AutoShape 11"/>
          <p:cNvSpPr>
            <a:spLocks noChangeArrowheads="1"/>
          </p:cNvSpPr>
          <p:nvPr/>
        </p:nvSpPr>
        <p:spPr bwMode="auto">
          <a:xfrm>
            <a:off x="3638550" y="1955800"/>
            <a:ext cx="1428750" cy="819150"/>
          </a:xfrm>
          <a:prstGeom prst="flowChartProcess">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Conformance</a:t>
            </a:r>
          </a:p>
          <a:p>
            <a:pPr algn="ctr"/>
            <a:r>
              <a:rPr lang="en-US" sz="2000" b="0" i="1">
                <a:latin typeface="Times New Roman" pitchFamily="18" charset="0"/>
              </a:rPr>
              <a:t> Testing</a:t>
            </a:r>
          </a:p>
        </p:txBody>
      </p:sp>
      <p:sp>
        <p:nvSpPr>
          <p:cNvPr id="409612" name="AutoShape 12"/>
          <p:cNvSpPr>
            <a:spLocks noChangeArrowheads="1"/>
          </p:cNvSpPr>
          <p:nvPr/>
        </p:nvSpPr>
        <p:spPr bwMode="auto">
          <a:xfrm>
            <a:off x="3733800" y="3003550"/>
            <a:ext cx="1428750" cy="819150"/>
          </a:xfrm>
          <a:prstGeom prst="flowChartProcess">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Functional</a:t>
            </a:r>
          </a:p>
          <a:p>
            <a:pPr algn="ctr"/>
            <a:r>
              <a:rPr lang="en-US" sz="2000" b="0" i="1">
                <a:latin typeface="Times New Roman" pitchFamily="18" charset="0"/>
              </a:rPr>
              <a:t>Testing</a:t>
            </a:r>
          </a:p>
        </p:txBody>
      </p:sp>
      <p:sp>
        <p:nvSpPr>
          <p:cNvPr id="409613" name="AutoShape 13"/>
          <p:cNvSpPr>
            <a:spLocks noChangeArrowheads="1"/>
          </p:cNvSpPr>
          <p:nvPr/>
        </p:nvSpPr>
        <p:spPr bwMode="auto">
          <a:xfrm>
            <a:off x="3752850" y="5149850"/>
            <a:ext cx="1657350" cy="952500"/>
          </a:xfrm>
          <a:prstGeom prst="flowChartProcess">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Interoperability</a:t>
            </a:r>
          </a:p>
          <a:p>
            <a:pPr algn="ctr"/>
            <a:r>
              <a:rPr lang="en-US" sz="2000" b="0" i="1">
                <a:latin typeface="Times New Roman" pitchFamily="18" charset="0"/>
              </a:rPr>
              <a:t>Testing</a:t>
            </a:r>
          </a:p>
        </p:txBody>
      </p:sp>
      <p:sp>
        <p:nvSpPr>
          <p:cNvPr id="409614" name="AutoShape 14"/>
          <p:cNvSpPr>
            <a:spLocks noChangeArrowheads="1"/>
          </p:cNvSpPr>
          <p:nvPr/>
        </p:nvSpPr>
        <p:spPr bwMode="auto">
          <a:xfrm>
            <a:off x="5886450" y="3246438"/>
            <a:ext cx="1250950" cy="912812"/>
          </a:xfrm>
          <a:prstGeom prst="flowChartMultidocument">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Testing</a:t>
            </a:r>
          </a:p>
          <a:p>
            <a:pPr algn="ctr"/>
            <a:r>
              <a:rPr lang="en-US" sz="1800" b="0" i="1">
                <a:latin typeface="Times New Roman" pitchFamily="18" charset="0"/>
              </a:rPr>
              <a:t>Results</a:t>
            </a:r>
          </a:p>
        </p:txBody>
      </p:sp>
      <p:cxnSp>
        <p:nvCxnSpPr>
          <p:cNvPr id="409615" name="AutoShape 15"/>
          <p:cNvCxnSpPr>
            <a:cxnSpLocks noChangeShapeType="1"/>
            <a:stCxn id="409608" idx="3"/>
            <a:endCxn id="409612" idx="1"/>
          </p:cNvCxnSpPr>
          <p:nvPr/>
        </p:nvCxnSpPr>
        <p:spPr bwMode="auto">
          <a:xfrm flipV="1">
            <a:off x="2971800" y="3413125"/>
            <a:ext cx="762000" cy="962025"/>
          </a:xfrm>
          <a:prstGeom prst="bentConnector3">
            <a:avLst>
              <a:gd name="adj1" fmla="val 34787"/>
            </a:avLst>
          </a:prstGeom>
          <a:noFill/>
          <a:ln w="19050">
            <a:solidFill>
              <a:schemeClr val="tx1"/>
            </a:solidFill>
            <a:miter lim="800000"/>
            <a:headEnd/>
            <a:tailEnd type="triangle" w="med" len="med"/>
          </a:ln>
          <a:effectLst/>
        </p:spPr>
      </p:cxnSp>
      <p:cxnSp>
        <p:nvCxnSpPr>
          <p:cNvPr id="409616" name="AutoShape 16"/>
          <p:cNvCxnSpPr>
            <a:cxnSpLocks noChangeShapeType="1"/>
            <a:stCxn id="409607" idx="3"/>
            <a:endCxn id="409613" idx="1"/>
          </p:cNvCxnSpPr>
          <p:nvPr/>
        </p:nvCxnSpPr>
        <p:spPr bwMode="auto">
          <a:xfrm>
            <a:off x="2971800" y="5270500"/>
            <a:ext cx="781050" cy="355600"/>
          </a:xfrm>
          <a:prstGeom prst="bentConnector3">
            <a:avLst>
              <a:gd name="adj1" fmla="val 50000"/>
            </a:avLst>
          </a:prstGeom>
          <a:noFill/>
          <a:ln w="19050">
            <a:solidFill>
              <a:schemeClr val="tx1"/>
            </a:solidFill>
            <a:miter lim="800000"/>
            <a:headEnd/>
            <a:tailEnd type="triangle" w="med" len="med"/>
          </a:ln>
          <a:effectLst/>
        </p:spPr>
      </p:cxnSp>
      <p:cxnSp>
        <p:nvCxnSpPr>
          <p:cNvPr id="409617" name="AutoShape 17"/>
          <p:cNvCxnSpPr>
            <a:cxnSpLocks noChangeShapeType="1"/>
            <a:stCxn id="409611" idx="3"/>
            <a:endCxn id="409614" idx="0"/>
          </p:cNvCxnSpPr>
          <p:nvPr/>
        </p:nvCxnSpPr>
        <p:spPr bwMode="auto">
          <a:xfrm>
            <a:off x="5067300" y="2365375"/>
            <a:ext cx="1444625" cy="881063"/>
          </a:xfrm>
          <a:prstGeom prst="bentConnector2">
            <a:avLst/>
          </a:prstGeom>
          <a:noFill/>
          <a:ln w="19050">
            <a:solidFill>
              <a:schemeClr val="tx1"/>
            </a:solidFill>
            <a:miter lim="800000"/>
            <a:headEnd/>
            <a:tailEnd type="triangle" w="med" len="med"/>
          </a:ln>
          <a:effectLst/>
        </p:spPr>
      </p:cxnSp>
      <p:cxnSp>
        <p:nvCxnSpPr>
          <p:cNvPr id="409618" name="AutoShape 18"/>
          <p:cNvCxnSpPr>
            <a:cxnSpLocks noChangeShapeType="1"/>
          </p:cNvCxnSpPr>
          <p:nvPr/>
        </p:nvCxnSpPr>
        <p:spPr bwMode="auto">
          <a:xfrm>
            <a:off x="5143500" y="3413125"/>
            <a:ext cx="723900" cy="290513"/>
          </a:xfrm>
          <a:prstGeom prst="bentConnector3">
            <a:avLst>
              <a:gd name="adj1" fmla="val 50000"/>
            </a:avLst>
          </a:prstGeom>
          <a:noFill/>
          <a:ln w="12700">
            <a:solidFill>
              <a:schemeClr val="tx1"/>
            </a:solidFill>
            <a:miter lim="800000"/>
            <a:headEnd/>
            <a:tailEnd type="triangle" w="med" len="med"/>
          </a:ln>
          <a:effectLst/>
        </p:spPr>
      </p:cxnSp>
      <p:cxnSp>
        <p:nvCxnSpPr>
          <p:cNvPr id="409619" name="AutoShape 19"/>
          <p:cNvCxnSpPr>
            <a:cxnSpLocks noChangeShapeType="1"/>
            <a:stCxn id="409613" idx="3"/>
            <a:endCxn id="409641" idx="2"/>
          </p:cNvCxnSpPr>
          <p:nvPr/>
        </p:nvCxnSpPr>
        <p:spPr bwMode="auto">
          <a:xfrm flipV="1">
            <a:off x="5410200" y="4953000"/>
            <a:ext cx="965200" cy="673100"/>
          </a:xfrm>
          <a:prstGeom prst="bentConnector3">
            <a:avLst>
              <a:gd name="adj1" fmla="val 50000"/>
            </a:avLst>
          </a:prstGeom>
          <a:noFill/>
          <a:ln w="19050">
            <a:solidFill>
              <a:schemeClr val="tx1"/>
            </a:solidFill>
            <a:miter lim="800000"/>
            <a:headEnd/>
            <a:tailEnd type="triangle" w="med" len="med"/>
          </a:ln>
          <a:effectLst/>
        </p:spPr>
      </p:cxnSp>
      <p:sp>
        <p:nvSpPr>
          <p:cNvPr id="409620" name="AutoShape 20"/>
          <p:cNvSpPr>
            <a:spLocks noChangeArrowheads="1"/>
          </p:cNvSpPr>
          <p:nvPr/>
        </p:nvSpPr>
        <p:spPr bwMode="auto">
          <a:xfrm>
            <a:off x="7518400" y="5067300"/>
            <a:ext cx="1090613" cy="928688"/>
          </a:xfrm>
          <a:prstGeom prst="flowChartOnlineStorage">
            <a:avLst/>
          </a:prstGeom>
          <a:solidFill>
            <a:srgbClr val="CCECFF"/>
          </a:solidFill>
          <a:ln w="12700">
            <a:solidFill>
              <a:schemeClr val="tx1"/>
            </a:solidFill>
            <a:miter lim="800000"/>
            <a:headEnd/>
            <a:tailEnd/>
          </a:ln>
          <a:effectLst/>
        </p:spPr>
        <p:txBody>
          <a:bodyPr wrap="none" anchor="ctr"/>
          <a:lstStyle/>
          <a:p>
            <a:pPr algn="ctr"/>
            <a:r>
              <a:rPr lang="en-US" sz="1800" b="0" i="1">
                <a:latin typeface="Times New Roman" pitchFamily="18" charset="0"/>
              </a:rPr>
              <a:t>Attach to</a:t>
            </a:r>
          </a:p>
          <a:p>
            <a:pPr algn="ctr"/>
            <a:r>
              <a:rPr lang="en-US" sz="1800" b="0" i="1">
                <a:latin typeface="Times New Roman" pitchFamily="18" charset="0"/>
              </a:rPr>
              <a:t>Product</a:t>
            </a:r>
          </a:p>
          <a:p>
            <a:pPr algn="ctr"/>
            <a:r>
              <a:rPr lang="en-US" sz="1800" b="0" i="1">
                <a:latin typeface="Times New Roman" pitchFamily="18" charset="0"/>
              </a:rPr>
              <a:t>Profile</a:t>
            </a:r>
          </a:p>
        </p:txBody>
      </p:sp>
      <p:sp>
        <p:nvSpPr>
          <p:cNvPr id="409621" name="AutoShape 21"/>
          <p:cNvSpPr>
            <a:spLocks noChangeArrowheads="1"/>
          </p:cNvSpPr>
          <p:nvPr/>
        </p:nvSpPr>
        <p:spPr bwMode="auto">
          <a:xfrm>
            <a:off x="7391400" y="3251200"/>
            <a:ext cx="1352550" cy="933450"/>
          </a:xfrm>
          <a:prstGeom prst="flowChartDecision">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Vendor</a:t>
            </a:r>
          </a:p>
          <a:p>
            <a:pPr algn="ctr"/>
            <a:r>
              <a:rPr lang="en-US" sz="2000" b="0" i="1">
                <a:latin typeface="Times New Roman" pitchFamily="18" charset="0"/>
              </a:rPr>
              <a:t>Concurs</a:t>
            </a:r>
          </a:p>
        </p:txBody>
      </p:sp>
      <p:sp>
        <p:nvSpPr>
          <p:cNvPr id="409622" name="AutoShape 22"/>
          <p:cNvSpPr>
            <a:spLocks noChangeArrowheads="1"/>
          </p:cNvSpPr>
          <p:nvPr/>
        </p:nvSpPr>
        <p:spPr bwMode="auto">
          <a:xfrm>
            <a:off x="7372350" y="1536700"/>
            <a:ext cx="1352550" cy="933450"/>
          </a:xfrm>
          <a:prstGeom prst="flowChartDecision">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60 Days</a:t>
            </a:r>
          </a:p>
          <a:p>
            <a:pPr algn="ctr"/>
            <a:r>
              <a:rPr lang="en-US" sz="2000" b="0" i="1">
                <a:latin typeface="Times New Roman" pitchFamily="18" charset="0"/>
              </a:rPr>
              <a:t>Pass?</a:t>
            </a:r>
          </a:p>
        </p:txBody>
      </p:sp>
      <p:cxnSp>
        <p:nvCxnSpPr>
          <p:cNvPr id="409623" name="AutoShape 23"/>
          <p:cNvCxnSpPr>
            <a:cxnSpLocks noChangeShapeType="1"/>
            <a:stCxn id="409614" idx="3"/>
            <a:endCxn id="409621" idx="1"/>
          </p:cNvCxnSpPr>
          <p:nvPr/>
        </p:nvCxnSpPr>
        <p:spPr bwMode="auto">
          <a:xfrm>
            <a:off x="7137400" y="3703638"/>
            <a:ext cx="254000" cy="14287"/>
          </a:xfrm>
          <a:prstGeom prst="straightConnector1">
            <a:avLst/>
          </a:prstGeom>
          <a:noFill/>
          <a:ln w="19050">
            <a:solidFill>
              <a:schemeClr val="tx1"/>
            </a:solidFill>
            <a:round/>
            <a:headEnd/>
            <a:tailEnd type="triangle" w="med" len="med"/>
          </a:ln>
          <a:effectLst/>
        </p:spPr>
      </p:cxnSp>
      <p:cxnSp>
        <p:nvCxnSpPr>
          <p:cNvPr id="409624" name="AutoShape 24"/>
          <p:cNvCxnSpPr>
            <a:cxnSpLocks noChangeShapeType="1"/>
            <a:stCxn id="409621" idx="2"/>
            <a:endCxn id="409620" idx="0"/>
          </p:cNvCxnSpPr>
          <p:nvPr/>
        </p:nvCxnSpPr>
        <p:spPr bwMode="auto">
          <a:xfrm flipH="1">
            <a:off x="8064500" y="4184650"/>
            <a:ext cx="3175" cy="882650"/>
          </a:xfrm>
          <a:prstGeom prst="straightConnector1">
            <a:avLst/>
          </a:prstGeom>
          <a:noFill/>
          <a:ln w="19050">
            <a:solidFill>
              <a:schemeClr val="tx1"/>
            </a:solidFill>
            <a:round/>
            <a:headEnd/>
            <a:tailEnd type="triangle" w="med" len="med"/>
          </a:ln>
          <a:effectLst/>
        </p:spPr>
      </p:cxnSp>
      <p:sp>
        <p:nvSpPr>
          <p:cNvPr id="409625" name="Text Box 25"/>
          <p:cNvSpPr txBox="1">
            <a:spLocks noChangeArrowheads="1"/>
          </p:cNvSpPr>
          <p:nvPr/>
        </p:nvSpPr>
        <p:spPr bwMode="auto">
          <a:xfrm>
            <a:off x="7794625" y="4313238"/>
            <a:ext cx="536575" cy="396875"/>
          </a:xfrm>
          <a:prstGeom prst="rect">
            <a:avLst/>
          </a:prstGeom>
          <a:solidFill>
            <a:schemeClr val="bg1">
              <a:alpha val="50000"/>
            </a:schemeClr>
          </a:solidFill>
          <a:ln w="12700">
            <a:noFill/>
            <a:miter lim="800000"/>
            <a:headEnd/>
            <a:tailEnd/>
          </a:ln>
          <a:effectLst/>
        </p:spPr>
        <p:txBody>
          <a:bodyPr wrap="none">
            <a:spAutoFit/>
          </a:bodyPr>
          <a:lstStyle/>
          <a:p>
            <a:r>
              <a:rPr lang="en-US" sz="2000" b="0" i="1">
                <a:latin typeface="Times New Roman" pitchFamily="18" charset="0"/>
              </a:rPr>
              <a:t>Yes</a:t>
            </a:r>
          </a:p>
        </p:txBody>
      </p:sp>
      <p:sp>
        <p:nvSpPr>
          <p:cNvPr id="409626" name="Text Box 26"/>
          <p:cNvSpPr txBox="1">
            <a:spLocks noChangeArrowheads="1"/>
          </p:cNvSpPr>
          <p:nvPr/>
        </p:nvSpPr>
        <p:spPr bwMode="auto">
          <a:xfrm>
            <a:off x="7870825" y="2732088"/>
            <a:ext cx="481013" cy="396875"/>
          </a:xfrm>
          <a:prstGeom prst="rect">
            <a:avLst/>
          </a:prstGeom>
          <a:solidFill>
            <a:schemeClr val="bg1">
              <a:alpha val="50000"/>
            </a:schemeClr>
          </a:solidFill>
          <a:ln w="12700">
            <a:noFill/>
            <a:miter lim="800000"/>
            <a:headEnd/>
            <a:tailEnd/>
          </a:ln>
          <a:effectLst/>
        </p:spPr>
        <p:txBody>
          <a:bodyPr wrap="none">
            <a:spAutoFit/>
          </a:bodyPr>
          <a:lstStyle/>
          <a:p>
            <a:r>
              <a:rPr lang="en-US" sz="2000" b="0" i="1">
                <a:latin typeface="Times New Roman" pitchFamily="18" charset="0"/>
              </a:rPr>
              <a:t>No</a:t>
            </a:r>
          </a:p>
        </p:txBody>
      </p:sp>
      <p:cxnSp>
        <p:nvCxnSpPr>
          <p:cNvPr id="409627" name="AutoShape 27"/>
          <p:cNvCxnSpPr>
            <a:cxnSpLocks noChangeShapeType="1"/>
            <a:stCxn id="409621" idx="0"/>
            <a:endCxn id="409622" idx="2"/>
          </p:cNvCxnSpPr>
          <p:nvPr/>
        </p:nvCxnSpPr>
        <p:spPr bwMode="auto">
          <a:xfrm flipH="1" flipV="1">
            <a:off x="8048625" y="2470150"/>
            <a:ext cx="19050" cy="781050"/>
          </a:xfrm>
          <a:prstGeom prst="straightConnector1">
            <a:avLst/>
          </a:prstGeom>
          <a:noFill/>
          <a:ln w="19050">
            <a:solidFill>
              <a:schemeClr val="tx1"/>
            </a:solidFill>
            <a:round/>
            <a:headEnd/>
            <a:tailEnd type="triangle" w="med" len="med"/>
          </a:ln>
          <a:effectLst/>
        </p:spPr>
      </p:cxnSp>
      <p:sp>
        <p:nvSpPr>
          <p:cNvPr id="409628" name="AutoShape 28"/>
          <p:cNvSpPr>
            <a:spLocks noChangeArrowheads="1"/>
          </p:cNvSpPr>
          <p:nvPr/>
        </p:nvSpPr>
        <p:spPr bwMode="auto">
          <a:xfrm>
            <a:off x="6134100" y="1270000"/>
            <a:ext cx="1028700" cy="685800"/>
          </a:xfrm>
          <a:prstGeom prst="flowChartDocumen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Vendor</a:t>
            </a:r>
          </a:p>
          <a:p>
            <a:pPr algn="ctr"/>
            <a:r>
              <a:rPr lang="en-US" sz="2000" b="0" i="1">
                <a:latin typeface="Times New Roman" pitchFamily="18" charset="0"/>
              </a:rPr>
              <a:t>Correction</a:t>
            </a:r>
          </a:p>
        </p:txBody>
      </p:sp>
      <p:cxnSp>
        <p:nvCxnSpPr>
          <p:cNvPr id="409629" name="AutoShape 29"/>
          <p:cNvCxnSpPr>
            <a:cxnSpLocks noChangeShapeType="1"/>
            <a:stCxn id="409622" idx="3"/>
            <a:endCxn id="409620" idx="3"/>
          </p:cNvCxnSpPr>
          <p:nvPr/>
        </p:nvCxnSpPr>
        <p:spPr bwMode="auto">
          <a:xfrm flipH="1">
            <a:off x="8426450" y="2003425"/>
            <a:ext cx="298450" cy="3529013"/>
          </a:xfrm>
          <a:prstGeom prst="bentConnector3">
            <a:avLst>
              <a:gd name="adj1" fmla="val -76597"/>
            </a:avLst>
          </a:prstGeom>
          <a:noFill/>
          <a:ln w="19050">
            <a:solidFill>
              <a:schemeClr val="tx1"/>
            </a:solidFill>
            <a:miter lim="800000"/>
            <a:headEnd/>
            <a:tailEnd type="triangle" w="med" len="med"/>
          </a:ln>
          <a:effectLst/>
        </p:spPr>
      </p:cxnSp>
      <p:cxnSp>
        <p:nvCxnSpPr>
          <p:cNvPr id="409630" name="AutoShape 30"/>
          <p:cNvCxnSpPr>
            <a:cxnSpLocks noChangeShapeType="1"/>
            <a:stCxn id="409622" idx="0"/>
            <a:endCxn id="409604" idx="0"/>
          </p:cNvCxnSpPr>
          <p:nvPr/>
        </p:nvCxnSpPr>
        <p:spPr bwMode="auto">
          <a:xfrm rot="16200000" flipH="1" flipV="1">
            <a:off x="4722019" y="-1650206"/>
            <a:ext cx="139700" cy="6513512"/>
          </a:xfrm>
          <a:prstGeom prst="bentConnector3">
            <a:avLst>
              <a:gd name="adj1" fmla="val -163634"/>
            </a:avLst>
          </a:prstGeom>
          <a:noFill/>
          <a:ln w="19050">
            <a:solidFill>
              <a:schemeClr val="tx1"/>
            </a:solidFill>
            <a:miter lim="800000"/>
            <a:headEnd/>
            <a:tailEnd type="triangle" w="med" len="med"/>
          </a:ln>
          <a:effectLst/>
        </p:spPr>
      </p:cxnSp>
      <p:sp>
        <p:nvSpPr>
          <p:cNvPr id="409631" name="Text Box 31"/>
          <p:cNvSpPr txBox="1">
            <a:spLocks noChangeArrowheads="1"/>
          </p:cNvSpPr>
          <p:nvPr/>
        </p:nvSpPr>
        <p:spPr bwMode="auto">
          <a:xfrm>
            <a:off x="8118475" y="1074738"/>
            <a:ext cx="481013" cy="396875"/>
          </a:xfrm>
          <a:prstGeom prst="rect">
            <a:avLst/>
          </a:prstGeom>
          <a:solidFill>
            <a:schemeClr val="bg1">
              <a:alpha val="50000"/>
            </a:schemeClr>
          </a:solidFill>
          <a:ln w="12700">
            <a:noFill/>
            <a:miter lim="800000"/>
            <a:headEnd/>
            <a:tailEnd/>
          </a:ln>
          <a:effectLst/>
        </p:spPr>
        <p:txBody>
          <a:bodyPr wrap="none">
            <a:spAutoFit/>
          </a:bodyPr>
          <a:lstStyle/>
          <a:p>
            <a:r>
              <a:rPr lang="en-US" sz="2000" b="0" i="1">
                <a:latin typeface="Times New Roman" pitchFamily="18" charset="0"/>
              </a:rPr>
              <a:t>No</a:t>
            </a:r>
          </a:p>
        </p:txBody>
      </p:sp>
      <p:sp>
        <p:nvSpPr>
          <p:cNvPr id="409632" name="Text Box 32"/>
          <p:cNvSpPr txBox="1">
            <a:spLocks noChangeArrowheads="1"/>
          </p:cNvSpPr>
          <p:nvPr/>
        </p:nvSpPr>
        <p:spPr bwMode="auto">
          <a:xfrm>
            <a:off x="8366125" y="2122488"/>
            <a:ext cx="536575" cy="396875"/>
          </a:xfrm>
          <a:prstGeom prst="rect">
            <a:avLst/>
          </a:prstGeom>
          <a:solidFill>
            <a:schemeClr val="bg1">
              <a:alpha val="50000"/>
            </a:schemeClr>
          </a:solidFill>
          <a:ln w="12700">
            <a:noFill/>
            <a:miter lim="800000"/>
            <a:headEnd/>
            <a:tailEnd/>
          </a:ln>
          <a:effectLst/>
        </p:spPr>
        <p:txBody>
          <a:bodyPr wrap="none">
            <a:spAutoFit/>
          </a:bodyPr>
          <a:lstStyle/>
          <a:p>
            <a:r>
              <a:rPr lang="en-US" sz="2000" b="0" i="1">
                <a:latin typeface="Times New Roman" pitchFamily="18" charset="0"/>
              </a:rPr>
              <a:t>Yes</a:t>
            </a:r>
          </a:p>
        </p:txBody>
      </p:sp>
      <p:sp>
        <p:nvSpPr>
          <p:cNvPr id="409633" name="AutoShape 33"/>
          <p:cNvSpPr>
            <a:spLocks noChangeArrowheads="1"/>
          </p:cNvSpPr>
          <p:nvPr/>
        </p:nvSpPr>
        <p:spPr bwMode="auto">
          <a:xfrm>
            <a:off x="285750" y="5784850"/>
            <a:ext cx="1066800" cy="838200"/>
          </a:xfrm>
          <a:prstGeom prst="flowChartMagneticDisk">
            <a:avLst/>
          </a:prstGeom>
          <a:solidFill>
            <a:srgbClr val="CCECFF"/>
          </a:solidFill>
          <a:ln w="12700">
            <a:solidFill>
              <a:schemeClr val="tx1"/>
            </a:solidFill>
            <a:round/>
            <a:headEnd/>
            <a:tailEnd/>
          </a:ln>
          <a:effectLst/>
        </p:spPr>
        <p:txBody>
          <a:bodyPr wrap="none" anchor="ctr"/>
          <a:lstStyle/>
          <a:p>
            <a:pPr algn="ctr"/>
            <a:r>
              <a:rPr lang="en-US" sz="1800" b="0" i="1">
                <a:latin typeface="Times New Roman" pitchFamily="18" charset="0"/>
              </a:rPr>
              <a:t>Update</a:t>
            </a:r>
          </a:p>
          <a:p>
            <a:pPr algn="ctr"/>
            <a:r>
              <a:rPr lang="en-US" sz="1800" b="0" i="1">
                <a:latin typeface="Times New Roman" pitchFamily="18" charset="0"/>
              </a:rPr>
              <a:t>Product</a:t>
            </a:r>
          </a:p>
          <a:p>
            <a:pPr algn="ctr"/>
            <a:r>
              <a:rPr lang="en-US" sz="1800" b="0" i="1">
                <a:latin typeface="Times New Roman" pitchFamily="18" charset="0"/>
              </a:rPr>
              <a:t>Directory</a:t>
            </a:r>
          </a:p>
        </p:txBody>
      </p:sp>
      <p:cxnSp>
        <p:nvCxnSpPr>
          <p:cNvPr id="409634" name="AutoShape 34"/>
          <p:cNvCxnSpPr>
            <a:cxnSpLocks noChangeShapeType="1"/>
            <a:stCxn id="409620" idx="1"/>
            <a:endCxn id="409633" idx="4"/>
          </p:cNvCxnSpPr>
          <p:nvPr/>
        </p:nvCxnSpPr>
        <p:spPr bwMode="auto">
          <a:xfrm rot="10800000" flipV="1">
            <a:off x="1352550" y="5532438"/>
            <a:ext cx="6165850" cy="671512"/>
          </a:xfrm>
          <a:prstGeom prst="bentConnector3">
            <a:avLst>
              <a:gd name="adj1" fmla="val 11685"/>
            </a:avLst>
          </a:prstGeom>
          <a:noFill/>
          <a:ln w="19050">
            <a:solidFill>
              <a:schemeClr val="tx1"/>
            </a:solidFill>
            <a:miter lim="800000"/>
            <a:headEnd/>
            <a:tailEnd type="triangle" w="med" len="med"/>
          </a:ln>
          <a:effectLst/>
        </p:spPr>
      </p:cxnSp>
      <p:sp>
        <p:nvSpPr>
          <p:cNvPr id="409635" name="Text Box 35"/>
          <p:cNvSpPr txBox="1">
            <a:spLocks noChangeArrowheads="1"/>
          </p:cNvSpPr>
          <p:nvPr/>
        </p:nvSpPr>
        <p:spPr bwMode="auto">
          <a:xfrm>
            <a:off x="2289175" y="1798638"/>
            <a:ext cx="915988" cy="1006475"/>
          </a:xfrm>
          <a:prstGeom prst="rect">
            <a:avLst/>
          </a:prstGeom>
          <a:solidFill>
            <a:schemeClr val="bg1">
              <a:alpha val="50000"/>
            </a:schemeClr>
          </a:solidFill>
          <a:ln w="12700">
            <a:noFill/>
            <a:miter lim="800000"/>
            <a:headEnd/>
            <a:tailEnd/>
          </a:ln>
          <a:effectLst/>
        </p:spPr>
        <p:txBody>
          <a:bodyPr wrap="none">
            <a:spAutoFit/>
          </a:bodyPr>
          <a:lstStyle/>
          <a:p>
            <a:r>
              <a:rPr lang="en-US" sz="2000" b="0" i="1">
                <a:latin typeface="Times New Roman" pitchFamily="18" charset="0"/>
              </a:rPr>
              <a:t>Send</a:t>
            </a:r>
          </a:p>
          <a:p>
            <a:r>
              <a:rPr lang="en-US" sz="2000" b="0" i="1">
                <a:latin typeface="Times New Roman" pitchFamily="18" charset="0"/>
              </a:rPr>
              <a:t>to 3rd</a:t>
            </a:r>
          </a:p>
          <a:p>
            <a:r>
              <a:rPr lang="en-US" sz="2000" b="0" i="1">
                <a:latin typeface="Times New Roman" pitchFamily="18" charset="0"/>
              </a:rPr>
              <a:t>Parties</a:t>
            </a:r>
          </a:p>
        </p:txBody>
      </p:sp>
      <p:cxnSp>
        <p:nvCxnSpPr>
          <p:cNvPr id="409636" name="AutoShape 36"/>
          <p:cNvCxnSpPr>
            <a:cxnSpLocks noChangeShapeType="1"/>
            <a:stCxn id="409607" idx="3"/>
            <a:endCxn id="409638" idx="1"/>
          </p:cNvCxnSpPr>
          <p:nvPr/>
        </p:nvCxnSpPr>
        <p:spPr bwMode="auto">
          <a:xfrm flipV="1">
            <a:off x="2971800" y="4384675"/>
            <a:ext cx="781050" cy="885825"/>
          </a:xfrm>
          <a:prstGeom prst="bentConnector3">
            <a:avLst>
              <a:gd name="adj1" fmla="val 50000"/>
            </a:avLst>
          </a:prstGeom>
          <a:noFill/>
          <a:ln w="19050">
            <a:solidFill>
              <a:schemeClr val="tx1"/>
            </a:solidFill>
            <a:miter lim="800000"/>
            <a:headEnd/>
            <a:tailEnd type="triangle" w="med" len="med"/>
          </a:ln>
          <a:effectLst/>
        </p:spPr>
      </p:cxnSp>
      <p:cxnSp>
        <p:nvCxnSpPr>
          <p:cNvPr id="409637" name="AutoShape 37"/>
          <p:cNvCxnSpPr>
            <a:cxnSpLocks noChangeShapeType="1"/>
            <a:stCxn id="409638" idx="2"/>
            <a:endCxn id="409613" idx="0"/>
          </p:cNvCxnSpPr>
          <p:nvPr/>
        </p:nvCxnSpPr>
        <p:spPr bwMode="auto">
          <a:xfrm rot="16200000" flipH="1">
            <a:off x="4339431" y="4907757"/>
            <a:ext cx="350837" cy="133350"/>
          </a:xfrm>
          <a:prstGeom prst="bentConnector3">
            <a:avLst>
              <a:gd name="adj1" fmla="val 57468"/>
            </a:avLst>
          </a:prstGeom>
          <a:noFill/>
          <a:ln w="19050">
            <a:solidFill>
              <a:schemeClr val="tx1"/>
            </a:solidFill>
            <a:miter lim="800000"/>
            <a:headEnd/>
            <a:tailEnd type="triangle" w="med" len="med"/>
          </a:ln>
          <a:effectLst/>
        </p:spPr>
      </p:cxnSp>
      <p:sp>
        <p:nvSpPr>
          <p:cNvPr id="409638" name="AutoShape 38"/>
          <p:cNvSpPr>
            <a:spLocks noChangeArrowheads="1"/>
          </p:cNvSpPr>
          <p:nvPr/>
        </p:nvSpPr>
        <p:spPr bwMode="auto">
          <a:xfrm>
            <a:off x="3752850" y="3917950"/>
            <a:ext cx="1390650" cy="933450"/>
          </a:xfrm>
          <a:prstGeom prst="flowChartDocumen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3rd Party</a:t>
            </a:r>
          </a:p>
          <a:p>
            <a:pPr algn="ctr"/>
            <a:r>
              <a:rPr lang="en-US" sz="2000" b="0" i="1">
                <a:latin typeface="Times New Roman" pitchFamily="18" charset="0"/>
              </a:rPr>
              <a:t>Product</a:t>
            </a:r>
          </a:p>
          <a:p>
            <a:pPr algn="ctr"/>
            <a:r>
              <a:rPr lang="en-US" sz="2000" b="0" i="1">
                <a:latin typeface="Times New Roman" pitchFamily="18" charset="0"/>
              </a:rPr>
              <a:t>Statement</a:t>
            </a:r>
          </a:p>
        </p:txBody>
      </p:sp>
      <p:sp>
        <p:nvSpPr>
          <p:cNvPr id="409639" name="AutoShape 39"/>
          <p:cNvSpPr>
            <a:spLocks noChangeArrowheads="1"/>
          </p:cNvSpPr>
          <p:nvPr/>
        </p:nvSpPr>
        <p:spPr bwMode="auto">
          <a:xfrm>
            <a:off x="0" y="4356100"/>
            <a:ext cx="1257300" cy="1009650"/>
          </a:xfrm>
          <a:prstGeom prst="flowChartDisplay">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Send</a:t>
            </a:r>
          </a:p>
          <a:p>
            <a:pPr algn="ctr"/>
            <a:r>
              <a:rPr lang="en-US" sz="2000" b="0" i="1">
                <a:latin typeface="Times New Roman" pitchFamily="18" charset="0"/>
              </a:rPr>
              <a:t>Message to </a:t>
            </a:r>
          </a:p>
          <a:p>
            <a:pPr algn="ctr"/>
            <a:r>
              <a:rPr lang="en-US" sz="2000" b="0" i="1">
                <a:latin typeface="Times New Roman" pitchFamily="18" charset="0"/>
              </a:rPr>
              <a:t>Subscribers</a:t>
            </a:r>
          </a:p>
        </p:txBody>
      </p:sp>
      <p:cxnSp>
        <p:nvCxnSpPr>
          <p:cNvPr id="409640" name="AutoShape 40"/>
          <p:cNvCxnSpPr>
            <a:cxnSpLocks noChangeShapeType="1"/>
            <a:stCxn id="409633" idx="1"/>
            <a:endCxn id="409639" idx="2"/>
          </p:cNvCxnSpPr>
          <p:nvPr/>
        </p:nvCxnSpPr>
        <p:spPr bwMode="auto">
          <a:xfrm flipH="1" flipV="1">
            <a:off x="628650" y="5365750"/>
            <a:ext cx="190500" cy="419100"/>
          </a:xfrm>
          <a:prstGeom prst="straightConnector1">
            <a:avLst/>
          </a:prstGeom>
          <a:noFill/>
          <a:ln w="12700">
            <a:solidFill>
              <a:schemeClr val="tx1"/>
            </a:solidFill>
            <a:round/>
            <a:headEnd/>
            <a:tailEnd type="triangle" w="med" len="med"/>
          </a:ln>
          <a:effectLst/>
        </p:spPr>
      </p:cxnSp>
      <p:sp>
        <p:nvSpPr>
          <p:cNvPr id="409641" name="Oval 41"/>
          <p:cNvSpPr>
            <a:spLocks noChangeArrowheads="1"/>
          </p:cNvSpPr>
          <p:nvPr/>
        </p:nvSpPr>
        <p:spPr bwMode="auto">
          <a:xfrm>
            <a:off x="6375400" y="4527550"/>
            <a:ext cx="863600" cy="850900"/>
          </a:xfrm>
          <a:prstGeom prst="ellipse">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Interop</a:t>
            </a:r>
          </a:p>
          <a:p>
            <a:pPr algn="ctr"/>
            <a:r>
              <a:rPr lang="en-US" sz="2000" b="0" i="1">
                <a:latin typeface="Times New Roman" pitchFamily="18" charset="0"/>
              </a:rPr>
              <a:t>Validation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2"/>
          <p:cNvSpPr>
            <a:spLocks noGrp="1"/>
          </p:cNvSpPr>
          <p:nvPr>
            <p:ph type="sldNum" sz="quarter" idx="10"/>
          </p:nvPr>
        </p:nvSpPr>
        <p:spPr/>
        <p:txBody>
          <a:bodyPr/>
          <a:lstStyle/>
          <a:p>
            <a:fld id="{C3291D0F-6064-4C40-A25C-6BA7F698DB30}" type="slidenum">
              <a:rPr lang="en-US"/>
              <a:pPr/>
              <a:t>32</a:t>
            </a:fld>
            <a:endParaRPr lang="en-US"/>
          </a:p>
        </p:txBody>
      </p:sp>
      <p:sp>
        <p:nvSpPr>
          <p:cNvPr id="410626" name="Rectangle 2"/>
          <p:cNvSpPr>
            <a:spLocks noGrp="1" noChangeArrowheads="1"/>
          </p:cNvSpPr>
          <p:nvPr>
            <p:ph type="title"/>
          </p:nvPr>
        </p:nvSpPr>
        <p:spPr>
          <a:xfrm>
            <a:off x="800100" y="0"/>
            <a:ext cx="7772400" cy="1143000"/>
          </a:xfrm>
        </p:spPr>
        <p:txBody>
          <a:bodyPr/>
          <a:lstStyle/>
          <a:p>
            <a:r>
              <a:rPr lang="en-US" sz="1800"/>
              <a:t>Interoperability Validation Process</a:t>
            </a:r>
            <a:br>
              <a:rPr lang="en-US" sz="1800"/>
            </a:br>
            <a:r>
              <a:rPr lang="en-US" sz="1200" i="1"/>
              <a:t>Industry validates Vendor Interworking Statements</a:t>
            </a:r>
            <a:endParaRPr lang="en-US" sz="1800"/>
          </a:p>
        </p:txBody>
      </p:sp>
      <p:sp>
        <p:nvSpPr>
          <p:cNvPr id="410627" name="Rectangle 3"/>
          <p:cNvSpPr>
            <a:spLocks noChangeArrowheads="1"/>
          </p:cNvSpPr>
          <p:nvPr/>
        </p:nvSpPr>
        <p:spPr bwMode="auto">
          <a:xfrm>
            <a:off x="254000" y="15240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Select</a:t>
            </a:r>
          </a:p>
          <a:p>
            <a:pPr algn="ctr"/>
            <a:r>
              <a:rPr lang="en-US" sz="2000" b="0" i="1">
                <a:latin typeface="Times New Roman" pitchFamily="18" charset="0"/>
              </a:rPr>
              <a:t>Products</a:t>
            </a:r>
          </a:p>
          <a:p>
            <a:pPr algn="ctr"/>
            <a:r>
              <a:rPr lang="en-US" sz="2000" b="0" i="1">
                <a:latin typeface="Times New Roman" pitchFamily="18" charset="0"/>
              </a:rPr>
              <a:t>Tested</a:t>
            </a:r>
          </a:p>
        </p:txBody>
      </p:sp>
      <p:sp>
        <p:nvSpPr>
          <p:cNvPr id="410628" name="Rectangle 4"/>
          <p:cNvSpPr>
            <a:spLocks noChangeArrowheads="1"/>
          </p:cNvSpPr>
          <p:nvPr/>
        </p:nvSpPr>
        <p:spPr bwMode="auto">
          <a:xfrm>
            <a:off x="2298700" y="15875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Show Current</a:t>
            </a:r>
          </a:p>
          <a:p>
            <a:pPr algn="ctr"/>
            <a:r>
              <a:rPr lang="en-US" sz="2000" b="0" i="1">
                <a:latin typeface="Times New Roman" pitchFamily="18" charset="0"/>
              </a:rPr>
              <a:t>Product</a:t>
            </a:r>
          </a:p>
          <a:p>
            <a:pPr algn="ctr"/>
            <a:r>
              <a:rPr lang="en-US" sz="2000" b="0" i="1">
                <a:latin typeface="Times New Roman" pitchFamily="18" charset="0"/>
              </a:rPr>
              <a:t>Connections &amp;</a:t>
            </a:r>
          </a:p>
          <a:p>
            <a:pPr algn="ctr"/>
            <a:r>
              <a:rPr lang="en-US" sz="2000" b="0" i="1">
                <a:latin typeface="Times New Roman" pitchFamily="18" charset="0"/>
              </a:rPr>
              <a:t>Functions</a:t>
            </a:r>
          </a:p>
        </p:txBody>
      </p:sp>
      <p:sp>
        <p:nvSpPr>
          <p:cNvPr id="410629" name="Rectangle 5"/>
          <p:cNvSpPr>
            <a:spLocks noChangeArrowheads="1"/>
          </p:cNvSpPr>
          <p:nvPr/>
        </p:nvSpPr>
        <p:spPr bwMode="auto">
          <a:xfrm>
            <a:off x="4000500" y="32512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Confirm </a:t>
            </a:r>
          </a:p>
          <a:p>
            <a:pPr algn="ctr"/>
            <a:r>
              <a:rPr lang="en-US" sz="2000" b="0" i="1">
                <a:latin typeface="Times New Roman" pitchFamily="18" charset="0"/>
              </a:rPr>
              <a:t>Connections</a:t>
            </a:r>
          </a:p>
        </p:txBody>
      </p:sp>
      <p:sp>
        <p:nvSpPr>
          <p:cNvPr id="410630" name="AutoShape 6"/>
          <p:cNvSpPr>
            <a:spLocks noChangeArrowheads="1"/>
          </p:cNvSpPr>
          <p:nvPr/>
        </p:nvSpPr>
        <p:spPr bwMode="auto">
          <a:xfrm>
            <a:off x="4203700" y="1574800"/>
            <a:ext cx="1214438" cy="1214438"/>
          </a:xfrm>
          <a:prstGeom prst="diamond">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Existing</a:t>
            </a:r>
          </a:p>
          <a:p>
            <a:pPr algn="ctr"/>
            <a:r>
              <a:rPr lang="en-US" sz="2000" b="0" i="1">
                <a:latin typeface="Times New Roman" pitchFamily="18" charset="0"/>
              </a:rPr>
              <a:t>Links</a:t>
            </a:r>
          </a:p>
          <a:p>
            <a:pPr algn="ctr"/>
            <a:r>
              <a:rPr lang="en-US" sz="2000" b="0" i="1">
                <a:latin typeface="Times New Roman" pitchFamily="18" charset="0"/>
              </a:rPr>
              <a:t>?</a:t>
            </a:r>
          </a:p>
        </p:txBody>
      </p:sp>
      <p:sp>
        <p:nvSpPr>
          <p:cNvPr id="410631" name="Rectangle 7"/>
          <p:cNvSpPr>
            <a:spLocks noChangeArrowheads="1"/>
          </p:cNvSpPr>
          <p:nvPr/>
        </p:nvSpPr>
        <p:spPr bwMode="auto">
          <a:xfrm>
            <a:off x="6096000" y="16383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Create new</a:t>
            </a:r>
          </a:p>
          <a:p>
            <a:pPr algn="ctr"/>
            <a:r>
              <a:rPr lang="en-US" sz="2000" b="0" i="1">
                <a:latin typeface="Times New Roman" pitchFamily="18" charset="0"/>
              </a:rPr>
              <a:t>Connection &amp;</a:t>
            </a:r>
          </a:p>
          <a:p>
            <a:pPr algn="ctr"/>
            <a:r>
              <a:rPr lang="en-US" sz="2000" b="0" i="1">
                <a:latin typeface="Times New Roman" pitchFamily="18" charset="0"/>
              </a:rPr>
              <a:t>Component</a:t>
            </a:r>
          </a:p>
        </p:txBody>
      </p:sp>
      <p:sp>
        <p:nvSpPr>
          <p:cNvPr id="410632" name="Rectangle 8"/>
          <p:cNvSpPr>
            <a:spLocks noChangeArrowheads="1"/>
          </p:cNvSpPr>
          <p:nvPr/>
        </p:nvSpPr>
        <p:spPr bwMode="auto">
          <a:xfrm>
            <a:off x="2298700" y="33401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Vendor Interop.</a:t>
            </a:r>
          </a:p>
          <a:p>
            <a:pPr algn="ctr"/>
            <a:r>
              <a:rPr lang="en-US" sz="2000" b="0" i="1">
                <a:latin typeface="Times New Roman" pitchFamily="18" charset="0"/>
              </a:rPr>
              <a:t>Submissions</a:t>
            </a:r>
          </a:p>
        </p:txBody>
      </p:sp>
      <p:cxnSp>
        <p:nvCxnSpPr>
          <p:cNvPr id="410633" name="AutoShape 9"/>
          <p:cNvCxnSpPr>
            <a:cxnSpLocks noChangeShapeType="1"/>
            <a:stCxn id="410627" idx="3"/>
            <a:endCxn id="410628" idx="1"/>
          </p:cNvCxnSpPr>
          <p:nvPr/>
        </p:nvCxnSpPr>
        <p:spPr bwMode="auto">
          <a:xfrm>
            <a:off x="1530350" y="2016125"/>
            <a:ext cx="768350" cy="63500"/>
          </a:xfrm>
          <a:prstGeom prst="bentConnector3">
            <a:avLst>
              <a:gd name="adj1" fmla="val 50000"/>
            </a:avLst>
          </a:prstGeom>
          <a:noFill/>
          <a:ln w="12700">
            <a:solidFill>
              <a:schemeClr val="tx1"/>
            </a:solidFill>
            <a:miter lim="800000"/>
            <a:headEnd/>
            <a:tailEnd type="triangle" w="med" len="med"/>
          </a:ln>
          <a:effectLst/>
        </p:spPr>
      </p:cxnSp>
      <p:cxnSp>
        <p:nvCxnSpPr>
          <p:cNvPr id="410634" name="AutoShape 10"/>
          <p:cNvCxnSpPr>
            <a:cxnSpLocks noChangeShapeType="1"/>
            <a:stCxn id="410632" idx="0"/>
            <a:endCxn id="410628" idx="2"/>
          </p:cNvCxnSpPr>
          <p:nvPr/>
        </p:nvCxnSpPr>
        <p:spPr bwMode="auto">
          <a:xfrm rot="16200000">
            <a:off x="2552700" y="2955925"/>
            <a:ext cx="768350" cy="0"/>
          </a:xfrm>
          <a:prstGeom prst="straightConnector1">
            <a:avLst/>
          </a:prstGeom>
          <a:noFill/>
          <a:ln w="12700">
            <a:solidFill>
              <a:schemeClr val="tx1"/>
            </a:solidFill>
            <a:round/>
            <a:headEnd/>
            <a:tailEnd type="triangle" w="med" len="med"/>
          </a:ln>
          <a:effectLst/>
        </p:spPr>
      </p:cxnSp>
      <p:cxnSp>
        <p:nvCxnSpPr>
          <p:cNvPr id="410635" name="AutoShape 11"/>
          <p:cNvCxnSpPr>
            <a:cxnSpLocks noChangeShapeType="1"/>
            <a:stCxn id="410628" idx="3"/>
            <a:endCxn id="410630" idx="1"/>
          </p:cNvCxnSpPr>
          <p:nvPr/>
        </p:nvCxnSpPr>
        <p:spPr bwMode="auto">
          <a:xfrm>
            <a:off x="3575050" y="2079625"/>
            <a:ext cx="628650" cy="103188"/>
          </a:xfrm>
          <a:prstGeom prst="bentConnector3">
            <a:avLst>
              <a:gd name="adj1" fmla="val 50000"/>
            </a:avLst>
          </a:prstGeom>
          <a:noFill/>
          <a:ln w="12700">
            <a:solidFill>
              <a:schemeClr val="tx1"/>
            </a:solidFill>
            <a:miter lim="800000"/>
            <a:headEnd/>
            <a:tailEnd type="triangle" w="med" len="med"/>
          </a:ln>
          <a:effectLst/>
        </p:spPr>
      </p:cxnSp>
      <p:cxnSp>
        <p:nvCxnSpPr>
          <p:cNvPr id="410636" name="AutoShape 12"/>
          <p:cNvCxnSpPr>
            <a:cxnSpLocks noChangeShapeType="1"/>
            <a:stCxn id="410630" idx="3"/>
            <a:endCxn id="410631" idx="1"/>
          </p:cNvCxnSpPr>
          <p:nvPr/>
        </p:nvCxnSpPr>
        <p:spPr bwMode="auto">
          <a:xfrm flipV="1">
            <a:off x="5418138" y="2130425"/>
            <a:ext cx="677862" cy="52388"/>
          </a:xfrm>
          <a:prstGeom prst="bentConnector3">
            <a:avLst>
              <a:gd name="adj1" fmla="val 49884"/>
            </a:avLst>
          </a:prstGeom>
          <a:noFill/>
          <a:ln w="12700">
            <a:solidFill>
              <a:schemeClr val="tx1"/>
            </a:solidFill>
            <a:miter lim="800000"/>
            <a:headEnd/>
            <a:tailEnd type="triangle" w="med" len="med"/>
          </a:ln>
          <a:effectLst/>
        </p:spPr>
      </p:cxnSp>
      <p:cxnSp>
        <p:nvCxnSpPr>
          <p:cNvPr id="410637" name="AutoShape 13"/>
          <p:cNvCxnSpPr>
            <a:cxnSpLocks noChangeShapeType="1"/>
            <a:stCxn id="410630" idx="2"/>
            <a:endCxn id="410629" idx="0"/>
          </p:cNvCxnSpPr>
          <p:nvPr/>
        </p:nvCxnSpPr>
        <p:spPr bwMode="auto">
          <a:xfrm rot="5400000">
            <a:off x="4494213" y="2933700"/>
            <a:ext cx="461962" cy="173038"/>
          </a:xfrm>
          <a:prstGeom prst="bentConnector3">
            <a:avLst>
              <a:gd name="adj1" fmla="val 49829"/>
            </a:avLst>
          </a:prstGeom>
          <a:noFill/>
          <a:ln w="12700">
            <a:solidFill>
              <a:schemeClr val="tx1"/>
            </a:solidFill>
            <a:miter lim="800000"/>
            <a:headEnd/>
            <a:tailEnd type="triangle" w="med" len="med"/>
          </a:ln>
          <a:effectLst/>
        </p:spPr>
      </p:cxnSp>
      <p:sp>
        <p:nvSpPr>
          <p:cNvPr id="410638" name="Rectangle 14"/>
          <p:cNvSpPr>
            <a:spLocks noChangeArrowheads="1"/>
          </p:cNvSpPr>
          <p:nvPr/>
        </p:nvSpPr>
        <p:spPr bwMode="auto">
          <a:xfrm>
            <a:off x="5308600" y="32512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Confirm </a:t>
            </a:r>
          </a:p>
          <a:p>
            <a:pPr algn="ctr"/>
            <a:r>
              <a:rPr lang="en-US" sz="2000" b="0" i="1">
                <a:latin typeface="Times New Roman" pitchFamily="18" charset="0"/>
              </a:rPr>
              <a:t>Product</a:t>
            </a:r>
          </a:p>
          <a:p>
            <a:pPr algn="ctr"/>
            <a:r>
              <a:rPr lang="en-US" sz="2000" b="0" i="1">
                <a:latin typeface="Times New Roman" pitchFamily="18" charset="0"/>
              </a:rPr>
              <a:t>Functions</a:t>
            </a:r>
          </a:p>
        </p:txBody>
      </p:sp>
      <p:sp>
        <p:nvSpPr>
          <p:cNvPr id="410639" name="Rectangle 15"/>
          <p:cNvSpPr>
            <a:spLocks noChangeArrowheads="1"/>
          </p:cNvSpPr>
          <p:nvPr/>
        </p:nvSpPr>
        <p:spPr bwMode="auto">
          <a:xfrm>
            <a:off x="6286500" y="4800600"/>
            <a:ext cx="1276350" cy="984250"/>
          </a:xfrm>
          <a:prstGeom prst="rect">
            <a:avLst/>
          </a:prstGeom>
          <a:solidFill>
            <a:srgbClr val="CCECFF"/>
          </a:solidFill>
          <a:ln w="12700">
            <a:solidFill>
              <a:schemeClr val="tx1"/>
            </a:solidFill>
            <a:miter lim="800000"/>
            <a:headEnd/>
            <a:tailEnd/>
          </a:ln>
          <a:effectLst/>
        </p:spPr>
        <p:txBody>
          <a:bodyPr wrap="none" anchor="ctr"/>
          <a:lstStyle/>
          <a:p>
            <a:pPr algn="ctr"/>
            <a:r>
              <a:rPr lang="en-US" sz="2000" b="0" i="1">
                <a:latin typeface="Times New Roman" pitchFamily="18" charset="0"/>
              </a:rPr>
              <a:t>Determine</a:t>
            </a:r>
          </a:p>
          <a:p>
            <a:pPr algn="ctr"/>
            <a:r>
              <a:rPr lang="en-US" sz="2000" b="0" i="1">
                <a:latin typeface="Times New Roman" pitchFamily="18" charset="0"/>
              </a:rPr>
              <a:t>Level of Effort</a:t>
            </a:r>
          </a:p>
          <a:p>
            <a:pPr algn="ctr"/>
            <a:r>
              <a:rPr lang="en-US" sz="2000" b="0" i="1">
                <a:latin typeface="Times New Roman" pitchFamily="18" charset="0"/>
              </a:rPr>
              <a:t>&amp; Interop.</a:t>
            </a:r>
          </a:p>
        </p:txBody>
      </p:sp>
      <p:cxnSp>
        <p:nvCxnSpPr>
          <p:cNvPr id="410640" name="AutoShape 16"/>
          <p:cNvCxnSpPr>
            <a:cxnSpLocks noChangeShapeType="1"/>
            <a:stCxn id="410630" idx="2"/>
            <a:endCxn id="410638" idx="0"/>
          </p:cNvCxnSpPr>
          <p:nvPr/>
        </p:nvCxnSpPr>
        <p:spPr bwMode="auto">
          <a:xfrm rot="16200000" flipH="1">
            <a:off x="5148263" y="2452688"/>
            <a:ext cx="461962" cy="1135062"/>
          </a:xfrm>
          <a:prstGeom prst="bentConnector3">
            <a:avLst>
              <a:gd name="adj1" fmla="val 49829"/>
            </a:avLst>
          </a:prstGeom>
          <a:noFill/>
          <a:ln w="12700">
            <a:solidFill>
              <a:schemeClr val="tx1"/>
            </a:solidFill>
            <a:miter lim="800000"/>
            <a:headEnd/>
            <a:tailEnd type="triangle" w="med" len="med"/>
          </a:ln>
          <a:effectLst/>
        </p:spPr>
      </p:cxnSp>
      <p:sp>
        <p:nvSpPr>
          <p:cNvPr id="410641" name="AutoShape 17"/>
          <p:cNvSpPr>
            <a:spLocks noChangeArrowheads="1"/>
          </p:cNvSpPr>
          <p:nvPr/>
        </p:nvSpPr>
        <p:spPr bwMode="auto">
          <a:xfrm>
            <a:off x="8191500" y="1714500"/>
            <a:ext cx="952500" cy="914400"/>
          </a:xfrm>
          <a:prstGeom prst="flowChartConnector">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Create</a:t>
            </a:r>
          </a:p>
          <a:p>
            <a:pPr algn="ctr"/>
            <a:r>
              <a:rPr lang="en-US" sz="2000" b="0" i="1">
                <a:latin typeface="Times New Roman" pitchFamily="18" charset="0"/>
              </a:rPr>
              <a:t>Product</a:t>
            </a:r>
          </a:p>
        </p:txBody>
      </p:sp>
      <p:cxnSp>
        <p:nvCxnSpPr>
          <p:cNvPr id="410642" name="AutoShape 18"/>
          <p:cNvCxnSpPr>
            <a:cxnSpLocks noChangeShapeType="1"/>
            <a:stCxn id="410631" idx="3"/>
            <a:endCxn id="410641" idx="2"/>
          </p:cNvCxnSpPr>
          <p:nvPr/>
        </p:nvCxnSpPr>
        <p:spPr bwMode="auto">
          <a:xfrm>
            <a:off x="7372350" y="2130425"/>
            <a:ext cx="819150" cy="41275"/>
          </a:xfrm>
          <a:prstGeom prst="bentConnector3">
            <a:avLst>
              <a:gd name="adj1" fmla="val 50000"/>
            </a:avLst>
          </a:prstGeom>
          <a:noFill/>
          <a:ln w="12700">
            <a:solidFill>
              <a:schemeClr val="tx1"/>
            </a:solidFill>
            <a:miter lim="800000"/>
            <a:headEnd/>
            <a:tailEnd type="triangle" w="med" len="med"/>
          </a:ln>
          <a:effectLst/>
        </p:spPr>
      </p:cxnSp>
      <p:cxnSp>
        <p:nvCxnSpPr>
          <p:cNvPr id="410643" name="AutoShape 19"/>
          <p:cNvCxnSpPr>
            <a:cxnSpLocks noChangeShapeType="1"/>
            <a:stCxn id="410641" idx="3"/>
            <a:endCxn id="410639" idx="0"/>
          </p:cNvCxnSpPr>
          <p:nvPr/>
        </p:nvCxnSpPr>
        <p:spPr bwMode="auto">
          <a:xfrm rot="5400000">
            <a:off x="6475413" y="2944812"/>
            <a:ext cx="2305050" cy="1406525"/>
          </a:xfrm>
          <a:prstGeom prst="bentConnector3">
            <a:avLst>
              <a:gd name="adj1" fmla="val 52894"/>
            </a:avLst>
          </a:prstGeom>
          <a:noFill/>
          <a:ln w="12700">
            <a:solidFill>
              <a:schemeClr val="tx1"/>
            </a:solidFill>
            <a:miter lim="800000"/>
            <a:headEnd/>
            <a:tailEnd type="triangle" w="med" len="med"/>
          </a:ln>
          <a:effectLst/>
        </p:spPr>
      </p:cxnSp>
      <p:cxnSp>
        <p:nvCxnSpPr>
          <p:cNvPr id="410644" name="AutoShape 20"/>
          <p:cNvCxnSpPr>
            <a:cxnSpLocks noChangeShapeType="1"/>
            <a:stCxn id="410629" idx="2"/>
            <a:endCxn id="410639" idx="0"/>
          </p:cNvCxnSpPr>
          <p:nvPr/>
        </p:nvCxnSpPr>
        <p:spPr bwMode="auto">
          <a:xfrm rot="16200000" flipH="1">
            <a:off x="5499100" y="3375025"/>
            <a:ext cx="565150" cy="2286000"/>
          </a:xfrm>
          <a:prstGeom prst="bentConnector3">
            <a:avLst>
              <a:gd name="adj1" fmla="val 50000"/>
            </a:avLst>
          </a:prstGeom>
          <a:noFill/>
          <a:ln w="12700">
            <a:solidFill>
              <a:schemeClr val="tx1"/>
            </a:solidFill>
            <a:miter lim="800000"/>
            <a:headEnd/>
            <a:tailEnd type="triangle" w="med" len="med"/>
          </a:ln>
          <a:effectLst/>
        </p:spPr>
      </p:cxnSp>
      <p:sp>
        <p:nvSpPr>
          <p:cNvPr id="410645" name="AutoShape 21"/>
          <p:cNvSpPr>
            <a:spLocks noChangeArrowheads="1"/>
          </p:cNvSpPr>
          <p:nvPr/>
        </p:nvSpPr>
        <p:spPr bwMode="auto">
          <a:xfrm>
            <a:off x="3581400" y="4927600"/>
            <a:ext cx="952500" cy="914400"/>
          </a:xfrm>
          <a:prstGeom prst="flowChartConnector">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C4ISR</a:t>
            </a:r>
          </a:p>
          <a:p>
            <a:pPr algn="ctr"/>
            <a:r>
              <a:rPr lang="en-US" sz="2000" b="0" i="1">
                <a:latin typeface="Times New Roman" pitchFamily="18" charset="0"/>
              </a:rPr>
              <a:t>Attrib.</a:t>
            </a:r>
          </a:p>
        </p:txBody>
      </p:sp>
      <p:cxnSp>
        <p:nvCxnSpPr>
          <p:cNvPr id="410646" name="AutoShape 22"/>
          <p:cNvCxnSpPr>
            <a:cxnSpLocks noChangeShapeType="1"/>
            <a:stCxn id="410645" idx="6"/>
            <a:endCxn id="410639" idx="1"/>
          </p:cNvCxnSpPr>
          <p:nvPr/>
        </p:nvCxnSpPr>
        <p:spPr bwMode="auto">
          <a:xfrm flipV="1">
            <a:off x="4533900" y="5292725"/>
            <a:ext cx="1752600" cy="92075"/>
          </a:xfrm>
          <a:prstGeom prst="bentConnector3">
            <a:avLst>
              <a:gd name="adj1" fmla="val 50000"/>
            </a:avLst>
          </a:prstGeom>
          <a:noFill/>
          <a:ln w="12700">
            <a:solidFill>
              <a:schemeClr val="tx1"/>
            </a:solidFill>
            <a:miter lim="800000"/>
            <a:headEnd/>
            <a:tailEnd type="triangle" w="med" len="med"/>
          </a:ln>
          <a:effectLst/>
        </p:spPr>
      </p:cxnSp>
      <p:sp>
        <p:nvSpPr>
          <p:cNvPr id="410647" name="AutoShape 23"/>
          <p:cNvSpPr>
            <a:spLocks noChangeArrowheads="1"/>
          </p:cNvSpPr>
          <p:nvPr/>
        </p:nvSpPr>
        <p:spPr bwMode="auto">
          <a:xfrm>
            <a:off x="8026400" y="5397500"/>
            <a:ext cx="1117600" cy="990600"/>
          </a:xfrm>
          <a:prstGeom prst="flowChartMagneticDisk">
            <a:avLst/>
          </a:prstGeom>
          <a:solidFill>
            <a:srgbClr val="CCECFF"/>
          </a:solidFill>
          <a:ln w="12700">
            <a:solidFill>
              <a:schemeClr val="tx1"/>
            </a:solidFill>
            <a:round/>
            <a:headEnd/>
            <a:tailEnd/>
          </a:ln>
          <a:effectLst/>
        </p:spPr>
        <p:txBody>
          <a:bodyPr wrap="none" anchor="ctr"/>
          <a:lstStyle/>
          <a:p>
            <a:pPr algn="ctr"/>
            <a:r>
              <a:rPr lang="en-US" sz="2000" b="0" i="1">
                <a:latin typeface="Times New Roman" pitchFamily="18" charset="0"/>
              </a:rPr>
              <a:t>Update</a:t>
            </a:r>
          </a:p>
          <a:p>
            <a:pPr algn="ctr"/>
            <a:r>
              <a:rPr lang="en-US" sz="2000" b="0" i="1">
                <a:latin typeface="Times New Roman" pitchFamily="18" charset="0"/>
              </a:rPr>
              <a:t>IC</a:t>
            </a:r>
          </a:p>
        </p:txBody>
      </p:sp>
      <p:cxnSp>
        <p:nvCxnSpPr>
          <p:cNvPr id="410648" name="AutoShape 24"/>
          <p:cNvCxnSpPr>
            <a:cxnSpLocks noChangeShapeType="1"/>
            <a:stCxn id="410639" idx="2"/>
            <a:endCxn id="410647" idx="2"/>
          </p:cNvCxnSpPr>
          <p:nvPr/>
        </p:nvCxnSpPr>
        <p:spPr bwMode="auto">
          <a:xfrm rot="16200000" flipH="1">
            <a:off x="7421563" y="5287962"/>
            <a:ext cx="107950" cy="1101725"/>
          </a:xfrm>
          <a:prstGeom prst="bentConnector2">
            <a:avLst/>
          </a:prstGeom>
          <a:noFill/>
          <a:ln w="12700">
            <a:solidFill>
              <a:schemeClr val="tx1"/>
            </a:solidFill>
            <a:miter lim="800000"/>
            <a:headEnd/>
            <a:tailEnd type="triangle" w="med" len="med"/>
          </a:ln>
          <a:effectLst/>
        </p:spPr>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Slide Number Placeholder 2"/>
          <p:cNvSpPr>
            <a:spLocks noGrp="1"/>
          </p:cNvSpPr>
          <p:nvPr>
            <p:ph type="sldNum" sz="quarter" idx="10"/>
          </p:nvPr>
        </p:nvSpPr>
        <p:spPr/>
        <p:txBody>
          <a:bodyPr/>
          <a:lstStyle/>
          <a:p>
            <a:fld id="{D095B9C3-4C5E-4A80-A964-D75B999C5436}" type="slidenum">
              <a:rPr lang="en-US"/>
              <a:pPr/>
              <a:t>33</a:t>
            </a:fld>
            <a:endParaRPr lang="en-US"/>
          </a:p>
        </p:txBody>
      </p:sp>
      <p:sp>
        <p:nvSpPr>
          <p:cNvPr id="411650" name="Rectangle 2"/>
          <p:cNvSpPr>
            <a:spLocks noGrp="1" noChangeArrowheads="1"/>
          </p:cNvSpPr>
          <p:nvPr>
            <p:ph type="title"/>
          </p:nvPr>
        </p:nvSpPr>
        <p:spPr>
          <a:xfrm>
            <a:off x="582613" y="190500"/>
            <a:ext cx="7626350" cy="1143000"/>
          </a:xfrm>
          <a:noFill/>
          <a:ln/>
        </p:spPr>
        <p:txBody>
          <a:bodyPr lIns="90488" tIns="44450" rIns="90488" bIns="44450" anchor="ctr"/>
          <a:lstStyle/>
          <a:p>
            <a:r>
              <a:rPr lang="en-US" sz="1800"/>
              <a:t>Results from the ICH Process: </a:t>
            </a:r>
            <a:br>
              <a:rPr lang="en-US" sz="1800"/>
            </a:br>
            <a:r>
              <a:rPr lang="en-US" sz="1600"/>
              <a:t>Interoperable Web-Based Solution Architectures </a:t>
            </a:r>
            <a:r>
              <a:rPr lang="en-US" sz="1200"/>
              <a:t/>
            </a:r>
            <a:br>
              <a:rPr lang="en-US" sz="1200"/>
            </a:br>
            <a:endParaRPr lang="en-US" sz="1400"/>
          </a:p>
        </p:txBody>
      </p:sp>
      <p:sp>
        <p:nvSpPr>
          <p:cNvPr id="411677" name="Rectangle 29"/>
          <p:cNvSpPr>
            <a:spLocks noChangeArrowheads="1"/>
          </p:cNvSpPr>
          <p:nvPr/>
        </p:nvSpPr>
        <p:spPr bwMode="auto">
          <a:xfrm>
            <a:off x="266700" y="1419225"/>
            <a:ext cx="8023225" cy="215900"/>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Test Env. (Mercury Intl.)</a:t>
            </a:r>
          </a:p>
        </p:txBody>
      </p:sp>
      <p:grpSp>
        <p:nvGrpSpPr>
          <p:cNvPr id="411762" name="Group 114"/>
          <p:cNvGrpSpPr>
            <a:grpSpLocks/>
          </p:cNvGrpSpPr>
          <p:nvPr/>
        </p:nvGrpSpPr>
        <p:grpSpPr bwMode="auto">
          <a:xfrm>
            <a:off x="228600" y="1752600"/>
            <a:ext cx="8848725" cy="4092575"/>
            <a:chOff x="123" y="1033"/>
            <a:chExt cx="5595" cy="2695"/>
          </a:xfrm>
        </p:grpSpPr>
        <p:sp>
          <p:nvSpPr>
            <p:cNvPr id="411651" name="Rectangle 3"/>
            <p:cNvSpPr>
              <a:spLocks noChangeArrowheads="1"/>
            </p:cNvSpPr>
            <p:nvPr/>
          </p:nvSpPr>
          <p:spPr bwMode="auto">
            <a:xfrm>
              <a:off x="157" y="1060"/>
              <a:ext cx="1627" cy="1402"/>
            </a:xfrm>
            <a:prstGeom prst="rect">
              <a:avLst/>
            </a:prstGeom>
            <a:solidFill>
              <a:srgbClr val="CECECE"/>
            </a:solidFill>
            <a:ln w="12700">
              <a:solidFill>
                <a:srgbClr val="000000"/>
              </a:solidFill>
              <a:miter lim="800000"/>
              <a:headEnd/>
              <a:tailEnd/>
            </a:ln>
            <a:effectLst>
              <a:outerShdw dist="107763" dir="2700000" algn="ctr" rotWithShape="0">
                <a:schemeClr val="bg2"/>
              </a:outerShdw>
            </a:effectLst>
          </p:spPr>
          <p:txBody>
            <a:bodyPr wrap="none" anchor="ctr"/>
            <a:lstStyle/>
            <a:p>
              <a:endParaRPr lang="en-US"/>
            </a:p>
          </p:txBody>
        </p:sp>
        <p:sp>
          <p:nvSpPr>
            <p:cNvPr id="411652" name="Rectangle 4"/>
            <p:cNvSpPr>
              <a:spLocks noChangeArrowheads="1"/>
            </p:cNvSpPr>
            <p:nvPr/>
          </p:nvSpPr>
          <p:spPr bwMode="auto">
            <a:xfrm>
              <a:off x="123" y="1547"/>
              <a:ext cx="206" cy="26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NT </a:t>
              </a:r>
            </a:p>
            <a:p>
              <a:r>
                <a:rPr lang="en-US" sz="700">
                  <a:solidFill>
                    <a:srgbClr val="000000"/>
                  </a:solidFill>
                  <a:latin typeface="Times New Roman" pitchFamily="18" charset="0"/>
                </a:rPr>
                <a:t>4.0</a:t>
              </a:r>
            </a:p>
            <a:p>
              <a:r>
                <a:rPr lang="en-US" sz="700">
                  <a:solidFill>
                    <a:srgbClr val="000000"/>
                  </a:solidFill>
                  <a:latin typeface="Times New Roman" pitchFamily="18" charset="0"/>
                </a:rPr>
                <a:t>WS</a:t>
              </a:r>
            </a:p>
          </p:txBody>
        </p:sp>
        <p:sp>
          <p:nvSpPr>
            <p:cNvPr id="411653" name="Rectangle 5"/>
            <p:cNvSpPr>
              <a:spLocks noChangeArrowheads="1"/>
            </p:cNvSpPr>
            <p:nvPr/>
          </p:nvSpPr>
          <p:spPr bwMode="auto">
            <a:xfrm>
              <a:off x="386" y="1851"/>
              <a:ext cx="1270" cy="305"/>
            </a:xfrm>
            <a:prstGeom prst="rect">
              <a:avLst/>
            </a:prstGeom>
            <a:solidFill>
              <a:srgbClr val="C1CEFF"/>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 </a:t>
              </a:r>
            </a:p>
          </p:txBody>
        </p:sp>
        <p:sp>
          <p:nvSpPr>
            <p:cNvPr id="411654" name="Rectangle 6"/>
            <p:cNvSpPr>
              <a:spLocks noChangeArrowheads="1"/>
            </p:cNvSpPr>
            <p:nvPr/>
          </p:nvSpPr>
          <p:spPr bwMode="auto">
            <a:xfrm>
              <a:off x="390" y="1417"/>
              <a:ext cx="1270" cy="124"/>
            </a:xfrm>
            <a:prstGeom prst="rect">
              <a:avLst/>
            </a:prstGeom>
            <a:solidFill>
              <a:srgbClr val="C8FEC8"/>
            </a:solidFill>
            <a:ln w="12700">
              <a:solidFill>
                <a:srgbClr val="000000"/>
              </a:solidFill>
              <a:miter lim="800000"/>
              <a:headEnd/>
              <a:tailEnd/>
            </a:ln>
            <a:effectLst/>
          </p:spPr>
          <p:txBody>
            <a:bodyPr wrap="none" anchor="ctr"/>
            <a:lstStyle/>
            <a:p>
              <a:endParaRPr lang="en-US"/>
            </a:p>
          </p:txBody>
        </p:sp>
        <p:sp>
          <p:nvSpPr>
            <p:cNvPr id="411655" name="Rectangle 7"/>
            <p:cNvSpPr>
              <a:spLocks noChangeArrowheads="1"/>
            </p:cNvSpPr>
            <p:nvPr/>
          </p:nvSpPr>
          <p:spPr bwMode="auto">
            <a:xfrm>
              <a:off x="402" y="1427"/>
              <a:ext cx="862" cy="90"/>
            </a:xfrm>
            <a:prstGeom prst="rect">
              <a:avLst/>
            </a:prstGeom>
            <a:noFill/>
            <a:ln w="12700">
              <a:solidFill>
                <a:srgbClr val="000000"/>
              </a:solidFill>
              <a:miter lim="800000"/>
              <a:headEnd/>
              <a:tailEnd/>
            </a:ln>
            <a:effectLst/>
          </p:spPr>
          <p:txBody>
            <a:bodyPr wrap="none" anchor="ctr"/>
            <a:lstStyle/>
            <a:p>
              <a:endParaRPr lang="en-US"/>
            </a:p>
          </p:txBody>
        </p:sp>
        <p:sp>
          <p:nvSpPr>
            <p:cNvPr id="411656" name="Rectangle 8"/>
            <p:cNvSpPr>
              <a:spLocks noChangeArrowheads="1"/>
            </p:cNvSpPr>
            <p:nvPr/>
          </p:nvSpPr>
          <p:spPr bwMode="auto">
            <a:xfrm>
              <a:off x="394" y="1398"/>
              <a:ext cx="907"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Application Libs (C, DLL, MFC)</a:t>
              </a:r>
            </a:p>
          </p:txBody>
        </p:sp>
        <p:sp>
          <p:nvSpPr>
            <p:cNvPr id="411657" name="Rectangle 9"/>
            <p:cNvSpPr>
              <a:spLocks noChangeArrowheads="1"/>
            </p:cNvSpPr>
            <p:nvPr/>
          </p:nvSpPr>
          <p:spPr bwMode="auto">
            <a:xfrm>
              <a:off x="386" y="2187"/>
              <a:ext cx="1266" cy="101"/>
            </a:xfrm>
            <a:prstGeom prst="rect">
              <a:avLst/>
            </a:prstGeom>
            <a:solidFill>
              <a:srgbClr val="DADADA"/>
            </a:solidFill>
            <a:ln w="12700">
              <a:solidFill>
                <a:srgbClr val="000000"/>
              </a:solidFill>
              <a:miter lim="800000"/>
              <a:headEnd/>
              <a:tailEnd/>
            </a:ln>
            <a:effectLst/>
          </p:spPr>
          <p:txBody>
            <a:bodyPr wrap="none" anchor="ctr"/>
            <a:lstStyle/>
            <a:p>
              <a:endParaRPr lang="en-US"/>
            </a:p>
          </p:txBody>
        </p:sp>
        <p:sp>
          <p:nvSpPr>
            <p:cNvPr id="411658" name="Rectangle 10"/>
            <p:cNvSpPr>
              <a:spLocks noChangeArrowheads="1"/>
            </p:cNvSpPr>
            <p:nvPr/>
          </p:nvSpPr>
          <p:spPr bwMode="auto">
            <a:xfrm>
              <a:off x="571" y="2188"/>
              <a:ext cx="810"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Security Service (PKI X.509)</a:t>
              </a:r>
            </a:p>
          </p:txBody>
        </p:sp>
        <p:grpSp>
          <p:nvGrpSpPr>
            <p:cNvPr id="411659" name="Group 11"/>
            <p:cNvGrpSpPr>
              <a:grpSpLocks/>
            </p:cNvGrpSpPr>
            <p:nvPr/>
          </p:nvGrpSpPr>
          <p:grpSpPr bwMode="auto">
            <a:xfrm>
              <a:off x="1103" y="1919"/>
              <a:ext cx="516" cy="129"/>
              <a:chOff x="1103" y="1919"/>
              <a:chExt cx="516" cy="129"/>
            </a:xfrm>
          </p:grpSpPr>
          <p:sp>
            <p:nvSpPr>
              <p:cNvPr id="411660" name="Rectangle 12"/>
              <p:cNvSpPr>
                <a:spLocks noChangeArrowheads="1"/>
              </p:cNvSpPr>
              <p:nvPr/>
            </p:nvSpPr>
            <p:spPr bwMode="auto">
              <a:xfrm>
                <a:off x="1103" y="1920"/>
                <a:ext cx="516" cy="124"/>
              </a:xfrm>
              <a:prstGeom prst="rect">
                <a:avLst/>
              </a:prstGeom>
              <a:noFill/>
              <a:ln w="12700">
                <a:solidFill>
                  <a:srgbClr val="000000"/>
                </a:solidFill>
                <a:miter lim="800000"/>
                <a:headEnd/>
                <a:tailEnd/>
              </a:ln>
              <a:effectLst/>
            </p:spPr>
            <p:txBody>
              <a:bodyPr wrap="none" anchor="ctr"/>
              <a:lstStyle/>
              <a:p>
                <a:endParaRPr lang="en-US"/>
              </a:p>
            </p:txBody>
          </p:sp>
          <p:sp>
            <p:nvSpPr>
              <p:cNvPr id="411661" name="Rectangle 13"/>
              <p:cNvSpPr>
                <a:spLocks noChangeArrowheads="1"/>
              </p:cNvSpPr>
              <p:nvPr/>
            </p:nvSpPr>
            <p:spPr bwMode="auto">
              <a:xfrm>
                <a:off x="1223" y="1919"/>
                <a:ext cx="340"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IDL Stub</a:t>
                </a:r>
              </a:p>
            </p:txBody>
          </p:sp>
        </p:grpSp>
        <p:sp>
          <p:nvSpPr>
            <p:cNvPr id="411662" name="Rectangle 14"/>
            <p:cNvSpPr>
              <a:spLocks noChangeArrowheads="1"/>
            </p:cNvSpPr>
            <p:nvPr/>
          </p:nvSpPr>
          <p:spPr bwMode="auto">
            <a:xfrm>
              <a:off x="417" y="1914"/>
              <a:ext cx="570" cy="123"/>
            </a:xfrm>
            <a:prstGeom prst="rect">
              <a:avLst/>
            </a:prstGeom>
            <a:noFill/>
            <a:ln w="12700">
              <a:solidFill>
                <a:srgbClr val="000000"/>
              </a:solidFill>
              <a:miter lim="800000"/>
              <a:headEnd/>
              <a:tailEnd/>
            </a:ln>
            <a:effectLst/>
          </p:spPr>
          <p:txBody>
            <a:bodyPr wrap="none" anchor="ctr"/>
            <a:lstStyle/>
            <a:p>
              <a:endParaRPr lang="en-US"/>
            </a:p>
          </p:txBody>
        </p:sp>
        <p:sp>
          <p:nvSpPr>
            <p:cNvPr id="411663" name="Rectangle 15"/>
            <p:cNvSpPr>
              <a:spLocks noChangeArrowheads="1"/>
            </p:cNvSpPr>
            <p:nvPr/>
          </p:nvSpPr>
          <p:spPr bwMode="auto">
            <a:xfrm>
              <a:off x="418" y="1919"/>
              <a:ext cx="454"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RMI Runtime</a:t>
              </a:r>
            </a:p>
          </p:txBody>
        </p:sp>
        <p:sp>
          <p:nvSpPr>
            <p:cNvPr id="411664" name="Rectangle 16"/>
            <p:cNvSpPr>
              <a:spLocks noChangeArrowheads="1"/>
            </p:cNvSpPr>
            <p:nvPr/>
          </p:nvSpPr>
          <p:spPr bwMode="auto">
            <a:xfrm>
              <a:off x="391" y="1713"/>
              <a:ext cx="1277" cy="90"/>
            </a:xfrm>
            <a:prstGeom prst="rect">
              <a:avLst/>
            </a:prstGeom>
            <a:noFill/>
            <a:ln w="12700">
              <a:solidFill>
                <a:srgbClr val="000000"/>
              </a:solidFill>
              <a:miter lim="800000"/>
              <a:headEnd/>
              <a:tailEnd/>
            </a:ln>
            <a:effectLst/>
          </p:spPr>
          <p:txBody>
            <a:bodyPr wrap="none" anchor="ctr"/>
            <a:lstStyle/>
            <a:p>
              <a:endParaRPr lang="en-US"/>
            </a:p>
          </p:txBody>
        </p:sp>
        <p:sp>
          <p:nvSpPr>
            <p:cNvPr id="411665" name="Rectangle 17"/>
            <p:cNvSpPr>
              <a:spLocks noChangeArrowheads="1"/>
            </p:cNvSpPr>
            <p:nvPr/>
          </p:nvSpPr>
          <p:spPr bwMode="auto">
            <a:xfrm>
              <a:off x="435" y="1705"/>
              <a:ext cx="1102"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Win 32 Subsystem   |   NT Device Drivers</a:t>
              </a:r>
            </a:p>
          </p:txBody>
        </p:sp>
        <p:sp>
          <p:nvSpPr>
            <p:cNvPr id="411666" name="Rectangle 18"/>
            <p:cNvSpPr>
              <a:spLocks noChangeArrowheads="1"/>
            </p:cNvSpPr>
            <p:nvPr/>
          </p:nvSpPr>
          <p:spPr bwMode="auto">
            <a:xfrm>
              <a:off x="442" y="2037"/>
              <a:ext cx="1011" cy="98"/>
            </a:xfrm>
            <a:prstGeom prst="rect">
              <a:avLst/>
            </a:prstGeom>
            <a:noFill/>
            <a:ln w="12700">
              <a:noFill/>
              <a:miter lim="800000"/>
              <a:headEnd/>
              <a:tailEnd/>
            </a:ln>
            <a:effectLst/>
          </p:spPr>
          <p:txBody>
            <a:bodyPr wrap="none" anchor="ctr"/>
            <a:lstStyle/>
            <a:p>
              <a:endParaRPr lang="en-US"/>
            </a:p>
          </p:txBody>
        </p:sp>
        <p:sp>
          <p:nvSpPr>
            <p:cNvPr id="411667" name="Rectangle 19"/>
            <p:cNvSpPr>
              <a:spLocks noChangeArrowheads="1"/>
            </p:cNvSpPr>
            <p:nvPr/>
          </p:nvSpPr>
          <p:spPr bwMode="auto">
            <a:xfrm>
              <a:off x="700" y="2026"/>
              <a:ext cx="583"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J2EE Web Services</a:t>
              </a:r>
            </a:p>
          </p:txBody>
        </p:sp>
        <p:grpSp>
          <p:nvGrpSpPr>
            <p:cNvPr id="411668" name="Group 20"/>
            <p:cNvGrpSpPr>
              <a:grpSpLocks/>
            </p:cNvGrpSpPr>
            <p:nvPr/>
          </p:nvGrpSpPr>
          <p:grpSpPr bwMode="auto">
            <a:xfrm>
              <a:off x="991" y="1918"/>
              <a:ext cx="120" cy="45"/>
              <a:chOff x="991" y="1918"/>
              <a:chExt cx="120" cy="45"/>
            </a:xfrm>
          </p:grpSpPr>
          <p:sp>
            <p:nvSpPr>
              <p:cNvPr id="411669" name="Line 21"/>
              <p:cNvSpPr>
                <a:spLocks noChangeShapeType="1"/>
              </p:cNvSpPr>
              <p:nvPr/>
            </p:nvSpPr>
            <p:spPr bwMode="auto">
              <a:xfrm flipH="1">
                <a:off x="1019" y="1946"/>
                <a:ext cx="92" cy="0"/>
              </a:xfrm>
              <a:prstGeom prst="line">
                <a:avLst/>
              </a:prstGeom>
              <a:noFill/>
              <a:ln w="12700">
                <a:solidFill>
                  <a:srgbClr val="000000"/>
                </a:solidFill>
                <a:round/>
                <a:headEnd/>
                <a:tailEnd/>
              </a:ln>
              <a:effectLst/>
            </p:spPr>
            <p:txBody>
              <a:bodyPr wrap="none" anchor="ctr"/>
              <a:lstStyle/>
              <a:p>
                <a:endParaRPr lang="en-US"/>
              </a:p>
            </p:txBody>
          </p:sp>
          <p:sp>
            <p:nvSpPr>
              <p:cNvPr id="411670" name="Freeform 22"/>
              <p:cNvSpPr>
                <a:spLocks/>
              </p:cNvSpPr>
              <p:nvPr/>
            </p:nvSpPr>
            <p:spPr bwMode="auto">
              <a:xfrm>
                <a:off x="991" y="1918"/>
                <a:ext cx="55" cy="45"/>
              </a:xfrm>
              <a:custGeom>
                <a:avLst/>
                <a:gdLst/>
                <a:ahLst/>
                <a:cxnLst>
                  <a:cxn ang="0">
                    <a:pos x="0" y="22"/>
                  </a:cxn>
                  <a:cxn ang="0">
                    <a:pos x="54" y="44"/>
                  </a:cxn>
                  <a:cxn ang="0">
                    <a:pos x="54" y="0"/>
                  </a:cxn>
                  <a:cxn ang="0">
                    <a:pos x="0" y="22"/>
                  </a:cxn>
                </a:cxnLst>
                <a:rect l="0" t="0" r="r" b="b"/>
                <a:pathLst>
                  <a:path w="55" h="45">
                    <a:moveTo>
                      <a:pt x="0" y="22"/>
                    </a:moveTo>
                    <a:lnTo>
                      <a:pt x="54" y="44"/>
                    </a:lnTo>
                    <a:lnTo>
                      <a:pt x="54" y="0"/>
                    </a:lnTo>
                    <a:lnTo>
                      <a:pt x="0" y="22"/>
                    </a:lnTo>
                  </a:path>
                </a:pathLst>
              </a:custGeom>
              <a:solidFill>
                <a:srgbClr val="000000"/>
              </a:solidFill>
              <a:ln w="12700" cap="rnd" cmpd="sng">
                <a:noFill/>
                <a:prstDash val="solid"/>
                <a:round/>
                <a:headEnd type="none" w="med" len="med"/>
                <a:tailEnd type="none" w="med" len="med"/>
              </a:ln>
              <a:effectLst/>
            </p:spPr>
            <p:txBody>
              <a:bodyPr/>
              <a:lstStyle/>
              <a:p>
                <a:endParaRPr lang="en-US"/>
              </a:p>
            </p:txBody>
          </p:sp>
        </p:grpSp>
        <p:grpSp>
          <p:nvGrpSpPr>
            <p:cNvPr id="411671" name="Group 23"/>
            <p:cNvGrpSpPr>
              <a:grpSpLocks/>
            </p:cNvGrpSpPr>
            <p:nvPr/>
          </p:nvGrpSpPr>
          <p:grpSpPr bwMode="auto">
            <a:xfrm>
              <a:off x="1254" y="1418"/>
              <a:ext cx="355" cy="128"/>
              <a:chOff x="1254" y="1418"/>
              <a:chExt cx="355" cy="128"/>
            </a:xfrm>
          </p:grpSpPr>
          <p:sp>
            <p:nvSpPr>
              <p:cNvPr id="411672" name="Rectangle 24"/>
              <p:cNvSpPr>
                <a:spLocks noChangeArrowheads="1"/>
              </p:cNvSpPr>
              <p:nvPr/>
            </p:nvSpPr>
            <p:spPr bwMode="auto">
              <a:xfrm>
                <a:off x="1291" y="1431"/>
                <a:ext cx="318" cy="90"/>
              </a:xfrm>
              <a:prstGeom prst="rect">
                <a:avLst/>
              </a:prstGeom>
              <a:noFill/>
              <a:ln w="12700">
                <a:solidFill>
                  <a:srgbClr val="000000"/>
                </a:solidFill>
                <a:miter lim="800000"/>
                <a:headEnd/>
                <a:tailEnd/>
              </a:ln>
              <a:effectLst/>
            </p:spPr>
            <p:txBody>
              <a:bodyPr wrap="none" anchor="ctr"/>
              <a:lstStyle/>
              <a:p>
                <a:endParaRPr lang="en-US"/>
              </a:p>
            </p:txBody>
          </p:sp>
          <p:sp>
            <p:nvSpPr>
              <p:cNvPr id="411673" name="Rectangle 25"/>
              <p:cNvSpPr>
                <a:spLocks noChangeArrowheads="1"/>
              </p:cNvSpPr>
              <p:nvPr/>
            </p:nvSpPr>
            <p:spPr bwMode="auto">
              <a:xfrm>
                <a:off x="1254" y="1418"/>
                <a:ext cx="217"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EJB</a:t>
                </a:r>
              </a:p>
            </p:txBody>
          </p:sp>
        </p:grpSp>
        <p:sp>
          <p:nvSpPr>
            <p:cNvPr id="411674" name="Rectangle 26"/>
            <p:cNvSpPr>
              <a:spLocks noChangeArrowheads="1"/>
            </p:cNvSpPr>
            <p:nvPr/>
          </p:nvSpPr>
          <p:spPr bwMode="auto">
            <a:xfrm>
              <a:off x="379" y="2313"/>
              <a:ext cx="1273" cy="90"/>
            </a:xfrm>
            <a:prstGeom prst="rect">
              <a:avLst/>
            </a:prstGeom>
            <a:no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Comms (TCP/IP) SSL</a:t>
              </a:r>
            </a:p>
          </p:txBody>
        </p:sp>
        <p:sp>
          <p:nvSpPr>
            <p:cNvPr id="411675" name="Line 27"/>
            <p:cNvSpPr>
              <a:spLocks noChangeShapeType="1"/>
            </p:cNvSpPr>
            <p:nvPr/>
          </p:nvSpPr>
          <p:spPr bwMode="auto">
            <a:xfrm>
              <a:off x="1664" y="2372"/>
              <a:ext cx="4040" cy="56"/>
            </a:xfrm>
            <a:prstGeom prst="line">
              <a:avLst/>
            </a:prstGeom>
            <a:noFill/>
            <a:ln w="25400">
              <a:solidFill>
                <a:schemeClr val="tx1"/>
              </a:solidFill>
              <a:round/>
              <a:headEnd/>
              <a:tailEnd/>
            </a:ln>
            <a:effectLst/>
          </p:spPr>
          <p:txBody>
            <a:bodyPr wrap="none" anchor="ctr"/>
            <a:lstStyle/>
            <a:p>
              <a:endParaRPr lang="en-US"/>
            </a:p>
          </p:txBody>
        </p:sp>
        <p:sp>
          <p:nvSpPr>
            <p:cNvPr id="411676" name="Rectangle 28"/>
            <p:cNvSpPr>
              <a:spLocks noChangeArrowheads="1"/>
            </p:cNvSpPr>
            <p:nvPr/>
          </p:nvSpPr>
          <p:spPr bwMode="auto">
            <a:xfrm>
              <a:off x="388" y="1276"/>
              <a:ext cx="1268" cy="104"/>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IDE Runtime (Javascript, PB, C++, JDK)</a:t>
              </a:r>
            </a:p>
          </p:txBody>
        </p:sp>
        <p:sp>
          <p:nvSpPr>
            <p:cNvPr id="411678" name="Rectangle 30"/>
            <p:cNvSpPr>
              <a:spLocks noChangeArrowheads="1"/>
            </p:cNvSpPr>
            <p:nvPr/>
          </p:nvSpPr>
          <p:spPr bwMode="auto">
            <a:xfrm>
              <a:off x="402" y="1581"/>
              <a:ext cx="1270" cy="90"/>
            </a:xfrm>
            <a:prstGeom prst="rect">
              <a:avLst/>
            </a:prstGeom>
            <a:solidFill>
              <a:srgbClr val="C8FEC8"/>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Java JITC </a:t>
              </a:r>
            </a:p>
          </p:txBody>
        </p:sp>
        <p:sp>
          <p:nvSpPr>
            <p:cNvPr id="411679" name="Rectangle 31"/>
            <p:cNvSpPr>
              <a:spLocks noChangeArrowheads="1"/>
            </p:cNvSpPr>
            <p:nvPr/>
          </p:nvSpPr>
          <p:spPr bwMode="auto">
            <a:xfrm>
              <a:off x="1884" y="2476"/>
              <a:ext cx="1820" cy="1252"/>
            </a:xfrm>
            <a:prstGeom prst="rect">
              <a:avLst/>
            </a:prstGeom>
            <a:solidFill>
              <a:srgbClr val="CECECE"/>
            </a:solidFill>
            <a:ln w="12700">
              <a:solidFill>
                <a:srgbClr val="000000"/>
              </a:solidFill>
              <a:miter lim="800000"/>
              <a:headEnd/>
              <a:tailEnd/>
            </a:ln>
            <a:effectLst>
              <a:outerShdw dist="107763" dir="2700000" algn="ctr" rotWithShape="0">
                <a:schemeClr val="bg2"/>
              </a:outerShdw>
            </a:effectLst>
          </p:spPr>
          <p:txBody>
            <a:bodyPr wrap="none" anchor="ctr"/>
            <a:lstStyle/>
            <a:p>
              <a:endParaRPr lang="en-US"/>
            </a:p>
          </p:txBody>
        </p:sp>
        <p:sp>
          <p:nvSpPr>
            <p:cNvPr id="411680" name="Line 32"/>
            <p:cNvSpPr>
              <a:spLocks noChangeShapeType="1"/>
            </p:cNvSpPr>
            <p:nvPr/>
          </p:nvSpPr>
          <p:spPr bwMode="auto">
            <a:xfrm flipH="1">
              <a:off x="1816" y="2270"/>
              <a:ext cx="52" cy="1286"/>
            </a:xfrm>
            <a:prstGeom prst="line">
              <a:avLst/>
            </a:prstGeom>
            <a:noFill/>
            <a:ln w="25400">
              <a:solidFill>
                <a:schemeClr val="tx1"/>
              </a:solidFill>
              <a:round/>
              <a:headEnd/>
              <a:tailEnd/>
            </a:ln>
            <a:effectLst/>
          </p:spPr>
          <p:txBody>
            <a:bodyPr wrap="none" anchor="ctr"/>
            <a:lstStyle/>
            <a:p>
              <a:endParaRPr lang="en-US"/>
            </a:p>
          </p:txBody>
        </p:sp>
        <p:sp>
          <p:nvSpPr>
            <p:cNvPr id="411681" name="Rectangle 33"/>
            <p:cNvSpPr>
              <a:spLocks noChangeArrowheads="1"/>
            </p:cNvSpPr>
            <p:nvPr/>
          </p:nvSpPr>
          <p:spPr bwMode="auto">
            <a:xfrm>
              <a:off x="3056" y="2716"/>
              <a:ext cx="448" cy="316"/>
            </a:xfrm>
            <a:prstGeom prst="rect">
              <a:avLst/>
            </a:prstGeom>
            <a:solidFill>
              <a:srgbClr val="FDC0E5"/>
            </a:solidFill>
            <a:ln w="12700">
              <a:solidFill>
                <a:srgbClr val="000000"/>
              </a:solidFill>
              <a:miter lim="800000"/>
              <a:headEnd/>
              <a:tailEnd/>
            </a:ln>
            <a:effectLst/>
          </p:spPr>
          <p:txBody>
            <a:bodyPr wrap="none" anchor="ctr"/>
            <a:lstStyle/>
            <a:p>
              <a:endParaRPr lang="en-US"/>
            </a:p>
          </p:txBody>
        </p:sp>
        <p:sp>
          <p:nvSpPr>
            <p:cNvPr id="411682" name="Rectangle 34"/>
            <p:cNvSpPr>
              <a:spLocks noChangeArrowheads="1"/>
            </p:cNvSpPr>
            <p:nvPr/>
          </p:nvSpPr>
          <p:spPr bwMode="auto">
            <a:xfrm>
              <a:off x="3035" y="2685"/>
              <a:ext cx="481"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Directory Svrs.</a:t>
              </a:r>
            </a:p>
          </p:txBody>
        </p:sp>
        <p:sp>
          <p:nvSpPr>
            <p:cNvPr id="411683" name="Rectangle 35"/>
            <p:cNvSpPr>
              <a:spLocks noChangeArrowheads="1"/>
            </p:cNvSpPr>
            <p:nvPr/>
          </p:nvSpPr>
          <p:spPr bwMode="auto">
            <a:xfrm>
              <a:off x="3140" y="2736"/>
              <a:ext cx="212" cy="116"/>
            </a:xfrm>
            <a:prstGeom prst="rect">
              <a:avLst/>
            </a:prstGeom>
            <a:noFill/>
            <a:ln w="12700">
              <a:noFill/>
              <a:miter lim="800000"/>
              <a:headEnd/>
              <a:tailEnd/>
            </a:ln>
            <a:effectLst/>
          </p:spPr>
          <p:txBody>
            <a:bodyPr wrap="none" anchor="ctr"/>
            <a:lstStyle/>
            <a:p>
              <a:endParaRPr lang="en-US"/>
            </a:p>
          </p:txBody>
        </p:sp>
        <p:sp>
          <p:nvSpPr>
            <p:cNvPr id="411684" name="Rectangle 36"/>
            <p:cNvSpPr>
              <a:spLocks noChangeArrowheads="1"/>
            </p:cNvSpPr>
            <p:nvPr/>
          </p:nvSpPr>
          <p:spPr bwMode="auto">
            <a:xfrm>
              <a:off x="3151" y="2759"/>
              <a:ext cx="335" cy="269"/>
            </a:xfrm>
            <a:prstGeom prst="rect">
              <a:avLst/>
            </a:prstGeom>
            <a:noFill/>
            <a:ln w="12700">
              <a:noFill/>
              <a:miter lim="800000"/>
              <a:headEnd/>
              <a:tailEnd/>
            </a:ln>
            <a:effectLst/>
          </p:spPr>
          <p:txBody>
            <a:bodyPr wrap="none" lIns="90488" tIns="44450" rIns="90488" bIns="44450">
              <a:spAutoFit/>
            </a:bodyPr>
            <a:lstStyle/>
            <a:p>
              <a:pPr algn="ctr"/>
              <a:r>
                <a:rPr lang="en-US" sz="700">
                  <a:solidFill>
                    <a:srgbClr val="000000"/>
                  </a:solidFill>
                  <a:latin typeface="Times New Roman" pitchFamily="18" charset="0"/>
                </a:rPr>
                <a:t>X.500, or</a:t>
              </a:r>
            </a:p>
            <a:p>
              <a:pPr algn="ctr"/>
              <a:r>
                <a:rPr lang="en-US" sz="700">
                  <a:solidFill>
                    <a:srgbClr val="000000"/>
                  </a:solidFill>
                  <a:latin typeface="Times New Roman" pitchFamily="18" charset="0"/>
                </a:rPr>
                <a:t>DNS,</a:t>
              </a:r>
            </a:p>
            <a:p>
              <a:pPr algn="ctr"/>
              <a:r>
                <a:rPr lang="en-US" sz="700">
                  <a:solidFill>
                    <a:srgbClr val="000000"/>
                  </a:solidFill>
                  <a:latin typeface="Times New Roman" pitchFamily="18" charset="0"/>
                </a:rPr>
                <a:t>DHCP</a:t>
              </a:r>
            </a:p>
          </p:txBody>
        </p:sp>
        <p:sp>
          <p:nvSpPr>
            <p:cNvPr id="411685" name="Rectangle 37"/>
            <p:cNvSpPr>
              <a:spLocks noChangeArrowheads="1"/>
            </p:cNvSpPr>
            <p:nvPr/>
          </p:nvSpPr>
          <p:spPr bwMode="auto">
            <a:xfrm>
              <a:off x="2209" y="2720"/>
              <a:ext cx="831" cy="241"/>
            </a:xfrm>
            <a:prstGeom prst="rect">
              <a:avLst/>
            </a:prstGeom>
            <a:solidFill>
              <a:srgbClr val="C1CEFF"/>
            </a:solidFill>
            <a:ln w="12700">
              <a:solidFill>
                <a:srgbClr val="000000"/>
              </a:solidFill>
              <a:miter lim="800000"/>
              <a:headEnd/>
              <a:tailEnd/>
            </a:ln>
            <a:effectLst/>
          </p:spPr>
          <p:txBody>
            <a:bodyPr wrap="none" anchor="ctr"/>
            <a:lstStyle/>
            <a:p>
              <a:endParaRPr lang="en-US"/>
            </a:p>
          </p:txBody>
        </p:sp>
        <p:sp>
          <p:nvSpPr>
            <p:cNvPr id="411686" name="Rectangle 38"/>
            <p:cNvSpPr>
              <a:spLocks noChangeArrowheads="1"/>
            </p:cNvSpPr>
            <p:nvPr/>
          </p:nvSpPr>
          <p:spPr bwMode="auto">
            <a:xfrm>
              <a:off x="2242" y="2733"/>
              <a:ext cx="599"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J2EE /Web Services</a:t>
              </a:r>
            </a:p>
          </p:txBody>
        </p:sp>
        <p:sp>
          <p:nvSpPr>
            <p:cNvPr id="411687" name="Rectangle 39"/>
            <p:cNvSpPr>
              <a:spLocks noChangeArrowheads="1"/>
            </p:cNvSpPr>
            <p:nvPr/>
          </p:nvSpPr>
          <p:spPr bwMode="auto">
            <a:xfrm>
              <a:off x="2216" y="2980"/>
              <a:ext cx="820" cy="280"/>
            </a:xfrm>
            <a:prstGeom prst="rect">
              <a:avLst/>
            </a:prstGeom>
            <a:solidFill>
              <a:srgbClr val="DADADA"/>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Systems Management Server</a:t>
              </a:r>
            </a:p>
            <a:p>
              <a:pPr algn="ctr"/>
              <a:r>
                <a:rPr lang="en-US" sz="700">
                  <a:latin typeface="Times New Roman" pitchFamily="18" charset="0"/>
                </a:rPr>
                <a:t>(Patrol)</a:t>
              </a:r>
            </a:p>
          </p:txBody>
        </p:sp>
        <p:sp>
          <p:nvSpPr>
            <p:cNvPr id="411688" name="Rectangle 40"/>
            <p:cNvSpPr>
              <a:spLocks noChangeArrowheads="1"/>
            </p:cNvSpPr>
            <p:nvPr/>
          </p:nvSpPr>
          <p:spPr bwMode="auto">
            <a:xfrm>
              <a:off x="2180" y="3411"/>
              <a:ext cx="1280" cy="91"/>
            </a:xfrm>
            <a:prstGeom prst="rect">
              <a:avLst/>
            </a:prstGeom>
            <a:solidFill>
              <a:srgbClr val="DADADA"/>
            </a:solidFill>
            <a:ln w="12700">
              <a:solidFill>
                <a:srgbClr val="000000"/>
              </a:solidFill>
              <a:miter lim="800000"/>
              <a:headEnd/>
              <a:tailEnd/>
            </a:ln>
            <a:effectLst/>
          </p:spPr>
          <p:txBody>
            <a:bodyPr wrap="none" anchor="ctr"/>
            <a:lstStyle/>
            <a:p>
              <a:endParaRPr lang="en-US"/>
            </a:p>
          </p:txBody>
        </p:sp>
        <p:sp>
          <p:nvSpPr>
            <p:cNvPr id="411689" name="Rectangle 41"/>
            <p:cNvSpPr>
              <a:spLocks noChangeArrowheads="1"/>
            </p:cNvSpPr>
            <p:nvPr/>
          </p:nvSpPr>
          <p:spPr bwMode="auto">
            <a:xfrm>
              <a:off x="2619" y="3402"/>
              <a:ext cx="641"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Certificate Validation</a:t>
              </a:r>
            </a:p>
          </p:txBody>
        </p:sp>
        <p:sp>
          <p:nvSpPr>
            <p:cNvPr id="411690" name="Rectangle 42"/>
            <p:cNvSpPr>
              <a:spLocks noChangeArrowheads="1"/>
            </p:cNvSpPr>
            <p:nvPr/>
          </p:nvSpPr>
          <p:spPr bwMode="auto">
            <a:xfrm>
              <a:off x="2216" y="3293"/>
              <a:ext cx="1284" cy="93"/>
            </a:xfrm>
            <a:prstGeom prst="rect">
              <a:avLst/>
            </a:prstGeom>
            <a:solidFill>
              <a:srgbClr val="CECECE"/>
            </a:solidFill>
            <a:ln w="12700">
              <a:solidFill>
                <a:srgbClr val="000000"/>
              </a:solidFill>
              <a:miter lim="800000"/>
              <a:headEnd/>
              <a:tailEnd/>
            </a:ln>
            <a:effectLst/>
          </p:spPr>
          <p:txBody>
            <a:bodyPr wrap="none" anchor="ctr"/>
            <a:lstStyle/>
            <a:p>
              <a:endParaRPr lang="en-US"/>
            </a:p>
          </p:txBody>
        </p:sp>
        <p:sp>
          <p:nvSpPr>
            <p:cNvPr id="411691" name="Rectangle 43"/>
            <p:cNvSpPr>
              <a:spLocks noChangeArrowheads="1"/>
            </p:cNvSpPr>
            <p:nvPr/>
          </p:nvSpPr>
          <p:spPr bwMode="auto">
            <a:xfrm>
              <a:off x="2498" y="3284"/>
              <a:ext cx="1053"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Win 32 Subsystem - NT Device Drivers</a:t>
              </a:r>
            </a:p>
          </p:txBody>
        </p:sp>
        <p:sp>
          <p:nvSpPr>
            <p:cNvPr id="411692" name="Rectangle 44"/>
            <p:cNvSpPr>
              <a:spLocks noChangeArrowheads="1"/>
            </p:cNvSpPr>
            <p:nvPr/>
          </p:nvSpPr>
          <p:spPr bwMode="auto">
            <a:xfrm>
              <a:off x="2216" y="3539"/>
              <a:ext cx="1284" cy="120"/>
            </a:xfrm>
            <a:prstGeom prst="rect">
              <a:avLst/>
            </a:prstGeom>
            <a:no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Comms (TCP/IP)/ SSL</a:t>
              </a:r>
            </a:p>
          </p:txBody>
        </p:sp>
        <p:sp>
          <p:nvSpPr>
            <p:cNvPr id="411693" name="Rectangle 45"/>
            <p:cNvSpPr>
              <a:spLocks noChangeArrowheads="1"/>
            </p:cNvSpPr>
            <p:nvPr/>
          </p:nvSpPr>
          <p:spPr bwMode="auto">
            <a:xfrm>
              <a:off x="2768" y="2840"/>
              <a:ext cx="402" cy="277"/>
            </a:xfrm>
            <a:prstGeom prst="rect">
              <a:avLst/>
            </a:prstGeom>
            <a:solidFill>
              <a:srgbClr val="CECECE"/>
            </a:solidFill>
            <a:ln w="12700">
              <a:solidFill>
                <a:schemeClr val="tx1"/>
              </a:solidFill>
              <a:miter lim="800000"/>
              <a:headEnd/>
              <a:tailEnd/>
            </a:ln>
            <a:effectLst/>
          </p:spPr>
          <p:txBody>
            <a:bodyPr lIns="90488" tIns="44450" rIns="90488" bIns="44450">
              <a:spAutoFit/>
            </a:bodyPr>
            <a:lstStyle/>
            <a:p>
              <a:pPr algn="ctr"/>
              <a:r>
                <a:rPr lang="en-US" sz="700">
                  <a:solidFill>
                    <a:srgbClr val="000000"/>
                  </a:solidFill>
                  <a:latin typeface="Times New Roman" pitchFamily="18" charset="0"/>
                </a:rPr>
                <a:t>CDS Service</a:t>
              </a:r>
            </a:p>
            <a:p>
              <a:pPr algn="ctr"/>
              <a:r>
                <a:rPr lang="en-US" sz="700">
                  <a:solidFill>
                    <a:srgbClr val="000000"/>
                  </a:solidFill>
                  <a:latin typeface="Times New Roman" pitchFamily="18" charset="0"/>
                </a:rPr>
                <a:t>Backup</a:t>
              </a:r>
            </a:p>
          </p:txBody>
        </p:sp>
        <p:sp>
          <p:nvSpPr>
            <p:cNvPr id="411694" name="Rectangle 46"/>
            <p:cNvSpPr>
              <a:spLocks noChangeArrowheads="1"/>
            </p:cNvSpPr>
            <p:nvPr/>
          </p:nvSpPr>
          <p:spPr bwMode="auto">
            <a:xfrm>
              <a:off x="3060" y="3050"/>
              <a:ext cx="460" cy="207"/>
            </a:xfrm>
            <a:prstGeom prst="rect">
              <a:avLst/>
            </a:prstGeom>
            <a:solidFill>
              <a:srgbClr val="DADADA"/>
            </a:solidFill>
            <a:ln w="12700">
              <a:solidFill>
                <a:schemeClr val="tx1"/>
              </a:solidFill>
              <a:miter lim="800000"/>
              <a:headEnd/>
              <a:tailEnd/>
            </a:ln>
            <a:effectLst/>
          </p:spPr>
          <p:txBody>
            <a:bodyPr wrap="none" lIns="90488" tIns="44450" rIns="90488" bIns="44450">
              <a:spAutoFit/>
            </a:bodyPr>
            <a:lstStyle/>
            <a:p>
              <a:r>
                <a:rPr lang="en-US" sz="700">
                  <a:latin typeface="Times New Roman" pitchFamily="18" charset="0"/>
                </a:rPr>
                <a:t>Network Mgt.</a:t>
              </a:r>
            </a:p>
            <a:p>
              <a:r>
                <a:rPr lang="en-US" sz="700">
                  <a:latin typeface="Times New Roman" pitchFamily="18" charset="0"/>
                </a:rPr>
                <a:t>(Open View)</a:t>
              </a:r>
            </a:p>
          </p:txBody>
        </p:sp>
        <p:sp>
          <p:nvSpPr>
            <p:cNvPr id="411695" name="Rectangle 47"/>
            <p:cNvSpPr>
              <a:spLocks noChangeArrowheads="1"/>
            </p:cNvSpPr>
            <p:nvPr/>
          </p:nvSpPr>
          <p:spPr bwMode="auto">
            <a:xfrm>
              <a:off x="1859" y="2822"/>
              <a:ext cx="337" cy="478"/>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Apha or</a:t>
              </a:r>
            </a:p>
            <a:p>
              <a:r>
                <a:rPr lang="en-US" sz="700">
                  <a:latin typeface="Times New Roman" pitchFamily="18" charset="0"/>
                </a:rPr>
                <a:t>Pentium-</a:t>
              </a:r>
            </a:p>
            <a:p>
              <a:r>
                <a:rPr lang="en-US" sz="700">
                  <a:latin typeface="Times New Roman" pitchFamily="18" charset="0"/>
                </a:rPr>
                <a:t>Pro</a:t>
              </a:r>
            </a:p>
            <a:p>
              <a:r>
                <a:rPr lang="en-US" sz="700">
                  <a:latin typeface="Times New Roman" pitchFamily="18" charset="0"/>
                </a:rPr>
                <a:t>NT 4.0</a:t>
              </a:r>
            </a:p>
            <a:p>
              <a:r>
                <a:rPr lang="en-US" sz="700">
                  <a:latin typeface="Times New Roman" pitchFamily="18" charset="0"/>
                </a:rPr>
                <a:t>Server</a:t>
              </a:r>
            </a:p>
            <a:p>
              <a:pPr latinLnBrk="1"/>
              <a:endParaRPr lang="en-US" sz="700">
                <a:latin typeface="Times New Roman" pitchFamily="18" charset="0"/>
              </a:endParaRPr>
            </a:p>
          </p:txBody>
        </p:sp>
        <p:sp>
          <p:nvSpPr>
            <p:cNvPr id="411696" name="Rectangle 48"/>
            <p:cNvSpPr>
              <a:spLocks noChangeArrowheads="1"/>
            </p:cNvSpPr>
            <p:nvPr/>
          </p:nvSpPr>
          <p:spPr bwMode="auto">
            <a:xfrm>
              <a:off x="633" y="1033"/>
              <a:ext cx="558" cy="129"/>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Application Client</a:t>
              </a:r>
            </a:p>
          </p:txBody>
        </p:sp>
        <p:sp>
          <p:nvSpPr>
            <p:cNvPr id="411697" name="Rectangle 49"/>
            <p:cNvSpPr>
              <a:spLocks noChangeArrowheads="1"/>
            </p:cNvSpPr>
            <p:nvPr/>
          </p:nvSpPr>
          <p:spPr bwMode="auto">
            <a:xfrm>
              <a:off x="2593" y="2468"/>
              <a:ext cx="483" cy="129"/>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Systems Server</a:t>
              </a:r>
            </a:p>
          </p:txBody>
        </p:sp>
        <p:grpSp>
          <p:nvGrpSpPr>
            <p:cNvPr id="411698" name="Group 50"/>
            <p:cNvGrpSpPr>
              <a:grpSpLocks/>
            </p:cNvGrpSpPr>
            <p:nvPr/>
          </p:nvGrpSpPr>
          <p:grpSpPr bwMode="auto">
            <a:xfrm>
              <a:off x="1844" y="1306"/>
              <a:ext cx="1692" cy="986"/>
              <a:chOff x="1836" y="1306"/>
              <a:chExt cx="1692" cy="986"/>
            </a:xfrm>
          </p:grpSpPr>
          <p:sp>
            <p:nvSpPr>
              <p:cNvPr id="411699" name="Rectangle 51"/>
              <p:cNvSpPr>
                <a:spLocks noChangeArrowheads="1"/>
              </p:cNvSpPr>
              <p:nvPr/>
            </p:nvSpPr>
            <p:spPr bwMode="auto">
              <a:xfrm>
                <a:off x="1872" y="1308"/>
                <a:ext cx="1656" cy="984"/>
              </a:xfrm>
              <a:prstGeom prst="rect">
                <a:avLst/>
              </a:prstGeom>
              <a:solidFill>
                <a:srgbClr val="CECECE"/>
              </a:solidFill>
              <a:ln w="12700">
                <a:solidFill>
                  <a:srgbClr val="000000"/>
                </a:solidFill>
                <a:miter lim="800000"/>
                <a:headEnd/>
                <a:tailEnd/>
              </a:ln>
              <a:effectLst>
                <a:outerShdw dist="107763" dir="2700000" algn="ctr" rotWithShape="0">
                  <a:schemeClr val="bg2"/>
                </a:outerShdw>
              </a:effectLst>
            </p:spPr>
            <p:txBody>
              <a:bodyPr wrap="none" anchor="ctr"/>
              <a:lstStyle/>
              <a:p>
                <a:endParaRPr lang="en-US"/>
              </a:p>
            </p:txBody>
          </p:sp>
          <p:sp>
            <p:nvSpPr>
              <p:cNvPr id="411700" name="Rectangle 52"/>
              <p:cNvSpPr>
                <a:spLocks noChangeArrowheads="1"/>
              </p:cNvSpPr>
              <p:nvPr/>
            </p:nvSpPr>
            <p:spPr bwMode="auto">
              <a:xfrm>
                <a:off x="1836" y="1637"/>
                <a:ext cx="319" cy="40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Alpha,</a:t>
                </a:r>
              </a:p>
              <a:p>
                <a:r>
                  <a:rPr lang="en-US" sz="700">
                    <a:solidFill>
                      <a:srgbClr val="000000"/>
                    </a:solidFill>
                    <a:latin typeface="Times New Roman" pitchFamily="18" charset="0"/>
                  </a:rPr>
                  <a:t>Pentium</a:t>
                </a:r>
              </a:p>
              <a:p>
                <a:r>
                  <a:rPr lang="en-US" sz="700">
                    <a:solidFill>
                      <a:srgbClr val="000000"/>
                    </a:solidFill>
                    <a:latin typeface="Times New Roman" pitchFamily="18" charset="0"/>
                  </a:rPr>
                  <a:t>Pro</a:t>
                </a:r>
              </a:p>
              <a:p>
                <a:r>
                  <a:rPr lang="en-US" sz="700">
                    <a:solidFill>
                      <a:srgbClr val="000000"/>
                    </a:solidFill>
                    <a:latin typeface="Times New Roman" pitchFamily="18" charset="0"/>
                  </a:rPr>
                  <a:t>NT 4.0</a:t>
                </a:r>
              </a:p>
              <a:p>
                <a:r>
                  <a:rPr lang="en-US" sz="700">
                    <a:solidFill>
                      <a:srgbClr val="000000"/>
                    </a:solidFill>
                    <a:latin typeface="Times New Roman" pitchFamily="18" charset="0"/>
                  </a:rPr>
                  <a:t>Server</a:t>
                </a:r>
              </a:p>
            </p:txBody>
          </p:sp>
          <p:sp>
            <p:nvSpPr>
              <p:cNvPr id="411701" name="Rectangle 53"/>
              <p:cNvSpPr>
                <a:spLocks noChangeArrowheads="1"/>
              </p:cNvSpPr>
              <p:nvPr/>
            </p:nvSpPr>
            <p:spPr bwMode="auto">
              <a:xfrm>
                <a:off x="2161" y="1402"/>
                <a:ext cx="1199" cy="240"/>
              </a:xfrm>
              <a:prstGeom prst="rect">
                <a:avLst/>
              </a:prstGeom>
              <a:solidFill>
                <a:srgbClr val="C8FEC8"/>
              </a:solidFill>
              <a:ln w="12700">
                <a:solidFill>
                  <a:srgbClr val="000000"/>
                </a:solidFill>
                <a:miter lim="800000"/>
                <a:headEnd/>
                <a:tailEnd/>
              </a:ln>
              <a:effectLst/>
            </p:spPr>
            <p:txBody>
              <a:bodyPr wrap="none" anchor="ctr"/>
              <a:lstStyle/>
              <a:p>
                <a:endParaRPr lang="en-US"/>
              </a:p>
            </p:txBody>
          </p:sp>
          <p:sp>
            <p:nvSpPr>
              <p:cNvPr id="411702" name="Rectangle 54"/>
              <p:cNvSpPr>
                <a:spLocks noChangeArrowheads="1"/>
              </p:cNvSpPr>
              <p:nvPr/>
            </p:nvSpPr>
            <p:spPr bwMode="auto">
              <a:xfrm>
                <a:off x="2123" y="1407"/>
                <a:ext cx="1089"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Application &amp; System Runtime Modules</a:t>
                </a:r>
              </a:p>
            </p:txBody>
          </p:sp>
          <p:sp>
            <p:nvSpPr>
              <p:cNvPr id="411703" name="Rectangle 55"/>
              <p:cNvSpPr>
                <a:spLocks noChangeArrowheads="1"/>
              </p:cNvSpPr>
              <p:nvPr/>
            </p:nvSpPr>
            <p:spPr bwMode="auto">
              <a:xfrm>
                <a:off x="2154" y="2028"/>
                <a:ext cx="1334" cy="68"/>
              </a:xfrm>
              <a:prstGeom prst="rect">
                <a:avLst/>
              </a:prstGeom>
              <a:solidFill>
                <a:srgbClr val="DADADA"/>
              </a:solidFill>
              <a:ln w="12700">
                <a:solidFill>
                  <a:srgbClr val="000000"/>
                </a:solidFill>
                <a:miter lim="800000"/>
                <a:headEnd/>
                <a:tailEnd/>
              </a:ln>
              <a:effectLst/>
            </p:spPr>
            <p:txBody>
              <a:bodyPr wrap="none" anchor="ctr"/>
              <a:lstStyle/>
              <a:p>
                <a:endParaRPr lang="en-US"/>
              </a:p>
            </p:txBody>
          </p:sp>
          <p:sp>
            <p:nvSpPr>
              <p:cNvPr id="411704" name="Rectangle 56"/>
              <p:cNvSpPr>
                <a:spLocks noChangeArrowheads="1"/>
              </p:cNvSpPr>
              <p:nvPr/>
            </p:nvSpPr>
            <p:spPr bwMode="auto">
              <a:xfrm>
                <a:off x="2194" y="2005"/>
                <a:ext cx="929"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Security Service (PKI Certificate)</a:t>
                </a:r>
              </a:p>
            </p:txBody>
          </p:sp>
          <p:sp>
            <p:nvSpPr>
              <p:cNvPr id="411705" name="Rectangle 57"/>
              <p:cNvSpPr>
                <a:spLocks noChangeArrowheads="1"/>
              </p:cNvSpPr>
              <p:nvPr/>
            </p:nvSpPr>
            <p:spPr bwMode="auto">
              <a:xfrm>
                <a:off x="3036" y="1506"/>
                <a:ext cx="324" cy="342"/>
              </a:xfrm>
              <a:prstGeom prst="rect">
                <a:avLst/>
              </a:prstGeom>
              <a:solidFill>
                <a:srgbClr val="FDC0E5"/>
              </a:solidFill>
              <a:ln w="12700">
                <a:solidFill>
                  <a:srgbClr val="000000"/>
                </a:solidFill>
                <a:miter lim="800000"/>
                <a:headEnd/>
                <a:tailEnd/>
              </a:ln>
              <a:effectLst/>
            </p:spPr>
            <p:txBody>
              <a:bodyPr wrap="none" anchor="ctr"/>
              <a:lstStyle/>
              <a:p>
                <a:endParaRPr lang="en-US"/>
              </a:p>
            </p:txBody>
          </p:sp>
          <p:sp>
            <p:nvSpPr>
              <p:cNvPr id="411706" name="Rectangle 58"/>
              <p:cNvSpPr>
                <a:spLocks noChangeArrowheads="1"/>
              </p:cNvSpPr>
              <p:nvPr/>
            </p:nvSpPr>
            <p:spPr bwMode="auto">
              <a:xfrm>
                <a:off x="2981" y="1502"/>
                <a:ext cx="481"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Directory Svrs.</a:t>
                </a:r>
              </a:p>
            </p:txBody>
          </p:sp>
          <p:sp>
            <p:nvSpPr>
              <p:cNvPr id="411707" name="Rectangle 59"/>
              <p:cNvSpPr>
                <a:spLocks noChangeArrowheads="1"/>
              </p:cNvSpPr>
              <p:nvPr/>
            </p:nvSpPr>
            <p:spPr bwMode="auto">
              <a:xfrm>
                <a:off x="3088" y="1492"/>
                <a:ext cx="212" cy="116"/>
              </a:xfrm>
              <a:prstGeom prst="rect">
                <a:avLst/>
              </a:prstGeom>
              <a:noFill/>
              <a:ln w="12700">
                <a:noFill/>
                <a:miter lim="800000"/>
                <a:headEnd/>
                <a:tailEnd/>
              </a:ln>
              <a:effectLst/>
            </p:spPr>
            <p:txBody>
              <a:bodyPr wrap="none" anchor="ctr"/>
              <a:lstStyle/>
              <a:p>
                <a:endParaRPr lang="en-US"/>
              </a:p>
            </p:txBody>
          </p:sp>
          <p:sp>
            <p:nvSpPr>
              <p:cNvPr id="411708" name="Rectangle 60"/>
              <p:cNvSpPr>
                <a:spLocks noChangeArrowheads="1"/>
              </p:cNvSpPr>
              <p:nvPr/>
            </p:nvSpPr>
            <p:spPr bwMode="auto">
              <a:xfrm>
                <a:off x="2982" y="1594"/>
                <a:ext cx="444" cy="269"/>
              </a:xfrm>
              <a:prstGeom prst="rect">
                <a:avLst/>
              </a:prstGeom>
              <a:noFill/>
              <a:ln w="12700">
                <a:noFill/>
                <a:miter lim="800000"/>
                <a:headEnd/>
                <a:tailEnd/>
              </a:ln>
              <a:effectLst/>
            </p:spPr>
            <p:txBody>
              <a:bodyPr wrap="none" lIns="90488" tIns="44450" rIns="90488" bIns="44450">
                <a:spAutoFit/>
              </a:bodyPr>
              <a:lstStyle/>
              <a:p>
                <a:pPr algn="ctr"/>
                <a:r>
                  <a:rPr lang="en-US" sz="700">
                    <a:solidFill>
                      <a:srgbClr val="000000"/>
                    </a:solidFill>
                    <a:latin typeface="Times New Roman" pitchFamily="18" charset="0"/>
                  </a:rPr>
                  <a:t>X.500,</a:t>
                </a:r>
              </a:p>
              <a:p>
                <a:pPr algn="ctr"/>
                <a:r>
                  <a:rPr lang="en-US" sz="700">
                    <a:solidFill>
                      <a:srgbClr val="000000"/>
                    </a:solidFill>
                    <a:latin typeface="Times New Roman" pitchFamily="18" charset="0"/>
                  </a:rPr>
                  <a:t>DNS, DHCP,</a:t>
                </a:r>
              </a:p>
              <a:p>
                <a:pPr algn="ctr"/>
                <a:r>
                  <a:rPr lang="en-US" sz="700">
                    <a:solidFill>
                      <a:srgbClr val="000000"/>
                    </a:solidFill>
                    <a:latin typeface="Times New Roman" pitchFamily="18" charset="0"/>
                  </a:rPr>
                  <a:t>LDAP (v1.22)</a:t>
                </a:r>
              </a:p>
            </p:txBody>
          </p:sp>
          <p:sp>
            <p:nvSpPr>
              <p:cNvPr id="411709" name="Rectangle 61"/>
              <p:cNvSpPr>
                <a:spLocks noChangeArrowheads="1"/>
              </p:cNvSpPr>
              <p:nvPr/>
            </p:nvSpPr>
            <p:spPr bwMode="auto">
              <a:xfrm>
                <a:off x="2161" y="1672"/>
                <a:ext cx="862" cy="177"/>
              </a:xfrm>
              <a:prstGeom prst="rect">
                <a:avLst/>
              </a:prstGeom>
              <a:solidFill>
                <a:srgbClr val="C1CEFF"/>
              </a:solidFill>
              <a:ln w="12700">
                <a:solidFill>
                  <a:srgbClr val="000000"/>
                </a:solidFill>
                <a:miter lim="800000"/>
                <a:headEnd/>
                <a:tailEnd/>
              </a:ln>
              <a:effectLst/>
            </p:spPr>
            <p:txBody>
              <a:bodyPr wrap="none" anchor="ctr"/>
              <a:lstStyle/>
              <a:p>
                <a:endParaRPr lang="en-US"/>
              </a:p>
            </p:txBody>
          </p:sp>
          <p:sp>
            <p:nvSpPr>
              <p:cNvPr id="411710" name="Rectangle 62"/>
              <p:cNvSpPr>
                <a:spLocks noChangeArrowheads="1"/>
              </p:cNvSpPr>
              <p:nvPr/>
            </p:nvSpPr>
            <p:spPr bwMode="auto">
              <a:xfrm>
                <a:off x="2757" y="1748"/>
                <a:ext cx="263" cy="137"/>
              </a:xfrm>
              <a:prstGeom prst="rect">
                <a:avLst/>
              </a:prstGeom>
              <a:solidFill>
                <a:srgbClr val="C1CEFF"/>
              </a:solidFill>
              <a:ln w="12700">
                <a:solidFill>
                  <a:schemeClr val="tx1"/>
                </a:solidFill>
                <a:miter lim="800000"/>
                <a:headEnd/>
                <a:tailEnd/>
              </a:ln>
              <a:effectLst/>
            </p:spPr>
            <p:txBody>
              <a:bodyPr lIns="90488" tIns="44450" rIns="90488" bIns="44450">
                <a:spAutoFit/>
              </a:bodyPr>
              <a:lstStyle/>
              <a:p>
                <a:r>
                  <a:rPr lang="en-US" sz="700">
                    <a:solidFill>
                      <a:srgbClr val="000000"/>
                    </a:solidFill>
                    <a:latin typeface="Times New Roman" pitchFamily="18" charset="0"/>
                  </a:rPr>
                  <a:t>CDS</a:t>
                </a:r>
              </a:p>
            </p:txBody>
          </p:sp>
          <p:sp>
            <p:nvSpPr>
              <p:cNvPr id="411711" name="Rectangle 63"/>
              <p:cNvSpPr>
                <a:spLocks noChangeArrowheads="1"/>
              </p:cNvSpPr>
              <p:nvPr/>
            </p:nvSpPr>
            <p:spPr bwMode="auto">
              <a:xfrm>
                <a:off x="2162" y="1656"/>
                <a:ext cx="899" cy="12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EJB  Server (or CORBA Server)</a:t>
                </a:r>
              </a:p>
            </p:txBody>
          </p:sp>
          <p:grpSp>
            <p:nvGrpSpPr>
              <p:cNvPr id="411712" name="Group 64"/>
              <p:cNvGrpSpPr>
                <a:grpSpLocks/>
              </p:cNvGrpSpPr>
              <p:nvPr/>
            </p:nvGrpSpPr>
            <p:grpSpPr bwMode="auto">
              <a:xfrm>
                <a:off x="2212" y="1732"/>
                <a:ext cx="380" cy="116"/>
                <a:chOff x="2212" y="1732"/>
                <a:chExt cx="380" cy="116"/>
              </a:xfrm>
            </p:grpSpPr>
            <p:sp>
              <p:nvSpPr>
                <p:cNvPr id="411713" name="Rectangle 65"/>
                <p:cNvSpPr>
                  <a:spLocks noChangeArrowheads="1"/>
                </p:cNvSpPr>
                <p:nvPr/>
              </p:nvSpPr>
              <p:spPr bwMode="auto">
                <a:xfrm>
                  <a:off x="2231" y="1756"/>
                  <a:ext cx="361" cy="67"/>
                </a:xfrm>
                <a:prstGeom prst="rect">
                  <a:avLst/>
                </a:prstGeom>
                <a:noFill/>
                <a:ln w="12700">
                  <a:solidFill>
                    <a:srgbClr val="000000"/>
                  </a:solidFill>
                  <a:miter lim="800000"/>
                  <a:headEnd/>
                  <a:tailEnd/>
                </a:ln>
                <a:effectLst/>
              </p:spPr>
              <p:txBody>
                <a:bodyPr wrap="none" anchor="ctr"/>
                <a:lstStyle/>
                <a:p>
                  <a:endParaRPr lang="en-US"/>
                </a:p>
              </p:txBody>
            </p:sp>
            <p:sp>
              <p:nvSpPr>
                <p:cNvPr id="411714" name="Rectangle 66"/>
                <p:cNvSpPr>
                  <a:spLocks noChangeArrowheads="1"/>
                </p:cNvSpPr>
                <p:nvPr/>
              </p:nvSpPr>
              <p:spPr bwMode="auto">
                <a:xfrm>
                  <a:off x="2212" y="1732"/>
                  <a:ext cx="227" cy="116"/>
                </a:xfrm>
                <a:prstGeom prst="rect">
                  <a:avLst/>
                </a:prstGeom>
                <a:noFill/>
                <a:ln w="12700">
                  <a:noFill/>
                  <a:miter lim="800000"/>
                  <a:headEnd/>
                  <a:tailEnd/>
                </a:ln>
                <a:effectLst/>
              </p:spPr>
              <p:txBody>
                <a:bodyPr wrap="none" anchor="ctr"/>
                <a:lstStyle/>
                <a:p>
                  <a:endParaRPr lang="en-US"/>
                </a:p>
              </p:txBody>
            </p:sp>
          </p:grpSp>
          <p:sp>
            <p:nvSpPr>
              <p:cNvPr id="411715" name="Rectangle 67"/>
              <p:cNvSpPr>
                <a:spLocks noChangeArrowheads="1"/>
              </p:cNvSpPr>
              <p:nvPr/>
            </p:nvSpPr>
            <p:spPr bwMode="auto">
              <a:xfrm>
                <a:off x="2748" y="1506"/>
                <a:ext cx="256" cy="150"/>
              </a:xfrm>
              <a:prstGeom prst="rect">
                <a:avLst/>
              </a:prstGeom>
              <a:solidFill>
                <a:srgbClr val="FFA27C"/>
              </a:solidFill>
              <a:ln w="12700">
                <a:solidFill>
                  <a:srgbClr val="000000"/>
                </a:solidFill>
                <a:miter lim="800000"/>
                <a:headEnd/>
                <a:tailEnd/>
              </a:ln>
              <a:effectLst/>
            </p:spPr>
            <p:txBody>
              <a:bodyPr wrap="none" anchor="ctr"/>
              <a:lstStyle/>
              <a:p>
                <a:endParaRPr lang="en-US"/>
              </a:p>
            </p:txBody>
          </p:sp>
          <p:sp>
            <p:nvSpPr>
              <p:cNvPr id="411716" name="Rectangle 68"/>
              <p:cNvSpPr>
                <a:spLocks noChangeArrowheads="1"/>
              </p:cNvSpPr>
              <p:nvPr/>
            </p:nvSpPr>
            <p:spPr bwMode="auto">
              <a:xfrm>
                <a:off x="2720" y="1502"/>
                <a:ext cx="385" cy="19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TP Mntr.</a:t>
                </a:r>
              </a:p>
              <a:p>
                <a:r>
                  <a:rPr lang="en-US" sz="700">
                    <a:solidFill>
                      <a:srgbClr val="000000"/>
                    </a:solidFill>
                    <a:latin typeface="Times New Roman" pitchFamily="18" charset="0"/>
                  </a:rPr>
                  <a:t>(Encina++)</a:t>
                </a:r>
              </a:p>
            </p:txBody>
          </p:sp>
          <p:grpSp>
            <p:nvGrpSpPr>
              <p:cNvPr id="411717" name="Group 69"/>
              <p:cNvGrpSpPr>
                <a:grpSpLocks/>
              </p:cNvGrpSpPr>
              <p:nvPr/>
            </p:nvGrpSpPr>
            <p:grpSpPr bwMode="auto">
              <a:xfrm>
                <a:off x="2161" y="1926"/>
                <a:ext cx="1327" cy="128"/>
                <a:chOff x="2161" y="1926"/>
                <a:chExt cx="1327" cy="128"/>
              </a:xfrm>
            </p:grpSpPr>
            <p:sp>
              <p:nvSpPr>
                <p:cNvPr id="411718" name="Rectangle 70"/>
                <p:cNvSpPr>
                  <a:spLocks noChangeArrowheads="1"/>
                </p:cNvSpPr>
                <p:nvPr/>
              </p:nvSpPr>
              <p:spPr bwMode="auto">
                <a:xfrm>
                  <a:off x="2161" y="1951"/>
                  <a:ext cx="1327" cy="59"/>
                </a:xfrm>
                <a:prstGeom prst="rect">
                  <a:avLst/>
                </a:prstGeom>
                <a:solidFill>
                  <a:srgbClr val="CECECE"/>
                </a:solidFill>
                <a:ln w="12700">
                  <a:solidFill>
                    <a:srgbClr val="000000"/>
                  </a:solidFill>
                  <a:miter lim="800000"/>
                  <a:headEnd/>
                  <a:tailEnd/>
                </a:ln>
                <a:effectLst/>
              </p:spPr>
              <p:txBody>
                <a:bodyPr wrap="none" anchor="ctr"/>
                <a:lstStyle/>
                <a:p>
                  <a:endParaRPr lang="en-US"/>
                </a:p>
              </p:txBody>
            </p:sp>
            <p:sp>
              <p:nvSpPr>
                <p:cNvPr id="411719" name="Rectangle 71"/>
                <p:cNvSpPr>
                  <a:spLocks noChangeArrowheads="1"/>
                </p:cNvSpPr>
                <p:nvPr/>
              </p:nvSpPr>
              <p:spPr bwMode="auto">
                <a:xfrm>
                  <a:off x="2431" y="1926"/>
                  <a:ext cx="1053" cy="12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Win 32 Subsystem - NT Device Drivers</a:t>
                  </a:r>
                </a:p>
              </p:txBody>
            </p:sp>
          </p:grpSp>
          <p:sp>
            <p:nvSpPr>
              <p:cNvPr id="411720" name="Rectangle 72"/>
              <p:cNvSpPr>
                <a:spLocks noChangeArrowheads="1"/>
              </p:cNvSpPr>
              <p:nvPr/>
            </p:nvSpPr>
            <p:spPr bwMode="auto">
              <a:xfrm>
                <a:off x="2164" y="2129"/>
                <a:ext cx="1323" cy="90"/>
              </a:xfrm>
              <a:prstGeom prst="rect">
                <a:avLst/>
              </a:prstGeom>
              <a:no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Comms (TCP/IP) SSL</a:t>
                </a:r>
              </a:p>
            </p:txBody>
          </p:sp>
          <p:sp>
            <p:nvSpPr>
              <p:cNvPr id="411721" name="Rectangle 73"/>
              <p:cNvSpPr>
                <a:spLocks noChangeArrowheads="1"/>
              </p:cNvSpPr>
              <p:nvPr/>
            </p:nvSpPr>
            <p:spPr bwMode="auto">
              <a:xfrm>
                <a:off x="2199" y="1740"/>
                <a:ext cx="436" cy="198"/>
              </a:xfrm>
              <a:prstGeom prst="rect">
                <a:avLst/>
              </a:prstGeom>
              <a:noFill/>
              <a:ln w="12700">
                <a:noFill/>
                <a:miter lim="800000"/>
                <a:headEnd/>
                <a:tailEnd/>
              </a:ln>
              <a:effectLst/>
            </p:spPr>
            <p:txBody>
              <a:bodyPr lIns="90488" tIns="44450" rIns="90488" bIns="44450">
                <a:spAutoFit/>
              </a:bodyPr>
              <a:lstStyle/>
              <a:p>
                <a:r>
                  <a:rPr lang="en-US" sz="700">
                    <a:latin typeface="Times New Roman" pitchFamily="18" charset="0"/>
                  </a:rPr>
                  <a:t>Time Servicer</a:t>
                </a:r>
              </a:p>
            </p:txBody>
          </p:sp>
          <p:sp>
            <p:nvSpPr>
              <p:cNvPr id="411722" name="Rectangle 74"/>
              <p:cNvSpPr>
                <a:spLocks noChangeArrowheads="1"/>
              </p:cNvSpPr>
              <p:nvPr/>
            </p:nvSpPr>
            <p:spPr bwMode="auto">
              <a:xfrm>
                <a:off x="2156" y="1506"/>
                <a:ext cx="432" cy="142"/>
              </a:xfrm>
              <a:prstGeom prst="rect">
                <a:avLst/>
              </a:prstGeom>
              <a:solidFill>
                <a:srgbClr val="FFA27C"/>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JDBC API Client</a:t>
                </a:r>
              </a:p>
              <a:p>
                <a:pPr algn="ctr"/>
                <a:r>
                  <a:rPr lang="en-US" sz="700">
                    <a:latin typeface="Times New Roman" pitchFamily="18" charset="0"/>
                  </a:rPr>
                  <a:t> (Connection Client)</a:t>
                </a:r>
              </a:p>
            </p:txBody>
          </p:sp>
          <p:sp>
            <p:nvSpPr>
              <p:cNvPr id="411723" name="Rectangle 75"/>
              <p:cNvSpPr>
                <a:spLocks noChangeArrowheads="1"/>
              </p:cNvSpPr>
              <p:nvPr/>
            </p:nvSpPr>
            <p:spPr bwMode="auto">
              <a:xfrm>
                <a:off x="3051" y="2008"/>
                <a:ext cx="114" cy="129"/>
              </a:xfrm>
              <a:prstGeom prst="rect">
                <a:avLst/>
              </a:prstGeom>
              <a:noFill/>
              <a:ln w="12700">
                <a:noFill/>
                <a:miter lim="800000"/>
                <a:headEnd/>
                <a:tailEnd/>
              </a:ln>
              <a:effectLst/>
            </p:spPr>
            <p:txBody>
              <a:bodyPr wrap="none" lIns="90488" tIns="44450" rIns="90488" bIns="44450" anchorCtr="1">
                <a:spAutoFit/>
              </a:bodyPr>
              <a:lstStyle/>
              <a:p>
                <a:endParaRPr lang="en-US" sz="700">
                  <a:latin typeface="Times New Roman" pitchFamily="18" charset="0"/>
                </a:endParaRPr>
              </a:p>
            </p:txBody>
          </p:sp>
          <p:sp>
            <p:nvSpPr>
              <p:cNvPr id="411724" name="Rectangle 76"/>
              <p:cNvSpPr>
                <a:spLocks noChangeArrowheads="1"/>
              </p:cNvSpPr>
              <p:nvPr/>
            </p:nvSpPr>
            <p:spPr bwMode="auto">
              <a:xfrm>
                <a:off x="2170" y="1863"/>
                <a:ext cx="1321" cy="69"/>
              </a:xfrm>
              <a:prstGeom prst="rect">
                <a:avLst/>
              </a:prstGeom>
              <a:solidFill>
                <a:srgbClr val="C8FEC8"/>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Compilers (Java JITC) </a:t>
                </a:r>
              </a:p>
            </p:txBody>
          </p:sp>
          <p:sp>
            <p:nvSpPr>
              <p:cNvPr id="411725" name="Rectangle 77"/>
              <p:cNvSpPr>
                <a:spLocks noChangeArrowheads="1"/>
              </p:cNvSpPr>
              <p:nvPr/>
            </p:nvSpPr>
            <p:spPr bwMode="auto">
              <a:xfrm>
                <a:off x="2440" y="1306"/>
                <a:ext cx="570" cy="128"/>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Application Server</a:t>
                </a:r>
              </a:p>
            </p:txBody>
          </p:sp>
          <p:sp>
            <p:nvSpPr>
              <p:cNvPr id="411726" name="Rectangle 78"/>
              <p:cNvSpPr>
                <a:spLocks noChangeArrowheads="1"/>
              </p:cNvSpPr>
              <p:nvPr/>
            </p:nvSpPr>
            <p:spPr bwMode="auto">
              <a:xfrm>
                <a:off x="2594" y="1502"/>
                <a:ext cx="168" cy="129"/>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or</a:t>
                </a:r>
              </a:p>
            </p:txBody>
          </p:sp>
          <p:sp>
            <p:nvSpPr>
              <p:cNvPr id="411727" name="Rectangle 79"/>
              <p:cNvSpPr>
                <a:spLocks noChangeArrowheads="1"/>
              </p:cNvSpPr>
              <p:nvPr/>
            </p:nvSpPr>
            <p:spPr bwMode="auto">
              <a:xfrm>
                <a:off x="3384" y="1416"/>
                <a:ext cx="92" cy="428"/>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endParaRPr lang="en-US" sz="700">
                  <a:latin typeface="Times New Roman" pitchFamily="18" charset="0"/>
                </a:endParaRPr>
              </a:p>
              <a:p>
                <a:pPr algn="ctr"/>
                <a:r>
                  <a:rPr lang="en-US" sz="700">
                    <a:latin typeface="Times New Roman" pitchFamily="18" charset="0"/>
                  </a:rPr>
                  <a:t>A</a:t>
                </a:r>
              </a:p>
              <a:p>
                <a:pPr algn="ctr"/>
                <a:r>
                  <a:rPr lang="en-US" sz="700">
                    <a:latin typeface="Times New Roman" pitchFamily="18" charset="0"/>
                  </a:rPr>
                  <a:t>P</a:t>
                </a:r>
              </a:p>
              <a:p>
                <a:pPr algn="ctr"/>
                <a:r>
                  <a:rPr lang="en-US" sz="700">
                    <a:latin typeface="Times New Roman" pitchFamily="18" charset="0"/>
                  </a:rPr>
                  <a:t>I</a:t>
                </a:r>
              </a:p>
            </p:txBody>
          </p:sp>
        </p:grpSp>
        <p:sp>
          <p:nvSpPr>
            <p:cNvPr id="411728" name="Rectangle 80"/>
            <p:cNvSpPr>
              <a:spLocks noChangeArrowheads="1"/>
            </p:cNvSpPr>
            <p:nvPr/>
          </p:nvSpPr>
          <p:spPr bwMode="auto">
            <a:xfrm>
              <a:off x="2224" y="3160"/>
              <a:ext cx="272" cy="84"/>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EJB  Module</a:t>
              </a:r>
            </a:p>
          </p:txBody>
        </p:sp>
        <p:grpSp>
          <p:nvGrpSpPr>
            <p:cNvPr id="411729" name="Group 81"/>
            <p:cNvGrpSpPr>
              <a:grpSpLocks/>
            </p:cNvGrpSpPr>
            <p:nvPr/>
          </p:nvGrpSpPr>
          <p:grpSpPr bwMode="auto">
            <a:xfrm>
              <a:off x="3571" y="1432"/>
              <a:ext cx="1717" cy="912"/>
              <a:chOff x="3571" y="1432"/>
              <a:chExt cx="1717" cy="912"/>
            </a:xfrm>
          </p:grpSpPr>
          <p:sp>
            <p:nvSpPr>
              <p:cNvPr id="411730" name="Rectangle 82"/>
              <p:cNvSpPr>
                <a:spLocks noChangeArrowheads="1"/>
              </p:cNvSpPr>
              <p:nvPr/>
            </p:nvSpPr>
            <p:spPr bwMode="auto">
              <a:xfrm>
                <a:off x="3602" y="1432"/>
                <a:ext cx="1686" cy="912"/>
              </a:xfrm>
              <a:prstGeom prst="rect">
                <a:avLst/>
              </a:prstGeom>
              <a:solidFill>
                <a:srgbClr val="CECECE"/>
              </a:solidFill>
              <a:ln w="12700">
                <a:solidFill>
                  <a:srgbClr val="000000"/>
                </a:solidFill>
                <a:miter lim="800000"/>
                <a:headEnd/>
                <a:tailEnd/>
              </a:ln>
              <a:effectLst>
                <a:outerShdw dist="107763" dir="2700000" algn="ctr" rotWithShape="0">
                  <a:schemeClr val="bg2"/>
                </a:outerShdw>
              </a:effectLst>
            </p:spPr>
            <p:txBody>
              <a:bodyPr wrap="none" anchor="ctr"/>
              <a:lstStyle/>
              <a:p>
                <a:endParaRPr lang="en-US"/>
              </a:p>
            </p:txBody>
          </p:sp>
          <p:sp>
            <p:nvSpPr>
              <p:cNvPr id="411731" name="Rectangle 83"/>
              <p:cNvSpPr>
                <a:spLocks noChangeArrowheads="1"/>
              </p:cNvSpPr>
              <p:nvPr/>
            </p:nvSpPr>
            <p:spPr bwMode="auto">
              <a:xfrm>
                <a:off x="3886" y="1592"/>
                <a:ext cx="1304" cy="85"/>
              </a:xfrm>
              <a:prstGeom prst="rect">
                <a:avLst/>
              </a:prstGeom>
              <a:solidFill>
                <a:srgbClr val="FFA27C"/>
              </a:solidFill>
              <a:ln w="12700">
                <a:solidFill>
                  <a:srgbClr val="000000"/>
                </a:solidFill>
                <a:miter lim="800000"/>
                <a:headEnd/>
                <a:tailEnd/>
              </a:ln>
              <a:effectLst/>
            </p:spPr>
            <p:txBody>
              <a:bodyPr wrap="none" anchor="ctr"/>
              <a:lstStyle/>
              <a:p>
                <a:endParaRPr lang="en-US"/>
              </a:p>
            </p:txBody>
          </p:sp>
          <p:sp>
            <p:nvSpPr>
              <p:cNvPr id="411732" name="Rectangle 84"/>
              <p:cNvSpPr>
                <a:spLocks noChangeArrowheads="1"/>
              </p:cNvSpPr>
              <p:nvPr/>
            </p:nvSpPr>
            <p:spPr bwMode="auto">
              <a:xfrm>
                <a:off x="3918" y="1567"/>
                <a:ext cx="1113" cy="129"/>
              </a:xfrm>
              <a:prstGeom prst="rect">
                <a:avLst/>
              </a:prstGeom>
              <a:noFill/>
              <a:ln w="12700">
                <a:noFill/>
                <a:miter lim="800000"/>
                <a:headEnd/>
                <a:tailEnd/>
              </a:ln>
              <a:effectLst/>
            </p:spPr>
            <p:txBody>
              <a:bodyPr lIns="90488" tIns="44450" rIns="90488" bIns="44450">
                <a:spAutoFit/>
              </a:bodyPr>
              <a:lstStyle/>
              <a:p>
                <a:pPr algn="ctr"/>
                <a:r>
                  <a:rPr lang="en-US" sz="700">
                    <a:solidFill>
                      <a:srgbClr val="000000"/>
                    </a:solidFill>
                    <a:latin typeface="Times New Roman" pitchFamily="18" charset="0"/>
                  </a:rPr>
                  <a:t>RDBMS Server</a:t>
                </a:r>
              </a:p>
            </p:txBody>
          </p:sp>
          <p:sp>
            <p:nvSpPr>
              <p:cNvPr id="411733" name="Rectangle 85"/>
              <p:cNvSpPr>
                <a:spLocks noChangeArrowheads="1"/>
              </p:cNvSpPr>
              <p:nvPr/>
            </p:nvSpPr>
            <p:spPr bwMode="auto">
              <a:xfrm>
                <a:off x="3878" y="1820"/>
                <a:ext cx="991" cy="86"/>
              </a:xfrm>
              <a:prstGeom prst="rect">
                <a:avLst/>
              </a:prstGeom>
              <a:solidFill>
                <a:srgbClr val="FFA27C"/>
              </a:solidFill>
              <a:ln w="12700">
                <a:solidFill>
                  <a:srgbClr val="000000"/>
                </a:solidFill>
                <a:miter lim="800000"/>
                <a:headEnd/>
                <a:tailEnd/>
              </a:ln>
              <a:effectLst/>
            </p:spPr>
            <p:txBody>
              <a:bodyPr wrap="none" anchor="ctr"/>
              <a:lstStyle/>
              <a:p>
                <a:endParaRPr lang="en-US"/>
              </a:p>
            </p:txBody>
          </p:sp>
          <p:sp>
            <p:nvSpPr>
              <p:cNvPr id="411734" name="Rectangle 86"/>
              <p:cNvSpPr>
                <a:spLocks noChangeArrowheads="1"/>
              </p:cNvSpPr>
              <p:nvPr/>
            </p:nvSpPr>
            <p:spPr bwMode="auto">
              <a:xfrm>
                <a:off x="3819" y="1808"/>
                <a:ext cx="1312" cy="128"/>
              </a:xfrm>
              <a:prstGeom prst="rect">
                <a:avLst/>
              </a:prstGeom>
              <a:noFill/>
              <a:ln w="12700">
                <a:noFill/>
                <a:miter lim="800000"/>
                <a:headEnd/>
                <a:tailEnd/>
              </a:ln>
              <a:effectLst/>
            </p:spPr>
            <p:txBody>
              <a:bodyPr lIns="90488" tIns="44450" rIns="90488" bIns="44450">
                <a:spAutoFit/>
              </a:bodyPr>
              <a:lstStyle/>
              <a:p>
                <a:r>
                  <a:rPr lang="en-US" sz="700">
                    <a:solidFill>
                      <a:srgbClr val="000000"/>
                    </a:solidFill>
                    <a:latin typeface="Times New Roman" pitchFamily="18" charset="0"/>
                  </a:rPr>
                  <a:t>SQL Proxy Server (Connection Server)</a:t>
                </a:r>
              </a:p>
            </p:txBody>
          </p:sp>
          <p:sp>
            <p:nvSpPr>
              <p:cNvPr id="411735" name="Rectangle 87"/>
              <p:cNvSpPr>
                <a:spLocks noChangeArrowheads="1"/>
              </p:cNvSpPr>
              <p:nvPr/>
            </p:nvSpPr>
            <p:spPr bwMode="auto">
              <a:xfrm>
                <a:off x="3571" y="1473"/>
                <a:ext cx="289" cy="33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HP, </a:t>
                </a:r>
              </a:p>
              <a:p>
                <a:r>
                  <a:rPr lang="en-US" sz="700">
                    <a:solidFill>
                      <a:srgbClr val="000000"/>
                    </a:solidFill>
                    <a:latin typeface="Times New Roman" pitchFamily="18" charset="0"/>
                  </a:rPr>
                  <a:t>Sun, or</a:t>
                </a:r>
              </a:p>
              <a:p>
                <a:r>
                  <a:rPr lang="en-US" sz="700">
                    <a:solidFill>
                      <a:srgbClr val="000000"/>
                    </a:solidFill>
                    <a:latin typeface="Times New Roman" pitchFamily="18" charset="0"/>
                  </a:rPr>
                  <a:t>IBM </a:t>
                </a:r>
              </a:p>
              <a:p>
                <a:r>
                  <a:rPr lang="en-US" sz="700">
                    <a:solidFill>
                      <a:srgbClr val="000000"/>
                    </a:solidFill>
                    <a:latin typeface="Times New Roman" pitchFamily="18" charset="0"/>
                  </a:rPr>
                  <a:t>Unix </a:t>
                </a:r>
              </a:p>
            </p:txBody>
          </p:sp>
          <p:sp>
            <p:nvSpPr>
              <p:cNvPr id="411736" name="Rectangle 88"/>
              <p:cNvSpPr>
                <a:spLocks noChangeArrowheads="1"/>
              </p:cNvSpPr>
              <p:nvPr/>
            </p:nvSpPr>
            <p:spPr bwMode="auto">
              <a:xfrm>
                <a:off x="3579" y="1814"/>
                <a:ext cx="274" cy="339"/>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or </a:t>
                </a:r>
              </a:p>
              <a:p>
                <a:r>
                  <a:rPr lang="en-US" sz="700">
                    <a:solidFill>
                      <a:srgbClr val="000000"/>
                    </a:solidFill>
                    <a:latin typeface="Times New Roman" pitchFamily="18" charset="0"/>
                  </a:rPr>
                  <a:t>Alpha</a:t>
                </a:r>
              </a:p>
              <a:p>
                <a:r>
                  <a:rPr lang="en-US" sz="700">
                    <a:solidFill>
                      <a:srgbClr val="000000"/>
                    </a:solidFill>
                    <a:latin typeface="Times New Roman" pitchFamily="18" charset="0"/>
                  </a:rPr>
                  <a:t>NT 40</a:t>
                </a:r>
              </a:p>
              <a:p>
                <a:r>
                  <a:rPr lang="en-US" sz="700">
                    <a:solidFill>
                      <a:srgbClr val="000000"/>
                    </a:solidFill>
                    <a:latin typeface="Times New Roman" pitchFamily="18" charset="0"/>
                  </a:rPr>
                  <a:t>Server</a:t>
                </a:r>
              </a:p>
            </p:txBody>
          </p:sp>
          <p:sp>
            <p:nvSpPr>
              <p:cNvPr id="411737" name="Rectangle 89"/>
              <p:cNvSpPr>
                <a:spLocks noChangeArrowheads="1"/>
              </p:cNvSpPr>
              <p:nvPr/>
            </p:nvSpPr>
            <p:spPr bwMode="auto">
              <a:xfrm>
                <a:off x="3871" y="2066"/>
                <a:ext cx="1315" cy="96"/>
              </a:xfrm>
              <a:prstGeom prst="rect">
                <a:avLst/>
              </a:prstGeom>
              <a:noFill/>
              <a:ln w="12700">
                <a:solidFill>
                  <a:srgbClr val="000000"/>
                </a:solidFill>
                <a:miter lim="800000"/>
                <a:headEnd/>
                <a:tailEnd/>
              </a:ln>
              <a:effectLst/>
            </p:spPr>
            <p:txBody>
              <a:bodyPr wrap="none" anchor="ctr"/>
              <a:lstStyle/>
              <a:p>
                <a:endParaRPr lang="en-US"/>
              </a:p>
            </p:txBody>
          </p:sp>
          <p:sp>
            <p:nvSpPr>
              <p:cNvPr id="411738" name="Rectangle 90"/>
              <p:cNvSpPr>
                <a:spLocks noChangeArrowheads="1"/>
              </p:cNvSpPr>
              <p:nvPr/>
            </p:nvSpPr>
            <p:spPr bwMode="auto">
              <a:xfrm>
                <a:off x="3864" y="2050"/>
                <a:ext cx="1265" cy="129"/>
              </a:xfrm>
              <a:prstGeom prst="rect">
                <a:avLst/>
              </a:prstGeom>
              <a:noFill/>
              <a:ln w="12700">
                <a:noFill/>
                <a:miter lim="800000"/>
                <a:headEnd/>
                <a:tailEnd/>
              </a:ln>
              <a:effectLst/>
            </p:spPr>
            <p:txBody>
              <a:bodyPr lIns="90488" tIns="44450" rIns="90488" bIns="44450">
                <a:spAutoFit/>
              </a:bodyPr>
              <a:lstStyle/>
              <a:p>
                <a:r>
                  <a:rPr lang="en-US" sz="700">
                    <a:solidFill>
                      <a:srgbClr val="000000"/>
                    </a:solidFill>
                    <a:latin typeface="Times New Roman" pitchFamily="18" charset="0"/>
                  </a:rPr>
                  <a:t>Posix Subsystem (Native or NT), Drivers</a:t>
                </a:r>
              </a:p>
            </p:txBody>
          </p:sp>
          <p:sp>
            <p:nvSpPr>
              <p:cNvPr id="411739" name="Rectangle 91"/>
              <p:cNvSpPr>
                <a:spLocks noChangeArrowheads="1"/>
              </p:cNvSpPr>
              <p:nvPr/>
            </p:nvSpPr>
            <p:spPr bwMode="auto">
              <a:xfrm>
                <a:off x="3870" y="2185"/>
                <a:ext cx="1318" cy="88"/>
              </a:xfrm>
              <a:prstGeom prst="rect">
                <a:avLst/>
              </a:prstGeom>
              <a:no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Comms (TCP/IP) SSL</a:t>
                </a:r>
              </a:p>
            </p:txBody>
          </p:sp>
          <p:sp>
            <p:nvSpPr>
              <p:cNvPr id="411740" name="Rectangle 92"/>
              <p:cNvSpPr>
                <a:spLocks noChangeArrowheads="1"/>
              </p:cNvSpPr>
              <p:nvPr/>
            </p:nvSpPr>
            <p:spPr bwMode="auto">
              <a:xfrm>
                <a:off x="3876" y="1945"/>
                <a:ext cx="1305" cy="98"/>
              </a:xfrm>
              <a:prstGeom prst="rect">
                <a:avLst/>
              </a:prstGeom>
              <a:solidFill>
                <a:srgbClr val="C1CEFF"/>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ebXML Server</a:t>
                </a:r>
              </a:p>
            </p:txBody>
          </p:sp>
          <p:sp>
            <p:nvSpPr>
              <p:cNvPr id="411741" name="Rectangle 93"/>
              <p:cNvSpPr>
                <a:spLocks noChangeArrowheads="1"/>
              </p:cNvSpPr>
              <p:nvPr/>
            </p:nvSpPr>
            <p:spPr bwMode="auto">
              <a:xfrm>
                <a:off x="4219" y="1449"/>
                <a:ext cx="510" cy="129"/>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Database Server</a:t>
                </a:r>
              </a:p>
            </p:txBody>
          </p:sp>
          <p:sp>
            <p:nvSpPr>
              <p:cNvPr id="411742" name="Rectangle 94"/>
              <p:cNvSpPr>
                <a:spLocks noChangeArrowheads="1"/>
              </p:cNvSpPr>
              <p:nvPr/>
            </p:nvSpPr>
            <p:spPr bwMode="auto">
              <a:xfrm>
                <a:off x="3882" y="1709"/>
                <a:ext cx="983" cy="86"/>
              </a:xfrm>
              <a:prstGeom prst="rect">
                <a:avLst/>
              </a:prstGeom>
              <a:solidFill>
                <a:srgbClr val="FFA27C"/>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JDBC Driver OCI/INET</a:t>
                </a:r>
              </a:p>
            </p:txBody>
          </p:sp>
          <p:sp>
            <p:nvSpPr>
              <p:cNvPr id="411743" name="Rectangle 95"/>
              <p:cNvSpPr>
                <a:spLocks noChangeArrowheads="1"/>
              </p:cNvSpPr>
              <p:nvPr/>
            </p:nvSpPr>
            <p:spPr bwMode="auto">
              <a:xfrm>
                <a:off x="4895" y="1714"/>
                <a:ext cx="278" cy="195"/>
              </a:xfrm>
              <a:prstGeom prst="rect">
                <a:avLst/>
              </a:prstGeom>
              <a:solidFill>
                <a:srgbClr val="FFA27C"/>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XA Lib.</a:t>
                </a:r>
              </a:p>
              <a:p>
                <a:pPr algn="ctr"/>
                <a:r>
                  <a:rPr lang="en-US" sz="700">
                    <a:latin typeface="Times New Roman" pitchFamily="18" charset="0"/>
                  </a:rPr>
                  <a:t>(Encina)</a:t>
                </a:r>
              </a:p>
            </p:txBody>
          </p:sp>
        </p:grpSp>
        <p:sp>
          <p:nvSpPr>
            <p:cNvPr id="411744" name="Line 96"/>
            <p:cNvSpPr>
              <a:spLocks noChangeShapeType="1"/>
            </p:cNvSpPr>
            <p:nvPr/>
          </p:nvSpPr>
          <p:spPr bwMode="auto">
            <a:xfrm>
              <a:off x="1832" y="3564"/>
              <a:ext cx="380" cy="0"/>
            </a:xfrm>
            <a:prstGeom prst="line">
              <a:avLst/>
            </a:prstGeom>
            <a:noFill/>
            <a:ln w="25400">
              <a:solidFill>
                <a:schemeClr val="tx1"/>
              </a:solidFill>
              <a:round/>
              <a:headEnd/>
              <a:tailEnd/>
            </a:ln>
            <a:effectLst/>
          </p:spPr>
          <p:txBody>
            <a:bodyPr wrap="none" anchor="ctr"/>
            <a:lstStyle/>
            <a:p>
              <a:endParaRPr lang="en-US"/>
            </a:p>
          </p:txBody>
        </p:sp>
        <p:sp>
          <p:nvSpPr>
            <p:cNvPr id="411745" name="Rectangle 97"/>
            <p:cNvSpPr>
              <a:spLocks noChangeArrowheads="1"/>
            </p:cNvSpPr>
            <p:nvPr/>
          </p:nvSpPr>
          <p:spPr bwMode="auto">
            <a:xfrm>
              <a:off x="3864" y="2524"/>
              <a:ext cx="1580" cy="932"/>
            </a:xfrm>
            <a:prstGeom prst="rect">
              <a:avLst/>
            </a:prstGeom>
            <a:solidFill>
              <a:srgbClr val="CECECE"/>
            </a:solidFill>
            <a:ln w="12700">
              <a:solidFill>
                <a:srgbClr val="000000"/>
              </a:solidFill>
              <a:miter lim="800000"/>
              <a:headEnd/>
              <a:tailEnd/>
            </a:ln>
            <a:effectLst>
              <a:outerShdw dist="107763" dir="2700000" algn="ctr" rotWithShape="0">
                <a:schemeClr val="bg2"/>
              </a:outerShdw>
            </a:effectLst>
          </p:spPr>
          <p:txBody>
            <a:bodyPr wrap="none" anchor="ctr"/>
            <a:lstStyle/>
            <a:p>
              <a:endParaRPr lang="en-US"/>
            </a:p>
          </p:txBody>
        </p:sp>
        <p:sp>
          <p:nvSpPr>
            <p:cNvPr id="411746" name="Rectangle 98"/>
            <p:cNvSpPr>
              <a:spLocks noChangeArrowheads="1"/>
            </p:cNvSpPr>
            <p:nvPr/>
          </p:nvSpPr>
          <p:spPr bwMode="auto">
            <a:xfrm>
              <a:off x="4130" y="2687"/>
              <a:ext cx="1222" cy="88"/>
            </a:xfrm>
            <a:prstGeom prst="rect">
              <a:avLst/>
            </a:prstGeom>
            <a:solidFill>
              <a:srgbClr val="FFA27C"/>
            </a:solidFill>
            <a:ln w="12700">
              <a:solidFill>
                <a:srgbClr val="000000"/>
              </a:solidFill>
              <a:miter lim="800000"/>
              <a:headEnd/>
              <a:tailEnd/>
            </a:ln>
            <a:effectLst/>
          </p:spPr>
          <p:txBody>
            <a:bodyPr wrap="none" anchor="ctr"/>
            <a:lstStyle/>
            <a:p>
              <a:endParaRPr lang="en-US"/>
            </a:p>
          </p:txBody>
        </p:sp>
        <p:sp>
          <p:nvSpPr>
            <p:cNvPr id="411747" name="Rectangle 99"/>
            <p:cNvSpPr>
              <a:spLocks noChangeArrowheads="1"/>
            </p:cNvSpPr>
            <p:nvPr/>
          </p:nvSpPr>
          <p:spPr bwMode="auto">
            <a:xfrm>
              <a:off x="4155" y="2665"/>
              <a:ext cx="1115" cy="128"/>
            </a:xfrm>
            <a:prstGeom prst="rect">
              <a:avLst/>
            </a:prstGeom>
            <a:noFill/>
            <a:ln w="12700">
              <a:noFill/>
              <a:miter lim="800000"/>
              <a:headEnd/>
              <a:tailEnd/>
            </a:ln>
            <a:effectLst/>
          </p:spPr>
          <p:txBody>
            <a:bodyPr lIns="90488" tIns="44450" rIns="90488" bIns="44450">
              <a:spAutoFit/>
            </a:bodyPr>
            <a:lstStyle/>
            <a:p>
              <a:r>
                <a:rPr lang="en-US" sz="700">
                  <a:solidFill>
                    <a:srgbClr val="000000"/>
                  </a:solidFill>
                  <a:latin typeface="Times New Roman" pitchFamily="18" charset="0"/>
                </a:rPr>
                <a:t>RDBMS API (ODBC or JDBC)</a:t>
              </a:r>
            </a:p>
          </p:txBody>
        </p:sp>
        <p:sp>
          <p:nvSpPr>
            <p:cNvPr id="411748" name="Rectangle 100"/>
            <p:cNvSpPr>
              <a:spLocks noChangeArrowheads="1"/>
            </p:cNvSpPr>
            <p:nvPr/>
          </p:nvSpPr>
          <p:spPr bwMode="auto">
            <a:xfrm>
              <a:off x="4122" y="2920"/>
              <a:ext cx="930" cy="88"/>
            </a:xfrm>
            <a:prstGeom prst="rect">
              <a:avLst/>
            </a:prstGeom>
            <a:solidFill>
              <a:srgbClr val="FFA27C"/>
            </a:solidFill>
            <a:ln w="12700">
              <a:solidFill>
                <a:srgbClr val="000000"/>
              </a:solidFill>
              <a:miter lim="800000"/>
              <a:headEnd/>
              <a:tailEnd/>
            </a:ln>
            <a:effectLst/>
          </p:spPr>
          <p:txBody>
            <a:bodyPr wrap="none" anchor="ctr"/>
            <a:lstStyle/>
            <a:p>
              <a:endParaRPr lang="en-US"/>
            </a:p>
          </p:txBody>
        </p:sp>
        <p:sp>
          <p:nvSpPr>
            <p:cNvPr id="411749" name="Rectangle 101"/>
            <p:cNvSpPr>
              <a:spLocks noChangeArrowheads="1"/>
            </p:cNvSpPr>
            <p:nvPr/>
          </p:nvSpPr>
          <p:spPr bwMode="auto">
            <a:xfrm>
              <a:off x="4105" y="2919"/>
              <a:ext cx="1103" cy="128"/>
            </a:xfrm>
            <a:prstGeom prst="rect">
              <a:avLst/>
            </a:prstGeom>
            <a:noFill/>
            <a:ln w="12700">
              <a:noFill/>
              <a:miter lim="800000"/>
              <a:headEnd/>
              <a:tailEnd/>
            </a:ln>
            <a:effectLst/>
          </p:spPr>
          <p:txBody>
            <a:bodyPr lIns="90488" tIns="44450" rIns="90488" bIns="44450">
              <a:spAutoFit/>
            </a:bodyPr>
            <a:lstStyle/>
            <a:p>
              <a:pPr algn="ctr"/>
              <a:r>
                <a:rPr lang="en-US" sz="700">
                  <a:solidFill>
                    <a:srgbClr val="000000"/>
                  </a:solidFill>
                  <a:latin typeface="Times New Roman" pitchFamily="18" charset="0"/>
                </a:rPr>
                <a:t>ebXML API</a:t>
              </a:r>
            </a:p>
          </p:txBody>
        </p:sp>
        <p:sp>
          <p:nvSpPr>
            <p:cNvPr id="411750" name="Rectangle 102"/>
            <p:cNvSpPr>
              <a:spLocks noChangeArrowheads="1"/>
            </p:cNvSpPr>
            <p:nvPr/>
          </p:nvSpPr>
          <p:spPr bwMode="auto">
            <a:xfrm>
              <a:off x="3829" y="2569"/>
              <a:ext cx="289" cy="33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HP, </a:t>
              </a:r>
            </a:p>
            <a:p>
              <a:r>
                <a:rPr lang="en-US" sz="700">
                  <a:solidFill>
                    <a:srgbClr val="000000"/>
                  </a:solidFill>
                  <a:latin typeface="Times New Roman" pitchFamily="18" charset="0"/>
                </a:rPr>
                <a:t>Sun, or</a:t>
              </a:r>
            </a:p>
            <a:p>
              <a:r>
                <a:rPr lang="en-US" sz="700">
                  <a:solidFill>
                    <a:srgbClr val="000000"/>
                  </a:solidFill>
                  <a:latin typeface="Times New Roman" pitchFamily="18" charset="0"/>
                </a:rPr>
                <a:t>IBM </a:t>
              </a:r>
            </a:p>
            <a:p>
              <a:r>
                <a:rPr lang="en-US" sz="700">
                  <a:solidFill>
                    <a:srgbClr val="000000"/>
                  </a:solidFill>
                  <a:latin typeface="Times New Roman" pitchFamily="18" charset="0"/>
                </a:rPr>
                <a:t>Unix </a:t>
              </a:r>
            </a:p>
          </p:txBody>
        </p:sp>
        <p:sp>
          <p:nvSpPr>
            <p:cNvPr id="411751" name="Rectangle 103"/>
            <p:cNvSpPr>
              <a:spLocks noChangeArrowheads="1"/>
            </p:cNvSpPr>
            <p:nvPr/>
          </p:nvSpPr>
          <p:spPr bwMode="auto">
            <a:xfrm>
              <a:off x="3838" y="2917"/>
              <a:ext cx="274" cy="338"/>
            </a:xfrm>
            <a:prstGeom prst="rect">
              <a:avLst/>
            </a:prstGeom>
            <a:noFill/>
            <a:ln w="12700">
              <a:noFill/>
              <a:miter lim="800000"/>
              <a:headEnd/>
              <a:tailEnd/>
            </a:ln>
            <a:effectLst/>
          </p:spPr>
          <p:txBody>
            <a:bodyPr wrap="none" lIns="90488" tIns="44450" rIns="90488" bIns="44450">
              <a:spAutoFit/>
            </a:bodyPr>
            <a:lstStyle/>
            <a:p>
              <a:r>
                <a:rPr lang="en-US" sz="700">
                  <a:solidFill>
                    <a:srgbClr val="000000"/>
                  </a:solidFill>
                  <a:latin typeface="Times New Roman" pitchFamily="18" charset="0"/>
                </a:rPr>
                <a:t>or </a:t>
              </a:r>
            </a:p>
            <a:p>
              <a:r>
                <a:rPr lang="en-US" sz="700">
                  <a:solidFill>
                    <a:srgbClr val="000000"/>
                  </a:solidFill>
                  <a:latin typeface="Times New Roman" pitchFamily="18" charset="0"/>
                </a:rPr>
                <a:t>Alpha</a:t>
              </a:r>
            </a:p>
            <a:p>
              <a:r>
                <a:rPr lang="en-US" sz="700">
                  <a:solidFill>
                    <a:srgbClr val="000000"/>
                  </a:solidFill>
                  <a:latin typeface="Times New Roman" pitchFamily="18" charset="0"/>
                </a:rPr>
                <a:t>NT 40</a:t>
              </a:r>
            </a:p>
            <a:p>
              <a:r>
                <a:rPr lang="en-US" sz="700">
                  <a:solidFill>
                    <a:srgbClr val="000000"/>
                  </a:solidFill>
                  <a:latin typeface="Times New Roman" pitchFamily="18" charset="0"/>
                </a:rPr>
                <a:t>Server</a:t>
              </a:r>
            </a:p>
          </p:txBody>
        </p:sp>
        <p:sp>
          <p:nvSpPr>
            <p:cNvPr id="411752" name="Rectangle 104"/>
            <p:cNvSpPr>
              <a:spLocks noChangeArrowheads="1"/>
            </p:cNvSpPr>
            <p:nvPr/>
          </p:nvSpPr>
          <p:spPr bwMode="auto">
            <a:xfrm>
              <a:off x="4117" y="3172"/>
              <a:ext cx="1232" cy="98"/>
            </a:xfrm>
            <a:prstGeom prst="rect">
              <a:avLst/>
            </a:prstGeom>
            <a:noFill/>
            <a:ln w="12700">
              <a:solidFill>
                <a:srgbClr val="000000"/>
              </a:solidFill>
              <a:miter lim="800000"/>
              <a:headEnd/>
              <a:tailEnd/>
            </a:ln>
            <a:effectLst/>
          </p:spPr>
          <p:txBody>
            <a:bodyPr wrap="none" anchor="ctr"/>
            <a:lstStyle/>
            <a:p>
              <a:endParaRPr lang="en-US"/>
            </a:p>
          </p:txBody>
        </p:sp>
        <p:sp>
          <p:nvSpPr>
            <p:cNvPr id="411753" name="Rectangle 105"/>
            <p:cNvSpPr>
              <a:spLocks noChangeArrowheads="1"/>
            </p:cNvSpPr>
            <p:nvPr/>
          </p:nvSpPr>
          <p:spPr bwMode="auto">
            <a:xfrm>
              <a:off x="4105" y="3157"/>
              <a:ext cx="1266" cy="129"/>
            </a:xfrm>
            <a:prstGeom prst="rect">
              <a:avLst/>
            </a:prstGeom>
            <a:noFill/>
            <a:ln w="12700">
              <a:noFill/>
              <a:miter lim="800000"/>
              <a:headEnd/>
              <a:tailEnd/>
            </a:ln>
            <a:effectLst/>
          </p:spPr>
          <p:txBody>
            <a:bodyPr lIns="90488" tIns="44450" rIns="90488" bIns="44450">
              <a:spAutoFit/>
            </a:bodyPr>
            <a:lstStyle/>
            <a:p>
              <a:r>
                <a:rPr lang="en-US" sz="700">
                  <a:solidFill>
                    <a:srgbClr val="000000"/>
                  </a:solidFill>
                  <a:latin typeface="Times New Roman" pitchFamily="18" charset="0"/>
                </a:rPr>
                <a:t>Posix Subsystem (Native or NT), Drivers</a:t>
              </a:r>
            </a:p>
          </p:txBody>
        </p:sp>
        <p:sp>
          <p:nvSpPr>
            <p:cNvPr id="411754" name="Rectangle 106"/>
            <p:cNvSpPr>
              <a:spLocks noChangeArrowheads="1"/>
            </p:cNvSpPr>
            <p:nvPr/>
          </p:nvSpPr>
          <p:spPr bwMode="auto">
            <a:xfrm>
              <a:off x="4116" y="3293"/>
              <a:ext cx="1234" cy="90"/>
            </a:xfrm>
            <a:prstGeom prst="rect">
              <a:avLst/>
            </a:prstGeom>
            <a:no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Comms (TCP/IP) SSL</a:t>
              </a:r>
            </a:p>
          </p:txBody>
        </p:sp>
        <p:sp>
          <p:nvSpPr>
            <p:cNvPr id="411755" name="Rectangle 107"/>
            <p:cNvSpPr>
              <a:spLocks noChangeArrowheads="1"/>
            </p:cNvSpPr>
            <p:nvPr/>
          </p:nvSpPr>
          <p:spPr bwMode="auto">
            <a:xfrm>
              <a:off x="4132" y="3042"/>
              <a:ext cx="936" cy="100"/>
            </a:xfrm>
            <a:prstGeom prst="rect">
              <a:avLst/>
            </a:prstGeom>
            <a:solidFill>
              <a:srgbClr val="C1CEFF"/>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Web Services</a:t>
              </a:r>
            </a:p>
          </p:txBody>
        </p:sp>
        <p:sp>
          <p:nvSpPr>
            <p:cNvPr id="411756" name="Rectangle 108"/>
            <p:cNvSpPr>
              <a:spLocks noChangeArrowheads="1"/>
            </p:cNvSpPr>
            <p:nvPr/>
          </p:nvSpPr>
          <p:spPr bwMode="auto">
            <a:xfrm>
              <a:off x="4439" y="2541"/>
              <a:ext cx="419" cy="129"/>
            </a:xfrm>
            <a:prstGeom prst="rect">
              <a:avLst/>
            </a:prstGeom>
            <a:noFill/>
            <a:ln w="12700">
              <a:noFill/>
              <a:miter lim="800000"/>
              <a:headEnd/>
              <a:tailEnd/>
            </a:ln>
            <a:effectLst/>
          </p:spPr>
          <p:txBody>
            <a:bodyPr wrap="none" lIns="90488" tIns="44450" rIns="90488" bIns="44450">
              <a:spAutoFit/>
            </a:bodyPr>
            <a:lstStyle/>
            <a:p>
              <a:r>
                <a:rPr lang="en-US" sz="700">
                  <a:latin typeface="Times New Roman" pitchFamily="18" charset="0"/>
                </a:rPr>
                <a:t>WEB Server</a:t>
              </a:r>
            </a:p>
          </p:txBody>
        </p:sp>
        <p:sp>
          <p:nvSpPr>
            <p:cNvPr id="411757" name="Rectangle 109"/>
            <p:cNvSpPr>
              <a:spLocks noChangeArrowheads="1"/>
            </p:cNvSpPr>
            <p:nvPr/>
          </p:nvSpPr>
          <p:spPr bwMode="auto">
            <a:xfrm>
              <a:off x="4126" y="2807"/>
              <a:ext cx="922" cy="88"/>
            </a:xfrm>
            <a:prstGeom prst="rect">
              <a:avLst/>
            </a:prstGeom>
            <a:solidFill>
              <a:srgbClr val="FFA27C"/>
            </a:solidFill>
            <a:ln w="12700">
              <a:solidFill>
                <a:srgbClr val="000000"/>
              </a:solidFill>
              <a:miter lim="800000"/>
              <a:headEnd/>
              <a:tailEnd/>
            </a:ln>
            <a:effectLst/>
          </p:spPr>
          <p:txBody>
            <a:bodyPr wrap="none" lIns="90488" tIns="44450" rIns="90488" bIns="44450" anchor="ctr"/>
            <a:lstStyle/>
            <a:p>
              <a:pPr algn="ctr"/>
              <a:r>
                <a:rPr lang="en-US" sz="700">
                  <a:latin typeface="Times New Roman" pitchFamily="18" charset="0"/>
                </a:rPr>
                <a:t>ODBC Driver (Intersolve) OCI/INET</a:t>
              </a:r>
            </a:p>
          </p:txBody>
        </p:sp>
        <p:sp>
          <p:nvSpPr>
            <p:cNvPr id="411758" name="Rectangle 110"/>
            <p:cNvSpPr>
              <a:spLocks noChangeArrowheads="1"/>
            </p:cNvSpPr>
            <p:nvPr/>
          </p:nvSpPr>
          <p:spPr bwMode="auto">
            <a:xfrm>
              <a:off x="5092" y="2816"/>
              <a:ext cx="248" cy="332"/>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RMI/</a:t>
              </a:r>
            </a:p>
            <a:p>
              <a:pPr algn="ctr"/>
              <a:r>
                <a:rPr lang="en-US" sz="700">
                  <a:latin typeface="Times New Roman" pitchFamily="18" charset="0"/>
                </a:rPr>
                <a:t>IIOP</a:t>
              </a:r>
            </a:p>
          </p:txBody>
        </p:sp>
        <p:sp>
          <p:nvSpPr>
            <p:cNvPr id="411759" name="Line 111"/>
            <p:cNvSpPr>
              <a:spLocks noChangeShapeType="1"/>
            </p:cNvSpPr>
            <p:nvPr/>
          </p:nvSpPr>
          <p:spPr bwMode="auto">
            <a:xfrm>
              <a:off x="4386" y="2282"/>
              <a:ext cx="6" cy="230"/>
            </a:xfrm>
            <a:prstGeom prst="line">
              <a:avLst/>
            </a:prstGeom>
            <a:noFill/>
            <a:ln w="25400">
              <a:solidFill>
                <a:schemeClr val="tx1"/>
              </a:solidFill>
              <a:round/>
              <a:headEnd/>
              <a:tailEnd/>
            </a:ln>
            <a:effectLst/>
          </p:spPr>
          <p:txBody>
            <a:bodyPr wrap="none" anchor="ctr"/>
            <a:lstStyle/>
            <a:p>
              <a:endParaRPr lang="en-US"/>
            </a:p>
          </p:txBody>
        </p:sp>
        <p:sp>
          <p:nvSpPr>
            <p:cNvPr id="411760" name="Rectangle 112"/>
            <p:cNvSpPr>
              <a:spLocks noChangeArrowheads="1"/>
            </p:cNvSpPr>
            <p:nvPr/>
          </p:nvSpPr>
          <p:spPr bwMode="auto">
            <a:xfrm>
              <a:off x="5470" y="2132"/>
              <a:ext cx="248" cy="332"/>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MFI/</a:t>
              </a:r>
            </a:p>
            <a:p>
              <a:pPr algn="ctr"/>
              <a:r>
                <a:rPr lang="en-US" sz="700">
                  <a:latin typeface="Times New Roman" pitchFamily="18" charset="0"/>
                </a:rPr>
                <a:t>Gateway</a:t>
              </a:r>
            </a:p>
            <a:p>
              <a:pPr algn="ctr"/>
              <a:endParaRPr lang="en-US" sz="700">
                <a:latin typeface="Times New Roman" pitchFamily="18" charset="0"/>
              </a:endParaRPr>
            </a:p>
          </p:txBody>
        </p:sp>
        <p:sp>
          <p:nvSpPr>
            <p:cNvPr id="411761" name="Rectangle 113"/>
            <p:cNvSpPr>
              <a:spLocks noChangeArrowheads="1"/>
            </p:cNvSpPr>
            <p:nvPr/>
          </p:nvSpPr>
          <p:spPr bwMode="auto">
            <a:xfrm>
              <a:off x="394" y="1150"/>
              <a:ext cx="1268" cy="104"/>
            </a:xfrm>
            <a:prstGeom prst="rect">
              <a:avLst/>
            </a:prstGeom>
            <a:solidFill>
              <a:schemeClr val="accent1"/>
            </a:solidFill>
            <a:ln w="12700">
              <a:solidFill>
                <a:schemeClr val="tx1"/>
              </a:solidFill>
              <a:miter lim="800000"/>
              <a:headEnd/>
              <a:tailEnd/>
            </a:ln>
            <a:effectLst/>
          </p:spPr>
          <p:txBody>
            <a:bodyPr wrap="none" lIns="90488" tIns="44450" rIns="90488" bIns="44450" anchor="ctr"/>
            <a:lstStyle/>
            <a:p>
              <a:pPr algn="ctr"/>
              <a:r>
                <a:rPr lang="en-US" sz="700">
                  <a:latin typeface="Times New Roman" pitchFamily="18" charset="0"/>
                </a:rPr>
                <a:t>Browser, Native GUI</a:t>
              </a:r>
            </a:p>
          </p:txBody>
        </p:sp>
      </p:gr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E8D9C75A-D297-4D4C-B4EE-DD91073C2396}" type="slidenum">
              <a:rPr lang="en-US"/>
              <a:pPr/>
              <a:t>34</a:t>
            </a:fld>
            <a:endParaRPr lang="en-US"/>
          </a:p>
        </p:txBody>
      </p:sp>
      <p:sp>
        <p:nvSpPr>
          <p:cNvPr id="412674" name="Rectangle 2"/>
          <p:cNvSpPr>
            <a:spLocks noGrp="1" noChangeArrowheads="1"/>
          </p:cNvSpPr>
          <p:nvPr>
            <p:ph type="title"/>
          </p:nvPr>
        </p:nvSpPr>
        <p:spPr>
          <a:xfrm>
            <a:off x="914400" y="2139950"/>
            <a:ext cx="7283450" cy="1143000"/>
          </a:xfrm>
        </p:spPr>
        <p:txBody>
          <a:bodyPr/>
          <a:lstStyle/>
          <a:p>
            <a:pPr algn="ctr"/>
            <a:r>
              <a:rPr lang="en-US"/>
              <a:t>ICH Case Studies</a:t>
            </a:r>
            <a:br>
              <a:rPr lang="en-US"/>
            </a:br>
            <a:r>
              <a:rPr lang="en-US"/>
              <a:t/>
            </a:r>
            <a:br>
              <a:rPr lang="en-US"/>
            </a:br>
            <a:r>
              <a:rPr lang="en-US" sz="2000" i="1"/>
              <a:t>Assuring Implementation Success of Commercial Items</a:t>
            </a:r>
            <a:endParaRPr lang="en-US"/>
          </a:p>
        </p:txBody>
      </p:sp>
      <p:sp>
        <p:nvSpPr>
          <p:cNvPr id="412675" name="Text Box 3"/>
          <p:cNvSpPr txBox="1">
            <a:spLocks noChangeArrowheads="1"/>
          </p:cNvSpPr>
          <p:nvPr/>
        </p:nvSpPr>
        <p:spPr bwMode="auto">
          <a:xfrm>
            <a:off x="838200" y="4114800"/>
            <a:ext cx="6915150" cy="1155700"/>
          </a:xfrm>
          <a:prstGeom prst="rect">
            <a:avLst/>
          </a:prstGeom>
          <a:noFill/>
          <a:ln w="9525">
            <a:noFill/>
            <a:miter lim="800000"/>
            <a:headEnd/>
            <a:tailEnd/>
          </a:ln>
          <a:effectLst/>
        </p:spPr>
        <p:txBody>
          <a:bodyPr>
            <a:spAutoFit/>
          </a:bodyPr>
          <a:lstStyle/>
          <a:p>
            <a:r>
              <a:rPr lang="en-US" sz="1400" b="0" i="1">
                <a:latin typeface="Comic Sans MS" pitchFamily="66" charset="0"/>
              </a:rPr>
              <a:t>“The ICH repository data and analysis methodologies was very helpful in supporting a quick turn around for [Information Assurance] section of COTS security products. Highly detailed ICH technology domain and product evaluation data comprised over 60% of this urgently needed [architecture] report”.</a:t>
            </a:r>
            <a:r>
              <a:rPr lang="en-US" sz="1400" b="0">
                <a:latin typeface="Comic Sans MS" pitchFamily="66" charset="0"/>
              </a:rPr>
              <a:t>  </a:t>
            </a:r>
            <a:r>
              <a:rPr lang="en-US" sz="1400">
                <a:latin typeface="Comic Sans MS" pitchFamily="66" charset="0"/>
              </a:rPr>
              <a:t>GCPR, Program Manager, Northrop Grumman/PRC</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A8A7581C-D22E-46E1-81ED-DEFCE2BA60E8}" type="slidenum">
              <a:rPr lang="en-US"/>
              <a:pPr/>
              <a:t>35</a:t>
            </a:fld>
            <a:endParaRPr lang="en-US"/>
          </a:p>
        </p:txBody>
      </p:sp>
      <p:graphicFrame>
        <p:nvGraphicFramePr>
          <p:cNvPr id="413698" name="Object 2"/>
          <p:cNvGraphicFramePr>
            <a:graphicFrameLocks noChangeAspect="1"/>
          </p:cNvGraphicFramePr>
          <p:nvPr/>
        </p:nvGraphicFramePr>
        <p:xfrm>
          <a:off x="7115175" y="5192713"/>
          <a:ext cx="2028825" cy="1665287"/>
        </p:xfrm>
        <a:graphic>
          <a:graphicData uri="http://schemas.openxmlformats.org/presentationml/2006/ole">
            <p:oleObj spid="_x0000_s413698" name="Clip" r:id="rId4" imgW="965520" imgH="793440" progId="MS_ClipArt_Gallery.5">
              <p:embed/>
            </p:oleObj>
          </a:graphicData>
        </a:graphic>
      </p:graphicFrame>
      <p:sp>
        <p:nvSpPr>
          <p:cNvPr id="413699" name="Text Box 3"/>
          <p:cNvSpPr txBox="1">
            <a:spLocks noChangeArrowheads="1"/>
          </p:cNvSpPr>
          <p:nvPr/>
        </p:nvSpPr>
        <p:spPr bwMode="auto">
          <a:xfrm>
            <a:off x="239713" y="1214438"/>
            <a:ext cx="7448550" cy="366712"/>
          </a:xfrm>
          <a:prstGeom prst="rect">
            <a:avLst/>
          </a:prstGeom>
          <a:solidFill>
            <a:srgbClr val="FFE027"/>
          </a:solidFill>
          <a:ln w="57150">
            <a:noFill/>
            <a:miter lim="800000"/>
            <a:headEnd/>
            <a:tailEnd/>
          </a:ln>
          <a:effectLst/>
        </p:spPr>
        <p:txBody>
          <a:bodyPr wrap="none">
            <a:spAutoFit/>
          </a:bodyPr>
          <a:lstStyle/>
          <a:p>
            <a:pPr>
              <a:spcBef>
                <a:spcPct val="20000"/>
              </a:spcBef>
            </a:pPr>
            <a:r>
              <a:rPr lang="en-US" sz="1800" b="0"/>
              <a:t>Challenge: develop enterprise architecture for patient record integration</a:t>
            </a:r>
            <a:endParaRPr lang="en-US" sz="2000" b="0">
              <a:latin typeface="Times New Roman" pitchFamily="18" charset="0"/>
            </a:endParaRPr>
          </a:p>
        </p:txBody>
      </p:sp>
      <p:sp>
        <p:nvSpPr>
          <p:cNvPr id="413700" name="Rectangle 4" descr="Rectangle: Click to edit Master text styles&#10;Second level&#10;Third level&#10;Fourth level&#10;Fifth level"/>
          <p:cNvSpPr>
            <a:spLocks noGrp="1" noChangeArrowheads="1"/>
          </p:cNvSpPr>
          <p:nvPr>
            <p:ph type="body" idx="1"/>
          </p:nvPr>
        </p:nvSpPr>
        <p:spPr>
          <a:xfrm>
            <a:off x="190500" y="1747838"/>
            <a:ext cx="8953500" cy="4348162"/>
          </a:xfrm>
        </p:spPr>
        <p:txBody>
          <a:bodyPr/>
          <a:lstStyle/>
          <a:p>
            <a:r>
              <a:rPr lang="en-US" sz="2000"/>
              <a:t>Applied ICH Architecture Immersion Program</a:t>
            </a:r>
          </a:p>
          <a:p>
            <a:pPr lvl="1"/>
            <a:r>
              <a:rPr lang="en-US" sz="2000"/>
              <a:t>Developed architecture validation criteria to GCPR Program Office</a:t>
            </a:r>
          </a:p>
          <a:p>
            <a:pPr lvl="1"/>
            <a:r>
              <a:rPr lang="en-US" sz="2000"/>
              <a:t>Developed product selection guidelines for Prime Contractor </a:t>
            </a:r>
          </a:p>
          <a:p>
            <a:pPr lvl="1"/>
            <a:r>
              <a:rPr lang="en-US" sz="2000"/>
              <a:t>Applied ICH Architecture Assurance Method </a:t>
            </a:r>
          </a:p>
          <a:p>
            <a:r>
              <a:rPr lang="en-US" sz="2000"/>
              <a:t>Outcomes</a:t>
            </a:r>
          </a:p>
          <a:p>
            <a:pPr lvl="1"/>
            <a:r>
              <a:rPr lang="en-US" sz="2000"/>
              <a:t>Enabled award based on unambiguous design specs </a:t>
            </a:r>
          </a:p>
          <a:p>
            <a:pPr lvl="1"/>
            <a:r>
              <a:rPr lang="en-US" sz="2000"/>
              <a:t>Augmented UML/MDA to address legacy and COTS capabilities</a:t>
            </a:r>
          </a:p>
          <a:p>
            <a:pPr lvl="1"/>
            <a:r>
              <a:rPr lang="en-US" sz="2000"/>
              <a:t>Ensured viability of chosen technologies</a:t>
            </a:r>
          </a:p>
          <a:p>
            <a:pPr lvl="2"/>
            <a:r>
              <a:rPr lang="en-US" sz="1800"/>
              <a:t>Met HIPPA requirements</a:t>
            </a:r>
          </a:p>
          <a:p>
            <a:pPr lvl="2"/>
            <a:r>
              <a:rPr lang="en-US" sz="1800"/>
              <a:t>Met security requirements</a:t>
            </a:r>
          </a:p>
          <a:p>
            <a:pPr lvl="2"/>
            <a:r>
              <a:rPr lang="en-US" sz="1800"/>
              <a:t>Provided integration framework for web </a:t>
            </a:r>
            <a:br>
              <a:rPr lang="en-US" sz="1800"/>
            </a:br>
            <a:r>
              <a:rPr lang="en-US" sz="1800"/>
              <a:t>infrastructure</a:t>
            </a:r>
          </a:p>
          <a:p>
            <a:pPr lvl="1"/>
            <a:r>
              <a:rPr lang="en-US" sz="2000"/>
              <a:t>Assured implementation success</a:t>
            </a:r>
          </a:p>
        </p:txBody>
      </p:sp>
      <p:sp>
        <p:nvSpPr>
          <p:cNvPr id="413701" name="Rectangle 5"/>
          <p:cNvSpPr>
            <a:spLocks noGrp="1" noChangeArrowheads="1"/>
          </p:cNvSpPr>
          <p:nvPr>
            <p:ph type="title"/>
          </p:nvPr>
        </p:nvSpPr>
        <p:spPr/>
        <p:txBody>
          <a:bodyPr/>
          <a:lstStyle/>
          <a:p>
            <a:r>
              <a:rPr lang="en-US" sz="1700"/>
              <a:t>Case Study: World Largest Healthcare Project</a:t>
            </a:r>
            <a:br>
              <a:rPr lang="en-US" sz="1700"/>
            </a:br>
            <a:endParaRPr lang="en-US" sz="17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3F371B06-D3C0-4E73-8D6E-B9BEF97E4C90}" type="slidenum">
              <a:rPr lang="en-US"/>
              <a:pPr/>
              <a:t>36</a:t>
            </a:fld>
            <a:endParaRPr lang="en-US"/>
          </a:p>
        </p:txBody>
      </p:sp>
      <p:graphicFrame>
        <p:nvGraphicFramePr>
          <p:cNvPr id="414722" name="Object 2"/>
          <p:cNvGraphicFramePr>
            <a:graphicFrameLocks noChangeAspect="1"/>
          </p:cNvGraphicFramePr>
          <p:nvPr/>
        </p:nvGraphicFramePr>
        <p:xfrm>
          <a:off x="7245350" y="5065713"/>
          <a:ext cx="1898650" cy="1792287"/>
        </p:xfrm>
        <a:graphic>
          <a:graphicData uri="http://schemas.openxmlformats.org/presentationml/2006/ole">
            <p:oleObj spid="_x0000_s414722" name="Clip" r:id="rId4" imgW="3674160" imgH="3468960" progId="MS_ClipArt_Gallery.5">
              <p:embed/>
            </p:oleObj>
          </a:graphicData>
        </a:graphic>
      </p:graphicFrame>
      <p:sp>
        <p:nvSpPr>
          <p:cNvPr id="414723" name="Text Box 3"/>
          <p:cNvSpPr txBox="1">
            <a:spLocks noChangeArrowheads="1"/>
          </p:cNvSpPr>
          <p:nvPr/>
        </p:nvSpPr>
        <p:spPr bwMode="auto">
          <a:xfrm>
            <a:off x="238125" y="1214438"/>
            <a:ext cx="8458200" cy="366712"/>
          </a:xfrm>
          <a:prstGeom prst="rect">
            <a:avLst/>
          </a:prstGeom>
          <a:solidFill>
            <a:srgbClr val="FFDC49"/>
          </a:solidFill>
          <a:ln w="57150">
            <a:noFill/>
            <a:miter lim="800000"/>
            <a:headEnd/>
            <a:tailEnd/>
          </a:ln>
          <a:effectLst/>
        </p:spPr>
        <p:txBody>
          <a:bodyPr wrap="none">
            <a:spAutoFit/>
          </a:bodyPr>
          <a:lstStyle/>
          <a:p>
            <a:pPr>
              <a:spcBef>
                <a:spcPct val="20000"/>
              </a:spcBef>
            </a:pPr>
            <a:r>
              <a:rPr lang="en-US" sz="1800" b="0"/>
              <a:t>Challenge: Select enterprise web infrastructure to integrate stovepipe applications</a:t>
            </a:r>
          </a:p>
        </p:txBody>
      </p:sp>
      <p:sp>
        <p:nvSpPr>
          <p:cNvPr id="414724" name="Rectangle 4" descr="Rectangle: Click to edit Master text styles&#10;Second level&#10;Third level&#10;Fourth level&#10;Fifth level"/>
          <p:cNvSpPr>
            <a:spLocks noGrp="1" noChangeArrowheads="1"/>
          </p:cNvSpPr>
          <p:nvPr>
            <p:ph type="body" idx="1"/>
          </p:nvPr>
        </p:nvSpPr>
        <p:spPr/>
        <p:txBody>
          <a:bodyPr/>
          <a:lstStyle/>
          <a:p>
            <a:r>
              <a:rPr lang="en-US" sz="2000"/>
              <a:t>Applied ICH Solutions Validation Program</a:t>
            </a:r>
          </a:p>
          <a:p>
            <a:pPr lvl="1"/>
            <a:r>
              <a:rPr lang="en-US" sz="2000"/>
              <a:t>Performed architecture baseline assessment </a:t>
            </a:r>
          </a:p>
          <a:p>
            <a:pPr lvl="1"/>
            <a:r>
              <a:rPr lang="en-US" sz="2000"/>
              <a:t>Provided guidance and selection support for Web-app server, VPN, portal, last-mile wireless connectivity </a:t>
            </a:r>
          </a:p>
          <a:p>
            <a:r>
              <a:rPr lang="en-US" sz="2000"/>
              <a:t>Outcomes</a:t>
            </a:r>
          </a:p>
          <a:p>
            <a:pPr lvl="1"/>
            <a:r>
              <a:rPr lang="en-US" sz="2000"/>
              <a:t>Validated requirements against marketplace offerings</a:t>
            </a:r>
          </a:p>
          <a:p>
            <a:pPr lvl="1"/>
            <a:r>
              <a:rPr lang="en-US" sz="2000"/>
              <a:t>Improved confidence in technology decisions</a:t>
            </a:r>
          </a:p>
          <a:p>
            <a:pPr lvl="2"/>
            <a:r>
              <a:rPr lang="en-US" sz="1800"/>
              <a:t>Delayed VPN implementation</a:t>
            </a:r>
          </a:p>
          <a:p>
            <a:pPr lvl="2"/>
            <a:r>
              <a:rPr lang="en-US" sz="1800"/>
              <a:t>Purchased Web application server, database, </a:t>
            </a:r>
            <a:br>
              <a:rPr lang="en-US" sz="1800"/>
            </a:br>
            <a:r>
              <a:rPr lang="en-US" sz="1800"/>
              <a:t>and media products</a:t>
            </a:r>
          </a:p>
          <a:p>
            <a:pPr lvl="2"/>
            <a:r>
              <a:rPr lang="en-US" sz="1800"/>
              <a:t>Deployed system without a hitch	</a:t>
            </a:r>
          </a:p>
          <a:p>
            <a:pPr lvl="1"/>
            <a:r>
              <a:rPr lang="en-US" sz="2000"/>
              <a:t>Significantly reduced time/cost to implementation</a:t>
            </a:r>
          </a:p>
        </p:txBody>
      </p:sp>
      <p:sp>
        <p:nvSpPr>
          <p:cNvPr id="414725" name="Rectangle 5"/>
          <p:cNvSpPr>
            <a:spLocks noGrp="1" noChangeArrowheads="1"/>
          </p:cNvSpPr>
          <p:nvPr>
            <p:ph type="title"/>
          </p:nvPr>
        </p:nvSpPr>
        <p:spPr/>
        <p:txBody>
          <a:bodyPr/>
          <a:lstStyle/>
          <a:p>
            <a:r>
              <a:rPr lang="en-US" sz="1700"/>
              <a:t>Case Study: World Largest Media Company</a:t>
            </a:r>
            <a:br>
              <a:rPr lang="en-US" sz="1700"/>
            </a:br>
            <a:endParaRPr lang="en-US" sz="17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3"/>
          <p:cNvSpPr>
            <a:spLocks noGrp="1"/>
          </p:cNvSpPr>
          <p:nvPr>
            <p:ph type="sldNum" sz="quarter" idx="10"/>
          </p:nvPr>
        </p:nvSpPr>
        <p:spPr/>
        <p:txBody>
          <a:bodyPr/>
          <a:lstStyle/>
          <a:p>
            <a:fld id="{7630B275-080D-4D85-AD4A-ACBDF22EF07A}" type="slidenum">
              <a:rPr lang="en-US"/>
              <a:pPr/>
              <a:t>37</a:t>
            </a:fld>
            <a:endParaRPr lang="en-US"/>
          </a:p>
        </p:txBody>
      </p:sp>
      <p:sp>
        <p:nvSpPr>
          <p:cNvPr id="415746" name="Rectangle 2"/>
          <p:cNvSpPr>
            <a:spLocks noGrp="1" noChangeArrowheads="1"/>
          </p:cNvSpPr>
          <p:nvPr>
            <p:ph type="title"/>
          </p:nvPr>
        </p:nvSpPr>
        <p:spPr/>
        <p:txBody>
          <a:bodyPr/>
          <a:lstStyle/>
          <a:p>
            <a:r>
              <a:rPr lang="en-US" sz="1700"/>
              <a:t>Case Study: World Largest Intelligence Agency</a:t>
            </a:r>
            <a:br>
              <a:rPr lang="en-US" sz="1700"/>
            </a:br>
            <a:endParaRPr lang="en-US" sz="1700"/>
          </a:p>
        </p:txBody>
      </p:sp>
      <p:sp>
        <p:nvSpPr>
          <p:cNvPr id="415747" name="Text Box 3"/>
          <p:cNvSpPr txBox="1">
            <a:spLocks noChangeArrowheads="1"/>
          </p:cNvSpPr>
          <p:nvPr/>
        </p:nvSpPr>
        <p:spPr bwMode="auto">
          <a:xfrm>
            <a:off x="238125" y="1214438"/>
            <a:ext cx="6786563" cy="366712"/>
          </a:xfrm>
          <a:prstGeom prst="rect">
            <a:avLst/>
          </a:prstGeom>
          <a:solidFill>
            <a:srgbClr val="FFE027"/>
          </a:solidFill>
          <a:ln w="57150">
            <a:noFill/>
            <a:miter lim="800000"/>
            <a:headEnd/>
            <a:tailEnd/>
          </a:ln>
          <a:effectLst/>
        </p:spPr>
        <p:txBody>
          <a:bodyPr wrap="none">
            <a:spAutoFit/>
          </a:bodyPr>
          <a:lstStyle/>
          <a:p>
            <a:pPr>
              <a:spcBef>
                <a:spcPct val="20000"/>
              </a:spcBef>
            </a:pPr>
            <a:r>
              <a:rPr lang="en-US" sz="1800" b="0"/>
              <a:t>Challenge: means of integrating diverse communities via the web</a:t>
            </a:r>
          </a:p>
        </p:txBody>
      </p:sp>
      <p:graphicFrame>
        <p:nvGraphicFramePr>
          <p:cNvPr id="415748" name="Object 4"/>
          <p:cNvGraphicFramePr>
            <a:graphicFrameLocks noChangeAspect="1"/>
          </p:cNvGraphicFramePr>
          <p:nvPr/>
        </p:nvGraphicFramePr>
        <p:xfrm>
          <a:off x="7518400" y="4751388"/>
          <a:ext cx="1411288" cy="1941512"/>
        </p:xfrm>
        <a:graphic>
          <a:graphicData uri="http://schemas.openxmlformats.org/presentationml/2006/ole">
            <p:oleObj spid="_x0000_s415748" name="Clip" r:id="rId4" imgW="2309760" imgH="3176280" progId="MS_ClipArt_Gallery.5">
              <p:embed/>
            </p:oleObj>
          </a:graphicData>
        </a:graphic>
      </p:graphicFrame>
      <p:sp>
        <p:nvSpPr>
          <p:cNvPr id="415749" name="Rectangle 5" descr="Rectangle: Click to edit Master text styles&#10;Second level&#10;Third level&#10;Fourth level&#10;Fifth level"/>
          <p:cNvSpPr>
            <a:spLocks noGrp="1" noChangeArrowheads="1"/>
          </p:cNvSpPr>
          <p:nvPr>
            <p:ph type="body" idx="1"/>
          </p:nvPr>
        </p:nvSpPr>
        <p:spPr>
          <a:xfrm>
            <a:off x="463550" y="1760538"/>
            <a:ext cx="7772400" cy="4348162"/>
          </a:xfrm>
        </p:spPr>
        <p:txBody>
          <a:bodyPr/>
          <a:lstStyle/>
          <a:p>
            <a:r>
              <a:rPr lang="en-US" sz="2000"/>
              <a:t>Applied Architecture Validation Program</a:t>
            </a:r>
          </a:p>
          <a:p>
            <a:pPr lvl="1"/>
            <a:r>
              <a:rPr lang="en-US" sz="2000"/>
              <a:t>Developed common criteria for emerging portal market</a:t>
            </a:r>
          </a:p>
          <a:p>
            <a:pPr lvl="1"/>
            <a:r>
              <a:rPr lang="en-US" sz="2000"/>
              <a:t>Evaluated selection of Enterprise Portal for pilot project</a:t>
            </a:r>
          </a:p>
          <a:p>
            <a:pPr lvl="1"/>
            <a:r>
              <a:rPr lang="en-US" sz="2000"/>
              <a:t>Developed impact analysis on enterprise architecture</a:t>
            </a:r>
          </a:p>
          <a:p>
            <a:pPr lvl="1"/>
            <a:r>
              <a:rPr lang="en-US" sz="2000"/>
              <a:t>Maintained view of evolving marketplace</a:t>
            </a:r>
          </a:p>
          <a:p>
            <a:r>
              <a:rPr lang="en-US" sz="2000"/>
              <a:t>Outcomes</a:t>
            </a:r>
          </a:p>
          <a:p>
            <a:pPr lvl="1"/>
            <a:r>
              <a:rPr lang="en-US" sz="2000"/>
              <a:t>Enhanced and normalized portal selection criteria</a:t>
            </a:r>
          </a:p>
          <a:p>
            <a:pPr lvl="1"/>
            <a:r>
              <a:rPr lang="en-US" sz="2000"/>
              <a:t>Identified key features/functional areas for testing</a:t>
            </a:r>
          </a:p>
          <a:p>
            <a:pPr lvl="1"/>
            <a:r>
              <a:rPr lang="en-US" sz="2000"/>
              <a:t>Applied commercial best practices for successful production rollout</a:t>
            </a:r>
          </a:p>
          <a:p>
            <a:pPr lvl="2"/>
            <a:r>
              <a:rPr lang="en-US" sz="1800"/>
              <a:t>Improved understanding and alignment of technology to problem domain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2"/>
          <p:cNvSpPr>
            <a:spLocks noGrp="1"/>
          </p:cNvSpPr>
          <p:nvPr>
            <p:ph type="sldNum" sz="quarter" idx="10"/>
          </p:nvPr>
        </p:nvSpPr>
        <p:spPr/>
        <p:txBody>
          <a:bodyPr/>
          <a:lstStyle/>
          <a:p>
            <a:fld id="{86AACE36-D284-4658-9F08-0382B04D7099}" type="slidenum">
              <a:rPr lang="en-US"/>
              <a:pPr/>
              <a:t>38</a:t>
            </a:fld>
            <a:endParaRPr lang="en-US"/>
          </a:p>
        </p:txBody>
      </p:sp>
      <p:sp>
        <p:nvSpPr>
          <p:cNvPr id="416770" name="Rectangle 2"/>
          <p:cNvSpPr>
            <a:spLocks noGrp="1" noChangeArrowheads="1"/>
          </p:cNvSpPr>
          <p:nvPr>
            <p:ph type="title"/>
          </p:nvPr>
        </p:nvSpPr>
        <p:spPr>
          <a:xfrm>
            <a:off x="914400" y="1822450"/>
            <a:ext cx="8229600" cy="2095500"/>
          </a:xfrm>
        </p:spPr>
        <p:txBody>
          <a:bodyPr/>
          <a:lstStyle/>
          <a:p>
            <a:r>
              <a:rPr lang="en-US"/>
              <a:t>Conclusion: The ICH Method is;</a:t>
            </a:r>
            <a:br>
              <a:rPr lang="en-US"/>
            </a:br>
            <a:r>
              <a:rPr lang="en-US"/>
              <a:t/>
            </a:r>
            <a:br>
              <a:rPr lang="en-US"/>
            </a:br>
            <a:r>
              <a:rPr lang="en-US" sz="1800"/>
              <a:t>Industry Developed,</a:t>
            </a:r>
            <a:br>
              <a:rPr lang="en-US" sz="1800"/>
            </a:br>
            <a:r>
              <a:rPr lang="en-US" sz="1800"/>
              <a:t>  Government Approved, </a:t>
            </a:r>
            <a:br>
              <a:rPr lang="en-US" sz="1800"/>
            </a:br>
            <a:r>
              <a:rPr lang="en-US" sz="1800"/>
              <a:t>    Business Driven,     </a:t>
            </a:r>
            <a:br>
              <a:rPr lang="en-US" sz="1800"/>
            </a:br>
            <a:r>
              <a:rPr lang="en-US" sz="1800"/>
              <a:t>       Standards-based, </a:t>
            </a:r>
            <a:br>
              <a:rPr lang="en-US" sz="1800"/>
            </a:br>
            <a:r>
              <a:rPr lang="en-US" sz="1800"/>
              <a:t>          Collaborative COTS Selection Process ………...on GSA Schedule!</a:t>
            </a:r>
            <a:endParaRPr lang="en-US"/>
          </a:p>
        </p:txBody>
      </p:sp>
      <p:sp>
        <p:nvSpPr>
          <p:cNvPr id="416771" name="Rectangle 3"/>
          <p:cNvSpPr>
            <a:spLocks noChangeArrowheads="1"/>
          </p:cNvSpPr>
          <p:nvPr/>
        </p:nvSpPr>
        <p:spPr bwMode="auto">
          <a:xfrm>
            <a:off x="749300" y="4578350"/>
            <a:ext cx="8081963" cy="1465263"/>
          </a:xfrm>
          <a:prstGeom prst="rect">
            <a:avLst/>
          </a:prstGeom>
          <a:noFill/>
          <a:ln w="9525">
            <a:noFill/>
            <a:miter lim="800000"/>
            <a:headEnd/>
            <a:tailEnd/>
          </a:ln>
          <a:effectLst/>
        </p:spPr>
        <p:txBody>
          <a:bodyPr>
            <a:spAutoFit/>
          </a:bodyPr>
          <a:lstStyle/>
          <a:p>
            <a:endParaRPr lang="en-US" sz="3600" i="1">
              <a:solidFill>
                <a:srgbClr val="4D4D4D"/>
              </a:solidFill>
              <a:latin typeface="Times New Roman" pitchFamily="18" charset="0"/>
            </a:endParaRPr>
          </a:p>
          <a:p>
            <a:r>
              <a:rPr lang="en-US" sz="1800" i="1">
                <a:solidFill>
                  <a:srgbClr val="4D4D4D"/>
                </a:solidFill>
                <a:latin typeface="Times New Roman" pitchFamily="18" charset="0"/>
              </a:rPr>
              <a:t>“...</a:t>
            </a:r>
            <a:r>
              <a:rPr lang="en-US" sz="1800" b="0">
                <a:latin typeface="Times New Roman" pitchFamily="18" charset="0"/>
              </a:rPr>
              <a:t>to help the 24 Presidential Priority E-Gov Initiatives and Federal Agencies with activities surrounding the technical and solution design of their e-Gov initiatives. </a:t>
            </a:r>
            <a:r>
              <a:rPr lang="en-US" sz="1800" i="1">
                <a:solidFill>
                  <a:srgbClr val="4D4D4D"/>
                </a:solidFill>
                <a:latin typeface="Times New Roman" pitchFamily="18" charset="0"/>
              </a:rPr>
              <a:t>”</a:t>
            </a:r>
            <a:r>
              <a:rPr lang="en-US" sz="1800">
                <a:solidFill>
                  <a:srgbClr val="000066"/>
                </a:solidFill>
                <a:latin typeface="Times New Roman" pitchFamily="18" charset="0"/>
              </a:rPr>
              <a:t> Mark Forman</a:t>
            </a:r>
            <a:endParaRPr lang="en-US" sz="2400">
              <a:solidFill>
                <a:srgbClr val="000066"/>
              </a:solidFill>
              <a:latin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p:cNvSpPr>
            <a:spLocks noGrp="1"/>
          </p:cNvSpPr>
          <p:nvPr>
            <p:ph type="sldNum" sz="quarter" idx="10"/>
          </p:nvPr>
        </p:nvSpPr>
        <p:spPr/>
        <p:txBody>
          <a:bodyPr/>
          <a:lstStyle/>
          <a:p>
            <a:fld id="{CBEF5E1B-E9A7-4428-93C4-0365B38B37A1}" type="slidenum">
              <a:rPr lang="en-US"/>
              <a:pPr/>
              <a:t>39</a:t>
            </a:fld>
            <a:endParaRPr lang="en-US"/>
          </a:p>
        </p:txBody>
      </p:sp>
      <p:sp>
        <p:nvSpPr>
          <p:cNvPr id="417794" name="Text Box 2">
            <a:hlinkClick r:id="rId3"/>
          </p:cNvPr>
          <p:cNvSpPr txBox="1">
            <a:spLocks noChangeArrowheads="1"/>
          </p:cNvSpPr>
          <p:nvPr/>
        </p:nvSpPr>
        <p:spPr bwMode="auto">
          <a:xfrm>
            <a:off x="0" y="2747963"/>
            <a:ext cx="8745538" cy="1544637"/>
          </a:xfrm>
          <a:prstGeom prst="rect">
            <a:avLst/>
          </a:prstGeom>
          <a:noFill/>
          <a:ln w="9525">
            <a:noFill/>
            <a:miter lim="800000"/>
            <a:headEnd/>
            <a:tailEnd/>
          </a:ln>
          <a:effectLst/>
        </p:spPr>
        <p:txBody>
          <a:bodyPr>
            <a:spAutoFit/>
          </a:bodyPr>
          <a:lstStyle/>
          <a:p>
            <a:pPr algn="ctr">
              <a:spcBef>
                <a:spcPct val="20000"/>
              </a:spcBef>
            </a:pPr>
            <a:r>
              <a:rPr lang="en-US" sz="2800" b="0">
                <a:solidFill>
                  <a:srgbClr val="0033CC"/>
                </a:solidFill>
                <a:latin typeface="Lucida Console" pitchFamily="49" charset="0"/>
              </a:rPr>
              <a:t>www.ICHnet.org</a:t>
            </a:r>
          </a:p>
          <a:p>
            <a:pPr algn="ctr">
              <a:spcBef>
                <a:spcPct val="20000"/>
              </a:spcBef>
            </a:pPr>
            <a:r>
              <a:rPr lang="en-US" sz="2800" b="0">
                <a:latin typeface="Lucida Console" pitchFamily="49" charset="0"/>
              </a:rPr>
              <a:t>703 768 0400</a:t>
            </a:r>
            <a:endParaRPr lang="en-US" sz="2800" b="0">
              <a:solidFill>
                <a:srgbClr val="0033CC"/>
              </a:solidFill>
              <a:latin typeface="Lucida Console" pitchFamily="49" charset="0"/>
            </a:endParaRPr>
          </a:p>
          <a:p>
            <a:pPr algn="ctr">
              <a:spcBef>
                <a:spcPct val="20000"/>
              </a:spcBef>
            </a:pPr>
            <a:r>
              <a:rPr lang="en-US" sz="2800" b="0">
                <a:solidFill>
                  <a:srgbClr val="0033CC"/>
                </a:solidFill>
                <a:latin typeface="Lucida Console" pitchFamily="49" charset="0"/>
              </a:rPr>
              <a:t>info@ICHnet.org</a:t>
            </a:r>
            <a:endParaRPr lang="en-US" sz="4800" b="0">
              <a:solidFill>
                <a:srgbClr val="0033CC"/>
              </a:solidFill>
              <a:latin typeface="Lucida Console" pitchFamily="49" charset="0"/>
            </a:endParaRPr>
          </a:p>
        </p:txBody>
      </p:sp>
      <p:sp>
        <p:nvSpPr>
          <p:cNvPr id="417795" name="Rectangle 3"/>
          <p:cNvSpPr>
            <a:spLocks noChangeArrowheads="1"/>
          </p:cNvSpPr>
          <p:nvPr/>
        </p:nvSpPr>
        <p:spPr bwMode="auto">
          <a:xfrm>
            <a:off x="685800" y="1219200"/>
            <a:ext cx="2355850" cy="641350"/>
          </a:xfrm>
          <a:prstGeom prst="rect">
            <a:avLst/>
          </a:prstGeom>
          <a:noFill/>
          <a:ln w="9525">
            <a:noFill/>
            <a:miter lim="800000"/>
            <a:headEnd/>
            <a:tailEnd/>
          </a:ln>
          <a:effectLst/>
        </p:spPr>
        <p:txBody>
          <a:bodyPr wrap="none">
            <a:spAutoFit/>
          </a:bodyPr>
          <a:lstStyle/>
          <a:p>
            <a:r>
              <a:rPr lang="en-US" sz="3600" b="0">
                <a:latin typeface="Times New Roman" pitchFamily="18" charset="0"/>
              </a:rPr>
              <a:t>Need Help?</a:t>
            </a:r>
            <a:endParaRPr lang="en-US" sz="2400" b="0">
              <a:latin typeface="Times New Roman" pitchFamily="18" charset="0"/>
            </a:endParaRPr>
          </a:p>
        </p:txBody>
      </p:sp>
    </p:spTree>
  </p:cSld>
  <p:clrMapOvr>
    <a:masterClrMapping/>
  </p:clrMapOvr>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10494</TotalTime>
  <Words>2836</Words>
  <Application>Microsoft Office PowerPoint</Application>
  <PresentationFormat>On-screen Show (4:3)</PresentationFormat>
  <Paragraphs>891</Paragraphs>
  <Slides>39</Slides>
  <Notes>39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52" baseType="lpstr">
      <vt:lpstr>Times New Roman</vt:lpstr>
      <vt:lpstr>Tahoma</vt:lpstr>
      <vt:lpstr>Wingdings</vt:lpstr>
      <vt:lpstr>Comic Sans MS</vt:lpstr>
      <vt:lpstr>Verdana</vt:lpstr>
      <vt:lpstr>Garamond</vt:lpstr>
      <vt:lpstr>Arial</vt:lpstr>
      <vt:lpstr>Book Antiqua</vt:lpstr>
      <vt:lpstr>ＭＳ Ｐゴシック</vt:lpstr>
      <vt:lpstr>Lucida Console</vt:lpstr>
      <vt:lpstr>Blueprint</vt:lpstr>
      <vt:lpstr>Microsoft Word Document</vt:lpstr>
      <vt:lpstr>Microsoft Clip Gallery</vt:lpstr>
      <vt:lpstr>Slide 1</vt:lpstr>
      <vt:lpstr>The COTS Integration Challenge  </vt:lpstr>
      <vt:lpstr>PMs lack the tools to make sound COTS acquisition decisions!  </vt:lpstr>
      <vt:lpstr>The New IT Solution Paradigm Custom Development gives way to COTS Integration  </vt:lpstr>
      <vt:lpstr>SAIL is designed to inform existing lifecycle processes (OMG, DoD 5000 series)</vt:lpstr>
      <vt:lpstr>CSF: Break down the acquisition lifecycle stove pipes                     Model      Align    Validate      Integrate</vt:lpstr>
      <vt:lpstr>ICH Solution Architecture Integration Lab  A Collaboratory for the IT Value Chain</vt:lpstr>
      <vt:lpstr> The ICH Architecture Assurance Method  Supporting the architecting, development and implementation of the Presidential Priority E-Gov Initiatives </vt:lpstr>
      <vt:lpstr>S.A.I.L.’s 3 phase Architecture Assurance process leverages best practices and implementation/testing results for sound IT decision making.  </vt:lpstr>
      <vt:lpstr>The SDLC outlines a road-map that defines a common and consistent methodology for implementing eGov Initiatives</vt:lpstr>
      <vt:lpstr> Develop the business and performance strategy to support the implementation of the Initiative</vt:lpstr>
      <vt:lpstr> Identify existing processes, workflow, and capabilities that can be leveraged</vt:lpstr>
      <vt:lpstr> Establish short and long-term requirements, define critical success factors</vt:lpstr>
      <vt:lpstr> Create Solution Architecture</vt:lpstr>
      <vt:lpstr> Source the necessary solution components, establish agreements between agencies and vendors in architecture terms</vt:lpstr>
      <vt:lpstr> Develop and Implement the Initiative (two stages; prototype and full enterprise roll out)</vt:lpstr>
      <vt:lpstr> Develop and Implement the Initiative (two stages; prototype and full enterprise roll out)</vt:lpstr>
      <vt:lpstr>ICH Architecture Assurance Method Aligning &amp; vetting the inputs &amp; outputs</vt:lpstr>
      <vt:lpstr>ICH network enables and validates Reference Models that aligns common business needs with proven technical solutions  </vt:lpstr>
      <vt:lpstr>Strength of Evidence = Risk Metrics Due diligence on features/functions reduces risk </vt:lpstr>
      <vt:lpstr>Value Prop: Information Sharing and Collaboration   reduces time, cost and risk of redundant IT research and validation efforts</vt:lpstr>
      <vt:lpstr>SAIL’s accelerated process provides DHS executives with timely access to the information they need to make sound decisions</vt:lpstr>
      <vt:lpstr>Solution Architecture Registry  “propagation of intellectual capital that can assist in E-Government transformation”  FEAPMO.gov</vt:lpstr>
      <vt:lpstr>Example: OnLine Documents</vt:lpstr>
      <vt:lpstr>Example 2: Technology Area Criteria Selection</vt:lpstr>
      <vt:lpstr>Example 2: Technology Area Criteria Management</vt:lpstr>
      <vt:lpstr>Example 2: Technology Area Viewing</vt:lpstr>
      <vt:lpstr>Shared COTS Research: Eliminating Redundant Study efforts saves $$$$</vt:lpstr>
      <vt:lpstr>Validation Process Flows</vt:lpstr>
      <vt:lpstr>ISV Product Entry Workflow Workflow engine validates vendor entries</vt:lpstr>
      <vt:lpstr>Functional Validation Process </vt:lpstr>
      <vt:lpstr>Interoperability Validation Process Industry validates Vendor Interworking Statements</vt:lpstr>
      <vt:lpstr>Results from the ICH Process:  Interoperable Web-Based Solution Architectures  </vt:lpstr>
      <vt:lpstr>ICH Case Studies  Assuring Implementation Success of Commercial Items</vt:lpstr>
      <vt:lpstr>Case Study: World Largest Healthcare Project </vt:lpstr>
      <vt:lpstr>Case Study: World Largest Media Company </vt:lpstr>
      <vt:lpstr>Case Study: World Largest Intelligence Agency </vt:lpstr>
      <vt:lpstr>Conclusion: The ICH Method is;  Industry Developed,   Government Approved,      Business Driven,             Standards-based,            Collaborative COTS Selection Process ………...on GSA Schedule!</vt:lpstr>
      <vt:lpstr>Slide 39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 Solution Roadmaps</dc:title>
  <dc:subject>Component-Based Architectures</dc:subject>
  <dc:creator>Debra D. Stouffer</dc:creator>
  <cp:keywords>Component, Architecture, EA, EAMS</cp:keywords>
  <dc:description>Version 1.1</dc:description>
  <cp:lastModifiedBy>JEFF</cp:lastModifiedBy>
  <cp:revision>461</cp:revision>
  <dcterms:created xsi:type="dcterms:W3CDTF">2002-02-25T17:31:16Z</dcterms:created>
  <dcterms:modified xsi:type="dcterms:W3CDTF">2010-03-30T12:37:44Z</dcterms:modified>
  <cp:category>EA</cp:category>
</cp:coreProperties>
</file>