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9"/>
  </p:notesMasterIdLst>
  <p:handoutMasterIdLst>
    <p:handoutMasterId r:id="rId30"/>
  </p:handoutMasterIdLst>
  <p:sldIdLst>
    <p:sldId id="257" r:id="rId2"/>
    <p:sldId id="258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15" r:id="rId27"/>
    <p:sldId id="316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C39E0C-409E-499E-A066-B09A77E59F99}" type="presOf" srcId="{7CA238D8-41AA-42D1-A624-A4BE17E3489D}" destId="{C67EC5E8-DE49-43E0-8D6A-67245C3D29F1}" srcOrd="1" destOrd="0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7B1C84E5-41AE-4B1C-A51A-304B209AEB10}" type="presOf" srcId="{DBB4C2F7-4009-4772-A287-018D1DFA27A3}" destId="{78F0F54D-BDA7-46C0-84B2-112BAAC12E67}" srcOrd="1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0A3E0E45-B624-4356-B81C-30839B24F11F}" type="presOf" srcId="{F8612028-6F88-4858-AC54-F76CAE6CE636}" destId="{F374B58B-DD19-4846-902F-F2A0A40B53F0}" srcOrd="0" destOrd="1" presId="urn:microsoft.com/office/officeart/2005/8/layout/vProcess5"/>
    <dgm:cxn modelId="{5E4C8615-363F-4D43-9132-140217DF08BF}" type="presOf" srcId="{1D895A9F-66CD-4D6A-87C1-D6070AA2D1F9}" destId="{55643E70-788A-439F-A22B-D54BB71AE1B4}" srcOrd="1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88FDCB47-221C-46F5-8D3E-D9D0A3BFCAE8}" type="presOf" srcId="{DBB4C2F7-4009-4772-A287-018D1DFA27A3}" destId="{44FCDAAD-01F0-4B5F-AC01-AA624E3EDD7F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B3AA4A58-BD30-4369-9C90-ABC3FA9D9B5E}" type="presOf" srcId="{1D895A9F-66CD-4D6A-87C1-D6070AA2D1F9}" destId="{F374B58B-DD19-4846-902F-F2A0A40B53F0}" srcOrd="0" destOrd="0" presId="urn:microsoft.com/office/officeart/2005/8/layout/vProcess5"/>
    <dgm:cxn modelId="{A2E4DC98-179A-4AC2-A25F-7BE11AD663AA}" type="presOf" srcId="{3EBECECA-EEE9-4671-989E-9D199CD8E4F3}" destId="{BC27DFCF-341C-4832-B707-7562421074B8}" srcOrd="0" destOrd="0" presId="urn:microsoft.com/office/officeart/2005/8/layout/vProcess5"/>
    <dgm:cxn modelId="{318C3011-DD1B-4CC5-BBD7-2BCE0BA5F109}" type="presOf" srcId="{BF953B3E-FE0E-4132-8507-9B770972069A}" destId="{1E153542-D7E0-4561-8633-4F9C38EBC364}" srcOrd="0" destOrd="0" presId="urn:microsoft.com/office/officeart/2005/8/layout/vProcess5"/>
    <dgm:cxn modelId="{78FFFAF4-A2B4-404B-B314-43CB47A5DBAD}" type="presOf" srcId="{1323FBD4-0185-4499-9C77-8B125A9EDECB}" destId="{6A0F8408-68AE-4879-BCBB-6F1D070EBBEC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0B11FB20-F812-4F50-837F-60E9F08A801D}" type="presOf" srcId="{F8612028-6F88-4858-AC54-F76CAE6CE636}" destId="{55643E70-788A-439F-A22B-D54BB71AE1B4}" srcOrd="1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ED0DEEBB-0039-4345-97F3-89EE58325517}" type="presOf" srcId="{B137D134-E00F-4B03-8649-9260A5728E45}" destId="{C67EC5E8-DE49-43E0-8D6A-67245C3D29F1}" srcOrd="1" destOrd="1" presId="urn:microsoft.com/office/officeart/2005/8/layout/vProcess5"/>
    <dgm:cxn modelId="{084965CE-B948-41BD-8C45-13F022DA0807}" type="presOf" srcId="{797F2B97-E140-44EC-B0A7-251A59CA45CE}" destId="{78F0F54D-BDA7-46C0-84B2-112BAAC12E67}" srcOrd="1" destOrd="1" presId="urn:microsoft.com/office/officeart/2005/8/layout/vProcess5"/>
    <dgm:cxn modelId="{1FF41F56-B8CB-46FE-A12A-5CC3C0A44847}" type="presOf" srcId="{797F2B97-E140-44EC-B0A7-251A59CA45CE}" destId="{44FCDAAD-01F0-4B5F-AC01-AA624E3EDD7F}" srcOrd="0" destOrd="1" presId="urn:microsoft.com/office/officeart/2005/8/layout/vProcess5"/>
    <dgm:cxn modelId="{4853799E-7977-4716-8F14-8347D415FD80}" type="presOf" srcId="{B137D134-E00F-4B03-8649-9260A5728E45}" destId="{19112690-9CC1-42CA-92EF-22A5046497D0}" srcOrd="0" destOrd="1" presId="urn:microsoft.com/office/officeart/2005/8/layout/vProcess5"/>
    <dgm:cxn modelId="{A418437F-C91B-4FB7-B005-397E3F7EA769}" type="presOf" srcId="{7CA238D8-41AA-42D1-A624-A4BE17E3489D}" destId="{19112690-9CC1-42CA-92EF-22A5046497D0}" srcOrd="0" destOrd="0" presId="urn:microsoft.com/office/officeart/2005/8/layout/vProcess5"/>
    <dgm:cxn modelId="{CC315817-A8E5-4444-89FE-9AEF83F0065D}" type="presParOf" srcId="{1E153542-D7E0-4561-8633-4F9C38EBC364}" destId="{7C6F8402-BB6D-4E54-A9CD-7AF6DDC9F657}" srcOrd="0" destOrd="0" presId="urn:microsoft.com/office/officeart/2005/8/layout/vProcess5"/>
    <dgm:cxn modelId="{53A276B2-C56D-48AA-A145-3366007F1F3B}" type="presParOf" srcId="{1E153542-D7E0-4561-8633-4F9C38EBC364}" destId="{19112690-9CC1-42CA-92EF-22A5046497D0}" srcOrd="1" destOrd="0" presId="urn:microsoft.com/office/officeart/2005/8/layout/vProcess5"/>
    <dgm:cxn modelId="{5011C9C9-663B-40C7-9ADD-FBCD4E788359}" type="presParOf" srcId="{1E153542-D7E0-4561-8633-4F9C38EBC364}" destId="{44FCDAAD-01F0-4B5F-AC01-AA624E3EDD7F}" srcOrd="2" destOrd="0" presId="urn:microsoft.com/office/officeart/2005/8/layout/vProcess5"/>
    <dgm:cxn modelId="{7E16B21F-FA24-40FA-9182-84BF6FBDAEA5}" type="presParOf" srcId="{1E153542-D7E0-4561-8633-4F9C38EBC364}" destId="{F374B58B-DD19-4846-902F-F2A0A40B53F0}" srcOrd="3" destOrd="0" presId="urn:microsoft.com/office/officeart/2005/8/layout/vProcess5"/>
    <dgm:cxn modelId="{9D66A8BC-2D21-4C8B-B66F-BCAB8DE5D142}" type="presParOf" srcId="{1E153542-D7E0-4561-8633-4F9C38EBC364}" destId="{6A0F8408-68AE-4879-BCBB-6F1D070EBBEC}" srcOrd="4" destOrd="0" presId="urn:microsoft.com/office/officeart/2005/8/layout/vProcess5"/>
    <dgm:cxn modelId="{FFB1AA6D-4C78-4A96-8A90-44529D5724F4}" type="presParOf" srcId="{1E153542-D7E0-4561-8633-4F9C38EBC364}" destId="{BC27DFCF-341C-4832-B707-7562421074B8}" srcOrd="5" destOrd="0" presId="urn:microsoft.com/office/officeart/2005/8/layout/vProcess5"/>
    <dgm:cxn modelId="{461FFDEE-E8B2-47CC-9DF0-D6D7DA0C430E}" type="presParOf" srcId="{1E153542-D7E0-4561-8633-4F9C38EBC364}" destId="{C67EC5E8-DE49-43E0-8D6A-67245C3D29F1}" srcOrd="6" destOrd="0" presId="urn:microsoft.com/office/officeart/2005/8/layout/vProcess5"/>
    <dgm:cxn modelId="{2FA81E3E-B403-4CDD-B545-CBA4AF22F6F5}" type="presParOf" srcId="{1E153542-D7E0-4561-8633-4F9C38EBC364}" destId="{78F0F54D-BDA7-46C0-84B2-112BAAC12E67}" srcOrd="7" destOrd="0" presId="urn:microsoft.com/office/officeart/2005/8/layout/vProcess5"/>
    <dgm:cxn modelId="{B95312C8-790B-4A48-BFAD-1B6C5E275753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716799BA-ECBC-48CC-9874-0324F33AF11A}" type="presOf" srcId="{39749F21-8792-4349-A6A7-BF01EB94F789}" destId="{0B61870B-E2AE-47B9-90BE-64D52B77842D}" srcOrd="0" destOrd="0" presId="urn:microsoft.com/office/officeart/2005/8/layout/funnel1"/>
    <dgm:cxn modelId="{92ECECAC-0546-4913-9A3A-4EF5CB14B533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87C9B43D-B3E5-4592-8FB2-E4D6BD873C9A}" type="presOf" srcId="{CAE624CA-334A-4EB5-BD8E-55849449CB58}" destId="{1700B4C8-12E4-4D00-876C-94377F786E85}" srcOrd="0" destOrd="0" presId="urn:microsoft.com/office/officeart/2005/8/layout/funnel1"/>
    <dgm:cxn modelId="{717C08D3-60C5-4EA7-8397-08C59B4965F9}" type="presOf" srcId="{E20769C5-73DC-4E8A-913F-24C08F2848CC}" destId="{D7B10E75-58CC-4807-BD47-EBDD0F301C5F}" srcOrd="0" destOrd="0" presId="urn:microsoft.com/office/officeart/2005/8/layout/funnel1"/>
    <dgm:cxn modelId="{841CA123-AC0B-4F79-973E-B1E9F9E56E2F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3B53AA57-753E-42D7-AD96-002A2FB8B7DA}" type="presParOf" srcId="{D7B10E75-58CC-4807-BD47-EBDD0F301C5F}" destId="{E1C58007-ADFE-400C-A7E7-0C16929F4834}" srcOrd="0" destOrd="0" presId="urn:microsoft.com/office/officeart/2005/8/layout/funnel1"/>
    <dgm:cxn modelId="{ECC0A3A0-699C-4AF6-A03F-04FB6A483A7B}" type="presParOf" srcId="{D7B10E75-58CC-4807-BD47-EBDD0F301C5F}" destId="{BE474BB7-A5E2-4490-A567-03B382957073}" srcOrd="1" destOrd="0" presId="urn:microsoft.com/office/officeart/2005/8/layout/funnel1"/>
    <dgm:cxn modelId="{F0727630-8D16-46AB-84D9-FC1244121FD6}" type="presParOf" srcId="{D7B10E75-58CC-4807-BD47-EBDD0F301C5F}" destId="{0B61870B-E2AE-47B9-90BE-64D52B77842D}" srcOrd="2" destOrd="0" presId="urn:microsoft.com/office/officeart/2005/8/layout/funnel1"/>
    <dgm:cxn modelId="{CF3B60FA-F2F8-4601-99C6-43C81A5D6956}" type="presParOf" srcId="{D7B10E75-58CC-4807-BD47-EBDD0F301C5F}" destId="{3260B18C-0F12-415C-B2B5-B0D612D38936}" srcOrd="3" destOrd="0" presId="urn:microsoft.com/office/officeart/2005/8/layout/funnel1"/>
    <dgm:cxn modelId="{9A01B11B-2EC6-497C-A399-40556FF35A18}" type="presParOf" srcId="{D7B10E75-58CC-4807-BD47-EBDD0F301C5F}" destId="{F96B2562-BEBF-42CE-9FF0-1BBD38426426}" srcOrd="4" destOrd="0" presId="urn:microsoft.com/office/officeart/2005/8/layout/funnel1"/>
    <dgm:cxn modelId="{E9F20009-C217-45DB-9595-3B9BD6713196}" type="presParOf" srcId="{D7B10E75-58CC-4807-BD47-EBDD0F301C5F}" destId="{1700B4C8-12E4-4D00-876C-94377F786E85}" srcOrd="5" destOrd="0" presId="urn:microsoft.com/office/officeart/2005/8/layout/funnel1"/>
    <dgm:cxn modelId="{07D0DC80-41A4-4E0F-93C4-0080A5BA93F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091C9F-75E0-4B44-B1A9-3160362D5F81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680419-DD83-4503-BA2D-2E379F2DD5FE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DFDDFED3-8F27-440D-A2A9-9DDF8C8625D7}" type="presOf" srcId="{56F0B946-F863-43B5-9AE7-3ED2571CC1F7}" destId="{D195289F-4E10-4B57-8C58-6BB3CB9CCF4B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2CB541E4-E337-4476-8F7A-3529FE284804}" type="presOf" srcId="{F75D5E40-C0EA-4FAA-9275-3C70938E00EE}" destId="{EDBBB759-F01A-4C3B-A1A8-D2C8F1E5A578}" srcOrd="0" destOrd="0" presId="urn:microsoft.com/office/officeart/2005/8/layout/hProcess9"/>
    <dgm:cxn modelId="{FFC382BE-22EE-426B-8406-B3A18E73C4C8}" type="presParOf" srcId="{F6218397-5286-4BF9-91BC-3A8217C085AF}" destId="{57B6F08F-F180-42E5-86EE-1F47EC70A8B7}" srcOrd="0" destOrd="0" presId="urn:microsoft.com/office/officeart/2005/8/layout/hProcess9"/>
    <dgm:cxn modelId="{CB6B4620-20C4-4C9F-B5C7-0F07D42C0B73}" type="presParOf" srcId="{F6218397-5286-4BF9-91BC-3A8217C085AF}" destId="{ED339E6A-99DE-44B5-8942-676116993976}" srcOrd="1" destOrd="0" presId="urn:microsoft.com/office/officeart/2005/8/layout/hProcess9"/>
    <dgm:cxn modelId="{12733E99-1122-44DB-9ED1-1ABF551F99E9}" type="presParOf" srcId="{ED339E6A-99DE-44B5-8942-676116993976}" destId="{D195289F-4E10-4B57-8C58-6BB3CB9CCF4B}" srcOrd="0" destOrd="0" presId="urn:microsoft.com/office/officeart/2005/8/layout/hProcess9"/>
    <dgm:cxn modelId="{E6B2645D-1192-40DC-8A24-58D35780A063}" type="presParOf" srcId="{ED339E6A-99DE-44B5-8942-676116993976}" destId="{B5A6657B-DFA9-42AD-BD72-82BAEBF8B87E}" srcOrd="1" destOrd="0" presId="urn:microsoft.com/office/officeart/2005/8/layout/hProcess9"/>
    <dgm:cxn modelId="{7D762745-A5B2-4BB7-89DD-969865BA5FF9}" type="presParOf" srcId="{ED339E6A-99DE-44B5-8942-676116993976}" destId="{EDBBB759-F01A-4C3B-A1A8-D2C8F1E5A578}" srcOrd="2" destOrd="0" presId="urn:microsoft.com/office/officeart/2005/8/layout/hProcess9"/>
    <dgm:cxn modelId="{DC4F8DED-0552-4162-ACE3-75248E44C2F5}" type="presParOf" srcId="{ED339E6A-99DE-44B5-8942-676116993976}" destId="{7E687DF4-201B-4FB8-B89C-9863D30313FA}" srcOrd="3" destOrd="0" presId="urn:microsoft.com/office/officeart/2005/8/layout/hProcess9"/>
    <dgm:cxn modelId="{BE7E1053-5C78-4125-B199-8D47436714AE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Heritage Enterprises</a:t>
          </a: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6D6D062-0F29-43D9-A253-0507B9B54260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7C26E61-7C43-4524-969A-B9D6B39E873C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CB74BBB-3EE8-44FD-A2C5-EDE672357893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AB42C8-AEDA-4139-81B8-5FC1925CA6AF}" type="par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EE817-2EE2-4BF2-8D01-F209A6DC03B8}" type="sib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  <dgm:t>
        <a:bodyPr/>
        <a:lstStyle/>
        <a:p>
          <a:endParaRPr lang="en-US"/>
        </a:p>
      </dgm:t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  <dgm:t>
        <a:bodyPr/>
        <a:lstStyle/>
        <a:p>
          <a:endParaRPr lang="en-US"/>
        </a:p>
      </dgm:t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  <dgm:t>
        <a:bodyPr/>
        <a:lstStyle/>
        <a:p>
          <a:endParaRPr lang="en-US"/>
        </a:p>
      </dgm:t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  <dgm:t>
        <a:bodyPr/>
        <a:lstStyle/>
        <a:p>
          <a:endParaRPr lang="en-US"/>
        </a:p>
      </dgm:t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  <dgm:t>
        <a:bodyPr/>
        <a:lstStyle/>
        <a:p>
          <a:endParaRPr lang="en-US"/>
        </a:p>
      </dgm:t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  <dgm:t>
        <a:bodyPr/>
        <a:lstStyle/>
        <a:p>
          <a:endParaRPr lang="en-US"/>
        </a:p>
      </dgm:t>
    </dgm:pt>
    <dgm:pt modelId="{C13C761C-FDB7-4C58-AC79-3E3F3AC41CE2}" type="pres">
      <dgm:prSet presAssocID="{56AB42C8-AEDA-4139-81B8-5FC1925CA6AF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49B62DDC-7D71-41F5-9961-87B79376FDAD}" type="pres">
      <dgm:prSet presAssocID="{56AB42C8-AEDA-4139-81B8-5FC1925CA6AF}" presName="connTx" presStyleLbl="parChTrans1D3" presStyleIdx="0" presStyleCnt="1"/>
      <dgm:spPr/>
      <dgm:t>
        <a:bodyPr/>
        <a:lstStyle/>
        <a:p>
          <a:endParaRPr lang="en-US"/>
        </a:p>
      </dgm:t>
    </dgm:pt>
    <dgm:pt modelId="{ED573D52-A02B-4D9D-A247-50B043364F41}" type="pres">
      <dgm:prSet presAssocID="{FCB74BBB-3EE8-44FD-A2C5-EDE672357893}" presName="root2" presStyleCnt="0"/>
      <dgm:spPr/>
      <dgm:t>
        <a:bodyPr/>
        <a:lstStyle/>
        <a:p>
          <a:endParaRPr lang="en-US"/>
        </a:p>
      </dgm:t>
    </dgm:pt>
    <dgm:pt modelId="{96ED2546-A8E8-44B4-A528-BEC1CDB84541}" type="pres">
      <dgm:prSet presAssocID="{FCB74BBB-3EE8-44FD-A2C5-EDE672357893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494E3-64B2-4E22-9A29-0CB9F464BB6B}" type="pres">
      <dgm:prSet presAssocID="{FCB74BBB-3EE8-44FD-A2C5-EDE672357893}" presName="level3hierChild" presStyleCnt="0"/>
      <dgm:spPr/>
      <dgm:t>
        <a:bodyPr/>
        <a:lstStyle/>
        <a:p>
          <a:endParaRPr lang="en-US"/>
        </a:p>
      </dgm:t>
    </dgm:pt>
  </dgm:ptLst>
  <dgm:cxnLst>
    <dgm:cxn modelId="{B871724E-0551-45A5-AA28-DC4D64BF68A6}" srcId="{87C26E61-7C43-4524-969A-B9D6B39E873C}" destId="{FCB74BBB-3EE8-44FD-A2C5-EDE672357893}" srcOrd="0" destOrd="0" parTransId="{56AB42C8-AEDA-4139-81B8-5FC1925CA6AF}" sibTransId="{03AEE817-2EE2-4BF2-8D01-F209A6DC03B8}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68810453-4A7A-4774-B5EA-E4D728C80C53}" type="presOf" srcId="{EE35D43F-75DA-4C1D-B18E-0A2B36E11905}" destId="{5B588B2C-778A-4A6C-99ED-675214BD35D9}" srcOrd="0" destOrd="0" presId="urn:microsoft.com/office/officeart/2005/8/layout/hierarchy2"/>
    <dgm:cxn modelId="{1EE7E601-87FA-4AA7-8555-B64292DBED89}" type="presOf" srcId="{F6D6D062-0F29-43D9-A253-0507B9B54260}" destId="{9D95555D-5936-4E8D-ACCB-27506019A7EE}" srcOrd="0" destOrd="0" presId="urn:microsoft.com/office/officeart/2005/8/layout/hierarchy2"/>
    <dgm:cxn modelId="{E4A92D58-C784-4712-85A1-28A6C82E74D2}" type="presOf" srcId="{56AB42C8-AEDA-4139-81B8-5FC1925CA6AF}" destId="{C13C761C-FDB7-4C58-AC79-3E3F3AC41CE2}" srcOrd="0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9F8C440C-5917-4D14-A1A3-4B724DC333CD}" type="presOf" srcId="{56AB42C8-AEDA-4139-81B8-5FC1925CA6AF}" destId="{49B62DDC-7D71-41F5-9961-87B79376FDAD}" srcOrd="1" destOrd="0" presId="urn:microsoft.com/office/officeart/2005/8/layout/hierarchy2"/>
    <dgm:cxn modelId="{FE422B23-8C08-49D5-A736-1FC1A82864E6}" type="presOf" srcId="{E517D0C8-4150-4615-8887-6A0CD7D31349}" destId="{00B906A1-C230-4C7F-87C3-1BBBEDCFFADF}" srcOrd="1" destOrd="0" presId="urn:microsoft.com/office/officeart/2005/8/layout/hierarchy2"/>
    <dgm:cxn modelId="{66662AC2-95CC-426A-A8DC-610C2AB99F9C}" type="presOf" srcId="{E399F8D2-F1BA-442F-8EEA-C8CE06BB4545}" destId="{42B6EB2E-4BDA-4467-A06D-099A8A52351F}" srcOrd="1" destOrd="0" presId="urn:microsoft.com/office/officeart/2005/8/layout/hierarchy2"/>
    <dgm:cxn modelId="{C8100F9D-9E44-41A7-A1DD-259DA31CD3B7}" type="presOf" srcId="{B040E5C4-FC0F-4D0C-B085-E5BD63E46C39}" destId="{312713A3-9FC9-4430-A5B9-DDFD3D77C9B9}" srcOrd="0" destOrd="0" presId="urn:microsoft.com/office/officeart/2005/8/layout/hierarchy2"/>
    <dgm:cxn modelId="{43F8B4EC-A1A1-4EC3-A7D5-AA5F0630CD86}" type="presOf" srcId="{E399F8D2-F1BA-442F-8EEA-C8CE06BB4545}" destId="{EDF96D6C-5518-4FC8-9121-428AD6D5675C}" srcOrd="0" destOrd="0" presId="urn:microsoft.com/office/officeart/2005/8/layout/hierarchy2"/>
    <dgm:cxn modelId="{C3F498B6-9B45-4ACE-B207-D570A118F7C4}" type="presOf" srcId="{FCB74BBB-3EE8-44FD-A2C5-EDE672357893}" destId="{96ED2546-A8E8-44B4-A528-BEC1CDB84541}" srcOrd="0" destOrd="0" presId="urn:microsoft.com/office/officeart/2005/8/layout/hierarchy2"/>
    <dgm:cxn modelId="{DFC3F4C1-4DBB-43D8-89BA-9DCF8397CFFB}" type="presOf" srcId="{E517D0C8-4150-4615-8887-6A0CD7D31349}" destId="{99221A49-23D2-46C3-8C8A-FB00E4F562BD}" srcOrd="0" destOrd="0" presId="urn:microsoft.com/office/officeart/2005/8/layout/hierarchy2"/>
    <dgm:cxn modelId="{4B8F70E5-DDD7-4E91-8652-4402CA6FD55A}" type="presOf" srcId="{87C26E61-7C43-4524-969A-B9D6B39E873C}" destId="{A224596F-4C82-45EE-B45F-A7CF519EA4A8}" srcOrd="0" destOrd="0" presId="urn:microsoft.com/office/officeart/2005/8/layout/hierarchy2"/>
    <dgm:cxn modelId="{BE002FC8-B944-435F-A22E-964256561DD3}" type="presParOf" srcId="{312713A3-9FC9-4430-A5B9-DDFD3D77C9B9}" destId="{FD405BD8-4CAC-4A85-8136-A7B714B8B44F}" srcOrd="0" destOrd="0" presId="urn:microsoft.com/office/officeart/2005/8/layout/hierarchy2"/>
    <dgm:cxn modelId="{7EDB3AED-6969-494D-A1E6-83282A7EB80E}" type="presParOf" srcId="{FD405BD8-4CAC-4A85-8136-A7B714B8B44F}" destId="{5B588B2C-778A-4A6C-99ED-675214BD35D9}" srcOrd="0" destOrd="0" presId="urn:microsoft.com/office/officeart/2005/8/layout/hierarchy2"/>
    <dgm:cxn modelId="{727C7496-242C-4C49-8B16-5A351E3BE08F}" type="presParOf" srcId="{FD405BD8-4CAC-4A85-8136-A7B714B8B44F}" destId="{61B9CA6D-C738-4D8C-B9B5-CE4BA2B80D25}" srcOrd="1" destOrd="0" presId="urn:microsoft.com/office/officeart/2005/8/layout/hierarchy2"/>
    <dgm:cxn modelId="{0D33ECB7-3C52-4A57-87DC-F878B1941C7D}" type="presParOf" srcId="{61B9CA6D-C738-4D8C-B9B5-CE4BA2B80D25}" destId="{99221A49-23D2-46C3-8C8A-FB00E4F562BD}" srcOrd="0" destOrd="0" presId="urn:microsoft.com/office/officeart/2005/8/layout/hierarchy2"/>
    <dgm:cxn modelId="{40F3B02B-A2CB-4B1B-87D6-321E541EC4DC}" type="presParOf" srcId="{99221A49-23D2-46C3-8C8A-FB00E4F562BD}" destId="{00B906A1-C230-4C7F-87C3-1BBBEDCFFADF}" srcOrd="0" destOrd="0" presId="urn:microsoft.com/office/officeart/2005/8/layout/hierarchy2"/>
    <dgm:cxn modelId="{C4643796-9F51-4982-A23E-6AE57195525D}" type="presParOf" srcId="{61B9CA6D-C738-4D8C-B9B5-CE4BA2B80D25}" destId="{CA1923FC-CEC8-45A2-A2D1-C8E64F5B18BF}" srcOrd="1" destOrd="0" presId="urn:microsoft.com/office/officeart/2005/8/layout/hierarchy2"/>
    <dgm:cxn modelId="{84883445-808F-4B83-849F-5454012B31C5}" type="presParOf" srcId="{CA1923FC-CEC8-45A2-A2D1-C8E64F5B18BF}" destId="{9D95555D-5936-4E8D-ACCB-27506019A7EE}" srcOrd="0" destOrd="0" presId="urn:microsoft.com/office/officeart/2005/8/layout/hierarchy2"/>
    <dgm:cxn modelId="{519F9E41-6232-4530-91C7-E1AF991E9303}" type="presParOf" srcId="{CA1923FC-CEC8-45A2-A2D1-C8E64F5B18BF}" destId="{BA122DA3-9E02-4995-A51F-037FD4C01B98}" srcOrd="1" destOrd="0" presId="urn:microsoft.com/office/officeart/2005/8/layout/hierarchy2"/>
    <dgm:cxn modelId="{D37B5EA7-9BAF-41FC-9790-345D663EA239}" type="presParOf" srcId="{61B9CA6D-C738-4D8C-B9B5-CE4BA2B80D25}" destId="{EDF96D6C-5518-4FC8-9121-428AD6D5675C}" srcOrd="2" destOrd="0" presId="urn:microsoft.com/office/officeart/2005/8/layout/hierarchy2"/>
    <dgm:cxn modelId="{8FC29B9F-AA92-4D37-86CE-FFA54437A61A}" type="presParOf" srcId="{EDF96D6C-5518-4FC8-9121-428AD6D5675C}" destId="{42B6EB2E-4BDA-4467-A06D-099A8A52351F}" srcOrd="0" destOrd="0" presId="urn:microsoft.com/office/officeart/2005/8/layout/hierarchy2"/>
    <dgm:cxn modelId="{D7DFEB2D-E9F8-4719-BBC6-73234DFFBDC0}" type="presParOf" srcId="{61B9CA6D-C738-4D8C-B9B5-CE4BA2B80D25}" destId="{FDD2A712-0D9E-4B6C-8BE6-93597BCF349B}" srcOrd="3" destOrd="0" presId="urn:microsoft.com/office/officeart/2005/8/layout/hierarchy2"/>
    <dgm:cxn modelId="{47731793-7A6A-4D11-980F-130481A68964}" type="presParOf" srcId="{FDD2A712-0D9E-4B6C-8BE6-93597BCF349B}" destId="{A224596F-4C82-45EE-B45F-A7CF519EA4A8}" srcOrd="0" destOrd="0" presId="urn:microsoft.com/office/officeart/2005/8/layout/hierarchy2"/>
    <dgm:cxn modelId="{D1E6A99B-8348-468D-ADB9-09F5504469B6}" type="presParOf" srcId="{FDD2A712-0D9E-4B6C-8BE6-93597BCF349B}" destId="{0CDE09AA-A28B-4F76-A741-B7DAC5CDB719}" srcOrd="1" destOrd="0" presId="urn:microsoft.com/office/officeart/2005/8/layout/hierarchy2"/>
    <dgm:cxn modelId="{E2AB1F4D-EA53-4835-85D4-D7FB7045D0D8}" type="presParOf" srcId="{0CDE09AA-A28B-4F76-A741-B7DAC5CDB719}" destId="{C13C761C-FDB7-4C58-AC79-3E3F3AC41CE2}" srcOrd="0" destOrd="0" presId="urn:microsoft.com/office/officeart/2005/8/layout/hierarchy2"/>
    <dgm:cxn modelId="{8DC96C49-A143-4CFA-8BDF-26279DF13A72}" type="presParOf" srcId="{C13C761C-FDB7-4C58-AC79-3E3F3AC41CE2}" destId="{49B62DDC-7D71-41F5-9961-87B79376FDAD}" srcOrd="0" destOrd="0" presId="urn:microsoft.com/office/officeart/2005/8/layout/hierarchy2"/>
    <dgm:cxn modelId="{66C02DF9-E5DA-4051-A76E-47BB007FD9BE}" type="presParOf" srcId="{0CDE09AA-A28B-4F76-A741-B7DAC5CDB719}" destId="{ED573D52-A02B-4D9D-A247-50B043364F41}" srcOrd="1" destOrd="0" presId="urn:microsoft.com/office/officeart/2005/8/layout/hierarchy2"/>
    <dgm:cxn modelId="{CA959BF4-E960-43A4-9260-1979288235D5}" type="presParOf" srcId="{ED573D52-A02B-4D9D-A247-50B043364F41}" destId="{96ED2546-A8E8-44B4-A528-BEC1CDB84541}" srcOrd="0" destOrd="0" presId="urn:microsoft.com/office/officeart/2005/8/layout/hierarchy2"/>
    <dgm:cxn modelId="{FA56B0AD-7296-46E2-86D8-2FB9AF8EE589}" type="presParOf" srcId="{ED573D52-A02B-4D9D-A247-50B043364F41}" destId="{3DD494E3-64B2-4E22-9A29-0CB9F464B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39E264-0DF9-4CD6-8A27-DA35B8FDD46D}" type="doc">
      <dgm:prSet loTypeId="urn:microsoft.com/office/officeart/2005/8/layout/orgChart1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86BED-9214-4194-AC8F-622781CA997D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</a:t>
          </a:r>
        </a:p>
        <a:p>
          <a:r>
            <a:rPr lang="en-US" sz="1600" b="1" dirty="0" smtClean="0"/>
            <a:t>Reference Model</a:t>
          </a:r>
          <a:endParaRPr lang="en-US" sz="1600" b="1" dirty="0"/>
        </a:p>
      </dgm:t>
    </dgm:pt>
    <dgm:pt modelId="{CB13BFA4-7251-4D8B-8B00-24CA634BBEF8}" type="parTrans" cxnId="{4E20D41A-D76E-40DF-9B3D-196B71213D86}">
      <dgm:prSet/>
      <dgm:spPr/>
      <dgm:t>
        <a:bodyPr/>
        <a:lstStyle/>
        <a:p>
          <a:endParaRPr lang="en-US"/>
        </a:p>
      </dgm:t>
    </dgm:pt>
    <dgm:pt modelId="{9AE9CF3E-F97A-44C1-B197-FFB030192AFD}" type="sibTrans" cxnId="{4E20D41A-D76E-40DF-9B3D-196B71213D86}">
      <dgm:prSet/>
      <dgm:spPr/>
      <dgm:t>
        <a:bodyPr/>
        <a:lstStyle/>
        <a:p>
          <a:endParaRPr lang="en-US"/>
        </a:p>
      </dgm:t>
    </dgm:pt>
    <dgm:pt modelId="{7B17AD55-E82C-4161-9250-F380070AFC6C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Other Functional</a:t>
          </a:r>
        </a:p>
        <a:p>
          <a:r>
            <a:rPr lang="en-US" b="1" dirty="0" smtClean="0"/>
            <a:t> Jobs</a:t>
          </a:r>
          <a:endParaRPr lang="en-US" b="1" dirty="0"/>
        </a:p>
      </dgm:t>
    </dgm:pt>
    <dgm:pt modelId="{065E50EE-174F-4920-9465-73DB09355610}" type="parTrans" cxnId="{CAF2D9BF-40B9-42B4-B4C8-FC64C0D86F84}">
      <dgm:prSet/>
      <dgm:spPr/>
      <dgm:t>
        <a:bodyPr/>
        <a:lstStyle/>
        <a:p>
          <a:endParaRPr lang="en-US"/>
        </a:p>
      </dgm:t>
    </dgm:pt>
    <dgm:pt modelId="{40DBD420-6998-473D-B7F5-9CD81CBD9DEE}" type="sibTrans" cxnId="{CAF2D9BF-40B9-42B4-B4C8-FC64C0D86F84}">
      <dgm:prSet/>
      <dgm:spPr/>
      <dgm:t>
        <a:bodyPr/>
        <a:lstStyle/>
        <a:p>
          <a:endParaRPr lang="en-US"/>
        </a:p>
      </dgm:t>
    </dgm:pt>
    <dgm:pt modelId="{431528C5-CF53-4A1D-8A47-C98D931A552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 smtClean="0"/>
            <a:t>Core Functional </a:t>
          </a:r>
        </a:p>
        <a:p>
          <a:r>
            <a:rPr lang="en-US" sz="2000" b="1" dirty="0" smtClean="0"/>
            <a:t>Job</a:t>
          </a:r>
          <a:endParaRPr lang="en-US" sz="2000" b="1" dirty="0"/>
        </a:p>
      </dgm:t>
    </dgm:pt>
    <dgm:pt modelId="{7AE75C9B-663A-49C3-9090-C9FE51505502}" type="parTrans" cxnId="{9E8D76B0-9EB3-4A5D-9420-E1ABE3077C9E}">
      <dgm:prSet/>
      <dgm:spPr/>
      <dgm:t>
        <a:bodyPr/>
        <a:lstStyle/>
        <a:p>
          <a:endParaRPr lang="en-US"/>
        </a:p>
      </dgm:t>
    </dgm:pt>
    <dgm:pt modelId="{39169872-41EB-4750-8E22-480A4523BF6E}" type="sibTrans" cxnId="{9E8D76B0-9EB3-4A5D-9420-E1ABE3077C9E}">
      <dgm:prSet/>
      <dgm:spPr/>
      <dgm:t>
        <a:bodyPr/>
        <a:lstStyle/>
        <a:p>
          <a:endParaRPr lang="en-US"/>
        </a:p>
      </dgm:t>
    </dgm:pt>
    <dgm:pt modelId="{3D967A41-F98C-4E19-BDD7-9112534878C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Functional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A3F111BD-055F-4B32-BD0A-D954171C59AC}" type="parTrans" cxnId="{6FE866AC-8ABF-44DC-904D-0FC67368C0C2}">
      <dgm:prSet/>
      <dgm:spPr/>
      <dgm:t>
        <a:bodyPr/>
        <a:lstStyle/>
        <a:p>
          <a:endParaRPr lang="en-US"/>
        </a:p>
      </dgm:t>
    </dgm:pt>
    <dgm:pt modelId="{7E4C214A-F2E5-4225-BC18-F161B2EADF5D}" type="sibTrans" cxnId="{6FE866AC-8ABF-44DC-904D-0FC67368C0C2}">
      <dgm:prSet/>
      <dgm:spPr/>
      <dgm:t>
        <a:bodyPr/>
        <a:lstStyle/>
        <a:p>
          <a:endParaRPr lang="en-US"/>
        </a:p>
      </dgm:t>
    </dgm:pt>
    <dgm:pt modelId="{5D11CCF1-D51D-4F67-858D-700810CFA9C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Supply Chain Jobs</a:t>
          </a:r>
          <a:endParaRPr lang="en-US" b="1" dirty="0"/>
        </a:p>
      </dgm:t>
    </dgm:pt>
    <dgm:pt modelId="{5073D332-4DAB-41B6-B1F9-668ABA637EEE}" type="parTrans" cxnId="{5A1542D7-C0CD-4E5F-9340-AB8A57DADC81}">
      <dgm:prSet/>
      <dgm:spPr/>
      <dgm:t>
        <a:bodyPr/>
        <a:lstStyle/>
        <a:p>
          <a:endParaRPr lang="en-US"/>
        </a:p>
      </dgm:t>
    </dgm:pt>
    <dgm:pt modelId="{EB30C690-F5EF-45B0-9512-C5C6D6E2B48F}" type="sibTrans" cxnId="{5A1542D7-C0CD-4E5F-9340-AB8A57DADC81}">
      <dgm:prSet/>
      <dgm:spPr/>
      <dgm:t>
        <a:bodyPr/>
        <a:lstStyle/>
        <a:p>
          <a:endParaRPr lang="en-US"/>
        </a:p>
      </dgm:t>
    </dgm:pt>
    <dgm:pt modelId="{ECC716B4-6A10-4A2A-AEB3-7A9FD558F8B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Spiritual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5511B73E-713F-4378-80E5-7B063801BD36}" type="parTrans" cxnId="{5D99D036-4309-49CF-B999-12C7DA4E1F45}">
      <dgm:prSet/>
      <dgm:spPr/>
      <dgm:t>
        <a:bodyPr/>
        <a:lstStyle/>
        <a:p>
          <a:endParaRPr lang="en-US"/>
        </a:p>
      </dgm:t>
    </dgm:pt>
    <dgm:pt modelId="{646CEDC9-F48D-4041-9BAE-A64010838C36}" type="sibTrans" cxnId="{5D99D036-4309-49CF-B999-12C7DA4E1F45}">
      <dgm:prSet/>
      <dgm:spPr/>
      <dgm:t>
        <a:bodyPr/>
        <a:lstStyle/>
        <a:p>
          <a:endParaRPr lang="en-US"/>
        </a:p>
      </dgm:t>
    </dgm:pt>
    <dgm:pt modelId="{BE530E60-1B3E-410F-A24C-1B7D9CFF6A6E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 Steps </a:t>
          </a:r>
        </a:p>
        <a:p>
          <a:r>
            <a:rPr lang="en-US" sz="1600" b="1" dirty="0" smtClean="0"/>
            <a:t>&amp; </a:t>
          </a:r>
        </a:p>
        <a:p>
          <a:r>
            <a:rPr lang="en-US" sz="1600" b="1" dirty="0" smtClean="0"/>
            <a:t>Outcomes</a:t>
          </a:r>
          <a:endParaRPr lang="en-US" sz="1600" b="1" dirty="0"/>
        </a:p>
      </dgm:t>
    </dgm:pt>
    <dgm:pt modelId="{D2692AC5-8A2F-46F0-A4C4-F3204574C0D3}" type="parTrans" cxnId="{EAE61506-A7A0-4487-BD82-66C46401E23D}">
      <dgm:prSet/>
      <dgm:spPr/>
      <dgm:t>
        <a:bodyPr/>
        <a:lstStyle/>
        <a:p>
          <a:endParaRPr lang="en-US"/>
        </a:p>
      </dgm:t>
    </dgm:pt>
    <dgm:pt modelId="{76169FE3-9F13-4D9F-AF05-7C68B9CE145F}" type="sibTrans" cxnId="{EAE61506-A7A0-4487-BD82-66C46401E23D}">
      <dgm:prSet/>
      <dgm:spPr/>
      <dgm:t>
        <a:bodyPr/>
        <a:lstStyle/>
        <a:p>
          <a:endParaRPr lang="en-US"/>
        </a:p>
      </dgm:t>
    </dgm:pt>
    <dgm:pt modelId="{9471224B-D570-4FA7-96E6-47CA7E92011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Emotional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096283A5-E4F5-472C-AB85-A6D908DC7A01}" type="parTrans" cxnId="{519EA094-D41A-4F89-8C31-943B6159426B}">
      <dgm:prSet/>
      <dgm:spPr/>
      <dgm:t>
        <a:bodyPr/>
        <a:lstStyle/>
        <a:p>
          <a:endParaRPr lang="en-US"/>
        </a:p>
      </dgm:t>
    </dgm:pt>
    <dgm:pt modelId="{75B62956-B059-445C-959A-675850FAC671}" type="sibTrans" cxnId="{519EA094-D41A-4F89-8C31-943B6159426B}">
      <dgm:prSet/>
      <dgm:spPr/>
      <dgm:t>
        <a:bodyPr/>
        <a:lstStyle/>
        <a:p>
          <a:endParaRPr lang="en-US"/>
        </a:p>
      </dgm:t>
    </dgm:pt>
    <dgm:pt modelId="{9ECC99C0-7E2F-4674-98A5-133B8C559610}" type="pres">
      <dgm:prSet presAssocID="{0D39E264-0DF9-4CD6-8A27-DA35B8FDD4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0BB6833-E837-4AD7-A924-39B2755BDE69}" type="pres">
      <dgm:prSet presAssocID="{F9586BED-9214-4194-AC8F-622781CA997D}" presName="hierRoot1" presStyleCnt="0">
        <dgm:presLayoutVars>
          <dgm:hierBranch val="init"/>
        </dgm:presLayoutVars>
      </dgm:prSet>
      <dgm:spPr/>
    </dgm:pt>
    <dgm:pt modelId="{E8223295-FC7F-4533-8BB7-B950C2AADC02}" type="pres">
      <dgm:prSet presAssocID="{F9586BED-9214-4194-AC8F-622781CA997D}" presName="rootComposite1" presStyleCnt="0"/>
      <dgm:spPr/>
    </dgm:pt>
    <dgm:pt modelId="{50F76F5E-247A-4091-818E-AFA631A17791}" type="pres">
      <dgm:prSet presAssocID="{F9586BED-9214-4194-AC8F-622781CA997D}" presName="rootText1" presStyleLbl="node0" presStyleIdx="0" presStyleCnt="1" custScaleX="1441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E7CBA8-5725-4AF6-BCB8-9CC337D8551C}" type="pres">
      <dgm:prSet presAssocID="{F9586BED-9214-4194-AC8F-622781CA997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09C8070-8B32-4077-8020-9CBDB9B92152}" type="pres">
      <dgm:prSet presAssocID="{F9586BED-9214-4194-AC8F-622781CA997D}" presName="hierChild2" presStyleCnt="0"/>
      <dgm:spPr/>
    </dgm:pt>
    <dgm:pt modelId="{822E4991-88C5-4BB4-B3CD-D5E3DFD30906}" type="pres">
      <dgm:prSet presAssocID="{065E50EE-174F-4920-9465-73DB09355610}" presName="Name37" presStyleLbl="parChTrans1D2" presStyleIdx="0" presStyleCnt="4"/>
      <dgm:spPr/>
      <dgm:t>
        <a:bodyPr/>
        <a:lstStyle/>
        <a:p>
          <a:endParaRPr lang="en-US"/>
        </a:p>
      </dgm:t>
    </dgm:pt>
    <dgm:pt modelId="{33891FFC-1626-4895-9373-2FB1F3D01A94}" type="pres">
      <dgm:prSet presAssocID="{7B17AD55-E82C-4161-9250-F380070AFC6C}" presName="hierRoot2" presStyleCnt="0">
        <dgm:presLayoutVars>
          <dgm:hierBranch val="init"/>
        </dgm:presLayoutVars>
      </dgm:prSet>
      <dgm:spPr/>
    </dgm:pt>
    <dgm:pt modelId="{E2399519-62E8-4CD4-867D-D52D946484D6}" type="pres">
      <dgm:prSet presAssocID="{7B17AD55-E82C-4161-9250-F380070AFC6C}" presName="rootComposite" presStyleCnt="0"/>
      <dgm:spPr/>
    </dgm:pt>
    <dgm:pt modelId="{D0A31A71-B649-4AC6-8143-0AC510058062}" type="pres">
      <dgm:prSet presAssocID="{7B17AD55-E82C-4161-9250-F380070AFC6C}" presName="rootText" presStyleLbl="node2" presStyleIdx="0" presStyleCnt="4" custScaleX="1126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14280-2E56-4A87-9E52-FAC1E210F2D7}" type="pres">
      <dgm:prSet presAssocID="{7B17AD55-E82C-4161-9250-F380070AFC6C}" presName="rootConnector" presStyleLbl="node2" presStyleIdx="0" presStyleCnt="4"/>
      <dgm:spPr/>
      <dgm:t>
        <a:bodyPr/>
        <a:lstStyle/>
        <a:p>
          <a:endParaRPr lang="en-US"/>
        </a:p>
      </dgm:t>
    </dgm:pt>
    <dgm:pt modelId="{0771DB52-3CEB-400F-AC7A-B458B5358437}" type="pres">
      <dgm:prSet presAssocID="{7B17AD55-E82C-4161-9250-F380070AFC6C}" presName="hierChild4" presStyleCnt="0"/>
      <dgm:spPr/>
    </dgm:pt>
    <dgm:pt modelId="{3B55B403-1D7E-4286-A320-8654E0D1367D}" type="pres">
      <dgm:prSet presAssocID="{A3F111BD-055F-4B32-BD0A-D954171C59AC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EB7494B-1CD0-4C23-9A51-9319E52EEA62}" type="pres">
      <dgm:prSet presAssocID="{3D967A41-F98C-4E19-BDD7-9112534878CF}" presName="hierRoot2" presStyleCnt="0">
        <dgm:presLayoutVars>
          <dgm:hierBranch val="init"/>
        </dgm:presLayoutVars>
      </dgm:prSet>
      <dgm:spPr/>
    </dgm:pt>
    <dgm:pt modelId="{E45F30BC-8C14-4656-A79A-6CDC90A84F63}" type="pres">
      <dgm:prSet presAssocID="{3D967A41-F98C-4E19-BDD7-9112534878CF}" presName="rootComposite" presStyleCnt="0"/>
      <dgm:spPr/>
    </dgm:pt>
    <dgm:pt modelId="{ACE426A9-3789-403F-BF74-FD06D1AC14AD}" type="pres">
      <dgm:prSet presAssocID="{3D967A41-F98C-4E19-BDD7-9112534878CF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68281-0064-4411-9BD8-852208C1AE42}" type="pres">
      <dgm:prSet presAssocID="{3D967A41-F98C-4E19-BDD7-9112534878CF}" presName="rootConnector" presStyleLbl="node3" presStyleIdx="0" presStyleCnt="3"/>
      <dgm:spPr/>
      <dgm:t>
        <a:bodyPr/>
        <a:lstStyle/>
        <a:p>
          <a:endParaRPr lang="en-US"/>
        </a:p>
      </dgm:t>
    </dgm:pt>
    <dgm:pt modelId="{DC1DA5F6-C241-46AA-AF41-EE9EFCA88607}" type="pres">
      <dgm:prSet presAssocID="{3D967A41-F98C-4E19-BDD7-9112534878CF}" presName="hierChild4" presStyleCnt="0"/>
      <dgm:spPr/>
    </dgm:pt>
    <dgm:pt modelId="{91C128F8-4260-446D-9F19-8902769A58BA}" type="pres">
      <dgm:prSet presAssocID="{3D967A41-F98C-4E19-BDD7-9112534878CF}" presName="hierChild5" presStyleCnt="0"/>
      <dgm:spPr/>
    </dgm:pt>
    <dgm:pt modelId="{51D32821-656B-4848-AE34-3D7D37950E25}" type="pres">
      <dgm:prSet presAssocID="{5073D332-4DAB-41B6-B1F9-668ABA637EEE}" presName="Name37" presStyleLbl="parChTrans1D3" presStyleIdx="1" presStyleCnt="3"/>
      <dgm:spPr/>
      <dgm:t>
        <a:bodyPr/>
        <a:lstStyle/>
        <a:p>
          <a:endParaRPr lang="en-US"/>
        </a:p>
      </dgm:t>
    </dgm:pt>
    <dgm:pt modelId="{12798926-53D9-4CC3-B273-4ED901147BCA}" type="pres">
      <dgm:prSet presAssocID="{5D11CCF1-D51D-4F67-858D-700810CFA9CA}" presName="hierRoot2" presStyleCnt="0">
        <dgm:presLayoutVars>
          <dgm:hierBranch val="init"/>
        </dgm:presLayoutVars>
      </dgm:prSet>
      <dgm:spPr/>
    </dgm:pt>
    <dgm:pt modelId="{607BF48F-A524-4749-B286-C39878E0200F}" type="pres">
      <dgm:prSet presAssocID="{5D11CCF1-D51D-4F67-858D-700810CFA9CA}" presName="rootComposite" presStyleCnt="0"/>
      <dgm:spPr/>
    </dgm:pt>
    <dgm:pt modelId="{C74A82DD-C746-4C8D-B642-AD3A7E0F235C}" type="pres">
      <dgm:prSet presAssocID="{5D11CCF1-D51D-4F67-858D-700810CFA9CA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C22680-45AD-46F1-BD44-8525827000BB}" type="pres">
      <dgm:prSet presAssocID="{5D11CCF1-D51D-4F67-858D-700810CFA9CA}" presName="rootConnector" presStyleLbl="node3" presStyleIdx="1" presStyleCnt="3"/>
      <dgm:spPr/>
      <dgm:t>
        <a:bodyPr/>
        <a:lstStyle/>
        <a:p>
          <a:endParaRPr lang="en-US"/>
        </a:p>
      </dgm:t>
    </dgm:pt>
    <dgm:pt modelId="{706F7EDF-2304-41C9-AA5D-20A0B715A333}" type="pres">
      <dgm:prSet presAssocID="{5D11CCF1-D51D-4F67-858D-700810CFA9CA}" presName="hierChild4" presStyleCnt="0"/>
      <dgm:spPr/>
    </dgm:pt>
    <dgm:pt modelId="{DDF9A9F5-4FD5-44F4-B5BE-E71B0289505E}" type="pres">
      <dgm:prSet presAssocID="{5D11CCF1-D51D-4F67-858D-700810CFA9CA}" presName="hierChild5" presStyleCnt="0"/>
      <dgm:spPr/>
    </dgm:pt>
    <dgm:pt modelId="{8FACB7EA-3BCC-4430-B734-3943F039782C}" type="pres">
      <dgm:prSet presAssocID="{7B17AD55-E82C-4161-9250-F380070AFC6C}" presName="hierChild5" presStyleCnt="0"/>
      <dgm:spPr/>
    </dgm:pt>
    <dgm:pt modelId="{1A3B47FA-19BE-4C28-AA39-DEF6EE241C63}" type="pres">
      <dgm:prSet presAssocID="{7AE75C9B-663A-49C3-9090-C9FE51505502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0B3C45E-DFCE-4392-98FF-5E1983626D84}" type="pres">
      <dgm:prSet presAssocID="{431528C5-CF53-4A1D-8A47-C98D931A5529}" presName="hierRoot2" presStyleCnt="0">
        <dgm:presLayoutVars>
          <dgm:hierBranch val="init"/>
        </dgm:presLayoutVars>
      </dgm:prSet>
      <dgm:spPr/>
    </dgm:pt>
    <dgm:pt modelId="{437EB345-8B29-4DEF-9420-6B36B207D45D}" type="pres">
      <dgm:prSet presAssocID="{431528C5-CF53-4A1D-8A47-C98D931A5529}" presName="rootComposite" presStyleCnt="0"/>
      <dgm:spPr/>
    </dgm:pt>
    <dgm:pt modelId="{4D58F9F5-8C28-45E6-9400-5555E1334B27}" type="pres">
      <dgm:prSet presAssocID="{431528C5-CF53-4A1D-8A47-C98D931A5529}" presName="rootText" presStyleLbl="node2" presStyleIdx="1" presStyleCnt="4" custScaleX="163977" custScaleY="1420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9FB35C-C758-411D-B204-CE5F2211EE37}" type="pres">
      <dgm:prSet presAssocID="{431528C5-CF53-4A1D-8A47-C98D931A5529}" presName="rootConnector" presStyleLbl="node2" presStyleIdx="1" presStyleCnt="4"/>
      <dgm:spPr/>
      <dgm:t>
        <a:bodyPr/>
        <a:lstStyle/>
        <a:p>
          <a:endParaRPr lang="en-US"/>
        </a:p>
      </dgm:t>
    </dgm:pt>
    <dgm:pt modelId="{B719885C-F283-4167-8B0D-2CBFF01D28DA}" type="pres">
      <dgm:prSet presAssocID="{431528C5-CF53-4A1D-8A47-C98D931A5529}" presName="hierChild4" presStyleCnt="0"/>
      <dgm:spPr/>
    </dgm:pt>
    <dgm:pt modelId="{6C30AE64-1956-4B7D-A94D-2FAE3BA9506F}" type="pres">
      <dgm:prSet presAssocID="{D2692AC5-8A2F-46F0-A4C4-F3204574C0D3}" presName="Name37" presStyleLbl="parChTrans1D3" presStyleIdx="2" presStyleCnt="3"/>
      <dgm:spPr/>
      <dgm:t>
        <a:bodyPr/>
        <a:lstStyle/>
        <a:p>
          <a:endParaRPr lang="en-US"/>
        </a:p>
      </dgm:t>
    </dgm:pt>
    <dgm:pt modelId="{100DB131-4457-493F-81E8-EB5205AD16CA}" type="pres">
      <dgm:prSet presAssocID="{BE530E60-1B3E-410F-A24C-1B7D9CFF6A6E}" presName="hierRoot2" presStyleCnt="0">
        <dgm:presLayoutVars>
          <dgm:hierBranch val="init"/>
        </dgm:presLayoutVars>
      </dgm:prSet>
      <dgm:spPr/>
    </dgm:pt>
    <dgm:pt modelId="{98B10BFD-7514-43AC-9D4E-C155EFB881F4}" type="pres">
      <dgm:prSet presAssocID="{BE530E60-1B3E-410F-A24C-1B7D9CFF6A6E}" presName="rootComposite" presStyleCnt="0"/>
      <dgm:spPr/>
    </dgm:pt>
    <dgm:pt modelId="{9B60ACD1-DE0B-4559-9F80-60E1E1021922}" type="pres">
      <dgm:prSet presAssocID="{BE530E60-1B3E-410F-A24C-1B7D9CFF6A6E}" presName="rootText" presStyleLbl="node3" presStyleIdx="2" presStyleCnt="3" custScaleX="126039" custScaleY="172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B3FE69-D520-45FE-AA02-F87FA12C5AB5}" type="pres">
      <dgm:prSet presAssocID="{BE530E60-1B3E-410F-A24C-1B7D9CFF6A6E}" presName="rootConnector" presStyleLbl="node3" presStyleIdx="2" presStyleCnt="3"/>
      <dgm:spPr/>
      <dgm:t>
        <a:bodyPr/>
        <a:lstStyle/>
        <a:p>
          <a:endParaRPr lang="en-US"/>
        </a:p>
      </dgm:t>
    </dgm:pt>
    <dgm:pt modelId="{B62F8601-53B3-4045-B73F-85CAB39BBBEF}" type="pres">
      <dgm:prSet presAssocID="{BE530E60-1B3E-410F-A24C-1B7D9CFF6A6E}" presName="hierChild4" presStyleCnt="0"/>
      <dgm:spPr/>
    </dgm:pt>
    <dgm:pt modelId="{292A2797-EBBB-496A-84BC-7ED3C2E84F11}" type="pres">
      <dgm:prSet presAssocID="{BE530E60-1B3E-410F-A24C-1B7D9CFF6A6E}" presName="hierChild5" presStyleCnt="0"/>
      <dgm:spPr/>
    </dgm:pt>
    <dgm:pt modelId="{DA116BA1-3618-402E-B34A-CC419B58EE47}" type="pres">
      <dgm:prSet presAssocID="{431528C5-CF53-4A1D-8A47-C98D931A5529}" presName="hierChild5" presStyleCnt="0"/>
      <dgm:spPr/>
    </dgm:pt>
    <dgm:pt modelId="{71FDE94A-3025-47B7-A06B-5A75B5552B9D}" type="pres">
      <dgm:prSet presAssocID="{096283A5-E4F5-472C-AB85-A6D908DC7A0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EA19C4E3-BE8D-4BE0-B02B-90FAB8B21603}" type="pres">
      <dgm:prSet presAssocID="{9471224B-D570-4FA7-96E6-47CA7E920111}" presName="hierRoot2" presStyleCnt="0">
        <dgm:presLayoutVars>
          <dgm:hierBranch val="init"/>
        </dgm:presLayoutVars>
      </dgm:prSet>
      <dgm:spPr/>
    </dgm:pt>
    <dgm:pt modelId="{69D9EF19-D321-47AC-8207-56C717EE9CC6}" type="pres">
      <dgm:prSet presAssocID="{9471224B-D570-4FA7-96E6-47CA7E920111}" presName="rootComposite" presStyleCnt="0"/>
      <dgm:spPr/>
    </dgm:pt>
    <dgm:pt modelId="{97DC2324-5F33-495E-B6D2-8FC8CE891018}" type="pres">
      <dgm:prSet presAssocID="{9471224B-D570-4FA7-96E6-47CA7E920111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4E9BCC-0C5F-46C3-8BD5-DA5A31319FFC}" type="pres">
      <dgm:prSet presAssocID="{9471224B-D570-4FA7-96E6-47CA7E920111}" presName="rootConnector" presStyleLbl="node2" presStyleIdx="2" presStyleCnt="4"/>
      <dgm:spPr/>
      <dgm:t>
        <a:bodyPr/>
        <a:lstStyle/>
        <a:p>
          <a:endParaRPr lang="en-US"/>
        </a:p>
      </dgm:t>
    </dgm:pt>
    <dgm:pt modelId="{DE6BB657-62D1-4FF3-ACFB-F4746585946F}" type="pres">
      <dgm:prSet presAssocID="{9471224B-D570-4FA7-96E6-47CA7E920111}" presName="hierChild4" presStyleCnt="0"/>
      <dgm:spPr/>
    </dgm:pt>
    <dgm:pt modelId="{51CEDB48-D9D6-45EE-8557-C40980AE5D58}" type="pres">
      <dgm:prSet presAssocID="{9471224B-D570-4FA7-96E6-47CA7E920111}" presName="hierChild5" presStyleCnt="0"/>
      <dgm:spPr/>
    </dgm:pt>
    <dgm:pt modelId="{6A61DE18-CF37-4D60-A64A-55E13FF2975B}" type="pres">
      <dgm:prSet presAssocID="{5511B73E-713F-4378-80E5-7B063801BD36}" presName="Name37" presStyleLbl="parChTrans1D2" presStyleIdx="3" presStyleCnt="4"/>
      <dgm:spPr/>
      <dgm:t>
        <a:bodyPr/>
        <a:lstStyle/>
        <a:p>
          <a:endParaRPr lang="en-US"/>
        </a:p>
      </dgm:t>
    </dgm:pt>
    <dgm:pt modelId="{6E993BEC-7DFB-45C3-9798-4BB31CE7E6C5}" type="pres">
      <dgm:prSet presAssocID="{ECC716B4-6A10-4A2A-AEB3-7A9FD558F8BB}" presName="hierRoot2" presStyleCnt="0">
        <dgm:presLayoutVars>
          <dgm:hierBranch val="init"/>
        </dgm:presLayoutVars>
      </dgm:prSet>
      <dgm:spPr/>
    </dgm:pt>
    <dgm:pt modelId="{CB072911-CB3D-4BF9-8404-E5EAB77C7AD4}" type="pres">
      <dgm:prSet presAssocID="{ECC716B4-6A10-4A2A-AEB3-7A9FD558F8BB}" presName="rootComposite" presStyleCnt="0"/>
      <dgm:spPr/>
    </dgm:pt>
    <dgm:pt modelId="{14C86C81-4FE4-480E-980D-18C3FB76BE51}" type="pres">
      <dgm:prSet presAssocID="{ECC716B4-6A10-4A2A-AEB3-7A9FD558F8B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1956E8-6F63-4F23-AAA1-F0949254C9B9}" type="pres">
      <dgm:prSet presAssocID="{ECC716B4-6A10-4A2A-AEB3-7A9FD558F8BB}" presName="rootConnector" presStyleLbl="node2" presStyleIdx="3" presStyleCnt="4"/>
      <dgm:spPr/>
      <dgm:t>
        <a:bodyPr/>
        <a:lstStyle/>
        <a:p>
          <a:endParaRPr lang="en-US"/>
        </a:p>
      </dgm:t>
    </dgm:pt>
    <dgm:pt modelId="{22C472F8-3949-4F17-B97E-C1ABB57575E1}" type="pres">
      <dgm:prSet presAssocID="{ECC716B4-6A10-4A2A-AEB3-7A9FD558F8BB}" presName="hierChild4" presStyleCnt="0"/>
      <dgm:spPr/>
    </dgm:pt>
    <dgm:pt modelId="{7155660C-8796-452C-9031-0CBDFACF2F19}" type="pres">
      <dgm:prSet presAssocID="{ECC716B4-6A10-4A2A-AEB3-7A9FD558F8BB}" presName="hierChild5" presStyleCnt="0"/>
      <dgm:spPr/>
    </dgm:pt>
    <dgm:pt modelId="{A1782A65-871C-4340-A494-1194FF5A5DC1}" type="pres">
      <dgm:prSet presAssocID="{F9586BED-9214-4194-AC8F-622781CA997D}" presName="hierChild3" presStyleCnt="0"/>
      <dgm:spPr/>
    </dgm:pt>
  </dgm:ptLst>
  <dgm:cxnLst>
    <dgm:cxn modelId="{229D2196-7F93-467D-A131-B25BE93029F5}" type="presOf" srcId="{7B17AD55-E82C-4161-9250-F380070AFC6C}" destId="{D0A31A71-B649-4AC6-8143-0AC510058062}" srcOrd="0" destOrd="0" presId="urn:microsoft.com/office/officeart/2005/8/layout/orgChart1"/>
    <dgm:cxn modelId="{0079978C-57F2-4852-B376-9F654A1CEE13}" type="presOf" srcId="{7AE75C9B-663A-49C3-9090-C9FE51505502}" destId="{1A3B47FA-19BE-4C28-AA39-DEF6EE241C63}" srcOrd="0" destOrd="0" presId="urn:microsoft.com/office/officeart/2005/8/layout/orgChart1"/>
    <dgm:cxn modelId="{795F692E-08EA-4FF9-9411-4B33A40C6D17}" type="presOf" srcId="{ECC716B4-6A10-4A2A-AEB3-7A9FD558F8BB}" destId="{14C86C81-4FE4-480E-980D-18C3FB76BE51}" srcOrd="0" destOrd="0" presId="urn:microsoft.com/office/officeart/2005/8/layout/orgChart1"/>
    <dgm:cxn modelId="{4E20D41A-D76E-40DF-9B3D-196B71213D86}" srcId="{0D39E264-0DF9-4CD6-8A27-DA35B8FDD46D}" destId="{F9586BED-9214-4194-AC8F-622781CA997D}" srcOrd="0" destOrd="0" parTransId="{CB13BFA4-7251-4D8B-8B00-24CA634BBEF8}" sibTransId="{9AE9CF3E-F97A-44C1-B197-FFB030192AFD}"/>
    <dgm:cxn modelId="{CC1192D7-5CCB-4F65-B2D5-E325F6FAD0AC}" type="presOf" srcId="{431528C5-CF53-4A1D-8A47-C98D931A5529}" destId="{779FB35C-C758-411D-B204-CE5F2211EE37}" srcOrd="1" destOrd="0" presId="urn:microsoft.com/office/officeart/2005/8/layout/orgChart1"/>
    <dgm:cxn modelId="{4CCB6971-0253-40E1-B0B7-48190360645F}" type="presOf" srcId="{BE530E60-1B3E-410F-A24C-1B7D9CFF6A6E}" destId="{9B60ACD1-DE0B-4559-9F80-60E1E1021922}" srcOrd="0" destOrd="0" presId="urn:microsoft.com/office/officeart/2005/8/layout/orgChart1"/>
    <dgm:cxn modelId="{34D877B5-69AF-43A7-8211-751FAC99494E}" type="presOf" srcId="{3D967A41-F98C-4E19-BDD7-9112534878CF}" destId="{FA868281-0064-4411-9BD8-852208C1AE42}" srcOrd="1" destOrd="0" presId="urn:microsoft.com/office/officeart/2005/8/layout/orgChart1"/>
    <dgm:cxn modelId="{4800350D-391C-44AD-9A36-141E4E4E6B57}" type="presOf" srcId="{5D11CCF1-D51D-4F67-858D-700810CFA9CA}" destId="{C74A82DD-C746-4C8D-B642-AD3A7E0F235C}" srcOrd="0" destOrd="0" presId="urn:microsoft.com/office/officeart/2005/8/layout/orgChart1"/>
    <dgm:cxn modelId="{9E8D76B0-9EB3-4A5D-9420-E1ABE3077C9E}" srcId="{F9586BED-9214-4194-AC8F-622781CA997D}" destId="{431528C5-CF53-4A1D-8A47-C98D931A5529}" srcOrd="1" destOrd="0" parTransId="{7AE75C9B-663A-49C3-9090-C9FE51505502}" sibTransId="{39169872-41EB-4750-8E22-480A4523BF6E}"/>
    <dgm:cxn modelId="{519EA094-D41A-4F89-8C31-943B6159426B}" srcId="{F9586BED-9214-4194-AC8F-622781CA997D}" destId="{9471224B-D570-4FA7-96E6-47CA7E920111}" srcOrd="2" destOrd="0" parTransId="{096283A5-E4F5-472C-AB85-A6D908DC7A01}" sibTransId="{75B62956-B059-445C-959A-675850FAC671}"/>
    <dgm:cxn modelId="{7BB84C7F-DD62-470A-AB09-A452660DBBF1}" type="presOf" srcId="{5511B73E-713F-4378-80E5-7B063801BD36}" destId="{6A61DE18-CF37-4D60-A64A-55E13FF2975B}" srcOrd="0" destOrd="0" presId="urn:microsoft.com/office/officeart/2005/8/layout/orgChart1"/>
    <dgm:cxn modelId="{9DC57E38-664A-4EAA-81ED-BEC421D5AF0E}" type="presOf" srcId="{5D11CCF1-D51D-4F67-858D-700810CFA9CA}" destId="{5AC22680-45AD-46F1-BD44-8525827000BB}" srcOrd="1" destOrd="0" presId="urn:microsoft.com/office/officeart/2005/8/layout/orgChart1"/>
    <dgm:cxn modelId="{2778A91D-866D-486D-9F4F-1FA42F41C9E7}" type="presOf" srcId="{065E50EE-174F-4920-9465-73DB09355610}" destId="{822E4991-88C5-4BB4-B3CD-D5E3DFD30906}" srcOrd="0" destOrd="0" presId="urn:microsoft.com/office/officeart/2005/8/layout/orgChart1"/>
    <dgm:cxn modelId="{7BC9512F-2F94-4BCD-8F60-B62BD9C5B40E}" type="presOf" srcId="{ECC716B4-6A10-4A2A-AEB3-7A9FD558F8BB}" destId="{EB1956E8-6F63-4F23-AAA1-F0949254C9B9}" srcOrd="1" destOrd="0" presId="urn:microsoft.com/office/officeart/2005/8/layout/orgChart1"/>
    <dgm:cxn modelId="{00F8F61E-9D2A-4B24-B518-AEC6190007E6}" type="presOf" srcId="{A3F111BD-055F-4B32-BD0A-D954171C59AC}" destId="{3B55B403-1D7E-4286-A320-8654E0D1367D}" srcOrd="0" destOrd="0" presId="urn:microsoft.com/office/officeart/2005/8/layout/orgChart1"/>
    <dgm:cxn modelId="{E2E9BB50-7DB0-43B3-A94E-095C4A4CDC1F}" type="presOf" srcId="{096283A5-E4F5-472C-AB85-A6D908DC7A01}" destId="{71FDE94A-3025-47B7-A06B-5A75B5552B9D}" srcOrd="0" destOrd="0" presId="urn:microsoft.com/office/officeart/2005/8/layout/orgChart1"/>
    <dgm:cxn modelId="{884FC0FC-14F5-483F-82FB-A99B72448FB1}" type="presOf" srcId="{D2692AC5-8A2F-46F0-A4C4-F3204574C0D3}" destId="{6C30AE64-1956-4B7D-A94D-2FAE3BA9506F}" srcOrd="0" destOrd="0" presId="urn:microsoft.com/office/officeart/2005/8/layout/orgChart1"/>
    <dgm:cxn modelId="{56F209F8-A902-4349-BF5A-0338F16D8904}" type="presOf" srcId="{9471224B-D570-4FA7-96E6-47CA7E920111}" destId="{97DC2324-5F33-495E-B6D2-8FC8CE891018}" srcOrd="0" destOrd="0" presId="urn:microsoft.com/office/officeart/2005/8/layout/orgChart1"/>
    <dgm:cxn modelId="{26BC8429-668F-4303-B9BF-231D0AA69E9B}" type="presOf" srcId="{F9586BED-9214-4194-AC8F-622781CA997D}" destId="{08E7CBA8-5725-4AF6-BCB8-9CC337D8551C}" srcOrd="1" destOrd="0" presId="urn:microsoft.com/office/officeart/2005/8/layout/orgChart1"/>
    <dgm:cxn modelId="{5A1542D7-C0CD-4E5F-9340-AB8A57DADC81}" srcId="{7B17AD55-E82C-4161-9250-F380070AFC6C}" destId="{5D11CCF1-D51D-4F67-858D-700810CFA9CA}" srcOrd="1" destOrd="0" parTransId="{5073D332-4DAB-41B6-B1F9-668ABA637EEE}" sibTransId="{EB30C690-F5EF-45B0-9512-C5C6D6E2B48F}"/>
    <dgm:cxn modelId="{B326A149-68B5-4015-9C48-5932E7E5C855}" type="presOf" srcId="{9471224B-D570-4FA7-96E6-47CA7E920111}" destId="{7B4E9BCC-0C5F-46C3-8BD5-DA5A31319FFC}" srcOrd="1" destOrd="0" presId="urn:microsoft.com/office/officeart/2005/8/layout/orgChart1"/>
    <dgm:cxn modelId="{EAE61506-A7A0-4487-BD82-66C46401E23D}" srcId="{431528C5-CF53-4A1D-8A47-C98D931A5529}" destId="{BE530E60-1B3E-410F-A24C-1B7D9CFF6A6E}" srcOrd="0" destOrd="0" parTransId="{D2692AC5-8A2F-46F0-A4C4-F3204574C0D3}" sibTransId="{76169FE3-9F13-4D9F-AF05-7C68B9CE145F}"/>
    <dgm:cxn modelId="{6FE866AC-8ABF-44DC-904D-0FC67368C0C2}" srcId="{7B17AD55-E82C-4161-9250-F380070AFC6C}" destId="{3D967A41-F98C-4E19-BDD7-9112534878CF}" srcOrd="0" destOrd="0" parTransId="{A3F111BD-055F-4B32-BD0A-D954171C59AC}" sibTransId="{7E4C214A-F2E5-4225-BC18-F161B2EADF5D}"/>
    <dgm:cxn modelId="{1FABDAD3-D31D-40C2-B615-58CB4630FEB7}" type="presOf" srcId="{431528C5-CF53-4A1D-8A47-C98D931A5529}" destId="{4D58F9F5-8C28-45E6-9400-5555E1334B27}" srcOrd="0" destOrd="0" presId="urn:microsoft.com/office/officeart/2005/8/layout/orgChart1"/>
    <dgm:cxn modelId="{5D99D036-4309-49CF-B999-12C7DA4E1F45}" srcId="{F9586BED-9214-4194-AC8F-622781CA997D}" destId="{ECC716B4-6A10-4A2A-AEB3-7A9FD558F8BB}" srcOrd="3" destOrd="0" parTransId="{5511B73E-713F-4378-80E5-7B063801BD36}" sibTransId="{646CEDC9-F48D-4041-9BAE-A64010838C36}"/>
    <dgm:cxn modelId="{CAF2D9BF-40B9-42B4-B4C8-FC64C0D86F84}" srcId="{F9586BED-9214-4194-AC8F-622781CA997D}" destId="{7B17AD55-E82C-4161-9250-F380070AFC6C}" srcOrd="0" destOrd="0" parTransId="{065E50EE-174F-4920-9465-73DB09355610}" sibTransId="{40DBD420-6998-473D-B7F5-9CD81CBD9DEE}"/>
    <dgm:cxn modelId="{75003449-5555-478A-B39C-F12577AEC839}" type="presOf" srcId="{7B17AD55-E82C-4161-9250-F380070AFC6C}" destId="{11814280-2E56-4A87-9E52-FAC1E210F2D7}" srcOrd="1" destOrd="0" presId="urn:microsoft.com/office/officeart/2005/8/layout/orgChart1"/>
    <dgm:cxn modelId="{11893D55-FD4B-4657-93A7-A6D0930A6364}" type="presOf" srcId="{F9586BED-9214-4194-AC8F-622781CA997D}" destId="{50F76F5E-247A-4091-818E-AFA631A17791}" srcOrd="0" destOrd="0" presId="urn:microsoft.com/office/officeart/2005/8/layout/orgChart1"/>
    <dgm:cxn modelId="{CEC3EB10-2FB9-41E5-9A47-843B57E1B3A4}" type="presOf" srcId="{0D39E264-0DF9-4CD6-8A27-DA35B8FDD46D}" destId="{9ECC99C0-7E2F-4674-98A5-133B8C559610}" srcOrd="0" destOrd="0" presId="urn:microsoft.com/office/officeart/2005/8/layout/orgChart1"/>
    <dgm:cxn modelId="{6D2BAEAD-C819-44CF-A258-132AF741733C}" type="presOf" srcId="{5073D332-4DAB-41B6-B1F9-668ABA637EEE}" destId="{51D32821-656B-4848-AE34-3D7D37950E25}" srcOrd="0" destOrd="0" presId="urn:microsoft.com/office/officeart/2005/8/layout/orgChart1"/>
    <dgm:cxn modelId="{7BFBEC30-2428-42A0-B69B-9F9879C7DAF1}" type="presOf" srcId="{3D967A41-F98C-4E19-BDD7-9112534878CF}" destId="{ACE426A9-3789-403F-BF74-FD06D1AC14AD}" srcOrd="0" destOrd="0" presId="urn:microsoft.com/office/officeart/2005/8/layout/orgChart1"/>
    <dgm:cxn modelId="{E55EF53C-7534-49D0-91E6-A20C0957FD5C}" type="presOf" srcId="{BE530E60-1B3E-410F-A24C-1B7D9CFF6A6E}" destId="{A5B3FE69-D520-45FE-AA02-F87FA12C5AB5}" srcOrd="1" destOrd="0" presId="urn:microsoft.com/office/officeart/2005/8/layout/orgChart1"/>
    <dgm:cxn modelId="{FE5EABBD-31A7-4BB0-B9F6-02DDDC64E30E}" type="presParOf" srcId="{9ECC99C0-7E2F-4674-98A5-133B8C559610}" destId="{80BB6833-E837-4AD7-A924-39B2755BDE69}" srcOrd="0" destOrd="0" presId="urn:microsoft.com/office/officeart/2005/8/layout/orgChart1"/>
    <dgm:cxn modelId="{5FD77E3C-6313-48EC-84D2-8831BBDA1347}" type="presParOf" srcId="{80BB6833-E837-4AD7-A924-39B2755BDE69}" destId="{E8223295-FC7F-4533-8BB7-B950C2AADC02}" srcOrd="0" destOrd="0" presId="urn:microsoft.com/office/officeart/2005/8/layout/orgChart1"/>
    <dgm:cxn modelId="{99AA4061-16B2-4A6E-A3B4-7461FB7B06EE}" type="presParOf" srcId="{E8223295-FC7F-4533-8BB7-B950C2AADC02}" destId="{50F76F5E-247A-4091-818E-AFA631A17791}" srcOrd="0" destOrd="0" presId="urn:microsoft.com/office/officeart/2005/8/layout/orgChart1"/>
    <dgm:cxn modelId="{507FE5FD-195B-4079-ACCF-DEDFCB62BDC7}" type="presParOf" srcId="{E8223295-FC7F-4533-8BB7-B950C2AADC02}" destId="{08E7CBA8-5725-4AF6-BCB8-9CC337D8551C}" srcOrd="1" destOrd="0" presId="urn:microsoft.com/office/officeart/2005/8/layout/orgChart1"/>
    <dgm:cxn modelId="{4D3E5AD8-C62A-4A25-B78F-3C190BA1B14D}" type="presParOf" srcId="{80BB6833-E837-4AD7-A924-39B2755BDE69}" destId="{709C8070-8B32-4077-8020-9CBDB9B92152}" srcOrd="1" destOrd="0" presId="urn:microsoft.com/office/officeart/2005/8/layout/orgChart1"/>
    <dgm:cxn modelId="{BB8A2562-8513-45E1-9314-D6B490C9141F}" type="presParOf" srcId="{709C8070-8B32-4077-8020-9CBDB9B92152}" destId="{822E4991-88C5-4BB4-B3CD-D5E3DFD30906}" srcOrd="0" destOrd="0" presId="urn:microsoft.com/office/officeart/2005/8/layout/orgChart1"/>
    <dgm:cxn modelId="{CFB72102-9FD1-49EA-9ED4-8CE78BEADA3C}" type="presParOf" srcId="{709C8070-8B32-4077-8020-9CBDB9B92152}" destId="{33891FFC-1626-4895-9373-2FB1F3D01A94}" srcOrd="1" destOrd="0" presId="urn:microsoft.com/office/officeart/2005/8/layout/orgChart1"/>
    <dgm:cxn modelId="{F9B0202E-9EA5-4E85-AC48-808ABEE6B1A4}" type="presParOf" srcId="{33891FFC-1626-4895-9373-2FB1F3D01A94}" destId="{E2399519-62E8-4CD4-867D-D52D946484D6}" srcOrd="0" destOrd="0" presId="urn:microsoft.com/office/officeart/2005/8/layout/orgChart1"/>
    <dgm:cxn modelId="{B5E99930-00AD-454B-B5DC-45890C0948E5}" type="presParOf" srcId="{E2399519-62E8-4CD4-867D-D52D946484D6}" destId="{D0A31A71-B649-4AC6-8143-0AC510058062}" srcOrd="0" destOrd="0" presId="urn:microsoft.com/office/officeart/2005/8/layout/orgChart1"/>
    <dgm:cxn modelId="{278C5AC7-A10C-46AC-A0D2-F52B4090191A}" type="presParOf" srcId="{E2399519-62E8-4CD4-867D-D52D946484D6}" destId="{11814280-2E56-4A87-9E52-FAC1E210F2D7}" srcOrd="1" destOrd="0" presId="urn:microsoft.com/office/officeart/2005/8/layout/orgChart1"/>
    <dgm:cxn modelId="{5E26B7E2-B33F-4A26-ACA6-F60AE7EF758C}" type="presParOf" srcId="{33891FFC-1626-4895-9373-2FB1F3D01A94}" destId="{0771DB52-3CEB-400F-AC7A-B458B5358437}" srcOrd="1" destOrd="0" presId="urn:microsoft.com/office/officeart/2005/8/layout/orgChart1"/>
    <dgm:cxn modelId="{8F56CF7B-C1DC-467B-AFB8-1868F1E3371E}" type="presParOf" srcId="{0771DB52-3CEB-400F-AC7A-B458B5358437}" destId="{3B55B403-1D7E-4286-A320-8654E0D1367D}" srcOrd="0" destOrd="0" presId="urn:microsoft.com/office/officeart/2005/8/layout/orgChart1"/>
    <dgm:cxn modelId="{3B8DF89A-5A64-4146-99A3-E28E91ABF29C}" type="presParOf" srcId="{0771DB52-3CEB-400F-AC7A-B458B5358437}" destId="{CEB7494B-1CD0-4C23-9A51-9319E52EEA62}" srcOrd="1" destOrd="0" presId="urn:microsoft.com/office/officeart/2005/8/layout/orgChart1"/>
    <dgm:cxn modelId="{4AC62A5A-067B-4E14-A6D5-4F8BA06B2AD2}" type="presParOf" srcId="{CEB7494B-1CD0-4C23-9A51-9319E52EEA62}" destId="{E45F30BC-8C14-4656-A79A-6CDC90A84F63}" srcOrd="0" destOrd="0" presId="urn:microsoft.com/office/officeart/2005/8/layout/orgChart1"/>
    <dgm:cxn modelId="{E9BA61AD-4E32-4F3D-9BDA-4268EB210B29}" type="presParOf" srcId="{E45F30BC-8C14-4656-A79A-6CDC90A84F63}" destId="{ACE426A9-3789-403F-BF74-FD06D1AC14AD}" srcOrd="0" destOrd="0" presId="urn:microsoft.com/office/officeart/2005/8/layout/orgChart1"/>
    <dgm:cxn modelId="{87774E1D-2564-4C0F-91AB-ADD70BEB4091}" type="presParOf" srcId="{E45F30BC-8C14-4656-A79A-6CDC90A84F63}" destId="{FA868281-0064-4411-9BD8-852208C1AE42}" srcOrd="1" destOrd="0" presId="urn:microsoft.com/office/officeart/2005/8/layout/orgChart1"/>
    <dgm:cxn modelId="{25B284D9-9351-4903-8E3E-69AD8A57391A}" type="presParOf" srcId="{CEB7494B-1CD0-4C23-9A51-9319E52EEA62}" destId="{DC1DA5F6-C241-46AA-AF41-EE9EFCA88607}" srcOrd="1" destOrd="0" presId="urn:microsoft.com/office/officeart/2005/8/layout/orgChart1"/>
    <dgm:cxn modelId="{6B7B40B2-BBA7-4DDE-B635-99E2E6297EA3}" type="presParOf" srcId="{CEB7494B-1CD0-4C23-9A51-9319E52EEA62}" destId="{91C128F8-4260-446D-9F19-8902769A58BA}" srcOrd="2" destOrd="0" presId="urn:microsoft.com/office/officeart/2005/8/layout/orgChart1"/>
    <dgm:cxn modelId="{75717CD9-1BA0-4E3B-ADF7-6DDD8F17988A}" type="presParOf" srcId="{0771DB52-3CEB-400F-AC7A-B458B5358437}" destId="{51D32821-656B-4848-AE34-3D7D37950E25}" srcOrd="2" destOrd="0" presId="urn:microsoft.com/office/officeart/2005/8/layout/orgChart1"/>
    <dgm:cxn modelId="{918F7A69-6DBA-4A8B-9493-5260BD6A230D}" type="presParOf" srcId="{0771DB52-3CEB-400F-AC7A-B458B5358437}" destId="{12798926-53D9-4CC3-B273-4ED901147BCA}" srcOrd="3" destOrd="0" presId="urn:microsoft.com/office/officeart/2005/8/layout/orgChart1"/>
    <dgm:cxn modelId="{89184B2D-8C34-4458-B2AC-8BEE229CE125}" type="presParOf" srcId="{12798926-53D9-4CC3-B273-4ED901147BCA}" destId="{607BF48F-A524-4749-B286-C39878E0200F}" srcOrd="0" destOrd="0" presId="urn:microsoft.com/office/officeart/2005/8/layout/orgChart1"/>
    <dgm:cxn modelId="{05E7CF48-E9F3-4B49-94B4-E539EAD4EED3}" type="presParOf" srcId="{607BF48F-A524-4749-B286-C39878E0200F}" destId="{C74A82DD-C746-4C8D-B642-AD3A7E0F235C}" srcOrd="0" destOrd="0" presId="urn:microsoft.com/office/officeart/2005/8/layout/orgChart1"/>
    <dgm:cxn modelId="{7162513C-83D4-46C1-87EE-584BAB1D9D52}" type="presParOf" srcId="{607BF48F-A524-4749-B286-C39878E0200F}" destId="{5AC22680-45AD-46F1-BD44-8525827000BB}" srcOrd="1" destOrd="0" presId="urn:microsoft.com/office/officeart/2005/8/layout/orgChart1"/>
    <dgm:cxn modelId="{6E3023D2-76E1-4CFD-AA9F-80609265C4F6}" type="presParOf" srcId="{12798926-53D9-4CC3-B273-4ED901147BCA}" destId="{706F7EDF-2304-41C9-AA5D-20A0B715A333}" srcOrd="1" destOrd="0" presId="urn:microsoft.com/office/officeart/2005/8/layout/orgChart1"/>
    <dgm:cxn modelId="{D3956582-03B1-46BF-9D1A-146419363026}" type="presParOf" srcId="{12798926-53D9-4CC3-B273-4ED901147BCA}" destId="{DDF9A9F5-4FD5-44F4-B5BE-E71B0289505E}" srcOrd="2" destOrd="0" presId="urn:microsoft.com/office/officeart/2005/8/layout/orgChart1"/>
    <dgm:cxn modelId="{196AE4E3-7782-4C27-8550-1DD56F2F731C}" type="presParOf" srcId="{33891FFC-1626-4895-9373-2FB1F3D01A94}" destId="{8FACB7EA-3BCC-4430-B734-3943F039782C}" srcOrd="2" destOrd="0" presId="urn:microsoft.com/office/officeart/2005/8/layout/orgChart1"/>
    <dgm:cxn modelId="{379C88B3-FEA5-4F98-8FCD-BA692BF1A58A}" type="presParOf" srcId="{709C8070-8B32-4077-8020-9CBDB9B92152}" destId="{1A3B47FA-19BE-4C28-AA39-DEF6EE241C63}" srcOrd="2" destOrd="0" presId="urn:microsoft.com/office/officeart/2005/8/layout/orgChart1"/>
    <dgm:cxn modelId="{3C67FBCC-CE45-4CF7-8D5A-D7DDEF4018E2}" type="presParOf" srcId="{709C8070-8B32-4077-8020-9CBDB9B92152}" destId="{F0B3C45E-DFCE-4392-98FF-5E1983626D84}" srcOrd="3" destOrd="0" presId="urn:microsoft.com/office/officeart/2005/8/layout/orgChart1"/>
    <dgm:cxn modelId="{2A4C1CE9-466C-42E3-9BE3-CB278AEC71E9}" type="presParOf" srcId="{F0B3C45E-DFCE-4392-98FF-5E1983626D84}" destId="{437EB345-8B29-4DEF-9420-6B36B207D45D}" srcOrd="0" destOrd="0" presId="urn:microsoft.com/office/officeart/2005/8/layout/orgChart1"/>
    <dgm:cxn modelId="{77D04DB0-E884-4FFD-B822-6CB15076CB1A}" type="presParOf" srcId="{437EB345-8B29-4DEF-9420-6B36B207D45D}" destId="{4D58F9F5-8C28-45E6-9400-5555E1334B27}" srcOrd="0" destOrd="0" presId="urn:microsoft.com/office/officeart/2005/8/layout/orgChart1"/>
    <dgm:cxn modelId="{8BCCC539-CD95-422A-9BF7-66AF90478BB2}" type="presParOf" srcId="{437EB345-8B29-4DEF-9420-6B36B207D45D}" destId="{779FB35C-C758-411D-B204-CE5F2211EE37}" srcOrd="1" destOrd="0" presId="urn:microsoft.com/office/officeart/2005/8/layout/orgChart1"/>
    <dgm:cxn modelId="{4EFE8320-C6BB-4C0F-963F-B9F7D7F4F350}" type="presParOf" srcId="{F0B3C45E-DFCE-4392-98FF-5E1983626D84}" destId="{B719885C-F283-4167-8B0D-2CBFF01D28DA}" srcOrd="1" destOrd="0" presId="urn:microsoft.com/office/officeart/2005/8/layout/orgChart1"/>
    <dgm:cxn modelId="{FFF1BD4D-BAA5-4736-A097-156E29484B41}" type="presParOf" srcId="{B719885C-F283-4167-8B0D-2CBFF01D28DA}" destId="{6C30AE64-1956-4B7D-A94D-2FAE3BA9506F}" srcOrd="0" destOrd="0" presId="urn:microsoft.com/office/officeart/2005/8/layout/orgChart1"/>
    <dgm:cxn modelId="{8DD14880-9168-4751-97EC-E1BFA2609EF8}" type="presParOf" srcId="{B719885C-F283-4167-8B0D-2CBFF01D28DA}" destId="{100DB131-4457-493F-81E8-EB5205AD16CA}" srcOrd="1" destOrd="0" presId="urn:microsoft.com/office/officeart/2005/8/layout/orgChart1"/>
    <dgm:cxn modelId="{1BEC8D47-01BE-4E98-BFEC-71A32CAC7A78}" type="presParOf" srcId="{100DB131-4457-493F-81E8-EB5205AD16CA}" destId="{98B10BFD-7514-43AC-9D4E-C155EFB881F4}" srcOrd="0" destOrd="0" presId="urn:microsoft.com/office/officeart/2005/8/layout/orgChart1"/>
    <dgm:cxn modelId="{DFD9BF14-1F97-4E0F-B450-5AE41C2AF2EA}" type="presParOf" srcId="{98B10BFD-7514-43AC-9D4E-C155EFB881F4}" destId="{9B60ACD1-DE0B-4559-9F80-60E1E1021922}" srcOrd="0" destOrd="0" presId="urn:microsoft.com/office/officeart/2005/8/layout/orgChart1"/>
    <dgm:cxn modelId="{F92A8425-F0B3-4AE6-9297-68551D8005A6}" type="presParOf" srcId="{98B10BFD-7514-43AC-9D4E-C155EFB881F4}" destId="{A5B3FE69-D520-45FE-AA02-F87FA12C5AB5}" srcOrd="1" destOrd="0" presId="urn:microsoft.com/office/officeart/2005/8/layout/orgChart1"/>
    <dgm:cxn modelId="{AAAFDDF9-F444-4CBF-8240-1A13EBA620FC}" type="presParOf" srcId="{100DB131-4457-493F-81E8-EB5205AD16CA}" destId="{B62F8601-53B3-4045-B73F-85CAB39BBBEF}" srcOrd="1" destOrd="0" presId="urn:microsoft.com/office/officeart/2005/8/layout/orgChart1"/>
    <dgm:cxn modelId="{5D1BC7A3-64E3-4503-B95D-5854DF1920CA}" type="presParOf" srcId="{100DB131-4457-493F-81E8-EB5205AD16CA}" destId="{292A2797-EBBB-496A-84BC-7ED3C2E84F11}" srcOrd="2" destOrd="0" presId="urn:microsoft.com/office/officeart/2005/8/layout/orgChart1"/>
    <dgm:cxn modelId="{80F9B11F-4CBE-48B0-820F-62E26BF47101}" type="presParOf" srcId="{F0B3C45E-DFCE-4392-98FF-5E1983626D84}" destId="{DA116BA1-3618-402E-B34A-CC419B58EE47}" srcOrd="2" destOrd="0" presId="urn:microsoft.com/office/officeart/2005/8/layout/orgChart1"/>
    <dgm:cxn modelId="{5C41EF96-164B-4732-80C2-AF3932A462AC}" type="presParOf" srcId="{709C8070-8B32-4077-8020-9CBDB9B92152}" destId="{71FDE94A-3025-47B7-A06B-5A75B5552B9D}" srcOrd="4" destOrd="0" presId="urn:microsoft.com/office/officeart/2005/8/layout/orgChart1"/>
    <dgm:cxn modelId="{1A6EEB13-61AF-4F45-AEDC-33C3D2DEA3F2}" type="presParOf" srcId="{709C8070-8B32-4077-8020-9CBDB9B92152}" destId="{EA19C4E3-BE8D-4BE0-B02B-90FAB8B21603}" srcOrd="5" destOrd="0" presId="urn:microsoft.com/office/officeart/2005/8/layout/orgChart1"/>
    <dgm:cxn modelId="{A76EF609-5F4C-40C9-9AEC-7E37B28839A7}" type="presParOf" srcId="{EA19C4E3-BE8D-4BE0-B02B-90FAB8B21603}" destId="{69D9EF19-D321-47AC-8207-56C717EE9CC6}" srcOrd="0" destOrd="0" presId="urn:microsoft.com/office/officeart/2005/8/layout/orgChart1"/>
    <dgm:cxn modelId="{B1621A32-7D62-4242-88E1-8EC5886859B1}" type="presParOf" srcId="{69D9EF19-D321-47AC-8207-56C717EE9CC6}" destId="{97DC2324-5F33-495E-B6D2-8FC8CE891018}" srcOrd="0" destOrd="0" presId="urn:microsoft.com/office/officeart/2005/8/layout/orgChart1"/>
    <dgm:cxn modelId="{334B0C67-63BE-4C74-9AB1-1A11ECB14B99}" type="presParOf" srcId="{69D9EF19-D321-47AC-8207-56C717EE9CC6}" destId="{7B4E9BCC-0C5F-46C3-8BD5-DA5A31319FFC}" srcOrd="1" destOrd="0" presId="urn:microsoft.com/office/officeart/2005/8/layout/orgChart1"/>
    <dgm:cxn modelId="{D8F71D11-A50B-407D-9165-C1B3902DED3E}" type="presParOf" srcId="{EA19C4E3-BE8D-4BE0-B02B-90FAB8B21603}" destId="{DE6BB657-62D1-4FF3-ACFB-F4746585946F}" srcOrd="1" destOrd="0" presId="urn:microsoft.com/office/officeart/2005/8/layout/orgChart1"/>
    <dgm:cxn modelId="{CF6D1058-9CF2-4C64-90D5-70270B8E5DD6}" type="presParOf" srcId="{EA19C4E3-BE8D-4BE0-B02B-90FAB8B21603}" destId="{51CEDB48-D9D6-45EE-8557-C40980AE5D58}" srcOrd="2" destOrd="0" presId="urn:microsoft.com/office/officeart/2005/8/layout/orgChart1"/>
    <dgm:cxn modelId="{AEF97678-9886-4CCA-A4F8-DDEF04ED6674}" type="presParOf" srcId="{709C8070-8B32-4077-8020-9CBDB9B92152}" destId="{6A61DE18-CF37-4D60-A64A-55E13FF2975B}" srcOrd="6" destOrd="0" presId="urn:microsoft.com/office/officeart/2005/8/layout/orgChart1"/>
    <dgm:cxn modelId="{1CEF7C6D-A1B5-49A6-AD93-34E66734E3ED}" type="presParOf" srcId="{709C8070-8B32-4077-8020-9CBDB9B92152}" destId="{6E993BEC-7DFB-45C3-9798-4BB31CE7E6C5}" srcOrd="7" destOrd="0" presId="urn:microsoft.com/office/officeart/2005/8/layout/orgChart1"/>
    <dgm:cxn modelId="{D29239AA-A27B-44E8-8D54-8717B69A6BFF}" type="presParOf" srcId="{6E993BEC-7DFB-45C3-9798-4BB31CE7E6C5}" destId="{CB072911-CB3D-4BF9-8404-E5EAB77C7AD4}" srcOrd="0" destOrd="0" presId="urn:microsoft.com/office/officeart/2005/8/layout/orgChart1"/>
    <dgm:cxn modelId="{640413BD-871F-46E9-93B5-B5B39EC41C69}" type="presParOf" srcId="{CB072911-CB3D-4BF9-8404-E5EAB77C7AD4}" destId="{14C86C81-4FE4-480E-980D-18C3FB76BE51}" srcOrd="0" destOrd="0" presId="urn:microsoft.com/office/officeart/2005/8/layout/orgChart1"/>
    <dgm:cxn modelId="{1A3C3159-1137-40BF-AC30-DB0859D25EA7}" type="presParOf" srcId="{CB072911-CB3D-4BF9-8404-E5EAB77C7AD4}" destId="{EB1956E8-6F63-4F23-AAA1-F0949254C9B9}" srcOrd="1" destOrd="0" presId="urn:microsoft.com/office/officeart/2005/8/layout/orgChart1"/>
    <dgm:cxn modelId="{596474DB-5748-4C44-9C0C-7433F004172F}" type="presParOf" srcId="{6E993BEC-7DFB-45C3-9798-4BB31CE7E6C5}" destId="{22C472F8-3949-4F17-B97E-C1ABB57575E1}" srcOrd="1" destOrd="0" presId="urn:microsoft.com/office/officeart/2005/8/layout/orgChart1"/>
    <dgm:cxn modelId="{C844FFCC-AF22-41BA-B774-EBACC300E539}" type="presParOf" srcId="{6E993BEC-7DFB-45C3-9798-4BB31CE7E6C5}" destId="{7155660C-8796-452C-9031-0CBDFACF2F19}" srcOrd="2" destOrd="0" presId="urn:microsoft.com/office/officeart/2005/8/layout/orgChart1"/>
    <dgm:cxn modelId="{12349C12-56B1-4D33-A212-78BA41C51E94}" type="presParOf" srcId="{80BB6833-E837-4AD7-A924-39B2755BDE69}" destId="{A1782A65-871C-4340-A494-1194FF5A5D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255" y="154849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Heritage Enterprises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55" y="1548491"/>
        <a:ext cx="1883233" cy="941616"/>
      </dsp:txXfrm>
    </dsp:sp>
    <dsp:sp modelId="{99221A49-23D2-46C3-8C8A-FB00E4F562BD}">
      <dsp:nvSpPr>
        <dsp:cNvPr id="0" name=""/>
        <dsp:cNvSpPr/>
      </dsp:nvSpPr>
      <dsp:spPr>
        <a:xfrm rot="19457599">
          <a:off x="1799294" y="1727601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19457599">
        <a:off x="2239944" y="1725393"/>
        <a:ext cx="46384" cy="46384"/>
      </dsp:txXfrm>
    </dsp:sp>
    <dsp:sp modelId="{9D95555D-5936-4E8D-ACCB-27506019A7EE}">
      <dsp:nvSpPr>
        <dsp:cNvPr id="0" name=""/>
        <dsp:cNvSpPr/>
      </dsp:nvSpPr>
      <dsp:spPr>
        <a:xfrm>
          <a:off x="2639783" y="100706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1007061"/>
        <a:ext cx="1883233" cy="941616"/>
      </dsp:txXfrm>
    </dsp:sp>
    <dsp:sp modelId="{EDF96D6C-5518-4FC8-9121-428AD6D5675C}">
      <dsp:nvSpPr>
        <dsp:cNvPr id="0" name=""/>
        <dsp:cNvSpPr/>
      </dsp:nvSpPr>
      <dsp:spPr>
        <a:xfrm rot="2142401">
          <a:off x="1799294" y="2269030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2142401">
        <a:off x="2239944" y="2266822"/>
        <a:ext cx="46384" cy="46384"/>
      </dsp:txXfrm>
    </dsp:sp>
    <dsp:sp modelId="{A224596F-4C82-45EE-B45F-A7CF519EA4A8}">
      <dsp:nvSpPr>
        <dsp:cNvPr id="0" name=""/>
        <dsp:cNvSpPr/>
      </dsp:nvSpPr>
      <dsp:spPr>
        <a:xfrm>
          <a:off x="2639783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2089921"/>
        <a:ext cx="1883233" cy="941616"/>
      </dsp:txXfrm>
    </dsp:sp>
    <dsp:sp modelId="{C13C761C-FDB7-4C58-AC79-3E3F3AC41CE2}">
      <dsp:nvSpPr>
        <dsp:cNvPr id="0" name=""/>
        <dsp:cNvSpPr/>
      </dsp:nvSpPr>
      <dsp:spPr>
        <a:xfrm>
          <a:off x="4523016" y="2539745"/>
          <a:ext cx="75329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753293" y="2098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880831" y="2541897"/>
        <a:ext cx="37664" cy="37664"/>
      </dsp:txXfrm>
    </dsp:sp>
    <dsp:sp modelId="{96ED2546-A8E8-44B4-A528-BEC1CDB84541}">
      <dsp:nvSpPr>
        <dsp:cNvPr id="0" name=""/>
        <dsp:cNvSpPr/>
      </dsp:nvSpPr>
      <dsp:spPr>
        <a:xfrm>
          <a:off x="5276310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276310" y="2089921"/>
        <a:ext cx="1883233" cy="9416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2/23/2010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2/23/2010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3352800"/>
            <a:ext cx="3352800" cy="62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Introduce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spiritual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(hospital, clinics, home, and nursing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be able to reliably measure value for their patients, for themselves as individual practitioners , and for the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get alignment amongst the hospitals, nursing homes, and home care providers on measuring value from a patient perspective.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understand how to identify, measure and deliver value as patients flow through the continuum of 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help reduce the overall costs of healthcare while improving the overall value for patients and practitioners (where value is created).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Value-Driven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Align healthcare measurements (Quality = TQM, Evidence-Based = EBM) with value-driven measurements (VDM) to align information and optimize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Project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55146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Project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Capture desired outcomes for patients (covering one or more jobs).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Heritage Enterprises - 001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(TBD)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Sponsor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Heritage Enterprises Senior  Leadership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Jeffrey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Scope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Capturing value-driven measurements using the Value Driven Measurement (VDM) methodology to identify opportunities to improve existing products &amp; services delivered by Heritage Enterprises and its member organizations for a job that patients are trying to get done.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Deliverables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Study (used to select scope for the study)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(Interview Plan)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(Desired Outcomes)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(Survey Model)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(Value Measurements)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Presentation with Recommendations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Timeline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Breakdown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3-4 weeks of planning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4-8 weeks of execution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study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study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week of presentation &amp; review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Note: Exact timelines may vary based on availability of patients during the study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(Planning)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 smtClean="0"/>
              <a:t>Definition</a:t>
            </a:r>
          </a:p>
          <a:p>
            <a:pPr lvl="1"/>
            <a:r>
              <a:rPr lang="en-US" sz="1800" dirty="0" smtClean="0"/>
              <a:t>Model a Job (reference model)</a:t>
            </a:r>
          </a:p>
          <a:p>
            <a:pPr lvl="1"/>
            <a:r>
              <a:rPr lang="en-US" sz="1800" dirty="0" smtClean="0"/>
              <a:t>Model the Domain </a:t>
            </a:r>
          </a:p>
          <a:p>
            <a:pPr lvl="1"/>
            <a:r>
              <a:rPr lang="en-US" sz="1800" dirty="0" smtClean="0"/>
              <a:t>Model the Job Ontology w/in the Domain</a:t>
            </a:r>
          </a:p>
          <a:p>
            <a:pPr lvl="0"/>
            <a:r>
              <a:rPr lang="en-US" sz="2000" dirty="0" smtClean="0"/>
              <a:t>Location </a:t>
            </a:r>
          </a:p>
          <a:p>
            <a:pPr lvl="1"/>
            <a:r>
              <a:rPr lang="en-US" sz="1800" dirty="0" smtClean="0"/>
              <a:t>Identify the sub-domain to study</a:t>
            </a:r>
          </a:p>
          <a:p>
            <a:pPr lvl="1"/>
            <a:r>
              <a:rPr lang="en-US" sz="1800" dirty="0" smtClean="0"/>
              <a:t>Select the Job(s) w/in the sub-domain to study</a:t>
            </a:r>
          </a:p>
          <a:p>
            <a:pPr lvl="0"/>
            <a:r>
              <a:rPr lang="en-US" sz="2000" dirty="0" smtClean="0"/>
              <a:t>Preparation</a:t>
            </a:r>
          </a:p>
          <a:p>
            <a:pPr lvl="1"/>
            <a:r>
              <a:rPr lang="en-US" sz="1800" dirty="0" smtClean="0"/>
              <a:t>Interview SMEs who have or do currently execute the job</a:t>
            </a:r>
          </a:p>
          <a:p>
            <a:pPr lvl="1"/>
            <a:r>
              <a:rPr lang="en-US" sz="1800" dirty="0" smtClean="0"/>
              <a:t>Draft the Job Reference Model for this instance (particular job)</a:t>
            </a:r>
          </a:p>
          <a:p>
            <a:pPr lvl="0"/>
            <a:r>
              <a:rPr lang="en-US" sz="2000" dirty="0" smtClean="0"/>
              <a:t>Confirmation</a:t>
            </a:r>
          </a:p>
          <a:p>
            <a:pPr lvl="1"/>
            <a:r>
              <a:rPr lang="en-US" sz="1800" dirty="0" smtClean="0"/>
              <a:t>Review the Domain Model</a:t>
            </a:r>
          </a:p>
          <a:p>
            <a:pPr lvl="1"/>
            <a:r>
              <a:rPr lang="en-US" sz="1800" dirty="0" smtClean="0"/>
              <a:t>Review the Job Ontology Model</a:t>
            </a:r>
          </a:p>
          <a:p>
            <a:pPr lvl="1"/>
            <a:r>
              <a:rPr lang="en-US" sz="1800" dirty="0" smtClean="0"/>
              <a:t>Review the Job Reference Model for this instance with SMEs</a:t>
            </a:r>
          </a:p>
          <a:p>
            <a:pPr lvl="1"/>
            <a:r>
              <a:rPr lang="en-US" sz="1800" dirty="0" smtClean="0"/>
              <a:t>Obtain feedback and iterate the above artifacts</a:t>
            </a:r>
          </a:p>
          <a:p>
            <a:pPr lvl="1"/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Qualitative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1</a:t>
            </a:r>
            <a:r>
              <a:rPr lang="en-US" sz="2000" dirty="0" smtClean="0"/>
              <a:t>)</a:t>
            </a:r>
          </a:p>
          <a:p>
            <a:pPr lvl="2"/>
            <a:r>
              <a:rPr lang="en-US" sz="1800" dirty="0" smtClean="0"/>
              <a:t>Interview designated job executors</a:t>
            </a:r>
          </a:p>
          <a:p>
            <a:pPr lvl="2"/>
            <a:r>
              <a:rPr lang="en-US" sz="1800" dirty="0" smtClean="0"/>
              <a:t>Capture notes from meetings</a:t>
            </a:r>
          </a:p>
          <a:p>
            <a:pPr lvl="2"/>
            <a:r>
              <a:rPr lang="en-US" sz="1800" dirty="0" smtClean="0"/>
              <a:t>Capture notes from observations</a:t>
            </a:r>
          </a:p>
          <a:p>
            <a:pPr lvl="2"/>
            <a:r>
              <a:rPr lang="en-US" sz="1800" dirty="0" smtClean="0"/>
              <a:t>Transform notes into desired outcomes</a:t>
            </a:r>
          </a:p>
          <a:p>
            <a:pPr lvl="2"/>
            <a:r>
              <a:rPr lang="en-US" sz="1800" dirty="0" smtClean="0"/>
              <a:t>Data Profiling, Cleansing, and Quality</a:t>
            </a:r>
          </a:p>
          <a:p>
            <a:pPr lvl="2"/>
            <a:r>
              <a:rPr lang="en-US" sz="1800" dirty="0" smtClean="0"/>
              <a:t>Verify Cleansed Listing of Desired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Quantitative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2</a:t>
            </a:r>
            <a:r>
              <a:rPr lang="en-US" sz="2000" dirty="0" smtClean="0"/>
              <a:t>)</a:t>
            </a:r>
            <a:endParaRPr lang="en-US" sz="1800" dirty="0" smtClean="0"/>
          </a:p>
          <a:p>
            <a:pPr lvl="2"/>
            <a:r>
              <a:rPr lang="en-US" sz="1600" dirty="0" smtClean="0"/>
              <a:t>Prepare a survey</a:t>
            </a:r>
          </a:p>
          <a:p>
            <a:pPr lvl="3"/>
            <a:r>
              <a:rPr lang="en-US" sz="1400" dirty="0" smtClean="0"/>
              <a:t>Prepare profiling questions</a:t>
            </a:r>
          </a:p>
          <a:p>
            <a:pPr lvl="3"/>
            <a:r>
              <a:rPr lang="en-US" sz="1400" dirty="0" smtClean="0"/>
              <a:t>Provide script for survey executor to read</a:t>
            </a:r>
          </a:p>
          <a:p>
            <a:pPr lvl="3"/>
            <a:r>
              <a:rPr lang="en-US" sz="1400" dirty="0" smtClean="0"/>
              <a:t>Prepare separate surveys using the desired outcomes </a:t>
            </a:r>
          </a:p>
          <a:p>
            <a:pPr lvl="4"/>
            <a:r>
              <a:rPr lang="en-US" sz="1400" dirty="0" smtClean="0"/>
              <a:t>Targeted to specific job executors</a:t>
            </a:r>
          </a:p>
          <a:p>
            <a:pPr lvl="4"/>
            <a:r>
              <a:rPr lang="en-US" sz="1400" dirty="0" smtClean="0"/>
              <a:t>Tailored for limited scope to reduce impacts from fatigue</a:t>
            </a:r>
          </a:p>
          <a:p>
            <a:pPr lvl="4"/>
            <a:r>
              <a:rPr lang="en-US" sz="1400" dirty="0" smtClean="0"/>
              <a:t>Capture 2 key metrics for each desired outcome (importance &amp; satisfaction)</a:t>
            </a:r>
          </a:p>
          <a:p>
            <a:pPr lvl="2"/>
            <a:r>
              <a:rPr lang="en-US" sz="1600" dirty="0" smtClean="0"/>
              <a:t>Identify sample list of survey candidates (job executors) </a:t>
            </a:r>
          </a:p>
          <a:p>
            <a:pPr lvl="2"/>
            <a:r>
              <a:rPr lang="en-US" sz="1600" dirty="0" smtClean="0"/>
              <a:t>Conduct Survey </a:t>
            </a:r>
          </a:p>
          <a:p>
            <a:pPr lvl="3"/>
            <a:r>
              <a:rPr lang="en-US" sz="1400" dirty="0" smtClean="0"/>
              <a:t>Ideally, should be 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party but must be done with anonymity </a:t>
            </a:r>
          </a:p>
          <a:p>
            <a:pPr lvl="3"/>
            <a:r>
              <a:rPr lang="en-US" sz="1400" dirty="0" smtClean="0"/>
              <a:t>Must capture profiling information</a:t>
            </a:r>
          </a:p>
          <a:p>
            <a:pPr lvl="3"/>
            <a:r>
              <a:rPr lang="en-US" sz="1400" dirty="0" smtClean="0"/>
              <a:t>Must be able to conduct survey over phone, electronically or via written response</a:t>
            </a:r>
          </a:p>
          <a:p>
            <a:pPr lvl="2"/>
            <a:r>
              <a:rPr lang="en-US" sz="1600" dirty="0" smtClean="0"/>
              <a:t>Data Cleansing</a:t>
            </a:r>
          </a:p>
          <a:p>
            <a:pPr lvl="2"/>
            <a:r>
              <a:rPr lang="en-US" sz="1600" dirty="0" smtClean="0"/>
              <a:t>Data Analysis (per Core Functional Job)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(Presentation)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Conclusion</a:t>
            </a:r>
          </a:p>
          <a:p>
            <a:pPr lvl="1"/>
            <a:r>
              <a:rPr lang="en-US" sz="2000" dirty="0" smtClean="0"/>
              <a:t>Thematic extraction from above analysis</a:t>
            </a:r>
          </a:p>
          <a:p>
            <a:pPr lvl="1"/>
            <a:r>
              <a:rPr lang="en-US" sz="2000" dirty="0" smtClean="0"/>
              <a:t>Focus only on the patterns impacting desired outcomes w/ highest opportunity</a:t>
            </a:r>
          </a:p>
          <a:p>
            <a:pPr lvl="1"/>
            <a:r>
              <a:rPr lang="en-US" sz="2000" dirty="0" smtClean="0"/>
              <a:t>Presentation of findings to the steering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4343400" cy="48307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smtClean="0"/>
              <a:t>Leadership staff (Director of Operations)</a:t>
            </a:r>
          </a:p>
          <a:p>
            <a:pPr lvl="1"/>
            <a:r>
              <a:rPr lang="en-US" sz="2000" dirty="0" smtClean="0"/>
              <a:t>Directors of Nursing *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*   From some/all each of the locations involved in the study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95800" y="1295400"/>
            <a:ext cx="43434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Heritage Enterprises Sr. Leadership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Team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 smtClean="0">
              <a:latin typeface="+mn-lt"/>
              <a:ea typeface="ＭＳ Ｐゴシック" pitchFamily="-110" charset="-128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Project Team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Jeff Wallk (Lead)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  <a:cs typeface="+mn-cs"/>
              </a:rPr>
              <a:t>Nurse Practitioner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Presentation of findings </a:t>
            </a:r>
          </a:p>
          <a:p>
            <a:pPr lvl="1"/>
            <a:r>
              <a:rPr lang="en-US" sz="2000" dirty="0" smtClean="0"/>
              <a:t>To Steering Committee</a:t>
            </a:r>
          </a:p>
          <a:p>
            <a:pPr lvl="1"/>
            <a:r>
              <a:rPr lang="en-US" sz="2000" dirty="0" smtClean="0"/>
              <a:t>To Heritage Enterprises Board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Future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543800" cy="406876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en-US" sz="2800" dirty="0" smtClean="0"/>
              <a:t>Establishing an opportunity pipeline</a:t>
            </a:r>
          </a:p>
          <a:p>
            <a:r>
              <a:rPr lang="en-US" sz="2800" dirty="0" smtClean="0"/>
              <a:t>Transition ideas to innovation</a:t>
            </a:r>
          </a:p>
          <a:p>
            <a:r>
              <a:rPr lang="en-US" sz="2800" dirty="0" smtClean="0"/>
              <a:t>Institutionalize the customer focus program </a:t>
            </a:r>
          </a:p>
          <a:p>
            <a:r>
              <a:rPr lang="en-US" sz="2800" dirty="0" smtClean="0"/>
              <a:t>Develop a growth strategy for Heritage Enterprises &amp; its congregations</a:t>
            </a:r>
          </a:p>
          <a:p>
            <a:r>
              <a:rPr lang="en-US" sz="2800" dirty="0" smtClean="0"/>
              <a:t>Develop a roadmap of products &amp; services to address the opportunities</a:t>
            </a:r>
          </a:p>
          <a:p>
            <a:endParaRPr lang="en-US" sz="28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 few definitions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methodology is based on a perspective of measuring the desired outcomes that an individual would like to achieve within the context of a particular "job" that he/she is trying to get done. </a:t>
            </a:r>
          </a:p>
          <a:p>
            <a:r>
              <a:rPr lang="en-US" dirty="0" smtClean="0"/>
              <a:t>A job is quite simply a definition of what people are actually trying to "get done“.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job is comprised of a common set of activities (steps if you will) which involve planning, preparing, executing, monitoring, adjusting, and completing the work to be done.</a:t>
            </a:r>
          </a:p>
          <a:p>
            <a:r>
              <a:rPr lang="en-US" dirty="0" smtClean="0"/>
              <a:t>A person trying to complete these steps has a set of desired outcomes they wish to achieve for each step in the job.  We call these outcomes and they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Model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job model is an attempt to identify the relationships between the core job that a person is performing and all the other jobs that can influence the outcomes for the job:</a:t>
            </a:r>
          </a:p>
          <a:p>
            <a:pPr lvl="1"/>
            <a:r>
              <a:rPr lang="en-US" dirty="0" smtClean="0"/>
              <a:t>Direct &amp; indirect functional jobs</a:t>
            </a:r>
          </a:p>
          <a:p>
            <a:pPr lvl="1"/>
            <a:r>
              <a:rPr lang="en-US" dirty="0" smtClean="0"/>
              <a:t>Supply chain jobs </a:t>
            </a:r>
          </a:p>
          <a:p>
            <a:pPr lvl="1"/>
            <a:r>
              <a:rPr lang="en-US" dirty="0" smtClean="0"/>
              <a:t>Emotional &amp; Spiritual Jobs</a:t>
            </a:r>
          </a:p>
          <a:p>
            <a:pPr lvl="1"/>
            <a:endParaRPr lang="en-US" sz="1200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All of these can be captured initially &amp; measured eventually (depending on the scope of the study)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Job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397000"/>
          <a:ext cx="70104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638800" y="4343400"/>
            <a:ext cx="2057400" cy="990600"/>
          </a:xfrm>
          <a:prstGeom prst="wedgeRoundRectCallout">
            <a:avLst>
              <a:gd name="adj1" fmla="val -76715"/>
              <a:gd name="adj2" fmla="val -20305"/>
              <a:gd name="adj3" fmla="val 16667"/>
            </a:avLst>
          </a:prstGeom>
          <a:solidFill>
            <a:srgbClr val="FFC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customer value is measured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info@enablingvalue.com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27</a:t>
            </a:fld>
            <a:endParaRPr lang="de-DE" dirty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Technical</a:t>
            </a:r>
            <a:endParaRPr lang="en-GB" altLang="en-GB" sz="2000" b="1" dirty="0">
              <a:solidFill>
                <a:schemeClr val="bg1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Operational</a:t>
            </a:r>
            <a:endParaRPr lang="en-GB" altLang="en-GB" sz="2000" b="1" dirty="0">
              <a:solidFill>
                <a:schemeClr val="bg1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solidFill>
            <a:srgbClr val="339966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Strategic</a:t>
            </a:r>
            <a:endParaRPr lang="en-GB" altLang="en-GB" sz="2400" b="1" dirty="0">
              <a:solidFill>
                <a:schemeClr val="bg1"/>
              </a:solidFill>
            </a:endParaRP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Change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Strategic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Business Model Innovation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Enterprise Architecture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Quality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Lean &amp; Kaizen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Agility &amp; Scale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Adaptable Design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b="1" dirty="0" smtClean="0">
                <a:solidFill>
                  <a:schemeClr val="accent5">
                    <a:lumMod val="50000"/>
                  </a:schemeClr>
                </a:solidFill>
              </a:rPr>
              <a:t>Driving </a:t>
            </a: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Customer Value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Customer Focus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Value Platforms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Investment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Portfolio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Innovation</a:t>
            </a:r>
            <a:endParaRPr lang="en-GB" altLang="en-GB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Driving Innovation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Continuous Improvement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Growth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Execution Management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Sustainability</a:t>
            </a:r>
            <a:endParaRPr lang="en-GB" altLang="en-GB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Knowledge Management 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13289</TotalTime>
  <Words>1548</Words>
  <Application>Microsoft Office PowerPoint</Application>
  <PresentationFormat>On-screen Show (4:3)</PresentationFormat>
  <Paragraphs>321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VEG</vt:lpstr>
      <vt:lpstr>Value-Driven  Model for Healthcare </vt:lpstr>
      <vt:lpstr>Proposal</vt:lpstr>
      <vt:lpstr>The Vision</vt:lpstr>
      <vt:lpstr>Needs of the Patients</vt:lpstr>
      <vt:lpstr>Needs of the Practitioners</vt:lpstr>
      <vt:lpstr>Needs of the Providers</vt:lpstr>
      <vt:lpstr>Value-Driven Healthcare Model</vt:lpstr>
      <vt:lpstr>Moving from Assumptions to Implementation</vt:lpstr>
      <vt:lpstr>Measuring Value for Healthcare</vt:lpstr>
      <vt:lpstr>Enabling Value for Healthcare</vt:lpstr>
      <vt:lpstr>Slide 11</vt:lpstr>
      <vt:lpstr>Project Charter</vt:lpstr>
      <vt:lpstr>Methodology (Planning)</vt:lpstr>
      <vt:lpstr>Methodology (Execution)</vt:lpstr>
      <vt:lpstr>Methodology (Execution)</vt:lpstr>
      <vt:lpstr>Methodology (Presentation)</vt:lpstr>
      <vt:lpstr>Program Governance</vt:lpstr>
      <vt:lpstr>Staffing Plan</vt:lpstr>
      <vt:lpstr>Key Milestones &amp; Deliverables</vt:lpstr>
      <vt:lpstr>Future Deliverables</vt:lpstr>
      <vt:lpstr>A few definitions</vt:lpstr>
      <vt:lpstr>What is a Job ?</vt:lpstr>
      <vt:lpstr>What are Outcomes ?</vt:lpstr>
      <vt:lpstr>What is a Job Model ?</vt:lpstr>
      <vt:lpstr>The Job Model</vt:lpstr>
      <vt:lpstr>Slide 26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231</cp:revision>
  <dcterms:created xsi:type="dcterms:W3CDTF">2009-06-09T11:36:35Z</dcterms:created>
  <dcterms:modified xsi:type="dcterms:W3CDTF">2010-02-23T17:44:16Z</dcterms:modified>
</cp:coreProperties>
</file>