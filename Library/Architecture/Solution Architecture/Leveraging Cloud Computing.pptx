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1"/>
  </p:notesMasterIdLst>
  <p:handoutMasterIdLst>
    <p:handoutMasterId r:id="rId12"/>
  </p:handoutMasterIdLst>
  <p:sldIdLst>
    <p:sldId id="257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55" d="100"/>
          <a:sy n="55" d="100"/>
        </p:scale>
        <p:origin x="-78" y="-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8/13/2009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8/13/2009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600200" y="2514600"/>
            <a:ext cx="4876800" cy="1470025"/>
          </a:xfrm>
        </p:spPr>
        <p:txBody>
          <a:bodyPr/>
          <a:lstStyle/>
          <a:p>
            <a:pPr eaLnBrk="1" hangingPunct="1"/>
            <a:r>
              <a:rPr lang="en-US" b="1" dirty="0" smtClean="0"/>
              <a:t>Leveraging </a:t>
            </a:r>
            <a:br>
              <a:rPr lang="en-US" b="1" dirty="0" smtClean="0"/>
            </a:br>
            <a:r>
              <a:rPr lang="en-US" b="1" dirty="0" smtClean="0"/>
              <a:t>Cloud Computing</a:t>
            </a:r>
            <a:endParaRPr lang="en-US" b="1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828800"/>
            <a:ext cx="1814513" cy="2865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Types of Services</a:t>
            </a:r>
            <a:endParaRPr lang="en-US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Infrastructure Services</a:t>
            </a:r>
          </a:p>
          <a:p>
            <a:pPr lvl="1" eaLnBrk="1" hangingPunct="1"/>
            <a:r>
              <a:rPr lang="en-US" dirty="0" smtClean="0"/>
              <a:t>Servers, Storage,  Communications , Connectivity</a:t>
            </a:r>
          </a:p>
          <a:p>
            <a:pPr eaLnBrk="1" hangingPunct="1"/>
            <a:r>
              <a:rPr lang="en-US" dirty="0" smtClean="0"/>
              <a:t>Utility Services</a:t>
            </a:r>
          </a:p>
          <a:p>
            <a:pPr lvl="1" eaLnBrk="1" hangingPunct="1"/>
            <a:r>
              <a:rPr lang="en-US" dirty="0" smtClean="0"/>
              <a:t>Data Management, Development Tools,  Development Services</a:t>
            </a:r>
          </a:p>
          <a:p>
            <a:pPr eaLnBrk="1" hangingPunct="1"/>
            <a:r>
              <a:rPr lang="en-US" dirty="0" smtClean="0"/>
              <a:t>Functional Services</a:t>
            </a:r>
          </a:p>
          <a:p>
            <a:pPr lvl="1" eaLnBrk="1" hangingPunct="1"/>
            <a:r>
              <a:rPr lang="en-US" dirty="0" smtClean="0"/>
              <a:t>Software packages, Custom Solutions, Components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Potential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Scale</a:t>
            </a:r>
          </a:p>
          <a:p>
            <a:r>
              <a:rPr lang="en-US" sz="3600" dirty="0" smtClean="0"/>
              <a:t>Agility (speed + flexibility)</a:t>
            </a:r>
          </a:p>
          <a:p>
            <a:r>
              <a:rPr lang="en-US" sz="3600" dirty="0" smtClean="0"/>
              <a:t>Reduced complexity</a:t>
            </a:r>
          </a:p>
          <a:p>
            <a:r>
              <a:rPr lang="en-US" sz="3600" dirty="0" smtClean="0"/>
              <a:t>Improved productivity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Potential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Domain knowledge</a:t>
            </a:r>
          </a:p>
          <a:p>
            <a:r>
              <a:rPr lang="en-US" sz="3600" dirty="0" smtClean="0"/>
              <a:t>Transparency </a:t>
            </a:r>
          </a:p>
          <a:p>
            <a:r>
              <a:rPr lang="en-US" sz="3600" dirty="0" smtClean="0"/>
              <a:t>Reliability / SLAs (still evolving)</a:t>
            </a:r>
          </a:p>
          <a:p>
            <a:r>
              <a:rPr lang="en-US" sz="3600" dirty="0" smtClean="0"/>
              <a:t>Security &amp; Compliance (still evolving)</a:t>
            </a:r>
          </a:p>
          <a:p>
            <a:r>
              <a:rPr lang="en-US" sz="3600" dirty="0" smtClean="0"/>
              <a:t>Extended Help Desk (Customer Service)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Few Risks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Virtualization for network, computing, and storage may not scale…</a:t>
            </a:r>
          </a:p>
          <a:p>
            <a:r>
              <a:rPr lang="en-US" dirty="0" smtClean="0"/>
              <a:t>Pay for services you may not need </a:t>
            </a:r>
          </a:p>
          <a:p>
            <a:r>
              <a:rPr lang="en-US" dirty="0" smtClean="0"/>
              <a:t>Vendor “lock-in”</a:t>
            </a:r>
          </a:p>
          <a:p>
            <a:r>
              <a:rPr lang="en-US" dirty="0" smtClean="0"/>
              <a:t>Lack of carrier-grade services for Tier 1 systems  and/or their dependent systems</a:t>
            </a:r>
          </a:p>
          <a:p>
            <a:r>
              <a:rPr lang="en-US" dirty="0" smtClean="0"/>
              <a:t>Potential for single point of failure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Don’t rely on instruments to fly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Need to guide your investments carefully in this space.  Best to experiment first and get a feel for the benefits, challenges, and risks.</a:t>
            </a:r>
          </a:p>
          <a:p>
            <a:r>
              <a:rPr lang="en-US" dirty="0" smtClean="0"/>
              <a:t>Price versus Value based decisions will yield very different outcomes as they are based on completely different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Happens…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Collaboration is where </a:t>
            </a:r>
            <a:r>
              <a:rPr lang="en-US" dirty="0" smtClean="0"/>
              <a:t>most organizations </a:t>
            </a:r>
            <a:r>
              <a:rPr lang="en-US" dirty="0" smtClean="0"/>
              <a:t> expand into virtual computing services.  This is also where the challenge &amp; adventure begins.</a:t>
            </a:r>
          </a:p>
          <a:p>
            <a:pPr lvl="1"/>
            <a:r>
              <a:rPr lang="en-US" dirty="0" smtClean="0"/>
              <a:t>Cloud computing providers and solutions are a natural extension of collaboration.   </a:t>
            </a:r>
          </a:p>
          <a:p>
            <a:pPr lvl="1"/>
            <a:r>
              <a:rPr lang="en-US" dirty="0" smtClean="0"/>
              <a:t>Collaboration touches upon most areas of computing services and business services.</a:t>
            </a:r>
          </a:p>
          <a:p>
            <a:pPr lvl="1"/>
            <a:r>
              <a:rPr lang="en-US" dirty="0" smtClean="0"/>
              <a:t>The 4 walls disappear so you need to rethink your computing &amp; business architectures.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Few Preparations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Enterprise Architecture will come in handy</a:t>
            </a:r>
          </a:p>
          <a:p>
            <a:r>
              <a:rPr lang="en-US" dirty="0" smtClean="0"/>
              <a:t>Contingency Planning needs to be revisited</a:t>
            </a:r>
          </a:p>
          <a:p>
            <a:r>
              <a:rPr lang="en-US" dirty="0" smtClean="0"/>
              <a:t>Business Services need to be orchestrated, managed, and monitored in new ways</a:t>
            </a:r>
          </a:p>
          <a:p>
            <a:r>
              <a:rPr lang="en-US" dirty="0" smtClean="0"/>
              <a:t>Need to innovate the security model</a:t>
            </a:r>
          </a:p>
          <a:p>
            <a:r>
              <a:rPr lang="en-US" dirty="0" smtClean="0"/>
              <a:t>Abstraction will be a key measure of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 the Dialog Begin…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524000"/>
            <a:ext cx="6934200" cy="457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4509</TotalTime>
  <Words>297</Words>
  <Application>Microsoft Office PowerPoint</Application>
  <PresentationFormat>On-screen Show (4:3)</PresentationFormat>
  <Paragraphs>57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VEG</vt:lpstr>
      <vt:lpstr>Leveraging  Cloud Computing</vt:lpstr>
      <vt:lpstr>Types of Services</vt:lpstr>
      <vt:lpstr>Potential Benefits</vt:lpstr>
      <vt:lpstr>Potential Challenges</vt:lpstr>
      <vt:lpstr>A Few Risks</vt:lpstr>
      <vt:lpstr>Don’t rely on instruments to fly …</vt:lpstr>
      <vt:lpstr>Shift Happens…</vt:lpstr>
      <vt:lpstr>A Few Preparations …</vt:lpstr>
      <vt:lpstr>Let the Dialog Begin…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jw</cp:lastModifiedBy>
  <cp:revision>92</cp:revision>
  <dcterms:created xsi:type="dcterms:W3CDTF">2009-06-09T11:36:35Z</dcterms:created>
  <dcterms:modified xsi:type="dcterms:W3CDTF">2009-08-14T02:47:35Z</dcterms:modified>
</cp:coreProperties>
</file>