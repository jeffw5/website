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200" autoAdjust="0"/>
  </p:normalViewPr>
  <p:slideViewPr>
    <p:cSldViewPr snapToGrid="0" snapToObjects="1">
      <p:cViewPr varScale="1">
        <p:scale>
          <a:sx n="106" d="100"/>
          <a:sy n="106" d="100"/>
        </p:scale>
        <p:origin x="-62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95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7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1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1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2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2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6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0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95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5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CEADF-D61C-9D45-8445-732E08084E05}" type="datetimeFigureOut">
              <a:rPr lang="en-US" smtClean="0"/>
              <a:t>10/24/14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4498B-1BEA-CD40-8B56-FD31C904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30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7936" y="251615"/>
            <a:ext cx="6433448" cy="4648882"/>
          </a:xfrm>
          <a:prstGeom prst="round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EA</a:t>
            </a:r>
            <a:endParaRPr lang="en-US" sz="2800" dirty="0"/>
          </a:p>
        </p:txBody>
      </p:sp>
      <p:sp>
        <p:nvSpPr>
          <p:cNvPr id="4" name="Rounded Rectangle 3"/>
          <p:cNvSpPr/>
          <p:nvPr/>
        </p:nvSpPr>
        <p:spPr>
          <a:xfrm>
            <a:off x="3756526" y="467894"/>
            <a:ext cx="1590842" cy="11897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0715" y="3093453"/>
            <a:ext cx="1590842" cy="11897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INFO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90295" y="1657684"/>
            <a:ext cx="1590842" cy="11897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VRML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660189" y="1657684"/>
            <a:ext cx="1590842" cy="11897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BPMN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716505" y="3213768"/>
            <a:ext cx="1590842" cy="11897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OTHERS</a:t>
            </a:r>
            <a:endParaRPr lang="en-US" dirty="0"/>
          </a:p>
        </p:txBody>
      </p:sp>
      <p:sp>
        <p:nvSpPr>
          <p:cNvPr id="9" name="Isosceles Triangle 8"/>
          <p:cNvSpPr/>
          <p:nvPr/>
        </p:nvSpPr>
        <p:spPr>
          <a:xfrm>
            <a:off x="1890295" y="467894"/>
            <a:ext cx="534737" cy="483938"/>
          </a:xfrm>
          <a:prstGeom prst="triangle">
            <a:avLst/>
          </a:prstGeom>
          <a:solidFill>
            <a:srgbClr val="D9969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16505" y="5367782"/>
            <a:ext cx="5534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IS THE ULTIMATE GOAL TO FACILITATE COLLABORATION AND ENSURE EXECUTION ENABLES STRATEGY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9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19</Words>
  <Application>Microsoft Macintosh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wallk</dc:creator>
  <cp:lastModifiedBy>jeffrey wallk</cp:lastModifiedBy>
  <cp:revision>3</cp:revision>
  <dcterms:created xsi:type="dcterms:W3CDTF">2014-10-24T16:48:17Z</dcterms:created>
  <dcterms:modified xsi:type="dcterms:W3CDTF">2014-10-26T05:20:06Z</dcterms:modified>
</cp:coreProperties>
</file>