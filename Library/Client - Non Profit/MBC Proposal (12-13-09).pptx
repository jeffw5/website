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notesSlides/notesSlide2.xml" ContentType="application/vnd.openxmlformats-officedocument.presentationml.notesSlide+xml"/>
  <Override PartName="/ppt/diagrams/drawing2.xml" ContentType="application/vnd.ms-office.drawingml.diagramDrawing+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diagrams/layout5.xml" ContentType="application/vnd.openxmlformats-officedocument.drawingml.diagramLayout+xml"/>
  <Override PartName="/ppt/notesSlides/notesSlide14.xml" ContentType="application/vnd.openxmlformats-officedocument.presentationml.notesSlide+xml"/>
  <Override PartName="/ppt/diagrams/data6.xml" ContentType="application/vnd.openxmlformats-officedocument.drawingml.diagramData+xml"/>
  <Override PartName="/ppt/notesSlides/notesSlide9.xml" ContentType="application/vnd.openxmlformats-officedocument.presentationml.notesSlide+xml"/>
  <Override PartName="/ppt/diagrams/layout3.xml" ContentType="application/vnd.openxmlformats-officedocument.drawingml.diagramLayout+xml"/>
  <Override PartName="/ppt/diagrams/data4.xml" ContentType="application/vnd.openxmlformats-officedocument.drawingml.diagramData+xml"/>
  <Override PartName="/ppt/notesSlides/notesSlide12.xml" ContentType="application/vnd.openxmlformats-officedocument.presentationml.notesSlide+xml"/>
  <Override PartName="/ppt/diagrams/layout1.xml" ContentType="application/vnd.openxmlformats-officedocument.drawingml.diagramLayout+xml"/>
  <Override PartName="/ppt/notesSlides/notesSlide7.xml" ContentType="application/vnd.openxmlformats-officedocument.presentationml.notesSlide+xml"/>
  <Override PartName="/ppt/diagrams/data2.xml" ContentType="application/vnd.openxmlformats-officedocument.drawingml.diagramData+xml"/>
  <Override PartName="/ppt/notesSlides/notesSlide10.xml" ContentType="application/vnd.openxmlformats-officedocument.presentationml.notesSlide+xml"/>
  <Override PartName="/ppt/diagrams/colors6.xml" ContentType="application/vnd.openxmlformats-officedocument.drawingml.diagramColor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colors4.xml" ContentType="application/vnd.openxmlformats-officedocument.drawingml.diagramColors+xml"/>
  <Override PartName="/ppt/diagrams/drawing5.xml" ContentType="application/vnd.ms-office.drawingml.diagramDrawing+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diagrams/drawing3.xml" ContentType="application/vnd.ms-office.drawingml.diagramDrawing+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iagrams/quickStyle3.xml" ContentType="application/vnd.openxmlformats-officedocument.drawingml.diagramStyl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diagrams/layout6.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diagrams/layout4.xml" ContentType="application/vnd.openxmlformats-officedocument.drawingml.diagram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diagrams/layout2.xml" ContentType="application/vnd.openxmlformats-officedocument.drawingml.diagramLayout+xml"/>
  <Override PartName="/ppt/notesSlides/notesSlide11.xml" ContentType="application/vnd.openxmlformats-officedocument.presentationml.notesSlide+xml"/>
  <Override PartName="/ppt/diagrams/data5.xml" ContentType="application/vnd.openxmlformats-officedocument.drawingml.diagramData+xml"/>
  <Override PartName="/ppt/notesSlides/notesSlide6.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diagrams/drawing6.xml" ContentType="application/vnd.ms-office.drawingml.diagramDrawing+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notesSlides/notesSlide4.xml" ContentType="application/vnd.openxmlformats-officedocument.presentationml.notesSlide+xml"/>
  <Override PartName="/ppt/diagrams/colors3.xml" ContentType="application/vnd.openxmlformats-officedocument.drawingml.diagramColors+xml"/>
  <Override PartName="/ppt/diagrams/drawing4.xml" ContentType="application/vnd.ms-office.drawingml.diagramDrawing+xml"/>
  <Override PartName="/ppt/diagrams/quickStyle6.xml" ContentType="application/vnd.openxmlformats-officedocument.drawingml.diagramStyl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21"/>
  </p:notesMasterIdLst>
  <p:handoutMasterIdLst>
    <p:handoutMasterId r:id="rId22"/>
  </p:handoutMasterIdLst>
  <p:sldIdLst>
    <p:sldId id="257" r:id="rId2"/>
    <p:sldId id="289" r:id="rId3"/>
    <p:sldId id="299" r:id="rId4"/>
    <p:sldId id="288" r:id="rId5"/>
    <p:sldId id="261" r:id="rId6"/>
    <p:sldId id="300" r:id="rId7"/>
    <p:sldId id="301" r:id="rId8"/>
    <p:sldId id="302" r:id="rId9"/>
    <p:sldId id="306" r:id="rId10"/>
    <p:sldId id="303" r:id="rId11"/>
    <p:sldId id="304" r:id="rId12"/>
    <p:sldId id="305" r:id="rId13"/>
    <p:sldId id="281" r:id="rId14"/>
    <p:sldId id="260" r:id="rId15"/>
    <p:sldId id="291" r:id="rId16"/>
    <p:sldId id="294" r:id="rId17"/>
    <p:sldId id="295" r:id="rId18"/>
    <p:sldId id="296" r:id="rId19"/>
    <p:sldId id="297" r:id="rId2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1" d="100"/>
          <a:sy n="71" d="100"/>
        </p:scale>
        <p:origin x="-1272" y="-90"/>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74"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ACC821-5635-43F3-AE06-D5B245B77D8E}" type="doc">
      <dgm:prSet loTypeId="urn:microsoft.com/office/officeart/2005/8/layout/hProcess9" loCatId="process" qsTypeId="urn:microsoft.com/office/officeart/2005/8/quickstyle/3d1" qsCatId="3D" csTypeId="urn:microsoft.com/office/officeart/2005/8/colors/accent1_2" csCatId="accent1" phldr="1"/>
      <dgm:spPr/>
    </dgm:pt>
    <dgm:pt modelId="{024C3862-455D-42B6-966A-72443BA78DA6}" type="pres">
      <dgm:prSet presAssocID="{F5ACC821-5635-43F3-AE06-D5B245B77D8E}" presName="CompostProcess" presStyleCnt="0">
        <dgm:presLayoutVars>
          <dgm:dir/>
          <dgm:resizeHandles val="exact"/>
        </dgm:presLayoutVars>
      </dgm:prSet>
      <dgm:spPr/>
    </dgm:pt>
    <dgm:pt modelId="{68238515-9204-498D-A411-6692F380F433}" type="pres">
      <dgm:prSet presAssocID="{F5ACC821-5635-43F3-AE06-D5B245B77D8E}" presName="arrow" presStyleLbl="bgShp" presStyleIdx="0" presStyleCnt="1" custScaleX="117647" custLinFactNeighborY="-3452"/>
      <dgm:spPr>
        <a:gradFill flip="none" rotWithShape="1">
          <a:gsLst>
            <a:gs pos="6000">
              <a:srgbClr val="00B050">
                <a:shade val="30000"/>
                <a:satMod val="115000"/>
                <a:alpha val="0"/>
              </a:srgbClr>
            </a:gs>
            <a:gs pos="50000">
              <a:srgbClr val="00B050">
                <a:shade val="67500"/>
                <a:satMod val="115000"/>
              </a:srgbClr>
            </a:gs>
            <a:gs pos="100000">
              <a:srgbClr val="00B050">
                <a:shade val="100000"/>
                <a:satMod val="115000"/>
              </a:srgbClr>
            </a:gs>
          </a:gsLst>
          <a:lin ang="0" scaled="1"/>
          <a:tileRect/>
        </a:gradFill>
      </dgm:spPr>
    </dgm:pt>
    <dgm:pt modelId="{CC51037A-D6D5-4E1B-9280-2E73CD135088}" type="pres">
      <dgm:prSet presAssocID="{F5ACC821-5635-43F3-AE06-D5B245B77D8E}" presName="linearProcess" presStyleCnt="0"/>
      <dgm:spPr/>
    </dgm:pt>
  </dgm:ptLst>
  <dgm:cxnLst>
    <dgm:cxn modelId="{22F1873F-9EAD-4CD2-A131-9E76DE92A162}" type="presOf" srcId="{F5ACC821-5635-43F3-AE06-D5B245B77D8E}" destId="{024C3862-455D-42B6-966A-72443BA78DA6}" srcOrd="0" destOrd="0" presId="urn:microsoft.com/office/officeart/2005/8/layout/hProcess9"/>
    <dgm:cxn modelId="{026652E0-9583-4C5B-B4A7-C531B7CB2CCD}" type="presParOf" srcId="{024C3862-455D-42B6-966A-72443BA78DA6}" destId="{68238515-9204-498D-A411-6692F380F433}" srcOrd="0" destOrd="0" presId="urn:microsoft.com/office/officeart/2005/8/layout/hProcess9"/>
    <dgm:cxn modelId="{D91E33ED-F5E3-47F9-AB60-0553D30B016E}" type="presParOf" srcId="{024C3862-455D-42B6-966A-72443BA78DA6}" destId="{CC51037A-D6D5-4E1B-9280-2E73CD135088}" srcOrd="1" destOrd="0" presId="urn:microsoft.com/office/officeart/2005/8/layout/hProcess9"/>
  </dgm:cxnLst>
  <dgm:bg/>
  <dgm:whole/>
  <dgm:extLst>
    <a:ext uri="http://schemas.microsoft.com/office/drawing/2008/diagram">
      <dsp:dataModelExt xmlns:dsp="http://schemas.microsoft.com/office/drawing/2008/diagram" xmlns=""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ACC821-5635-43F3-AE06-D5B245B77D8E}" type="doc">
      <dgm:prSet loTypeId="urn:microsoft.com/office/officeart/2005/8/layout/hProcess9" loCatId="process" qsTypeId="urn:microsoft.com/office/officeart/2005/8/quickstyle/3d1" qsCatId="3D" csTypeId="urn:microsoft.com/office/officeart/2005/8/colors/accent1_2" csCatId="accent1" phldr="1"/>
      <dgm:spPr/>
    </dgm:pt>
    <dgm:pt modelId="{7C6155DB-5775-43B7-8C1F-ED230C5D3D59}">
      <dgm:prSet phldrT="[Text]"/>
      <dgm:spPr/>
      <dgm:t>
        <a:bodyPr/>
        <a:lstStyle/>
        <a:p>
          <a:r>
            <a:rPr lang="en-US" b="1" dirty="0" smtClean="0"/>
            <a:t>Opportunities</a:t>
          </a:r>
          <a:endParaRPr lang="en-US" b="1" dirty="0"/>
        </a:p>
      </dgm:t>
    </dgm:pt>
    <dgm:pt modelId="{24F9560B-0B91-4C03-A45B-4979FA10A776}" type="parTrans" cxnId="{415C3A41-43B2-46BF-8061-4FF5B4917937}">
      <dgm:prSet/>
      <dgm:spPr/>
      <dgm:t>
        <a:bodyPr/>
        <a:lstStyle/>
        <a:p>
          <a:endParaRPr lang="en-US"/>
        </a:p>
      </dgm:t>
    </dgm:pt>
    <dgm:pt modelId="{D6414119-1A64-419E-A65A-32021BD25062}" type="sibTrans" cxnId="{415C3A41-43B2-46BF-8061-4FF5B4917937}">
      <dgm:prSet/>
      <dgm:spPr/>
      <dgm:t>
        <a:bodyPr/>
        <a:lstStyle/>
        <a:p>
          <a:endParaRPr lang="en-US"/>
        </a:p>
      </dgm:t>
    </dgm:pt>
    <dgm:pt modelId="{873966EB-76A9-4174-9854-BC66BC7F8265}">
      <dgm:prSet phldrT="[Text]"/>
      <dgm:spPr/>
      <dgm:t>
        <a:bodyPr/>
        <a:lstStyle/>
        <a:p>
          <a:r>
            <a:rPr lang="en-US" b="1" dirty="0" smtClean="0"/>
            <a:t>Ideation</a:t>
          </a:r>
          <a:endParaRPr lang="en-US" b="1" dirty="0"/>
        </a:p>
      </dgm:t>
    </dgm:pt>
    <dgm:pt modelId="{DAF92DBA-DDAC-41A3-B8D8-8170A8A76058}" type="parTrans" cxnId="{41798FBD-4978-4C2B-A575-21E0C252CAF4}">
      <dgm:prSet/>
      <dgm:spPr/>
      <dgm:t>
        <a:bodyPr/>
        <a:lstStyle/>
        <a:p>
          <a:endParaRPr lang="en-US"/>
        </a:p>
      </dgm:t>
    </dgm:pt>
    <dgm:pt modelId="{F16C043D-1AF3-4719-ABD0-CB006B3A188C}" type="sibTrans" cxnId="{41798FBD-4978-4C2B-A575-21E0C252CAF4}">
      <dgm:prSet/>
      <dgm:spPr/>
      <dgm:t>
        <a:bodyPr/>
        <a:lstStyle/>
        <a:p>
          <a:endParaRPr lang="en-US"/>
        </a:p>
      </dgm:t>
    </dgm:pt>
    <dgm:pt modelId="{409871C5-73E8-4183-B723-2FC426C8EB33}">
      <dgm:prSet phldrT="[Text]"/>
      <dgm:spPr/>
      <dgm:t>
        <a:bodyPr/>
        <a:lstStyle/>
        <a:p>
          <a:r>
            <a:rPr lang="en-US" b="1" dirty="0" smtClean="0"/>
            <a:t>Transition</a:t>
          </a:r>
          <a:endParaRPr lang="en-US" b="1" dirty="0"/>
        </a:p>
      </dgm:t>
    </dgm:pt>
    <dgm:pt modelId="{5F6A28D6-3538-4B4B-854F-49BD7996225D}" type="parTrans" cxnId="{1E50F5AC-03A7-43C9-B770-953CB3C104CF}">
      <dgm:prSet/>
      <dgm:spPr/>
      <dgm:t>
        <a:bodyPr/>
        <a:lstStyle/>
        <a:p>
          <a:endParaRPr lang="en-US"/>
        </a:p>
      </dgm:t>
    </dgm:pt>
    <dgm:pt modelId="{BD724DB1-41CA-4093-BAF1-0F38425492BB}" type="sibTrans" cxnId="{1E50F5AC-03A7-43C9-B770-953CB3C104CF}">
      <dgm:prSet/>
      <dgm:spPr/>
      <dgm:t>
        <a:bodyPr/>
        <a:lstStyle/>
        <a:p>
          <a:endParaRPr lang="en-US"/>
        </a:p>
      </dgm:t>
    </dgm:pt>
    <dgm:pt modelId="{0945AAB4-48B6-4866-B7DB-E6558085F7EB}">
      <dgm:prSet phldrT="[Text]"/>
      <dgm:spPr/>
      <dgm:t>
        <a:bodyPr/>
        <a:lstStyle/>
        <a:p>
          <a:r>
            <a:rPr lang="en-US" b="1" dirty="0" smtClean="0"/>
            <a:t>Commercialize</a:t>
          </a:r>
          <a:endParaRPr lang="en-US" b="1" dirty="0"/>
        </a:p>
      </dgm:t>
    </dgm:pt>
    <dgm:pt modelId="{FFD47D2C-482F-43E1-9137-9F225E8BE619}" type="parTrans" cxnId="{DEC030FE-8DCD-44A1-8F7B-AE2A95C77B5A}">
      <dgm:prSet/>
      <dgm:spPr/>
      <dgm:t>
        <a:bodyPr/>
        <a:lstStyle/>
        <a:p>
          <a:endParaRPr lang="en-US"/>
        </a:p>
      </dgm:t>
    </dgm:pt>
    <dgm:pt modelId="{22F01325-8527-4E0B-816C-8FF405FAEEE2}" type="sibTrans" cxnId="{DEC030FE-8DCD-44A1-8F7B-AE2A95C77B5A}">
      <dgm:prSet/>
      <dgm:spPr/>
      <dgm:t>
        <a:bodyPr/>
        <a:lstStyle/>
        <a:p>
          <a:endParaRPr lang="en-US"/>
        </a:p>
      </dgm:t>
    </dgm:pt>
    <dgm:pt modelId="{024C3862-455D-42B6-966A-72443BA78DA6}" type="pres">
      <dgm:prSet presAssocID="{F5ACC821-5635-43F3-AE06-D5B245B77D8E}" presName="CompostProcess" presStyleCnt="0">
        <dgm:presLayoutVars>
          <dgm:dir/>
          <dgm:resizeHandles val="exact"/>
        </dgm:presLayoutVars>
      </dgm:prSet>
      <dgm:spPr/>
    </dgm:pt>
    <dgm:pt modelId="{68238515-9204-498D-A411-6692F380F433}" type="pres">
      <dgm:prSet presAssocID="{F5ACC821-5635-43F3-AE06-D5B245B77D8E}" presName="arrow" presStyleLbl="bgShp" presStyleIdx="0" presStyleCnt="1" custScaleX="117647" custLinFactNeighborX="0" custLinFactNeighborY="5556"/>
      <dgm:spPr>
        <a:gradFill flip="none" rotWithShape="1">
          <a:gsLst>
            <a:gs pos="6000">
              <a:srgbClr val="00B050">
                <a:shade val="30000"/>
                <a:satMod val="115000"/>
                <a:alpha val="30000"/>
              </a:srgbClr>
            </a:gs>
            <a:gs pos="50000">
              <a:srgbClr val="00B050">
                <a:shade val="67500"/>
                <a:satMod val="115000"/>
              </a:srgbClr>
            </a:gs>
            <a:gs pos="100000">
              <a:srgbClr val="00B050">
                <a:shade val="100000"/>
                <a:satMod val="115000"/>
              </a:srgbClr>
            </a:gs>
          </a:gsLst>
          <a:lin ang="0" scaled="1"/>
          <a:tileRect/>
        </a:gradFill>
      </dgm:spPr>
    </dgm:pt>
    <dgm:pt modelId="{CC51037A-D6D5-4E1B-9280-2E73CD135088}" type="pres">
      <dgm:prSet presAssocID="{F5ACC821-5635-43F3-AE06-D5B245B77D8E}" presName="linearProcess" presStyleCnt="0"/>
      <dgm:spPr/>
    </dgm:pt>
    <dgm:pt modelId="{BB5BFB49-DBF8-4AB3-A613-7FC187762450}" type="pres">
      <dgm:prSet presAssocID="{7C6155DB-5775-43B7-8C1F-ED230C5D3D59}" presName="textNode" presStyleLbl="node1" presStyleIdx="0" presStyleCnt="4" custScaleX="62478" custScaleY="98485" custLinFactX="-7976" custLinFactNeighborX="-100000">
        <dgm:presLayoutVars>
          <dgm:bulletEnabled val="1"/>
        </dgm:presLayoutVars>
      </dgm:prSet>
      <dgm:spPr/>
      <dgm:t>
        <a:bodyPr/>
        <a:lstStyle/>
        <a:p>
          <a:endParaRPr lang="en-US"/>
        </a:p>
      </dgm:t>
    </dgm:pt>
    <dgm:pt modelId="{0BBC8F37-BD04-4084-A844-F7D8AE03CB69}" type="pres">
      <dgm:prSet presAssocID="{D6414119-1A64-419E-A65A-32021BD25062}" presName="sibTrans" presStyleCnt="0"/>
      <dgm:spPr/>
    </dgm:pt>
    <dgm:pt modelId="{F76E4E2D-E954-4707-8277-8E3676CC1DAE}" type="pres">
      <dgm:prSet presAssocID="{873966EB-76A9-4174-9854-BC66BC7F8265}" presName="textNode" presStyleLbl="node1" presStyleIdx="1" presStyleCnt="4" custScaleX="62478" custScaleY="98485" custLinFactX="-5049" custLinFactNeighborX="-100000">
        <dgm:presLayoutVars>
          <dgm:bulletEnabled val="1"/>
        </dgm:presLayoutVars>
      </dgm:prSet>
      <dgm:spPr/>
      <dgm:t>
        <a:bodyPr/>
        <a:lstStyle/>
        <a:p>
          <a:endParaRPr lang="en-US"/>
        </a:p>
      </dgm:t>
    </dgm:pt>
    <dgm:pt modelId="{2A23148B-4E69-4B2D-8150-9115F3FA3C22}" type="pres">
      <dgm:prSet presAssocID="{F16C043D-1AF3-4719-ABD0-CB006B3A188C}" presName="sibTrans" presStyleCnt="0"/>
      <dgm:spPr/>
    </dgm:pt>
    <dgm:pt modelId="{991CF760-5063-470B-BE31-DA18BEA1C0BC}" type="pres">
      <dgm:prSet presAssocID="{409871C5-73E8-4183-B723-2FC426C8EB33}" presName="textNode" presStyleLbl="node1" presStyleIdx="2" presStyleCnt="4" custScaleX="62478" custScaleY="98485" custLinFactX="-7976" custLinFactNeighborX="-100000">
        <dgm:presLayoutVars>
          <dgm:bulletEnabled val="1"/>
        </dgm:presLayoutVars>
      </dgm:prSet>
      <dgm:spPr/>
      <dgm:t>
        <a:bodyPr/>
        <a:lstStyle/>
        <a:p>
          <a:endParaRPr lang="en-US"/>
        </a:p>
      </dgm:t>
    </dgm:pt>
    <dgm:pt modelId="{68FCECCE-390D-4B66-BB4B-9B34C24D42F5}" type="pres">
      <dgm:prSet presAssocID="{BD724DB1-41CA-4093-BAF1-0F38425492BB}" presName="sibTrans" presStyleCnt="0"/>
      <dgm:spPr/>
    </dgm:pt>
    <dgm:pt modelId="{2893A859-DC84-4113-8E71-37A03E73FB3C}" type="pres">
      <dgm:prSet presAssocID="{0945AAB4-48B6-4866-B7DB-E6558085F7EB}" presName="textNode" presStyleLbl="node1" presStyleIdx="3" presStyleCnt="4" custScaleX="62478" custScaleY="98485" custLinFactX="-7976" custLinFactNeighborX="-100000">
        <dgm:presLayoutVars>
          <dgm:bulletEnabled val="1"/>
        </dgm:presLayoutVars>
      </dgm:prSet>
      <dgm:spPr/>
      <dgm:t>
        <a:bodyPr/>
        <a:lstStyle/>
        <a:p>
          <a:endParaRPr lang="en-US"/>
        </a:p>
      </dgm:t>
    </dgm:pt>
  </dgm:ptLst>
  <dgm:cxnLst>
    <dgm:cxn modelId="{DEC030FE-8DCD-44A1-8F7B-AE2A95C77B5A}" srcId="{F5ACC821-5635-43F3-AE06-D5B245B77D8E}" destId="{0945AAB4-48B6-4866-B7DB-E6558085F7EB}" srcOrd="3" destOrd="0" parTransId="{FFD47D2C-482F-43E1-9137-9F225E8BE619}" sibTransId="{22F01325-8527-4E0B-816C-8FF405FAEEE2}"/>
    <dgm:cxn modelId="{330BC504-78F8-4145-97B3-528A150A8181}" type="presOf" srcId="{7C6155DB-5775-43B7-8C1F-ED230C5D3D59}" destId="{BB5BFB49-DBF8-4AB3-A613-7FC187762450}" srcOrd="0" destOrd="0" presId="urn:microsoft.com/office/officeart/2005/8/layout/hProcess9"/>
    <dgm:cxn modelId="{02971081-108A-49B5-A904-0554EA992CE1}" type="presOf" srcId="{0945AAB4-48B6-4866-B7DB-E6558085F7EB}" destId="{2893A859-DC84-4113-8E71-37A03E73FB3C}" srcOrd="0" destOrd="0" presId="urn:microsoft.com/office/officeart/2005/8/layout/hProcess9"/>
    <dgm:cxn modelId="{8FE79061-73D5-4BCB-8E6D-98922FEC6168}" type="presOf" srcId="{F5ACC821-5635-43F3-AE06-D5B245B77D8E}" destId="{024C3862-455D-42B6-966A-72443BA78DA6}" srcOrd="0" destOrd="0" presId="urn:microsoft.com/office/officeart/2005/8/layout/hProcess9"/>
    <dgm:cxn modelId="{1E7E1D5D-519A-4062-9266-2337930A7E79}" type="presOf" srcId="{873966EB-76A9-4174-9854-BC66BC7F8265}" destId="{F76E4E2D-E954-4707-8277-8E3676CC1DAE}" srcOrd="0" destOrd="0" presId="urn:microsoft.com/office/officeart/2005/8/layout/hProcess9"/>
    <dgm:cxn modelId="{41798FBD-4978-4C2B-A575-21E0C252CAF4}" srcId="{F5ACC821-5635-43F3-AE06-D5B245B77D8E}" destId="{873966EB-76A9-4174-9854-BC66BC7F8265}" srcOrd="1" destOrd="0" parTransId="{DAF92DBA-DDAC-41A3-B8D8-8170A8A76058}" sibTransId="{F16C043D-1AF3-4719-ABD0-CB006B3A188C}"/>
    <dgm:cxn modelId="{415C3A41-43B2-46BF-8061-4FF5B4917937}" srcId="{F5ACC821-5635-43F3-AE06-D5B245B77D8E}" destId="{7C6155DB-5775-43B7-8C1F-ED230C5D3D59}" srcOrd="0" destOrd="0" parTransId="{24F9560B-0B91-4C03-A45B-4979FA10A776}" sibTransId="{D6414119-1A64-419E-A65A-32021BD25062}"/>
    <dgm:cxn modelId="{096E0668-E252-4727-9F04-1BE4E605B983}" type="presOf" srcId="{409871C5-73E8-4183-B723-2FC426C8EB33}" destId="{991CF760-5063-470B-BE31-DA18BEA1C0BC}" srcOrd="0" destOrd="0" presId="urn:microsoft.com/office/officeart/2005/8/layout/hProcess9"/>
    <dgm:cxn modelId="{1E50F5AC-03A7-43C9-B770-953CB3C104CF}" srcId="{F5ACC821-5635-43F3-AE06-D5B245B77D8E}" destId="{409871C5-73E8-4183-B723-2FC426C8EB33}" srcOrd="2" destOrd="0" parTransId="{5F6A28D6-3538-4B4B-854F-49BD7996225D}" sibTransId="{BD724DB1-41CA-4093-BAF1-0F38425492BB}"/>
    <dgm:cxn modelId="{19DD75A6-489B-480B-AFB1-017666AF1132}" type="presParOf" srcId="{024C3862-455D-42B6-966A-72443BA78DA6}" destId="{68238515-9204-498D-A411-6692F380F433}" srcOrd="0" destOrd="0" presId="urn:microsoft.com/office/officeart/2005/8/layout/hProcess9"/>
    <dgm:cxn modelId="{F7E7C660-679D-44EB-ADB5-F36157EDDD6B}" type="presParOf" srcId="{024C3862-455D-42B6-966A-72443BA78DA6}" destId="{CC51037A-D6D5-4E1B-9280-2E73CD135088}" srcOrd="1" destOrd="0" presId="urn:microsoft.com/office/officeart/2005/8/layout/hProcess9"/>
    <dgm:cxn modelId="{73C00FF0-6175-49C7-9072-B840CA3A2A41}" type="presParOf" srcId="{CC51037A-D6D5-4E1B-9280-2E73CD135088}" destId="{BB5BFB49-DBF8-4AB3-A613-7FC187762450}" srcOrd="0" destOrd="0" presId="urn:microsoft.com/office/officeart/2005/8/layout/hProcess9"/>
    <dgm:cxn modelId="{FE4E4388-224B-45BC-AE8F-77AF8DB31648}" type="presParOf" srcId="{CC51037A-D6D5-4E1B-9280-2E73CD135088}" destId="{0BBC8F37-BD04-4084-A844-F7D8AE03CB69}" srcOrd="1" destOrd="0" presId="urn:microsoft.com/office/officeart/2005/8/layout/hProcess9"/>
    <dgm:cxn modelId="{C335910E-06CD-4435-94CB-8253491BC140}" type="presParOf" srcId="{CC51037A-D6D5-4E1B-9280-2E73CD135088}" destId="{F76E4E2D-E954-4707-8277-8E3676CC1DAE}" srcOrd="2" destOrd="0" presId="urn:microsoft.com/office/officeart/2005/8/layout/hProcess9"/>
    <dgm:cxn modelId="{0DBA22FB-7654-4CAC-8379-BA29518A6A9D}" type="presParOf" srcId="{CC51037A-D6D5-4E1B-9280-2E73CD135088}" destId="{2A23148B-4E69-4B2D-8150-9115F3FA3C22}" srcOrd="3" destOrd="0" presId="urn:microsoft.com/office/officeart/2005/8/layout/hProcess9"/>
    <dgm:cxn modelId="{A4BFBC61-045A-47A8-BEF1-1D83E87615CF}" type="presParOf" srcId="{CC51037A-D6D5-4E1B-9280-2E73CD135088}" destId="{991CF760-5063-470B-BE31-DA18BEA1C0BC}" srcOrd="4" destOrd="0" presId="urn:microsoft.com/office/officeart/2005/8/layout/hProcess9"/>
    <dgm:cxn modelId="{B848B2A5-41B2-424A-904A-8685BDBDC1C9}" type="presParOf" srcId="{CC51037A-D6D5-4E1B-9280-2E73CD135088}" destId="{68FCECCE-390D-4B66-BB4B-9B34C24D42F5}" srcOrd="5" destOrd="0" presId="urn:microsoft.com/office/officeart/2005/8/layout/hProcess9"/>
    <dgm:cxn modelId="{929D0877-0CB2-4F5E-8B0B-E2549535681C}" type="presParOf" srcId="{CC51037A-D6D5-4E1B-9280-2E73CD135088}" destId="{2893A859-DC84-4113-8E71-37A03E73FB3C}" srcOrd="6" destOrd="0" presId="urn:microsoft.com/office/officeart/2005/8/layout/hProcess9"/>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EE7B96-B445-4CA4-9494-35D8F79C276E}" type="doc">
      <dgm:prSet loTypeId="urn:microsoft.com/office/officeart/2005/8/layout/lProcess2" loCatId="list" qsTypeId="urn:microsoft.com/office/officeart/2005/8/quickstyle/3d2" qsCatId="3D" csTypeId="urn:microsoft.com/office/officeart/2005/8/colors/accent0_3" csCatId="mainScheme" phldr="1"/>
      <dgm:spPr/>
      <dgm:t>
        <a:bodyPr/>
        <a:lstStyle/>
        <a:p>
          <a:endParaRPr lang="en-US"/>
        </a:p>
      </dgm:t>
    </dgm:pt>
    <dgm:pt modelId="{780267AE-D774-4A99-AC28-BA7D6CEF0411}">
      <dgm:prSet phldrT="[Text]" custT="1"/>
      <dgm:spPr/>
      <dgm:t>
        <a:bodyPr/>
        <a:lstStyle/>
        <a:p>
          <a:r>
            <a:rPr lang="en-US" sz="1600" b="1" dirty="0" smtClean="0">
              <a:latin typeface="Calibri" pitchFamily="34" charset="0"/>
            </a:rPr>
            <a:t>Collaboration</a:t>
          </a:r>
          <a:endParaRPr lang="en-US" sz="1600" dirty="0">
            <a:latin typeface="Calibri" pitchFamily="34" charset="0"/>
          </a:endParaRPr>
        </a:p>
      </dgm:t>
    </dgm:pt>
    <dgm:pt modelId="{6C1C5F65-7126-4A98-AA3A-C9EE25EFBDCB}" type="parTrans" cxnId="{880F701B-681F-4A5D-B294-8FCECA2D89B3}">
      <dgm:prSet/>
      <dgm:spPr/>
      <dgm:t>
        <a:bodyPr/>
        <a:lstStyle/>
        <a:p>
          <a:endParaRPr lang="en-US" sz="1100">
            <a:latin typeface="Calibri" pitchFamily="34" charset="0"/>
          </a:endParaRPr>
        </a:p>
      </dgm:t>
    </dgm:pt>
    <dgm:pt modelId="{FEA35F3F-9FB8-4F77-B1D9-44C46D5F174B}" type="sibTrans" cxnId="{880F701B-681F-4A5D-B294-8FCECA2D89B3}">
      <dgm:prSet/>
      <dgm:spPr/>
      <dgm:t>
        <a:bodyPr/>
        <a:lstStyle/>
        <a:p>
          <a:endParaRPr lang="en-US" sz="1100">
            <a:latin typeface="Calibri" pitchFamily="34" charset="0"/>
          </a:endParaRPr>
        </a:p>
      </dgm:t>
    </dgm:pt>
    <dgm:pt modelId="{DC9DEEBB-A7E6-4750-A202-037DB4652182}">
      <dgm:prSet phldrT="[Text]" custT="1"/>
      <dgm:spPr/>
      <dgm:t>
        <a:bodyPr/>
        <a:lstStyle/>
        <a:p>
          <a:r>
            <a:rPr lang="en-US" sz="1200" b="1" dirty="0" smtClean="0">
              <a:latin typeface="Calibri" pitchFamily="34" charset="0"/>
            </a:rPr>
            <a:t>Monthly Events</a:t>
          </a:r>
          <a:endParaRPr lang="en-US" sz="1200" dirty="0">
            <a:latin typeface="Calibri" pitchFamily="34" charset="0"/>
          </a:endParaRPr>
        </a:p>
      </dgm:t>
    </dgm:pt>
    <dgm:pt modelId="{D11DFA56-DFD1-46EA-AF0E-0A60212D6E5E}" type="parTrans" cxnId="{89739590-7430-465E-BE0B-0D0D0FED9AC5}">
      <dgm:prSet/>
      <dgm:spPr/>
      <dgm:t>
        <a:bodyPr/>
        <a:lstStyle/>
        <a:p>
          <a:endParaRPr lang="en-US" sz="1100">
            <a:latin typeface="Calibri" pitchFamily="34" charset="0"/>
          </a:endParaRPr>
        </a:p>
      </dgm:t>
    </dgm:pt>
    <dgm:pt modelId="{A3D8F3BA-3F02-4287-BB53-654CC953ACC9}" type="sibTrans" cxnId="{89739590-7430-465E-BE0B-0D0D0FED9AC5}">
      <dgm:prSet/>
      <dgm:spPr/>
      <dgm:t>
        <a:bodyPr/>
        <a:lstStyle/>
        <a:p>
          <a:endParaRPr lang="en-US" sz="1100">
            <a:latin typeface="Calibri" pitchFamily="34" charset="0"/>
          </a:endParaRPr>
        </a:p>
      </dgm:t>
    </dgm:pt>
    <dgm:pt modelId="{F1BFFD6F-DAF5-4917-9ABE-EB40FFA70D9B}">
      <dgm:prSet phldrT="[Text]" custT="1"/>
      <dgm:spPr/>
      <dgm:t>
        <a:bodyPr/>
        <a:lstStyle/>
        <a:p>
          <a:r>
            <a:rPr lang="en-US" sz="1600" b="1" dirty="0" smtClean="0">
              <a:latin typeface="Calibri" pitchFamily="34" charset="0"/>
            </a:rPr>
            <a:t>Centers of Excellence</a:t>
          </a:r>
        </a:p>
      </dgm:t>
    </dgm:pt>
    <dgm:pt modelId="{31E2ABE0-96D8-4944-AC1C-CEBFDD112F37}" type="parTrans" cxnId="{572ABCDF-12D5-49ED-A21D-0DD7908D4A30}">
      <dgm:prSet/>
      <dgm:spPr/>
      <dgm:t>
        <a:bodyPr/>
        <a:lstStyle/>
        <a:p>
          <a:endParaRPr lang="en-US" sz="1100">
            <a:latin typeface="Calibri" pitchFamily="34" charset="0"/>
          </a:endParaRPr>
        </a:p>
      </dgm:t>
    </dgm:pt>
    <dgm:pt modelId="{EF7FE965-A4F9-4F25-BF32-655CDB0CC2A8}" type="sibTrans" cxnId="{572ABCDF-12D5-49ED-A21D-0DD7908D4A30}">
      <dgm:prSet/>
      <dgm:spPr/>
      <dgm:t>
        <a:bodyPr/>
        <a:lstStyle/>
        <a:p>
          <a:endParaRPr lang="en-US" sz="1100">
            <a:latin typeface="Calibri" pitchFamily="34" charset="0"/>
          </a:endParaRPr>
        </a:p>
      </dgm:t>
    </dgm:pt>
    <dgm:pt modelId="{F0A4BA57-392B-4D4E-90B6-DCF4520BFF42}">
      <dgm:prSet phldrT="[Text]" custT="1"/>
      <dgm:spPr/>
      <dgm:t>
        <a:bodyPr/>
        <a:lstStyle/>
        <a:p>
          <a:r>
            <a:rPr lang="en-US" sz="1200" b="1" dirty="0" smtClean="0">
              <a:latin typeface="Calibri" pitchFamily="34" charset="0"/>
            </a:rPr>
            <a:t>Technology</a:t>
          </a:r>
          <a:endParaRPr lang="en-US" sz="1200" dirty="0">
            <a:latin typeface="Calibri" pitchFamily="34" charset="0"/>
          </a:endParaRPr>
        </a:p>
      </dgm:t>
    </dgm:pt>
    <dgm:pt modelId="{8B5DBCDC-194C-47DA-BB24-220073D52568}" type="parTrans" cxnId="{0818291B-F67D-486B-AB48-8DDD1C362BB1}">
      <dgm:prSet/>
      <dgm:spPr/>
      <dgm:t>
        <a:bodyPr/>
        <a:lstStyle/>
        <a:p>
          <a:endParaRPr lang="en-US" sz="1100">
            <a:latin typeface="Calibri" pitchFamily="34" charset="0"/>
          </a:endParaRPr>
        </a:p>
      </dgm:t>
    </dgm:pt>
    <dgm:pt modelId="{45955DE9-84BE-452F-89B4-280EB01586A6}" type="sibTrans" cxnId="{0818291B-F67D-486B-AB48-8DDD1C362BB1}">
      <dgm:prSet/>
      <dgm:spPr/>
      <dgm:t>
        <a:bodyPr/>
        <a:lstStyle/>
        <a:p>
          <a:endParaRPr lang="en-US" sz="1100">
            <a:latin typeface="Calibri" pitchFamily="34" charset="0"/>
          </a:endParaRPr>
        </a:p>
      </dgm:t>
    </dgm:pt>
    <dgm:pt modelId="{4C90EF0C-DC9C-43C4-8686-01C39871BB72}">
      <dgm:prSet phldrT="[Text]" custT="1"/>
      <dgm:spPr/>
      <dgm:t>
        <a:bodyPr/>
        <a:lstStyle/>
        <a:p>
          <a:r>
            <a:rPr lang="en-US" sz="1200" dirty="0" err="1" smtClean="0">
              <a:latin typeface="Calibri" pitchFamily="34" charset="0"/>
            </a:rPr>
            <a:t>BioTech</a:t>
          </a:r>
          <a:endParaRPr lang="en-US" sz="1200" dirty="0">
            <a:latin typeface="Calibri" pitchFamily="34" charset="0"/>
          </a:endParaRPr>
        </a:p>
      </dgm:t>
    </dgm:pt>
    <dgm:pt modelId="{3881B25A-7029-48ED-96B2-031596D84CD5}" type="parTrans" cxnId="{EAE8886D-CF8D-4346-838D-81206676CE95}">
      <dgm:prSet/>
      <dgm:spPr/>
      <dgm:t>
        <a:bodyPr/>
        <a:lstStyle/>
        <a:p>
          <a:endParaRPr lang="en-US"/>
        </a:p>
      </dgm:t>
    </dgm:pt>
    <dgm:pt modelId="{423E3DBD-987E-4CE5-9A97-8636A1D7F674}" type="sibTrans" cxnId="{EAE8886D-CF8D-4346-838D-81206676CE95}">
      <dgm:prSet/>
      <dgm:spPr/>
      <dgm:t>
        <a:bodyPr/>
        <a:lstStyle/>
        <a:p>
          <a:endParaRPr lang="en-US"/>
        </a:p>
      </dgm:t>
    </dgm:pt>
    <dgm:pt modelId="{AB3F8A43-A839-44B6-A064-59CE1E1FC8B1}">
      <dgm:prSet phldrT="[Text]" custT="1"/>
      <dgm:spPr/>
      <dgm:t>
        <a:bodyPr/>
        <a:lstStyle/>
        <a:p>
          <a:r>
            <a:rPr lang="en-US" sz="1200" dirty="0" smtClean="0">
              <a:latin typeface="Calibri" pitchFamily="34" charset="0"/>
            </a:rPr>
            <a:t>Education</a:t>
          </a:r>
          <a:endParaRPr lang="en-US" sz="1200" dirty="0">
            <a:latin typeface="Calibri" pitchFamily="34" charset="0"/>
          </a:endParaRPr>
        </a:p>
      </dgm:t>
    </dgm:pt>
    <dgm:pt modelId="{A0AA082A-BE39-4969-8166-1FC970CA9CD7}" type="parTrans" cxnId="{CECB5616-A58A-4409-B80F-1431268D9FA0}">
      <dgm:prSet/>
      <dgm:spPr/>
      <dgm:t>
        <a:bodyPr/>
        <a:lstStyle/>
        <a:p>
          <a:endParaRPr lang="en-US"/>
        </a:p>
      </dgm:t>
    </dgm:pt>
    <dgm:pt modelId="{778427A2-F103-467C-95A8-493286065EDF}" type="sibTrans" cxnId="{CECB5616-A58A-4409-B80F-1431268D9FA0}">
      <dgm:prSet/>
      <dgm:spPr/>
      <dgm:t>
        <a:bodyPr/>
        <a:lstStyle/>
        <a:p>
          <a:endParaRPr lang="en-US"/>
        </a:p>
      </dgm:t>
    </dgm:pt>
    <dgm:pt modelId="{524D1368-F6E3-4A1E-98DB-379769A3ADEA}">
      <dgm:prSet phldrT="[Text]" custT="1"/>
      <dgm:spPr/>
      <dgm:t>
        <a:bodyPr/>
        <a:lstStyle/>
        <a:p>
          <a:r>
            <a:rPr lang="en-US" sz="1200" dirty="0" smtClean="0">
              <a:latin typeface="Calibri" pitchFamily="34" charset="0"/>
            </a:rPr>
            <a:t>Green</a:t>
          </a:r>
          <a:endParaRPr lang="en-US" sz="1200" dirty="0">
            <a:latin typeface="Calibri" pitchFamily="34" charset="0"/>
          </a:endParaRPr>
        </a:p>
      </dgm:t>
    </dgm:pt>
    <dgm:pt modelId="{47596DB3-DE03-43E7-80AC-73105DDF3F65}" type="parTrans" cxnId="{BF684386-7795-4577-A1C2-41D907993913}">
      <dgm:prSet/>
      <dgm:spPr/>
      <dgm:t>
        <a:bodyPr/>
        <a:lstStyle/>
        <a:p>
          <a:endParaRPr lang="en-US"/>
        </a:p>
      </dgm:t>
    </dgm:pt>
    <dgm:pt modelId="{9793C0EF-4824-4A6C-817A-5B1AFCA75011}" type="sibTrans" cxnId="{BF684386-7795-4577-A1C2-41D907993913}">
      <dgm:prSet/>
      <dgm:spPr/>
      <dgm:t>
        <a:bodyPr/>
        <a:lstStyle/>
        <a:p>
          <a:endParaRPr lang="en-US"/>
        </a:p>
      </dgm:t>
    </dgm:pt>
    <dgm:pt modelId="{9718B5E5-442D-4CD9-845F-345855051FC9}">
      <dgm:prSet phldrT="[Text]" custT="1"/>
      <dgm:spPr/>
      <dgm:t>
        <a:bodyPr/>
        <a:lstStyle/>
        <a:p>
          <a:r>
            <a:rPr lang="en-US" sz="1600" b="1" dirty="0" smtClean="0">
              <a:latin typeface="Calibri" pitchFamily="34" charset="0"/>
            </a:rPr>
            <a:t>Education</a:t>
          </a:r>
          <a:endParaRPr lang="en-US" sz="1600" b="1" dirty="0">
            <a:latin typeface="Calibri" pitchFamily="34" charset="0"/>
          </a:endParaRPr>
        </a:p>
      </dgm:t>
    </dgm:pt>
    <dgm:pt modelId="{A51D370D-E4C5-4CDB-8204-08E9D0118CAB}" type="parTrans" cxnId="{7B1D915C-01EF-4757-82B1-87D66503FE30}">
      <dgm:prSet/>
      <dgm:spPr/>
      <dgm:t>
        <a:bodyPr/>
        <a:lstStyle/>
        <a:p>
          <a:endParaRPr lang="en-US"/>
        </a:p>
      </dgm:t>
    </dgm:pt>
    <dgm:pt modelId="{6A1EC198-33EF-42D1-97F0-C0B46E97C808}" type="sibTrans" cxnId="{7B1D915C-01EF-4757-82B1-87D66503FE30}">
      <dgm:prSet/>
      <dgm:spPr/>
      <dgm:t>
        <a:bodyPr/>
        <a:lstStyle/>
        <a:p>
          <a:endParaRPr lang="en-US"/>
        </a:p>
      </dgm:t>
    </dgm:pt>
    <dgm:pt modelId="{8CD77093-DB19-42B0-AB62-1DD790871A7D}">
      <dgm:prSet phldrT="[Text]" custT="1"/>
      <dgm:spPr/>
      <dgm:t>
        <a:bodyPr/>
        <a:lstStyle/>
        <a:p>
          <a:r>
            <a:rPr lang="en-US" sz="1200" dirty="0" smtClean="0">
              <a:latin typeface="Calibri" pitchFamily="34" charset="0"/>
            </a:rPr>
            <a:t>Annual Summit</a:t>
          </a:r>
          <a:endParaRPr lang="en-US" sz="1200" dirty="0">
            <a:latin typeface="Calibri" pitchFamily="34" charset="0"/>
          </a:endParaRPr>
        </a:p>
      </dgm:t>
    </dgm:pt>
    <dgm:pt modelId="{2595581C-D0BE-48D5-B228-DFC313B47749}" type="parTrans" cxnId="{FFEE00B7-B56D-4F1A-AB26-75F844E20260}">
      <dgm:prSet/>
      <dgm:spPr/>
      <dgm:t>
        <a:bodyPr/>
        <a:lstStyle/>
        <a:p>
          <a:endParaRPr lang="en-US"/>
        </a:p>
      </dgm:t>
    </dgm:pt>
    <dgm:pt modelId="{31388DAD-DECF-45C1-B0EF-004A1D620DAD}" type="sibTrans" cxnId="{FFEE00B7-B56D-4F1A-AB26-75F844E20260}">
      <dgm:prSet/>
      <dgm:spPr/>
      <dgm:t>
        <a:bodyPr/>
        <a:lstStyle/>
        <a:p>
          <a:endParaRPr lang="en-US"/>
        </a:p>
      </dgm:t>
    </dgm:pt>
    <dgm:pt modelId="{16DE7894-292E-4782-A321-9634F66E1895}">
      <dgm:prSet phldrT="[Text]" custT="1"/>
      <dgm:spPr/>
      <dgm:t>
        <a:bodyPr/>
        <a:lstStyle/>
        <a:p>
          <a:r>
            <a:rPr lang="en-US" sz="1200" dirty="0" smtClean="0">
              <a:latin typeface="Calibri" pitchFamily="34" charset="0"/>
            </a:rPr>
            <a:t>Monthly Newsletter</a:t>
          </a:r>
          <a:endParaRPr lang="en-US" sz="1200" dirty="0">
            <a:latin typeface="Calibri" pitchFamily="34" charset="0"/>
          </a:endParaRPr>
        </a:p>
      </dgm:t>
    </dgm:pt>
    <dgm:pt modelId="{54A6E968-77E6-43BD-9972-EAB89B38FD7C}" type="parTrans" cxnId="{55C554DC-AB37-4A20-A209-0599F2FB2771}">
      <dgm:prSet/>
      <dgm:spPr/>
      <dgm:t>
        <a:bodyPr/>
        <a:lstStyle/>
        <a:p>
          <a:endParaRPr lang="en-US"/>
        </a:p>
      </dgm:t>
    </dgm:pt>
    <dgm:pt modelId="{422E652C-1833-4F43-A961-446BF07836D2}" type="sibTrans" cxnId="{55C554DC-AB37-4A20-A209-0599F2FB2771}">
      <dgm:prSet/>
      <dgm:spPr/>
      <dgm:t>
        <a:bodyPr/>
        <a:lstStyle/>
        <a:p>
          <a:endParaRPr lang="en-US"/>
        </a:p>
      </dgm:t>
    </dgm:pt>
    <dgm:pt modelId="{0ED38168-EACE-46A4-884F-99C411CE3947}">
      <dgm:prSet phldrT="[Text]" custT="1"/>
      <dgm:spPr/>
      <dgm:t>
        <a:bodyPr/>
        <a:lstStyle/>
        <a:p>
          <a:r>
            <a:rPr lang="en-US" sz="1200" dirty="0" smtClean="0">
              <a:latin typeface="Calibri" pitchFamily="34" charset="0"/>
            </a:rPr>
            <a:t>Social Networking</a:t>
          </a:r>
          <a:endParaRPr lang="en-US" sz="1200" dirty="0">
            <a:latin typeface="Calibri" pitchFamily="34" charset="0"/>
          </a:endParaRPr>
        </a:p>
      </dgm:t>
    </dgm:pt>
    <dgm:pt modelId="{47EE1EF5-5E51-462B-B6E7-762FBAC0E43A}" type="parTrans" cxnId="{218269A2-F102-4A32-9570-30A3E0A944AF}">
      <dgm:prSet/>
      <dgm:spPr/>
      <dgm:t>
        <a:bodyPr/>
        <a:lstStyle/>
        <a:p>
          <a:endParaRPr lang="en-US"/>
        </a:p>
      </dgm:t>
    </dgm:pt>
    <dgm:pt modelId="{692A4ED9-8155-4F50-9FC3-FD58AD4FD92A}" type="sibTrans" cxnId="{218269A2-F102-4A32-9570-30A3E0A944AF}">
      <dgm:prSet/>
      <dgm:spPr/>
      <dgm:t>
        <a:bodyPr/>
        <a:lstStyle/>
        <a:p>
          <a:endParaRPr lang="en-US"/>
        </a:p>
      </dgm:t>
    </dgm:pt>
    <dgm:pt modelId="{36381613-6E6A-421F-AA23-EFACCE7EAB6B}">
      <dgm:prSet phldrT="[Text]" custT="1"/>
      <dgm:spPr/>
      <dgm:t>
        <a:bodyPr/>
        <a:lstStyle/>
        <a:p>
          <a:r>
            <a:rPr lang="en-US" sz="1200" dirty="0" smtClean="0">
              <a:latin typeface="Calibri" pitchFamily="34" charset="0"/>
            </a:rPr>
            <a:t>Collaboration Center</a:t>
          </a:r>
          <a:endParaRPr lang="en-US" sz="1200" dirty="0">
            <a:latin typeface="Calibri" pitchFamily="34" charset="0"/>
          </a:endParaRPr>
        </a:p>
      </dgm:t>
    </dgm:pt>
    <dgm:pt modelId="{74FAEA39-53F9-4FC7-B833-A55CD9D9F114}" type="parTrans" cxnId="{71F75339-1312-40D0-BEDC-A7C5EB112AD3}">
      <dgm:prSet/>
      <dgm:spPr/>
      <dgm:t>
        <a:bodyPr/>
        <a:lstStyle/>
        <a:p>
          <a:endParaRPr lang="en-US"/>
        </a:p>
      </dgm:t>
    </dgm:pt>
    <dgm:pt modelId="{ADECE045-9B18-42C1-A3CB-511E9499DB1A}" type="sibTrans" cxnId="{71F75339-1312-40D0-BEDC-A7C5EB112AD3}">
      <dgm:prSet/>
      <dgm:spPr/>
      <dgm:t>
        <a:bodyPr/>
        <a:lstStyle/>
        <a:p>
          <a:endParaRPr lang="en-US"/>
        </a:p>
      </dgm:t>
    </dgm:pt>
    <dgm:pt modelId="{587588A5-EC11-4787-BFDF-8E0B810957DA}">
      <dgm:prSet phldrT="[Text]" custT="1"/>
      <dgm:spPr/>
      <dgm:t>
        <a:bodyPr/>
        <a:lstStyle/>
        <a:p>
          <a:r>
            <a:rPr lang="en-US" sz="1200" dirty="0" smtClean="0">
              <a:latin typeface="Calibri" pitchFamily="34" charset="0"/>
            </a:rPr>
            <a:t>Training</a:t>
          </a:r>
          <a:endParaRPr lang="en-US" sz="1200" dirty="0">
            <a:latin typeface="Calibri" pitchFamily="34" charset="0"/>
          </a:endParaRPr>
        </a:p>
      </dgm:t>
    </dgm:pt>
    <dgm:pt modelId="{55BC6A2E-DCC5-43F5-9CE7-0D2E1CB96C33}" type="parTrans" cxnId="{9B31FCB0-F85B-4FFC-BD54-94B47BCB06ED}">
      <dgm:prSet/>
      <dgm:spPr/>
      <dgm:t>
        <a:bodyPr/>
        <a:lstStyle/>
        <a:p>
          <a:endParaRPr lang="en-US"/>
        </a:p>
      </dgm:t>
    </dgm:pt>
    <dgm:pt modelId="{203F662A-7897-4AEA-94BA-43E7EE9791C1}" type="sibTrans" cxnId="{9B31FCB0-F85B-4FFC-BD54-94B47BCB06ED}">
      <dgm:prSet/>
      <dgm:spPr/>
      <dgm:t>
        <a:bodyPr/>
        <a:lstStyle/>
        <a:p>
          <a:endParaRPr lang="en-US"/>
        </a:p>
      </dgm:t>
    </dgm:pt>
    <dgm:pt modelId="{0E149C5A-08DC-41E9-9799-A16B1BFAC33F}">
      <dgm:prSet phldrT="[Text]" custT="1"/>
      <dgm:spPr/>
      <dgm:t>
        <a:bodyPr/>
        <a:lstStyle/>
        <a:p>
          <a:r>
            <a:rPr lang="en-US" sz="1200" dirty="0" smtClean="0">
              <a:latin typeface="Calibri" pitchFamily="34" charset="0"/>
            </a:rPr>
            <a:t>Mentoring / Coaching</a:t>
          </a:r>
          <a:endParaRPr lang="en-US" sz="1200" dirty="0">
            <a:latin typeface="Calibri" pitchFamily="34" charset="0"/>
          </a:endParaRPr>
        </a:p>
      </dgm:t>
    </dgm:pt>
    <dgm:pt modelId="{06018941-73E0-4FC1-8CBB-45D9C46208AC}" type="parTrans" cxnId="{4C9E2CFF-28B3-4CB9-8E0B-67711CA3B2D7}">
      <dgm:prSet/>
      <dgm:spPr/>
      <dgm:t>
        <a:bodyPr/>
        <a:lstStyle/>
        <a:p>
          <a:endParaRPr lang="en-US"/>
        </a:p>
      </dgm:t>
    </dgm:pt>
    <dgm:pt modelId="{6E4FB70C-863C-4F27-A4B7-737AADD04487}" type="sibTrans" cxnId="{4C9E2CFF-28B3-4CB9-8E0B-67711CA3B2D7}">
      <dgm:prSet/>
      <dgm:spPr/>
      <dgm:t>
        <a:bodyPr/>
        <a:lstStyle/>
        <a:p>
          <a:endParaRPr lang="en-US"/>
        </a:p>
      </dgm:t>
    </dgm:pt>
    <dgm:pt modelId="{27D69948-8162-4FFB-B902-FE5EFCB1FFAE}">
      <dgm:prSet phldrT="[Text]" custT="1"/>
      <dgm:spPr/>
      <dgm:t>
        <a:bodyPr/>
        <a:lstStyle/>
        <a:p>
          <a:r>
            <a:rPr lang="en-US" sz="1200" dirty="0" smtClean="0">
              <a:latin typeface="Calibri" pitchFamily="34" charset="0"/>
            </a:rPr>
            <a:t>Seminars</a:t>
          </a:r>
          <a:endParaRPr lang="en-US" sz="1200" dirty="0">
            <a:latin typeface="Calibri" pitchFamily="34" charset="0"/>
          </a:endParaRPr>
        </a:p>
      </dgm:t>
    </dgm:pt>
    <dgm:pt modelId="{0E25F339-4F4F-4BB0-89CA-723B34C5861A}" type="parTrans" cxnId="{557A68B2-8961-4E73-8673-0E789AE5D115}">
      <dgm:prSet/>
      <dgm:spPr/>
      <dgm:t>
        <a:bodyPr/>
        <a:lstStyle/>
        <a:p>
          <a:endParaRPr lang="en-US"/>
        </a:p>
      </dgm:t>
    </dgm:pt>
    <dgm:pt modelId="{5FEBBAE7-25DF-4366-B47E-4A05FC91B0A1}" type="sibTrans" cxnId="{557A68B2-8961-4E73-8673-0E789AE5D115}">
      <dgm:prSet/>
      <dgm:spPr/>
      <dgm:t>
        <a:bodyPr/>
        <a:lstStyle/>
        <a:p>
          <a:endParaRPr lang="en-US"/>
        </a:p>
      </dgm:t>
    </dgm:pt>
    <dgm:pt modelId="{544196D8-FD31-4C52-8882-8BE10CD16F21}">
      <dgm:prSet phldrT="[Text]" custT="1"/>
      <dgm:spPr/>
      <dgm:t>
        <a:bodyPr/>
        <a:lstStyle/>
        <a:p>
          <a:r>
            <a:rPr lang="en-US" sz="1200" dirty="0" smtClean="0">
              <a:latin typeface="Calibri" pitchFamily="34" charset="0"/>
            </a:rPr>
            <a:t>Webinars</a:t>
          </a:r>
          <a:endParaRPr lang="en-US" sz="1200" dirty="0">
            <a:latin typeface="Calibri" pitchFamily="34" charset="0"/>
          </a:endParaRPr>
        </a:p>
      </dgm:t>
    </dgm:pt>
    <dgm:pt modelId="{0341D520-F105-4DC9-9C84-E0C68ADBC25B}" type="parTrans" cxnId="{07D7BEBE-28B5-4F13-BE33-C324641F6449}">
      <dgm:prSet/>
      <dgm:spPr/>
      <dgm:t>
        <a:bodyPr/>
        <a:lstStyle/>
        <a:p>
          <a:endParaRPr lang="en-US"/>
        </a:p>
      </dgm:t>
    </dgm:pt>
    <dgm:pt modelId="{693F2594-70C1-4585-A56B-4C6F1829CFC4}" type="sibTrans" cxnId="{07D7BEBE-28B5-4F13-BE33-C324641F6449}">
      <dgm:prSet/>
      <dgm:spPr/>
      <dgm:t>
        <a:bodyPr/>
        <a:lstStyle/>
        <a:p>
          <a:endParaRPr lang="en-US"/>
        </a:p>
      </dgm:t>
    </dgm:pt>
    <dgm:pt modelId="{42B3828C-E1D6-4297-9BD2-6822D956DEE3}">
      <dgm:prSet phldrT="[Text]" custT="1"/>
      <dgm:spPr/>
      <dgm:t>
        <a:bodyPr/>
        <a:lstStyle/>
        <a:p>
          <a:r>
            <a:rPr lang="en-US" sz="1600" b="1" dirty="0" smtClean="0">
              <a:latin typeface="Calibri" pitchFamily="34" charset="0"/>
            </a:rPr>
            <a:t>Advisory Services</a:t>
          </a:r>
          <a:endParaRPr lang="en-US" sz="1600" b="1" dirty="0">
            <a:latin typeface="Calibri" pitchFamily="34" charset="0"/>
          </a:endParaRPr>
        </a:p>
      </dgm:t>
    </dgm:pt>
    <dgm:pt modelId="{9B196850-78A7-4165-BA65-E1544B99C66D}" type="parTrans" cxnId="{C7B9FD8C-B2B5-44E4-8DF6-AFE21DB8C6D1}">
      <dgm:prSet/>
      <dgm:spPr/>
      <dgm:t>
        <a:bodyPr/>
        <a:lstStyle/>
        <a:p>
          <a:endParaRPr lang="en-US"/>
        </a:p>
      </dgm:t>
    </dgm:pt>
    <dgm:pt modelId="{6B50FD74-73C8-47ED-99E8-9CF7B9B16459}" type="sibTrans" cxnId="{C7B9FD8C-B2B5-44E4-8DF6-AFE21DB8C6D1}">
      <dgm:prSet/>
      <dgm:spPr/>
      <dgm:t>
        <a:bodyPr/>
        <a:lstStyle/>
        <a:p>
          <a:endParaRPr lang="en-US"/>
        </a:p>
      </dgm:t>
    </dgm:pt>
    <dgm:pt modelId="{B7CE5DD2-2CFD-418B-BD87-747978042C97}">
      <dgm:prSet phldrT="[Text]" custT="1"/>
      <dgm:spPr/>
      <dgm:t>
        <a:bodyPr/>
        <a:lstStyle/>
        <a:p>
          <a:r>
            <a:rPr lang="en-US" sz="1200" dirty="0" smtClean="0">
              <a:latin typeface="Calibri" pitchFamily="34" charset="0"/>
            </a:rPr>
            <a:t>Consulting</a:t>
          </a:r>
          <a:endParaRPr lang="en-US" sz="1200" dirty="0">
            <a:latin typeface="Calibri" pitchFamily="34" charset="0"/>
          </a:endParaRPr>
        </a:p>
      </dgm:t>
    </dgm:pt>
    <dgm:pt modelId="{1FA741A2-3F92-4FA7-83D3-BC89E545511E}" type="parTrans" cxnId="{224CFB85-6081-454C-A5AA-E61A1559C6D4}">
      <dgm:prSet/>
      <dgm:spPr/>
      <dgm:t>
        <a:bodyPr/>
        <a:lstStyle/>
        <a:p>
          <a:endParaRPr lang="en-US"/>
        </a:p>
      </dgm:t>
    </dgm:pt>
    <dgm:pt modelId="{98037D3E-6B31-46B1-A4DF-7386978C072F}" type="sibTrans" cxnId="{224CFB85-6081-454C-A5AA-E61A1559C6D4}">
      <dgm:prSet/>
      <dgm:spPr/>
      <dgm:t>
        <a:bodyPr/>
        <a:lstStyle/>
        <a:p>
          <a:endParaRPr lang="en-US"/>
        </a:p>
      </dgm:t>
    </dgm:pt>
    <dgm:pt modelId="{137C23AE-505D-4F76-937A-2D8A8C69E477}">
      <dgm:prSet phldrT="[Text]" custT="1"/>
      <dgm:spPr/>
      <dgm:t>
        <a:bodyPr/>
        <a:lstStyle/>
        <a:p>
          <a:r>
            <a:rPr lang="en-US" sz="1200" dirty="0" smtClean="0">
              <a:latin typeface="Calibri" pitchFamily="34" charset="0"/>
            </a:rPr>
            <a:t>Executive Coaching</a:t>
          </a:r>
          <a:endParaRPr lang="en-US" sz="1200" dirty="0">
            <a:latin typeface="Calibri" pitchFamily="34" charset="0"/>
          </a:endParaRPr>
        </a:p>
      </dgm:t>
    </dgm:pt>
    <dgm:pt modelId="{BE0AD276-9A30-46BD-A7D8-D8C787958CA3}" type="parTrans" cxnId="{8F4B8BAF-E9AB-4CDE-AA93-F38D940DCBE0}">
      <dgm:prSet/>
      <dgm:spPr/>
      <dgm:t>
        <a:bodyPr/>
        <a:lstStyle/>
        <a:p>
          <a:endParaRPr lang="en-US"/>
        </a:p>
      </dgm:t>
    </dgm:pt>
    <dgm:pt modelId="{41178690-2563-4BE8-BB8B-7B4E0DBFF039}" type="sibTrans" cxnId="{8F4B8BAF-E9AB-4CDE-AA93-F38D940DCBE0}">
      <dgm:prSet/>
      <dgm:spPr/>
      <dgm:t>
        <a:bodyPr/>
        <a:lstStyle/>
        <a:p>
          <a:endParaRPr lang="en-US"/>
        </a:p>
      </dgm:t>
    </dgm:pt>
    <dgm:pt modelId="{01B7E111-CF4F-43EB-BF2B-7D4412B4D41E}">
      <dgm:prSet phldrT="[Text]" custT="1"/>
      <dgm:spPr/>
      <dgm:t>
        <a:bodyPr/>
        <a:lstStyle/>
        <a:p>
          <a:r>
            <a:rPr lang="en-US" sz="1200" dirty="0" smtClean="0">
              <a:latin typeface="Calibri" pitchFamily="34" charset="0"/>
            </a:rPr>
            <a:t>Knowledge Center</a:t>
          </a:r>
          <a:endParaRPr lang="en-US" sz="1200" dirty="0">
            <a:latin typeface="Calibri" pitchFamily="34" charset="0"/>
          </a:endParaRPr>
        </a:p>
      </dgm:t>
    </dgm:pt>
    <dgm:pt modelId="{E5CF8275-5CC1-4EAD-A294-6974EC84946F}" type="parTrans" cxnId="{052E801E-D446-40D5-8B6D-8C5B9413FD6B}">
      <dgm:prSet/>
      <dgm:spPr/>
      <dgm:t>
        <a:bodyPr/>
        <a:lstStyle/>
        <a:p>
          <a:endParaRPr lang="en-US"/>
        </a:p>
      </dgm:t>
    </dgm:pt>
    <dgm:pt modelId="{244A2171-3EDD-4584-84FF-B13F4601D08D}" type="sibTrans" cxnId="{052E801E-D446-40D5-8B6D-8C5B9413FD6B}">
      <dgm:prSet/>
      <dgm:spPr/>
      <dgm:t>
        <a:bodyPr/>
        <a:lstStyle/>
        <a:p>
          <a:endParaRPr lang="en-US"/>
        </a:p>
      </dgm:t>
    </dgm:pt>
    <dgm:pt modelId="{D5A61F28-2A41-4848-A831-AD892D2CB4F1}">
      <dgm:prSet phldrT="[Text]" custT="1"/>
      <dgm:spPr/>
      <dgm:t>
        <a:bodyPr/>
        <a:lstStyle/>
        <a:p>
          <a:r>
            <a:rPr lang="en-US" sz="1200" dirty="0" smtClean="0">
              <a:latin typeface="Calibri" pitchFamily="34" charset="0"/>
            </a:rPr>
            <a:t>Investor Roundtables</a:t>
          </a:r>
          <a:endParaRPr lang="en-US" sz="1200" dirty="0">
            <a:latin typeface="Calibri" pitchFamily="34" charset="0"/>
          </a:endParaRPr>
        </a:p>
      </dgm:t>
    </dgm:pt>
    <dgm:pt modelId="{6DF3CC7A-6503-4B48-A58E-F49214BFDAC0}" type="parTrans" cxnId="{311A0ACB-1F9A-411D-8964-62C760973E55}">
      <dgm:prSet/>
      <dgm:spPr/>
      <dgm:t>
        <a:bodyPr/>
        <a:lstStyle/>
        <a:p>
          <a:endParaRPr lang="en-US"/>
        </a:p>
      </dgm:t>
    </dgm:pt>
    <dgm:pt modelId="{D9D42864-D2A5-46B9-8181-AF15143D79EB}" type="sibTrans" cxnId="{311A0ACB-1F9A-411D-8964-62C760973E55}">
      <dgm:prSet/>
      <dgm:spPr/>
      <dgm:t>
        <a:bodyPr/>
        <a:lstStyle/>
        <a:p>
          <a:endParaRPr lang="en-US"/>
        </a:p>
      </dgm:t>
    </dgm:pt>
    <dgm:pt modelId="{2F2B4C68-E388-4F05-9BD0-C20F93D1E944}">
      <dgm:prSet phldrT="[Text]" custT="1"/>
      <dgm:spPr/>
      <dgm:t>
        <a:bodyPr/>
        <a:lstStyle/>
        <a:p>
          <a:r>
            <a:rPr lang="en-US" sz="1200" dirty="0" smtClean="0">
              <a:latin typeface="Calibri" pitchFamily="34" charset="0"/>
            </a:rPr>
            <a:t>Manufacturing</a:t>
          </a:r>
          <a:endParaRPr lang="en-US" sz="1200" dirty="0">
            <a:latin typeface="Calibri" pitchFamily="34" charset="0"/>
          </a:endParaRPr>
        </a:p>
      </dgm:t>
    </dgm:pt>
    <dgm:pt modelId="{3A8A4B71-AD3D-4FF6-BFB2-62CBDB38822B}" type="parTrans" cxnId="{84409E00-B602-468C-8C56-A5C107F66779}">
      <dgm:prSet/>
      <dgm:spPr/>
      <dgm:t>
        <a:bodyPr/>
        <a:lstStyle/>
        <a:p>
          <a:endParaRPr lang="en-US"/>
        </a:p>
      </dgm:t>
    </dgm:pt>
    <dgm:pt modelId="{62F2D41A-7822-4059-B36D-A88676907126}" type="sibTrans" cxnId="{84409E00-B602-468C-8C56-A5C107F66779}">
      <dgm:prSet/>
      <dgm:spPr/>
      <dgm:t>
        <a:bodyPr/>
        <a:lstStyle/>
        <a:p>
          <a:endParaRPr lang="en-US"/>
        </a:p>
      </dgm:t>
    </dgm:pt>
    <dgm:pt modelId="{22A9CD5A-7E9B-4CBA-9366-13A1730BA742}">
      <dgm:prSet phldrT="[Text]" custT="1"/>
      <dgm:spPr/>
      <dgm:t>
        <a:bodyPr/>
        <a:lstStyle/>
        <a:p>
          <a:r>
            <a:rPr lang="en-US" sz="1200" dirty="0" smtClean="0">
              <a:latin typeface="Calibri" pitchFamily="34" charset="0"/>
            </a:rPr>
            <a:t>Open Innovation</a:t>
          </a:r>
          <a:endParaRPr lang="en-US" sz="1200" dirty="0">
            <a:latin typeface="Calibri" pitchFamily="34" charset="0"/>
          </a:endParaRPr>
        </a:p>
      </dgm:t>
    </dgm:pt>
    <dgm:pt modelId="{3D673CA7-187D-4165-BDA8-62CCAD384966}" type="parTrans" cxnId="{3D0E9B67-1E39-45A2-BA9E-3514DB1F3FE1}">
      <dgm:prSet/>
      <dgm:spPr/>
      <dgm:t>
        <a:bodyPr/>
        <a:lstStyle/>
        <a:p>
          <a:endParaRPr lang="en-US"/>
        </a:p>
      </dgm:t>
    </dgm:pt>
    <dgm:pt modelId="{1AFC9CFD-5BAB-4C7C-A8A7-C525E632A53B}" type="sibTrans" cxnId="{3D0E9B67-1E39-45A2-BA9E-3514DB1F3FE1}">
      <dgm:prSet/>
      <dgm:spPr/>
      <dgm:t>
        <a:bodyPr/>
        <a:lstStyle/>
        <a:p>
          <a:endParaRPr lang="en-US"/>
        </a:p>
      </dgm:t>
    </dgm:pt>
    <dgm:pt modelId="{ABA22380-6510-40EE-8329-D11565D082C8}" type="pres">
      <dgm:prSet presAssocID="{5AEE7B96-B445-4CA4-9494-35D8F79C276E}" presName="theList" presStyleCnt="0">
        <dgm:presLayoutVars>
          <dgm:dir/>
          <dgm:animLvl val="lvl"/>
          <dgm:resizeHandles val="exact"/>
        </dgm:presLayoutVars>
      </dgm:prSet>
      <dgm:spPr/>
      <dgm:t>
        <a:bodyPr/>
        <a:lstStyle/>
        <a:p>
          <a:endParaRPr lang="en-US"/>
        </a:p>
      </dgm:t>
    </dgm:pt>
    <dgm:pt modelId="{78E5717E-91A9-49A6-939D-D8500CCBB4C0}" type="pres">
      <dgm:prSet presAssocID="{780267AE-D774-4A99-AC28-BA7D6CEF0411}" presName="compNode" presStyleCnt="0"/>
      <dgm:spPr/>
    </dgm:pt>
    <dgm:pt modelId="{6395AC83-3105-4B7F-8072-ADC17D57DA63}" type="pres">
      <dgm:prSet presAssocID="{780267AE-D774-4A99-AC28-BA7D6CEF0411}" presName="aNode" presStyleLbl="bgShp" presStyleIdx="0" presStyleCnt="4"/>
      <dgm:spPr/>
      <dgm:t>
        <a:bodyPr/>
        <a:lstStyle/>
        <a:p>
          <a:endParaRPr lang="en-US"/>
        </a:p>
      </dgm:t>
    </dgm:pt>
    <dgm:pt modelId="{EA477CC1-18FA-4854-9C94-430BD3A3B80A}" type="pres">
      <dgm:prSet presAssocID="{780267AE-D774-4A99-AC28-BA7D6CEF0411}" presName="textNode" presStyleLbl="bgShp" presStyleIdx="0" presStyleCnt="4"/>
      <dgm:spPr/>
      <dgm:t>
        <a:bodyPr/>
        <a:lstStyle/>
        <a:p>
          <a:endParaRPr lang="en-US"/>
        </a:p>
      </dgm:t>
    </dgm:pt>
    <dgm:pt modelId="{E2E4E298-9BC4-479E-8B53-483AF148668B}" type="pres">
      <dgm:prSet presAssocID="{780267AE-D774-4A99-AC28-BA7D6CEF0411}" presName="compChildNode" presStyleCnt="0"/>
      <dgm:spPr/>
    </dgm:pt>
    <dgm:pt modelId="{8B304198-F3BF-4BF9-A9E1-4B0644E38A73}" type="pres">
      <dgm:prSet presAssocID="{780267AE-D774-4A99-AC28-BA7D6CEF0411}" presName="theInnerList" presStyleCnt="0"/>
      <dgm:spPr/>
    </dgm:pt>
    <dgm:pt modelId="{5D2086E8-6B3B-40EF-9D8A-CC97943C3C4E}" type="pres">
      <dgm:prSet presAssocID="{DC9DEEBB-A7E6-4750-A202-037DB4652182}" presName="childNode" presStyleLbl="node1" presStyleIdx="0" presStyleCnt="19">
        <dgm:presLayoutVars>
          <dgm:bulletEnabled val="1"/>
        </dgm:presLayoutVars>
      </dgm:prSet>
      <dgm:spPr/>
      <dgm:t>
        <a:bodyPr/>
        <a:lstStyle/>
        <a:p>
          <a:endParaRPr lang="en-US"/>
        </a:p>
      </dgm:t>
    </dgm:pt>
    <dgm:pt modelId="{C34C1630-5A73-48A6-99E6-F54C8B7DB53A}" type="pres">
      <dgm:prSet presAssocID="{DC9DEEBB-A7E6-4750-A202-037DB4652182}" presName="aSpace2" presStyleCnt="0"/>
      <dgm:spPr/>
    </dgm:pt>
    <dgm:pt modelId="{66C6208C-2146-4FC1-9FF6-97C57449E84C}" type="pres">
      <dgm:prSet presAssocID="{8CD77093-DB19-42B0-AB62-1DD790871A7D}" presName="childNode" presStyleLbl="node1" presStyleIdx="1" presStyleCnt="19">
        <dgm:presLayoutVars>
          <dgm:bulletEnabled val="1"/>
        </dgm:presLayoutVars>
      </dgm:prSet>
      <dgm:spPr/>
      <dgm:t>
        <a:bodyPr/>
        <a:lstStyle/>
        <a:p>
          <a:endParaRPr lang="en-US"/>
        </a:p>
      </dgm:t>
    </dgm:pt>
    <dgm:pt modelId="{DF48AE07-A6BE-44D5-B904-B8A857BD8235}" type="pres">
      <dgm:prSet presAssocID="{8CD77093-DB19-42B0-AB62-1DD790871A7D}" presName="aSpace2" presStyleCnt="0"/>
      <dgm:spPr/>
    </dgm:pt>
    <dgm:pt modelId="{000FA8A9-0CA0-41DB-9F2B-650632892C88}" type="pres">
      <dgm:prSet presAssocID="{16DE7894-292E-4782-A321-9634F66E1895}" presName="childNode" presStyleLbl="node1" presStyleIdx="2" presStyleCnt="19">
        <dgm:presLayoutVars>
          <dgm:bulletEnabled val="1"/>
        </dgm:presLayoutVars>
      </dgm:prSet>
      <dgm:spPr/>
      <dgm:t>
        <a:bodyPr/>
        <a:lstStyle/>
        <a:p>
          <a:endParaRPr lang="en-US"/>
        </a:p>
      </dgm:t>
    </dgm:pt>
    <dgm:pt modelId="{C3AB9C6E-FB7A-4B89-A3AC-461FD2B965F7}" type="pres">
      <dgm:prSet presAssocID="{16DE7894-292E-4782-A321-9634F66E1895}" presName="aSpace2" presStyleCnt="0"/>
      <dgm:spPr/>
    </dgm:pt>
    <dgm:pt modelId="{A01FF58A-11B7-4A67-8098-0E6BA679E0F6}" type="pres">
      <dgm:prSet presAssocID="{0ED38168-EACE-46A4-884F-99C411CE3947}" presName="childNode" presStyleLbl="node1" presStyleIdx="3" presStyleCnt="19">
        <dgm:presLayoutVars>
          <dgm:bulletEnabled val="1"/>
        </dgm:presLayoutVars>
      </dgm:prSet>
      <dgm:spPr/>
      <dgm:t>
        <a:bodyPr/>
        <a:lstStyle/>
        <a:p>
          <a:endParaRPr lang="en-US"/>
        </a:p>
      </dgm:t>
    </dgm:pt>
    <dgm:pt modelId="{8845EA6D-7928-4172-AF47-5CB82CF1D020}" type="pres">
      <dgm:prSet presAssocID="{0ED38168-EACE-46A4-884F-99C411CE3947}" presName="aSpace2" presStyleCnt="0"/>
      <dgm:spPr/>
    </dgm:pt>
    <dgm:pt modelId="{554DED63-660F-405B-97D6-0464A4D41D2D}" type="pres">
      <dgm:prSet presAssocID="{36381613-6E6A-421F-AA23-EFACCE7EAB6B}" presName="childNode" presStyleLbl="node1" presStyleIdx="4" presStyleCnt="19">
        <dgm:presLayoutVars>
          <dgm:bulletEnabled val="1"/>
        </dgm:presLayoutVars>
      </dgm:prSet>
      <dgm:spPr/>
      <dgm:t>
        <a:bodyPr/>
        <a:lstStyle/>
        <a:p>
          <a:endParaRPr lang="en-US"/>
        </a:p>
      </dgm:t>
    </dgm:pt>
    <dgm:pt modelId="{7E4435F9-7803-42D0-BE5C-D0C26C2E4061}" type="pres">
      <dgm:prSet presAssocID="{36381613-6E6A-421F-AA23-EFACCE7EAB6B}" presName="aSpace2" presStyleCnt="0"/>
      <dgm:spPr/>
    </dgm:pt>
    <dgm:pt modelId="{9C2AD0D4-8A95-4D87-96EF-B0FA9DCE0972}" type="pres">
      <dgm:prSet presAssocID="{D5A61F28-2A41-4848-A831-AD892D2CB4F1}" presName="childNode" presStyleLbl="node1" presStyleIdx="5" presStyleCnt="19">
        <dgm:presLayoutVars>
          <dgm:bulletEnabled val="1"/>
        </dgm:presLayoutVars>
      </dgm:prSet>
      <dgm:spPr/>
      <dgm:t>
        <a:bodyPr/>
        <a:lstStyle/>
        <a:p>
          <a:endParaRPr lang="en-US"/>
        </a:p>
      </dgm:t>
    </dgm:pt>
    <dgm:pt modelId="{CBEE3B64-3890-445F-89AE-E37387FB134B}" type="pres">
      <dgm:prSet presAssocID="{780267AE-D774-4A99-AC28-BA7D6CEF0411}" presName="aSpace" presStyleCnt="0"/>
      <dgm:spPr/>
    </dgm:pt>
    <dgm:pt modelId="{AEB6A5AF-D243-447F-929D-2B23E44BBA2B}" type="pres">
      <dgm:prSet presAssocID="{F1BFFD6F-DAF5-4917-9ABE-EB40FFA70D9B}" presName="compNode" presStyleCnt="0"/>
      <dgm:spPr/>
    </dgm:pt>
    <dgm:pt modelId="{013E69AA-8588-4BA8-A478-761690B4C37A}" type="pres">
      <dgm:prSet presAssocID="{F1BFFD6F-DAF5-4917-9ABE-EB40FFA70D9B}" presName="aNode" presStyleLbl="bgShp" presStyleIdx="1" presStyleCnt="4"/>
      <dgm:spPr/>
      <dgm:t>
        <a:bodyPr/>
        <a:lstStyle/>
        <a:p>
          <a:endParaRPr lang="en-US"/>
        </a:p>
      </dgm:t>
    </dgm:pt>
    <dgm:pt modelId="{15DC23D0-84D6-4DEB-A748-FF1D0B54CB8C}" type="pres">
      <dgm:prSet presAssocID="{F1BFFD6F-DAF5-4917-9ABE-EB40FFA70D9B}" presName="textNode" presStyleLbl="bgShp" presStyleIdx="1" presStyleCnt="4"/>
      <dgm:spPr/>
      <dgm:t>
        <a:bodyPr/>
        <a:lstStyle/>
        <a:p>
          <a:endParaRPr lang="en-US"/>
        </a:p>
      </dgm:t>
    </dgm:pt>
    <dgm:pt modelId="{CCE3642B-E9A3-4F59-ABCB-F6FCA7E5FF42}" type="pres">
      <dgm:prSet presAssocID="{F1BFFD6F-DAF5-4917-9ABE-EB40FFA70D9B}" presName="compChildNode" presStyleCnt="0"/>
      <dgm:spPr/>
    </dgm:pt>
    <dgm:pt modelId="{EDA27296-36A7-4AF4-BF86-845A2A5956D0}" type="pres">
      <dgm:prSet presAssocID="{F1BFFD6F-DAF5-4917-9ABE-EB40FFA70D9B}" presName="theInnerList" presStyleCnt="0"/>
      <dgm:spPr/>
    </dgm:pt>
    <dgm:pt modelId="{5DF1D485-BF62-47CA-94A8-1DE5E971D656}" type="pres">
      <dgm:prSet presAssocID="{F0A4BA57-392B-4D4E-90B6-DCF4520BFF42}" presName="childNode" presStyleLbl="node1" presStyleIdx="6" presStyleCnt="19">
        <dgm:presLayoutVars>
          <dgm:bulletEnabled val="1"/>
        </dgm:presLayoutVars>
      </dgm:prSet>
      <dgm:spPr/>
      <dgm:t>
        <a:bodyPr/>
        <a:lstStyle/>
        <a:p>
          <a:endParaRPr lang="en-US"/>
        </a:p>
      </dgm:t>
    </dgm:pt>
    <dgm:pt modelId="{5FB625AE-1B1A-462E-8994-1195ABFF9674}" type="pres">
      <dgm:prSet presAssocID="{F0A4BA57-392B-4D4E-90B6-DCF4520BFF42}" presName="aSpace2" presStyleCnt="0"/>
      <dgm:spPr/>
    </dgm:pt>
    <dgm:pt modelId="{81713CD6-6597-4015-9553-D0D558E0DF5E}" type="pres">
      <dgm:prSet presAssocID="{4C90EF0C-DC9C-43C4-8686-01C39871BB72}" presName="childNode" presStyleLbl="node1" presStyleIdx="7" presStyleCnt="19">
        <dgm:presLayoutVars>
          <dgm:bulletEnabled val="1"/>
        </dgm:presLayoutVars>
      </dgm:prSet>
      <dgm:spPr/>
      <dgm:t>
        <a:bodyPr/>
        <a:lstStyle/>
        <a:p>
          <a:endParaRPr lang="en-US"/>
        </a:p>
      </dgm:t>
    </dgm:pt>
    <dgm:pt modelId="{352E0914-CEA7-47F6-BC22-576E92705AA6}" type="pres">
      <dgm:prSet presAssocID="{4C90EF0C-DC9C-43C4-8686-01C39871BB72}" presName="aSpace2" presStyleCnt="0"/>
      <dgm:spPr/>
    </dgm:pt>
    <dgm:pt modelId="{C8D14B25-BD1E-4ACA-90BA-BE30D43AFD85}" type="pres">
      <dgm:prSet presAssocID="{AB3F8A43-A839-44B6-A064-59CE1E1FC8B1}" presName="childNode" presStyleLbl="node1" presStyleIdx="8" presStyleCnt="19">
        <dgm:presLayoutVars>
          <dgm:bulletEnabled val="1"/>
        </dgm:presLayoutVars>
      </dgm:prSet>
      <dgm:spPr/>
      <dgm:t>
        <a:bodyPr/>
        <a:lstStyle/>
        <a:p>
          <a:endParaRPr lang="en-US"/>
        </a:p>
      </dgm:t>
    </dgm:pt>
    <dgm:pt modelId="{9D920EC0-04ED-4FB4-8011-3E26AD099AC8}" type="pres">
      <dgm:prSet presAssocID="{AB3F8A43-A839-44B6-A064-59CE1E1FC8B1}" presName="aSpace2" presStyleCnt="0"/>
      <dgm:spPr/>
    </dgm:pt>
    <dgm:pt modelId="{89111148-9DE7-4606-867D-5AAD0B5A565B}" type="pres">
      <dgm:prSet presAssocID="{524D1368-F6E3-4A1E-98DB-379769A3ADEA}" presName="childNode" presStyleLbl="node1" presStyleIdx="9" presStyleCnt="19">
        <dgm:presLayoutVars>
          <dgm:bulletEnabled val="1"/>
        </dgm:presLayoutVars>
      </dgm:prSet>
      <dgm:spPr/>
      <dgm:t>
        <a:bodyPr/>
        <a:lstStyle/>
        <a:p>
          <a:endParaRPr lang="en-US"/>
        </a:p>
      </dgm:t>
    </dgm:pt>
    <dgm:pt modelId="{F4136A2B-B38E-45F1-A165-44437299857C}" type="pres">
      <dgm:prSet presAssocID="{524D1368-F6E3-4A1E-98DB-379769A3ADEA}" presName="aSpace2" presStyleCnt="0"/>
      <dgm:spPr/>
    </dgm:pt>
    <dgm:pt modelId="{7AE870E3-C562-47C0-A2C0-52E159FBBBA3}" type="pres">
      <dgm:prSet presAssocID="{2F2B4C68-E388-4F05-9BD0-C20F93D1E944}" presName="childNode" presStyleLbl="node1" presStyleIdx="10" presStyleCnt="19">
        <dgm:presLayoutVars>
          <dgm:bulletEnabled val="1"/>
        </dgm:presLayoutVars>
      </dgm:prSet>
      <dgm:spPr/>
      <dgm:t>
        <a:bodyPr/>
        <a:lstStyle/>
        <a:p>
          <a:endParaRPr lang="en-US"/>
        </a:p>
      </dgm:t>
    </dgm:pt>
    <dgm:pt modelId="{6C5BDF3B-0C6F-4D60-B34A-2FB5060E1141}" type="pres">
      <dgm:prSet presAssocID="{2F2B4C68-E388-4F05-9BD0-C20F93D1E944}" presName="aSpace2" presStyleCnt="0"/>
      <dgm:spPr/>
    </dgm:pt>
    <dgm:pt modelId="{C5A54FB1-4A63-4C61-9F64-66FF967A47C8}" type="pres">
      <dgm:prSet presAssocID="{22A9CD5A-7E9B-4CBA-9366-13A1730BA742}" presName="childNode" presStyleLbl="node1" presStyleIdx="11" presStyleCnt="19">
        <dgm:presLayoutVars>
          <dgm:bulletEnabled val="1"/>
        </dgm:presLayoutVars>
      </dgm:prSet>
      <dgm:spPr/>
      <dgm:t>
        <a:bodyPr/>
        <a:lstStyle/>
        <a:p>
          <a:endParaRPr lang="en-US"/>
        </a:p>
      </dgm:t>
    </dgm:pt>
    <dgm:pt modelId="{823BCDA2-7B25-4325-A4C3-8185461C1F54}" type="pres">
      <dgm:prSet presAssocID="{F1BFFD6F-DAF5-4917-9ABE-EB40FFA70D9B}" presName="aSpace" presStyleCnt="0"/>
      <dgm:spPr/>
    </dgm:pt>
    <dgm:pt modelId="{4AD44E37-0ECD-45AF-9FBF-B01028DC670D}" type="pres">
      <dgm:prSet presAssocID="{9718B5E5-442D-4CD9-845F-345855051FC9}" presName="compNode" presStyleCnt="0"/>
      <dgm:spPr/>
    </dgm:pt>
    <dgm:pt modelId="{38A8E333-D359-4964-B151-D4009DB594C9}" type="pres">
      <dgm:prSet presAssocID="{9718B5E5-442D-4CD9-845F-345855051FC9}" presName="aNode" presStyleLbl="bgShp" presStyleIdx="2" presStyleCnt="4"/>
      <dgm:spPr/>
      <dgm:t>
        <a:bodyPr/>
        <a:lstStyle/>
        <a:p>
          <a:endParaRPr lang="en-US"/>
        </a:p>
      </dgm:t>
    </dgm:pt>
    <dgm:pt modelId="{6A32D011-7163-4B96-A094-CB9F2D1BB073}" type="pres">
      <dgm:prSet presAssocID="{9718B5E5-442D-4CD9-845F-345855051FC9}" presName="textNode" presStyleLbl="bgShp" presStyleIdx="2" presStyleCnt="4"/>
      <dgm:spPr/>
      <dgm:t>
        <a:bodyPr/>
        <a:lstStyle/>
        <a:p>
          <a:endParaRPr lang="en-US"/>
        </a:p>
      </dgm:t>
    </dgm:pt>
    <dgm:pt modelId="{F175F7CA-4DF3-4A48-9EBF-02BD79200092}" type="pres">
      <dgm:prSet presAssocID="{9718B5E5-442D-4CD9-845F-345855051FC9}" presName="compChildNode" presStyleCnt="0"/>
      <dgm:spPr/>
    </dgm:pt>
    <dgm:pt modelId="{74DFD123-05E3-49E5-9F26-101D66D728DB}" type="pres">
      <dgm:prSet presAssocID="{9718B5E5-442D-4CD9-845F-345855051FC9}" presName="theInnerList" presStyleCnt="0"/>
      <dgm:spPr/>
    </dgm:pt>
    <dgm:pt modelId="{4B53C037-2C75-4B35-86AA-291F9137A5FB}" type="pres">
      <dgm:prSet presAssocID="{587588A5-EC11-4787-BFDF-8E0B810957DA}" presName="childNode" presStyleLbl="node1" presStyleIdx="12" presStyleCnt="19">
        <dgm:presLayoutVars>
          <dgm:bulletEnabled val="1"/>
        </dgm:presLayoutVars>
      </dgm:prSet>
      <dgm:spPr/>
      <dgm:t>
        <a:bodyPr/>
        <a:lstStyle/>
        <a:p>
          <a:endParaRPr lang="en-US"/>
        </a:p>
      </dgm:t>
    </dgm:pt>
    <dgm:pt modelId="{CF0162B1-F3AF-4946-935A-E2B816CA3701}" type="pres">
      <dgm:prSet presAssocID="{587588A5-EC11-4787-BFDF-8E0B810957DA}" presName="aSpace2" presStyleCnt="0"/>
      <dgm:spPr/>
    </dgm:pt>
    <dgm:pt modelId="{A31928E9-BF7E-4781-82A7-F37401153FF2}" type="pres">
      <dgm:prSet presAssocID="{0E149C5A-08DC-41E9-9799-A16B1BFAC33F}" presName="childNode" presStyleLbl="node1" presStyleIdx="13" presStyleCnt="19">
        <dgm:presLayoutVars>
          <dgm:bulletEnabled val="1"/>
        </dgm:presLayoutVars>
      </dgm:prSet>
      <dgm:spPr/>
      <dgm:t>
        <a:bodyPr/>
        <a:lstStyle/>
        <a:p>
          <a:endParaRPr lang="en-US"/>
        </a:p>
      </dgm:t>
    </dgm:pt>
    <dgm:pt modelId="{C3B65153-5088-4E13-B1FD-F36E28250069}" type="pres">
      <dgm:prSet presAssocID="{0E149C5A-08DC-41E9-9799-A16B1BFAC33F}" presName="aSpace2" presStyleCnt="0"/>
      <dgm:spPr/>
    </dgm:pt>
    <dgm:pt modelId="{FF0E516F-081E-41C8-B8ED-64A38343E3E2}" type="pres">
      <dgm:prSet presAssocID="{27D69948-8162-4FFB-B902-FE5EFCB1FFAE}" presName="childNode" presStyleLbl="node1" presStyleIdx="14" presStyleCnt="19">
        <dgm:presLayoutVars>
          <dgm:bulletEnabled val="1"/>
        </dgm:presLayoutVars>
      </dgm:prSet>
      <dgm:spPr/>
      <dgm:t>
        <a:bodyPr/>
        <a:lstStyle/>
        <a:p>
          <a:endParaRPr lang="en-US"/>
        </a:p>
      </dgm:t>
    </dgm:pt>
    <dgm:pt modelId="{F3043B5F-33CF-4032-A7AD-1BB7A9A695DB}" type="pres">
      <dgm:prSet presAssocID="{27D69948-8162-4FFB-B902-FE5EFCB1FFAE}" presName="aSpace2" presStyleCnt="0"/>
      <dgm:spPr/>
    </dgm:pt>
    <dgm:pt modelId="{F8FAC9F1-8A8F-4322-B684-CB1ECA78F70D}" type="pres">
      <dgm:prSet presAssocID="{544196D8-FD31-4C52-8882-8BE10CD16F21}" presName="childNode" presStyleLbl="node1" presStyleIdx="15" presStyleCnt="19">
        <dgm:presLayoutVars>
          <dgm:bulletEnabled val="1"/>
        </dgm:presLayoutVars>
      </dgm:prSet>
      <dgm:spPr/>
      <dgm:t>
        <a:bodyPr/>
        <a:lstStyle/>
        <a:p>
          <a:endParaRPr lang="en-US"/>
        </a:p>
      </dgm:t>
    </dgm:pt>
    <dgm:pt modelId="{91EAD2CE-7612-4FCD-8534-9F84FC8F97FA}" type="pres">
      <dgm:prSet presAssocID="{9718B5E5-442D-4CD9-845F-345855051FC9}" presName="aSpace" presStyleCnt="0"/>
      <dgm:spPr/>
    </dgm:pt>
    <dgm:pt modelId="{3BF64DA7-92A7-43C0-A266-7B16FCFE56B2}" type="pres">
      <dgm:prSet presAssocID="{42B3828C-E1D6-4297-9BD2-6822D956DEE3}" presName="compNode" presStyleCnt="0"/>
      <dgm:spPr/>
    </dgm:pt>
    <dgm:pt modelId="{0684E77E-ACF6-422C-A554-FE8B54494A3E}" type="pres">
      <dgm:prSet presAssocID="{42B3828C-E1D6-4297-9BD2-6822D956DEE3}" presName="aNode" presStyleLbl="bgShp" presStyleIdx="3" presStyleCnt="4"/>
      <dgm:spPr/>
      <dgm:t>
        <a:bodyPr/>
        <a:lstStyle/>
        <a:p>
          <a:endParaRPr lang="en-US"/>
        </a:p>
      </dgm:t>
    </dgm:pt>
    <dgm:pt modelId="{9E09C86A-7BE8-44D7-AD41-D4BFB2017A6A}" type="pres">
      <dgm:prSet presAssocID="{42B3828C-E1D6-4297-9BD2-6822D956DEE3}" presName="textNode" presStyleLbl="bgShp" presStyleIdx="3" presStyleCnt="4"/>
      <dgm:spPr/>
      <dgm:t>
        <a:bodyPr/>
        <a:lstStyle/>
        <a:p>
          <a:endParaRPr lang="en-US"/>
        </a:p>
      </dgm:t>
    </dgm:pt>
    <dgm:pt modelId="{ACF5CA9D-9F73-43F9-866F-07DF0D2CA1BB}" type="pres">
      <dgm:prSet presAssocID="{42B3828C-E1D6-4297-9BD2-6822D956DEE3}" presName="compChildNode" presStyleCnt="0"/>
      <dgm:spPr/>
    </dgm:pt>
    <dgm:pt modelId="{1F4D1478-AC39-4459-B0B9-1266D3C04324}" type="pres">
      <dgm:prSet presAssocID="{42B3828C-E1D6-4297-9BD2-6822D956DEE3}" presName="theInnerList" presStyleCnt="0"/>
      <dgm:spPr/>
    </dgm:pt>
    <dgm:pt modelId="{7823F793-9DD6-4622-A34D-FAE1DB86A7B3}" type="pres">
      <dgm:prSet presAssocID="{B7CE5DD2-2CFD-418B-BD87-747978042C97}" presName="childNode" presStyleLbl="node1" presStyleIdx="16" presStyleCnt="19">
        <dgm:presLayoutVars>
          <dgm:bulletEnabled val="1"/>
        </dgm:presLayoutVars>
      </dgm:prSet>
      <dgm:spPr/>
      <dgm:t>
        <a:bodyPr/>
        <a:lstStyle/>
        <a:p>
          <a:endParaRPr lang="en-US"/>
        </a:p>
      </dgm:t>
    </dgm:pt>
    <dgm:pt modelId="{177348A7-EB38-4CDF-8601-0C87DCA12997}" type="pres">
      <dgm:prSet presAssocID="{B7CE5DD2-2CFD-418B-BD87-747978042C97}" presName="aSpace2" presStyleCnt="0"/>
      <dgm:spPr/>
    </dgm:pt>
    <dgm:pt modelId="{51E32F3A-3F09-4A25-B51D-51C7245B56CF}" type="pres">
      <dgm:prSet presAssocID="{137C23AE-505D-4F76-937A-2D8A8C69E477}" presName="childNode" presStyleLbl="node1" presStyleIdx="17" presStyleCnt="19">
        <dgm:presLayoutVars>
          <dgm:bulletEnabled val="1"/>
        </dgm:presLayoutVars>
      </dgm:prSet>
      <dgm:spPr/>
      <dgm:t>
        <a:bodyPr/>
        <a:lstStyle/>
        <a:p>
          <a:endParaRPr lang="en-US"/>
        </a:p>
      </dgm:t>
    </dgm:pt>
    <dgm:pt modelId="{92451C90-F209-4B4D-BD77-F4AA2C34DA0F}" type="pres">
      <dgm:prSet presAssocID="{137C23AE-505D-4F76-937A-2D8A8C69E477}" presName="aSpace2" presStyleCnt="0"/>
      <dgm:spPr/>
    </dgm:pt>
    <dgm:pt modelId="{2C3F6589-B354-4FBF-AE4E-61EF92645AF7}" type="pres">
      <dgm:prSet presAssocID="{01B7E111-CF4F-43EB-BF2B-7D4412B4D41E}" presName="childNode" presStyleLbl="node1" presStyleIdx="18" presStyleCnt="19">
        <dgm:presLayoutVars>
          <dgm:bulletEnabled val="1"/>
        </dgm:presLayoutVars>
      </dgm:prSet>
      <dgm:spPr/>
      <dgm:t>
        <a:bodyPr/>
        <a:lstStyle/>
        <a:p>
          <a:endParaRPr lang="en-US"/>
        </a:p>
      </dgm:t>
    </dgm:pt>
  </dgm:ptLst>
  <dgm:cxnLst>
    <dgm:cxn modelId="{88C55BE4-2FCF-4A22-AF5E-F1C546F95694}" type="presOf" srcId="{F1BFFD6F-DAF5-4917-9ABE-EB40FFA70D9B}" destId="{15DC23D0-84D6-4DEB-A748-FF1D0B54CB8C}" srcOrd="1" destOrd="0" presId="urn:microsoft.com/office/officeart/2005/8/layout/lProcess2"/>
    <dgm:cxn modelId="{FFEE00B7-B56D-4F1A-AB26-75F844E20260}" srcId="{780267AE-D774-4A99-AC28-BA7D6CEF0411}" destId="{8CD77093-DB19-42B0-AB62-1DD790871A7D}" srcOrd="1" destOrd="0" parTransId="{2595581C-D0BE-48D5-B228-DFC313B47749}" sibTransId="{31388DAD-DECF-45C1-B0EF-004A1D620DAD}"/>
    <dgm:cxn modelId="{052E801E-D446-40D5-8B6D-8C5B9413FD6B}" srcId="{42B3828C-E1D6-4297-9BD2-6822D956DEE3}" destId="{01B7E111-CF4F-43EB-BF2B-7D4412B4D41E}" srcOrd="2" destOrd="0" parTransId="{E5CF8275-5CC1-4EAD-A294-6974EC84946F}" sibTransId="{244A2171-3EDD-4584-84FF-B13F4601D08D}"/>
    <dgm:cxn modelId="{880F701B-681F-4A5D-B294-8FCECA2D89B3}" srcId="{5AEE7B96-B445-4CA4-9494-35D8F79C276E}" destId="{780267AE-D774-4A99-AC28-BA7D6CEF0411}" srcOrd="0" destOrd="0" parTransId="{6C1C5F65-7126-4A98-AA3A-C9EE25EFBDCB}" sibTransId="{FEA35F3F-9FB8-4F77-B1D9-44C46D5F174B}"/>
    <dgm:cxn modelId="{0C7F6FC1-D0D9-4F24-B145-1F5024E0FC4B}" type="presOf" srcId="{D5A61F28-2A41-4848-A831-AD892D2CB4F1}" destId="{9C2AD0D4-8A95-4D87-96EF-B0FA9DCE0972}" srcOrd="0" destOrd="0" presId="urn:microsoft.com/office/officeart/2005/8/layout/lProcess2"/>
    <dgm:cxn modelId="{EAE8886D-CF8D-4346-838D-81206676CE95}" srcId="{F1BFFD6F-DAF5-4917-9ABE-EB40FFA70D9B}" destId="{4C90EF0C-DC9C-43C4-8686-01C39871BB72}" srcOrd="1" destOrd="0" parTransId="{3881B25A-7029-48ED-96B2-031596D84CD5}" sibTransId="{423E3DBD-987E-4CE5-9A97-8636A1D7F674}"/>
    <dgm:cxn modelId="{EE342769-89EB-4C42-92F1-388C05ACE831}" type="presOf" srcId="{137C23AE-505D-4F76-937A-2D8A8C69E477}" destId="{51E32F3A-3F09-4A25-B51D-51C7245B56CF}" srcOrd="0" destOrd="0" presId="urn:microsoft.com/office/officeart/2005/8/layout/lProcess2"/>
    <dgm:cxn modelId="{218269A2-F102-4A32-9570-30A3E0A944AF}" srcId="{780267AE-D774-4A99-AC28-BA7D6CEF0411}" destId="{0ED38168-EACE-46A4-884F-99C411CE3947}" srcOrd="3" destOrd="0" parTransId="{47EE1EF5-5E51-462B-B6E7-762FBAC0E43A}" sibTransId="{692A4ED9-8155-4F50-9FC3-FD58AD4FD92A}"/>
    <dgm:cxn modelId="{1747ACD9-43BD-49EE-8C35-5BE63A19C22C}" type="presOf" srcId="{780267AE-D774-4A99-AC28-BA7D6CEF0411}" destId="{EA477CC1-18FA-4854-9C94-430BD3A3B80A}" srcOrd="1" destOrd="0" presId="urn:microsoft.com/office/officeart/2005/8/layout/lProcess2"/>
    <dgm:cxn modelId="{DB62F62E-6B53-4322-AC67-31ED23C1FE29}" type="presOf" srcId="{16DE7894-292E-4782-A321-9634F66E1895}" destId="{000FA8A9-0CA0-41DB-9F2B-650632892C88}" srcOrd="0" destOrd="0" presId="urn:microsoft.com/office/officeart/2005/8/layout/lProcess2"/>
    <dgm:cxn modelId="{0818291B-F67D-486B-AB48-8DDD1C362BB1}" srcId="{F1BFFD6F-DAF5-4917-9ABE-EB40FFA70D9B}" destId="{F0A4BA57-392B-4D4E-90B6-DCF4520BFF42}" srcOrd="0" destOrd="0" parTransId="{8B5DBCDC-194C-47DA-BB24-220073D52568}" sibTransId="{45955DE9-84BE-452F-89B4-280EB01586A6}"/>
    <dgm:cxn modelId="{66D178A3-D4A2-4F23-B5F5-69681F5329E0}" type="presOf" srcId="{42B3828C-E1D6-4297-9BD2-6822D956DEE3}" destId="{9E09C86A-7BE8-44D7-AD41-D4BFB2017A6A}" srcOrd="1" destOrd="0" presId="urn:microsoft.com/office/officeart/2005/8/layout/lProcess2"/>
    <dgm:cxn modelId="{CEA3F2A4-8ABF-4AEC-B9D5-3DAB0DE5F48F}" type="presOf" srcId="{B7CE5DD2-2CFD-418B-BD87-747978042C97}" destId="{7823F793-9DD6-4622-A34D-FAE1DB86A7B3}" srcOrd="0" destOrd="0" presId="urn:microsoft.com/office/officeart/2005/8/layout/lProcess2"/>
    <dgm:cxn modelId="{09381843-8D42-49BA-A722-0F5E0FA289D2}" type="presOf" srcId="{42B3828C-E1D6-4297-9BD2-6822D956DEE3}" destId="{0684E77E-ACF6-422C-A554-FE8B54494A3E}" srcOrd="0" destOrd="0" presId="urn:microsoft.com/office/officeart/2005/8/layout/lProcess2"/>
    <dgm:cxn modelId="{557A68B2-8961-4E73-8673-0E789AE5D115}" srcId="{9718B5E5-442D-4CD9-845F-345855051FC9}" destId="{27D69948-8162-4FFB-B902-FE5EFCB1FFAE}" srcOrd="2" destOrd="0" parTransId="{0E25F339-4F4F-4BB0-89CA-723B34C5861A}" sibTransId="{5FEBBAE7-25DF-4366-B47E-4A05FC91B0A1}"/>
    <dgm:cxn modelId="{5CC2F540-991F-4E5C-8521-A1512FE8DD58}" type="presOf" srcId="{22A9CD5A-7E9B-4CBA-9366-13A1730BA742}" destId="{C5A54FB1-4A63-4C61-9F64-66FF967A47C8}" srcOrd="0" destOrd="0" presId="urn:microsoft.com/office/officeart/2005/8/layout/lProcess2"/>
    <dgm:cxn modelId="{C06188FE-DCD9-4493-9E7F-CE21FA8A123D}" type="presOf" srcId="{F1BFFD6F-DAF5-4917-9ABE-EB40FFA70D9B}" destId="{013E69AA-8588-4BA8-A478-761690B4C37A}" srcOrd="0" destOrd="0" presId="urn:microsoft.com/office/officeart/2005/8/layout/lProcess2"/>
    <dgm:cxn modelId="{775DE79D-E8D8-4D10-AA7E-A7F065033712}" type="presOf" srcId="{0ED38168-EACE-46A4-884F-99C411CE3947}" destId="{A01FF58A-11B7-4A67-8098-0E6BA679E0F6}" srcOrd="0" destOrd="0" presId="urn:microsoft.com/office/officeart/2005/8/layout/lProcess2"/>
    <dgm:cxn modelId="{86BFEB13-F503-4E54-B6DB-BF1D7C9EE131}" type="presOf" srcId="{8CD77093-DB19-42B0-AB62-1DD790871A7D}" destId="{66C6208C-2146-4FC1-9FF6-97C57449E84C}" srcOrd="0" destOrd="0" presId="urn:microsoft.com/office/officeart/2005/8/layout/lProcess2"/>
    <dgm:cxn modelId="{BF684386-7795-4577-A1C2-41D907993913}" srcId="{F1BFFD6F-DAF5-4917-9ABE-EB40FFA70D9B}" destId="{524D1368-F6E3-4A1E-98DB-379769A3ADEA}" srcOrd="3" destOrd="0" parTransId="{47596DB3-DE03-43E7-80AC-73105DDF3F65}" sibTransId="{9793C0EF-4824-4A6C-817A-5B1AFCA75011}"/>
    <dgm:cxn modelId="{0166722E-7A3B-4DF1-B815-13FB93F442C4}" type="presOf" srcId="{9718B5E5-442D-4CD9-845F-345855051FC9}" destId="{38A8E333-D359-4964-B151-D4009DB594C9}" srcOrd="0" destOrd="0" presId="urn:microsoft.com/office/officeart/2005/8/layout/lProcess2"/>
    <dgm:cxn modelId="{C7B9FD8C-B2B5-44E4-8DF6-AFE21DB8C6D1}" srcId="{5AEE7B96-B445-4CA4-9494-35D8F79C276E}" destId="{42B3828C-E1D6-4297-9BD2-6822D956DEE3}" srcOrd="3" destOrd="0" parTransId="{9B196850-78A7-4165-BA65-E1544B99C66D}" sibTransId="{6B50FD74-73C8-47ED-99E8-9CF7B9B16459}"/>
    <dgm:cxn modelId="{4C9E2CFF-28B3-4CB9-8E0B-67711CA3B2D7}" srcId="{9718B5E5-442D-4CD9-845F-345855051FC9}" destId="{0E149C5A-08DC-41E9-9799-A16B1BFAC33F}" srcOrd="1" destOrd="0" parTransId="{06018941-73E0-4FC1-8CBB-45D9C46208AC}" sibTransId="{6E4FB70C-863C-4F27-A4B7-737AADD04487}"/>
    <dgm:cxn modelId="{6E8CA6C3-3270-429C-8C36-D0117F2BA473}" type="presOf" srcId="{27D69948-8162-4FFB-B902-FE5EFCB1FFAE}" destId="{FF0E516F-081E-41C8-B8ED-64A38343E3E2}" srcOrd="0" destOrd="0" presId="urn:microsoft.com/office/officeart/2005/8/layout/lProcess2"/>
    <dgm:cxn modelId="{7C5BD63A-50E2-474B-982F-AF92943D80FF}" type="presOf" srcId="{780267AE-D774-4A99-AC28-BA7D6CEF0411}" destId="{6395AC83-3105-4B7F-8072-ADC17D57DA63}" srcOrd="0" destOrd="0" presId="urn:microsoft.com/office/officeart/2005/8/layout/lProcess2"/>
    <dgm:cxn modelId="{3C44C2C4-792E-4DCA-A899-1CDF21730038}" type="presOf" srcId="{4C90EF0C-DC9C-43C4-8686-01C39871BB72}" destId="{81713CD6-6597-4015-9553-D0D558E0DF5E}" srcOrd="0" destOrd="0" presId="urn:microsoft.com/office/officeart/2005/8/layout/lProcess2"/>
    <dgm:cxn modelId="{572ABCDF-12D5-49ED-A21D-0DD7908D4A30}" srcId="{5AEE7B96-B445-4CA4-9494-35D8F79C276E}" destId="{F1BFFD6F-DAF5-4917-9ABE-EB40FFA70D9B}" srcOrd="1" destOrd="0" parTransId="{31E2ABE0-96D8-4944-AC1C-CEBFDD112F37}" sibTransId="{EF7FE965-A4F9-4F25-BF32-655CDB0CC2A8}"/>
    <dgm:cxn modelId="{224CFB85-6081-454C-A5AA-E61A1559C6D4}" srcId="{42B3828C-E1D6-4297-9BD2-6822D956DEE3}" destId="{B7CE5DD2-2CFD-418B-BD87-747978042C97}" srcOrd="0" destOrd="0" parTransId="{1FA741A2-3F92-4FA7-83D3-BC89E545511E}" sibTransId="{98037D3E-6B31-46B1-A4DF-7386978C072F}"/>
    <dgm:cxn modelId="{3D0E9B67-1E39-45A2-BA9E-3514DB1F3FE1}" srcId="{F1BFFD6F-DAF5-4917-9ABE-EB40FFA70D9B}" destId="{22A9CD5A-7E9B-4CBA-9366-13A1730BA742}" srcOrd="5" destOrd="0" parTransId="{3D673CA7-187D-4165-BDA8-62CCAD384966}" sibTransId="{1AFC9CFD-5BAB-4C7C-A8A7-C525E632A53B}"/>
    <dgm:cxn modelId="{55C554DC-AB37-4A20-A209-0599F2FB2771}" srcId="{780267AE-D774-4A99-AC28-BA7D6CEF0411}" destId="{16DE7894-292E-4782-A321-9634F66E1895}" srcOrd="2" destOrd="0" parTransId="{54A6E968-77E6-43BD-9972-EAB89B38FD7C}" sibTransId="{422E652C-1833-4F43-A961-446BF07836D2}"/>
    <dgm:cxn modelId="{71F75339-1312-40D0-BEDC-A7C5EB112AD3}" srcId="{780267AE-D774-4A99-AC28-BA7D6CEF0411}" destId="{36381613-6E6A-421F-AA23-EFACCE7EAB6B}" srcOrd="4" destOrd="0" parTransId="{74FAEA39-53F9-4FC7-B833-A55CD9D9F114}" sibTransId="{ADECE045-9B18-42C1-A3CB-511E9499DB1A}"/>
    <dgm:cxn modelId="{9B31FCB0-F85B-4FFC-BD54-94B47BCB06ED}" srcId="{9718B5E5-442D-4CD9-845F-345855051FC9}" destId="{587588A5-EC11-4787-BFDF-8E0B810957DA}" srcOrd="0" destOrd="0" parTransId="{55BC6A2E-DCC5-43F5-9CE7-0D2E1CB96C33}" sibTransId="{203F662A-7897-4AEA-94BA-43E7EE9791C1}"/>
    <dgm:cxn modelId="{311A0ACB-1F9A-411D-8964-62C760973E55}" srcId="{780267AE-D774-4A99-AC28-BA7D6CEF0411}" destId="{D5A61F28-2A41-4848-A831-AD892D2CB4F1}" srcOrd="5" destOrd="0" parTransId="{6DF3CC7A-6503-4B48-A58E-F49214BFDAC0}" sibTransId="{D9D42864-D2A5-46B9-8181-AF15143D79EB}"/>
    <dgm:cxn modelId="{7B1D915C-01EF-4757-82B1-87D66503FE30}" srcId="{5AEE7B96-B445-4CA4-9494-35D8F79C276E}" destId="{9718B5E5-442D-4CD9-845F-345855051FC9}" srcOrd="2" destOrd="0" parTransId="{A51D370D-E4C5-4CDB-8204-08E9D0118CAB}" sibTransId="{6A1EC198-33EF-42D1-97F0-C0B46E97C808}"/>
    <dgm:cxn modelId="{07D7BEBE-28B5-4F13-BE33-C324641F6449}" srcId="{9718B5E5-442D-4CD9-845F-345855051FC9}" destId="{544196D8-FD31-4C52-8882-8BE10CD16F21}" srcOrd="3" destOrd="0" parTransId="{0341D520-F105-4DC9-9C84-E0C68ADBC25B}" sibTransId="{693F2594-70C1-4585-A56B-4C6F1829CFC4}"/>
    <dgm:cxn modelId="{4C04AC0D-06D6-4493-8888-20188F22D46C}" type="presOf" srcId="{587588A5-EC11-4787-BFDF-8E0B810957DA}" destId="{4B53C037-2C75-4B35-86AA-291F9137A5FB}" srcOrd="0" destOrd="0" presId="urn:microsoft.com/office/officeart/2005/8/layout/lProcess2"/>
    <dgm:cxn modelId="{89739590-7430-465E-BE0B-0D0D0FED9AC5}" srcId="{780267AE-D774-4A99-AC28-BA7D6CEF0411}" destId="{DC9DEEBB-A7E6-4750-A202-037DB4652182}" srcOrd="0" destOrd="0" parTransId="{D11DFA56-DFD1-46EA-AF0E-0A60212D6E5E}" sibTransId="{A3D8F3BA-3F02-4287-BB53-654CC953ACC9}"/>
    <dgm:cxn modelId="{0A1D8212-B044-49A7-835C-59342E87E0AD}" type="presOf" srcId="{01B7E111-CF4F-43EB-BF2B-7D4412B4D41E}" destId="{2C3F6589-B354-4FBF-AE4E-61EF92645AF7}" srcOrd="0" destOrd="0" presId="urn:microsoft.com/office/officeart/2005/8/layout/lProcess2"/>
    <dgm:cxn modelId="{89984B17-77B7-4811-8DDE-C1D4BAF564D6}" type="presOf" srcId="{524D1368-F6E3-4A1E-98DB-379769A3ADEA}" destId="{89111148-9DE7-4606-867D-5AAD0B5A565B}" srcOrd="0" destOrd="0" presId="urn:microsoft.com/office/officeart/2005/8/layout/lProcess2"/>
    <dgm:cxn modelId="{71CB1BEB-D305-4A18-BACA-73FE6A440A55}" type="presOf" srcId="{5AEE7B96-B445-4CA4-9494-35D8F79C276E}" destId="{ABA22380-6510-40EE-8329-D11565D082C8}" srcOrd="0" destOrd="0" presId="urn:microsoft.com/office/officeart/2005/8/layout/lProcess2"/>
    <dgm:cxn modelId="{84409E00-B602-468C-8C56-A5C107F66779}" srcId="{F1BFFD6F-DAF5-4917-9ABE-EB40FFA70D9B}" destId="{2F2B4C68-E388-4F05-9BD0-C20F93D1E944}" srcOrd="4" destOrd="0" parTransId="{3A8A4B71-AD3D-4FF6-BFB2-62CBDB38822B}" sibTransId="{62F2D41A-7822-4059-B36D-A88676907126}"/>
    <dgm:cxn modelId="{4947319E-4E00-427D-AFC6-7BD81B843980}" type="presOf" srcId="{36381613-6E6A-421F-AA23-EFACCE7EAB6B}" destId="{554DED63-660F-405B-97D6-0464A4D41D2D}" srcOrd="0" destOrd="0" presId="urn:microsoft.com/office/officeart/2005/8/layout/lProcess2"/>
    <dgm:cxn modelId="{CE6B5811-32ED-4B95-806B-51AC4E188FA1}" type="presOf" srcId="{F0A4BA57-392B-4D4E-90B6-DCF4520BFF42}" destId="{5DF1D485-BF62-47CA-94A8-1DE5E971D656}" srcOrd="0" destOrd="0" presId="urn:microsoft.com/office/officeart/2005/8/layout/lProcess2"/>
    <dgm:cxn modelId="{8BD05A15-A018-49F9-A1F7-629A8C97D53B}" type="presOf" srcId="{AB3F8A43-A839-44B6-A064-59CE1E1FC8B1}" destId="{C8D14B25-BD1E-4ACA-90BA-BE30D43AFD85}" srcOrd="0" destOrd="0" presId="urn:microsoft.com/office/officeart/2005/8/layout/lProcess2"/>
    <dgm:cxn modelId="{496CFF6F-F064-4304-914F-C047BB26254B}" type="presOf" srcId="{0E149C5A-08DC-41E9-9799-A16B1BFAC33F}" destId="{A31928E9-BF7E-4781-82A7-F37401153FF2}" srcOrd="0" destOrd="0" presId="urn:microsoft.com/office/officeart/2005/8/layout/lProcess2"/>
    <dgm:cxn modelId="{CECB5616-A58A-4409-B80F-1431268D9FA0}" srcId="{F1BFFD6F-DAF5-4917-9ABE-EB40FFA70D9B}" destId="{AB3F8A43-A839-44B6-A064-59CE1E1FC8B1}" srcOrd="2" destOrd="0" parTransId="{A0AA082A-BE39-4969-8166-1FC970CA9CD7}" sibTransId="{778427A2-F103-467C-95A8-493286065EDF}"/>
    <dgm:cxn modelId="{A702E756-419F-4B47-8CF2-5C55FD1C3AB5}" type="presOf" srcId="{9718B5E5-442D-4CD9-845F-345855051FC9}" destId="{6A32D011-7163-4B96-A094-CB9F2D1BB073}" srcOrd="1" destOrd="0" presId="urn:microsoft.com/office/officeart/2005/8/layout/lProcess2"/>
    <dgm:cxn modelId="{8F4B8BAF-E9AB-4CDE-AA93-F38D940DCBE0}" srcId="{42B3828C-E1D6-4297-9BD2-6822D956DEE3}" destId="{137C23AE-505D-4F76-937A-2D8A8C69E477}" srcOrd="1" destOrd="0" parTransId="{BE0AD276-9A30-46BD-A7D8-D8C787958CA3}" sibTransId="{41178690-2563-4BE8-BB8B-7B4E0DBFF039}"/>
    <dgm:cxn modelId="{BEBEBE00-0CDE-49B9-8F73-27D91CC39AE8}" type="presOf" srcId="{DC9DEEBB-A7E6-4750-A202-037DB4652182}" destId="{5D2086E8-6B3B-40EF-9D8A-CC97943C3C4E}" srcOrd="0" destOrd="0" presId="urn:microsoft.com/office/officeart/2005/8/layout/lProcess2"/>
    <dgm:cxn modelId="{C488A758-2A00-4EB1-9696-26A821D4BEF0}" type="presOf" srcId="{544196D8-FD31-4C52-8882-8BE10CD16F21}" destId="{F8FAC9F1-8A8F-4322-B684-CB1ECA78F70D}" srcOrd="0" destOrd="0" presId="urn:microsoft.com/office/officeart/2005/8/layout/lProcess2"/>
    <dgm:cxn modelId="{FE0854B3-3284-4A29-B758-BE1757EC4E27}" type="presOf" srcId="{2F2B4C68-E388-4F05-9BD0-C20F93D1E944}" destId="{7AE870E3-C562-47C0-A2C0-52E159FBBBA3}" srcOrd="0" destOrd="0" presId="urn:microsoft.com/office/officeart/2005/8/layout/lProcess2"/>
    <dgm:cxn modelId="{825A85E2-711B-482B-B779-EEA323FB4980}" type="presParOf" srcId="{ABA22380-6510-40EE-8329-D11565D082C8}" destId="{78E5717E-91A9-49A6-939D-D8500CCBB4C0}" srcOrd="0" destOrd="0" presId="urn:microsoft.com/office/officeart/2005/8/layout/lProcess2"/>
    <dgm:cxn modelId="{5A870F86-A5E7-4308-8B0A-A073B94B7FD2}" type="presParOf" srcId="{78E5717E-91A9-49A6-939D-D8500CCBB4C0}" destId="{6395AC83-3105-4B7F-8072-ADC17D57DA63}" srcOrd="0" destOrd="0" presId="urn:microsoft.com/office/officeart/2005/8/layout/lProcess2"/>
    <dgm:cxn modelId="{4304ABBD-7DBC-4852-96D6-F62CF1A50C1F}" type="presParOf" srcId="{78E5717E-91A9-49A6-939D-D8500CCBB4C0}" destId="{EA477CC1-18FA-4854-9C94-430BD3A3B80A}" srcOrd="1" destOrd="0" presId="urn:microsoft.com/office/officeart/2005/8/layout/lProcess2"/>
    <dgm:cxn modelId="{19C2EE7A-07DA-4D90-BC4D-A99C138B08DC}" type="presParOf" srcId="{78E5717E-91A9-49A6-939D-D8500CCBB4C0}" destId="{E2E4E298-9BC4-479E-8B53-483AF148668B}" srcOrd="2" destOrd="0" presId="urn:microsoft.com/office/officeart/2005/8/layout/lProcess2"/>
    <dgm:cxn modelId="{6A33E430-F427-47B0-A8CD-491625148F42}" type="presParOf" srcId="{E2E4E298-9BC4-479E-8B53-483AF148668B}" destId="{8B304198-F3BF-4BF9-A9E1-4B0644E38A73}" srcOrd="0" destOrd="0" presId="urn:microsoft.com/office/officeart/2005/8/layout/lProcess2"/>
    <dgm:cxn modelId="{A2DAA09E-07E3-45F6-87AC-A9A0F8777AAC}" type="presParOf" srcId="{8B304198-F3BF-4BF9-A9E1-4B0644E38A73}" destId="{5D2086E8-6B3B-40EF-9D8A-CC97943C3C4E}" srcOrd="0" destOrd="0" presId="urn:microsoft.com/office/officeart/2005/8/layout/lProcess2"/>
    <dgm:cxn modelId="{2684B8A1-DA26-4ADF-8032-336B063148CA}" type="presParOf" srcId="{8B304198-F3BF-4BF9-A9E1-4B0644E38A73}" destId="{C34C1630-5A73-48A6-99E6-F54C8B7DB53A}" srcOrd="1" destOrd="0" presId="urn:microsoft.com/office/officeart/2005/8/layout/lProcess2"/>
    <dgm:cxn modelId="{D5FC2475-A06D-4F41-90E2-9CABA981F5C8}" type="presParOf" srcId="{8B304198-F3BF-4BF9-A9E1-4B0644E38A73}" destId="{66C6208C-2146-4FC1-9FF6-97C57449E84C}" srcOrd="2" destOrd="0" presId="urn:microsoft.com/office/officeart/2005/8/layout/lProcess2"/>
    <dgm:cxn modelId="{969BD889-8239-4B69-8DCD-0A69E2DE0301}" type="presParOf" srcId="{8B304198-F3BF-4BF9-A9E1-4B0644E38A73}" destId="{DF48AE07-A6BE-44D5-B904-B8A857BD8235}" srcOrd="3" destOrd="0" presId="urn:microsoft.com/office/officeart/2005/8/layout/lProcess2"/>
    <dgm:cxn modelId="{5B42564B-156F-43CC-B927-D2B1D9ECC1AA}" type="presParOf" srcId="{8B304198-F3BF-4BF9-A9E1-4B0644E38A73}" destId="{000FA8A9-0CA0-41DB-9F2B-650632892C88}" srcOrd="4" destOrd="0" presId="urn:microsoft.com/office/officeart/2005/8/layout/lProcess2"/>
    <dgm:cxn modelId="{BE469E58-F928-474F-84F1-3EBA657B20FF}" type="presParOf" srcId="{8B304198-F3BF-4BF9-A9E1-4B0644E38A73}" destId="{C3AB9C6E-FB7A-4B89-A3AC-461FD2B965F7}" srcOrd="5" destOrd="0" presId="urn:microsoft.com/office/officeart/2005/8/layout/lProcess2"/>
    <dgm:cxn modelId="{63694A82-34B2-4478-A4FB-2EB375F229FA}" type="presParOf" srcId="{8B304198-F3BF-4BF9-A9E1-4B0644E38A73}" destId="{A01FF58A-11B7-4A67-8098-0E6BA679E0F6}" srcOrd="6" destOrd="0" presId="urn:microsoft.com/office/officeart/2005/8/layout/lProcess2"/>
    <dgm:cxn modelId="{322D823A-C949-461B-859A-B98FDE9A5544}" type="presParOf" srcId="{8B304198-F3BF-4BF9-A9E1-4B0644E38A73}" destId="{8845EA6D-7928-4172-AF47-5CB82CF1D020}" srcOrd="7" destOrd="0" presId="urn:microsoft.com/office/officeart/2005/8/layout/lProcess2"/>
    <dgm:cxn modelId="{35A33D63-CA5D-41D1-A648-CFC70DF4C23F}" type="presParOf" srcId="{8B304198-F3BF-4BF9-A9E1-4B0644E38A73}" destId="{554DED63-660F-405B-97D6-0464A4D41D2D}" srcOrd="8" destOrd="0" presId="urn:microsoft.com/office/officeart/2005/8/layout/lProcess2"/>
    <dgm:cxn modelId="{60194366-2F2B-4449-B116-76502932FBBD}" type="presParOf" srcId="{8B304198-F3BF-4BF9-A9E1-4B0644E38A73}" destId="{7E4435F9-7803-42D0-BE5C-D0C26C2E4061}" srcOrd="9" destOrd="0" presId="urn:microsoft.com/office/officeart/2005/8/layout/lProcess2"/>
    <dgm:cxn modelId="{A3FEC3B9-3DA5-41BB-9BE0-D4265E34473D}" type="presParOf" srcId="{8B304198-F3BF-4BF9-A9E1-4B0644E38A73}" destId="{9C2AD0D4-8A95-4D87-96EF-B0FA9DCE0972}" srcOrd="10" destOrd="0" presId="urn:microsoft.com/office/officeart/2005/8/layout/lProcess2"/>
    <dgm:cxn modelId="{E367D1F8-D880-44B7-894E-AA99D71CF06A}" type="presParOf" srcId="{ABA22380-6510-40EE-8329-D11565D082C8}" destId="{CBEE3B64-3890-445F-89AE-E37387FB134B}" srcOrd="1" destOrd="0" presId="urn:microsoft.com/office/officeart/2005/8/layout/lProcess2"/>
    <dgm:cxn modelId="{1AC3AEB3-27C6-4BF2-BC8E-D3742F945B1C}" type="presParOf" srcId="{ABA22380-6510-40EE-8329-D11565D082C8}" destId="{AEB6A5AF-D243-447F-929D-2B23E44BBA2B}" srcOrd="2" destOrd="0" presId="urn:microsoft.com/office/officeart/2005/8/layout/lProcess2"/>
    <dgm:cxn modelId="{98E63E5C-81FB-407D-8EA1-D3CAF334677B}" type="presParOf" srcId="{AEB6A5AF-D243-447F-929D-2B23E44BBA2B}" destId="{013E69AA-8588-4BA8-A478-761690B4C37A}" srcOrd="0" destOrd="0" presId="urn:microsoft.com/office/officeart/2005/8/layout/lProcess2"/>
    <dgm:cxn modelId="{983EB234-0ECF-4A88-8923-5FE41A1688F7}" type="presParOf" srcId="{AEB6A5AF-D243-447F-929D-2B23E44BBA2B}" destId="{15DC23D0-84D6-4DEB-A748-FF1D0B54CB8C}" srcOrd="1" destOrd="0" presId="urn:microsoft.com/office/officeart/2005/8/layout/lProcess2"/>
    <dgm:cxn modelId="{D8E5DB13-41FF-49B3-9BDC-FD2800792EA2}" type="presParOf" srcId="{AEB6A5AF-D243-447F-929D-2B23E44BBA2B}" destId="{CCE3642B-E9A3-4F59-ABCB-F6FCA7E5FF42}" srcOrd="2" destOrd="0" presId="urn:microsoft.com/office/officeart/2005/8/layout/lProcess2"/>
    <dgm:cxn modelId="{C6087A73-EDFA-470D-8D42-B7A30143C285}" type="presParOf" srcId="{CCE3642B-E9A3-4F59-ABCB-F6FCA7E5FF42}" destId="{EDA27296-36A7-4AF4-BF86-845A2A5956D0}" srcOrd="0" destOrd="0" presId="urn:microsoft.com/office/officeart/2005/8/layout/lProcess2"/>
    <dgm:cxn modelId="{76E97E6E-995F-48F7-8AB3-5C7468E47EF5}" type="presParOf" srcId="{EDA27296-36A7-4AF4-BF86-845A2A5956D0}" destId="{5DF1D485-BF62-47CA-94A8-1DE5E971D656}" srcOrd="0" destOrd="0" presId="urn:microsoft.com/office/officeart/2005/8/layout/lProcess2"/>
    <dgm:cxn modelId="{2A5A8540-792F-4E1B-9040-3ACE066A5067}" type="presParOf" srcId="{EDA27296-36A7-4AF4-BF86-845A2A5956D0}" destId="{5FB625AE-1B1A-462E-8994-1195ABFF9674}" srcOrd="1" destOrd="0" presId="urn:microsoft.com/office/officeart/2005/8/layout/lProcess2"/>
    <dgm:cxn modelId="{CB71448E-5610-4D4E-8C68-0FD2153FF85B}" type="presParOf" srcId="{EDA27296-36A7-4AF4-BF86-845A2A5956D0}" destId="{81713CD6-6597-4015-9553-D0D558E0DF5E}" srcOrd="2" destOrd="0" presId="urn:microsoft.com/office/officeart/2005/8/layout/lProcess2"/>
    <dgm:cxn modelId="{C7B1E77C-720F-4B88-9705-3185C7F697CB}" type="presParOf" srcId="{EDA27296-36A7-4AF4-BF86-845A2A5956D0}" destId="{352E0914-CEA7-47F6-BC22-576E92705AA6}" srcOrd="3" destOrd="0" presId="urn:microsoft.com/office/officeart/2005/8/layout/lProcess2"/>
    <dgm:cxn modelId="{B80731C3-5936-4BEE-91E7-0EF3030E29DD}" type="presParOf" srcId="{EDA27296-36A7-4AF4-BF86-845A2A5956D0}" destId="{C8D14B25-BD1E-4ACA-90BA-BE30D43AFD85}" srcOrd="4" destOrd="0" presId="urn:microsoft.com/office/officeart/2005/8/layout/lProcess2"/>
    <dgm:cxn modelId="{6B2D1798-8985-46D4-BC68-F7C1694099D4}" type="presParOf" srcId="{EDA27296-36A7-4AF4-BF86-845A2A5956D0}" destId="{9D920EC0-04ED-4FB4-8011-3E26AD099AC8}" srcOrd="5" destOrd="0" presId="urn:microsoft.com/office/officeart/2005/8/layout/lProcess2"/>
    <dgm:cxn modelId="{C9CF9E78-886D-4E23-BBC0-EA2BF1BAC979}" type="presParOf" srcId="{EDA27296-36A7-4AF4-BF86-845A2A5956D0}" destId="{89111148-9DE7-4606-867D-5AAD0B5A565B}" srcOrd="6" destOrd="0" presId="urn:microsoft.com/office/officeart/2005/8/layout/lProcess2"/>
    <dgm:cxn modelId="{3F482A90-FA42-414D-8830-FF0986C74B47}" type="presParOf" srcId="{EDA27296-36A7-4AF4-BF86-845A2A5956D0}" destId="{F4136A2B-B38E-45F1-A165-44437299857C}" srcOrd="7" destOrd="0" presId="urn:microsoft.com/office/officeart/2005/8/layout/lProcess2"/>
    <dgm:cxn modelId="{05903B2A-0143-44C5-BE4E-E8F19F93AE9E}" type="presParOf" srcId="{EDA27296-36A7-4AF4-BF86-845A2A5956D0}" destId="{7AE870E3-C562-47C0-A2C0-52E159FBBBA3}" srcOrd="8" destOrd="0" presId="urn:microsoft.com/office/officeart/2005/8/layout/lProcess2"/>
    <dgm:cxn modelId="{E4DE04D9-F376-411B-8A1D-8DC0D6CB2794}" type="presParOf" srcId="{EDA27296-36A7-4AF4-BF86-845A2A5956D0}" destId="{6C5BDF3B-0C6F-4D60-B34A-2FB5060E1141}" srcOrd="9" destOrd="0" presId="urn:microsoft.com/office/officeart/2005/8/layout/lProcess2"/>
    <dgm:cxn modelId="{EFE6FE3B-4C71-4E4C-90F7-3BA2FC8B02B8}" type="presParOf" srcId="{EDA27296-36A7-4AF4-BF86-845A2A5956D0}" destId="{C5A54FB1-4A63-4C61-9F64-66FF967A47C8}" srcOrd="10" destOrd="0" presId="urn:microsoft.com/office/officeart/2005/8/layout/lProcess2"/>
    <dgm:cxn modelId="{7FEDED8C-CC8D-45FF-A2E8-E12F93BA44E6}" type="presParOf" srcId="{ABA22380-6510-40EE-8329-D11565D082C8}" destId="{823BCDA2-7B25-4325-A4C3-8185461C1F54}" srcOrd="3" destOrd="0" presId="urn:microsoft.com/office/officeart/2005/8/layout/lProcess2"/>
    <dgm:cxn modelId="{6F8F3002-3F93-416D-BD5E-AC9015F7FDB1}" type="presParOf" srcId="{ABA22380-6510-40EE-8329-D11565D082C8}" destId="{4AD44E37-0ECD-45AF-9FBF-B01028DC670D}" srcOrd="4" destOrd="0" presId="urn:microsoft.com/office/officeart/2005/8/layout/lProcess2"/>
    <dgm:cxn modelId="{2D4F8336-048C-43EB-B5F9-ED5E0CCA8D00}" type="presParOf" srcId="{4AD44E37-0ECD-45AF-9FBF-B01028DC670D}" destId="{38A8E333-D359-4964-B151-D4009DB594C9}" srcOrd="0" destOrd="0" presId="urn:microsoft.com/office/officeart/2005/8/layout/lProcess2"/>
    <dgm:cxn modelId="{58D27EC5-4BB6-4DDC-8BAD-EFE06D03AEAA}" type="presParOf" srcId="{4AD44E37-0ECD-45AF-9FBF-B01028DC670D}" destId="{6A32D011-7163-4B96-A094-CB9F2D1BB073}" srcOrd="1" destOrd="0" presId="urn:microsoft.com/office/officeart/2005/8/layout/lProcess2"/>
    <dgm:cxn modelId="{B5D33DF1-AB13-4381-85E6-5E21728AE433}" type="presParOf" srcId="{4AD44E37-0ECD-45AF-9FBF-B01028DC670D}" destId="{F175F7CA-4DF3-4A48-9EBF-02BD79200092}" srcOrd="2" destOrd="0" presId="urn:microsoft.com/office/officeart/2005/8/layout/lProcess2"/>
    <dgm:cxn modelId="{56A92694-2D93-4DFC-8BB3-E7F2D4AD5543}" type="presParOf" srcId="{F175F7CA-4DF3-4A48-9EBF-02BD79200092}" destId="{74DFD123-05E3-49E5-9F26-101D66D728DB}" srcOrd="0" destOrd="0" presId="urn:microsoft.com/office/officeart/2005/8/layout/lProcess2"/>
    <dgm:cxn modelId="{0F42AD71-2328-4C23-BF26-72BF54B3F110}" type="presParOf" srcId="{74DFD123-05E3-49E5-9F26-101D66D728DB}" destId="{4B53C037-2C75-4B35-86AA-291F9137A5FB}" srcOrd="0" destOrd="0" presId="urn:microsoft.com/office/officeart/2005/8/layout/lProcess2"/>
    <dgm:cxn modelId="{99075BB4-6F50-4D7F-A9BC-C5B0CB268359}" type="presParOf" srcId="{74DFD123-05E3-49E5-9F26-101D66D728DB}" destId="{CF0162B1-F3AF-4946-935A-E2B816CA3701}" srcOrd="1" destOrd="0" presId="urn:microsoft.com/office/officeart/2005/8/layout/lProcess2"/>
    <dgm:cxn modelId="{9DA3C2C9-9E01-4BE6-BBCD-B534E5F596E3}" type="presParOf" srcId="{74DFD123-05E3-49E5-9F26-101D66D728DB}" destId="{A31928E9-BF7E-4781-82A7-F37401153FF2}" srcOrd="2" destOrd="0" presId="urn:microsoft.com/office/officeart/2005/8/layout/lProcess2"/>
    <dgm:cxn modelId="{6B204737-E637-4670-98F9-64BB33EFDD61}" type="presParOf" srcId="{74DFD123-05E3-49E5-9F26-101D66D728DB}" destId="{C3B65153-5088-4E13-B1FD-F36E28250069}" srcOrd="3" destOrd="0" presId="urn:microsoft.com/office/officeart/2005/8/layout/lProcess2"/>
    <dgm:cxn modelId="{978C0510-216B-4252-B731-7BB7367D4278}" type="presParOf" srcId="{74DFD123-05E3-49E5-9F26-101D66D728DB}" destId="{FF0E516F-081E-41C8-B8ED-64A38343E3E2}" srcOrd="4" destOrd="0" presId="urn:microsoft.com/office/officeart/2005/8/layout/lProcess2"/>
    <dgm:cxn modelId="{6DE293CB-D301-4280-8CD9-C78DA4BF43CE}" type="presParOf" srcId="{74DFD123-05E3-49E5-9F26-101D66D728DB}" destId="{F3043B5F-33CF-4032-A7AD-1BB7A9A695DB}" srcOrd="5" destOrd="0" presId="urn:microsoft.com/office/officeart/2005/8/layout/lProcess2"/>
    <dgm:cxn modelId="{778579BD-017C-498D-BFD6-6CA39D768986}" type="presParOf" srcId="{74DFD123-05E3-49E5-9F26-101D66D728DB}" destId="{F8FAC9F1-8A8F-4322-B684-CB1ECA78F70D}" srcOrd="6" destOrd="0" presId="urn:microsoft.com/office/officeart/2005/8/layout/lProcess2"/>
    <dgm:cxn modelId="{9E51AB54-2378-4CDB-A74C-FF9760ABA669}" type="presParOf" srcId="{ABA22380-6510-40EE-8329-D11565D082C8}" destId="{91EAD2CE-7612-4FCD-8534-9F84FC8F97FA}" srcOrd="5" destOrd="0" presId="urn:microsoft.com/office/officeart/2005/8/layout/lProcess2"/>
    <dgm:cxn modelId="{B92A61A7-A9A2-4284-BF89-BED194FC0104}" type="presParOf" srcId="{ABA22380-6510-40EE-8329-D11565D082C8}" destId="{3BF64DA7-92A7-43C0-A266-7B16FCFE56B2}" srcOrd="6" destOrd="0" presId="urn:microsoft.com/office/officeart/2005/8/layout/lProcess2"/>
    <dgm:cxn modelId="{DE02E8FE-701B-4E7D-9B00-9B787F8C5C40}" type="presParOf" srcId="{3BF64DA7-92A7-43C0-A266-7B16FCFE56B2}" destId="{0684E77E-ACF6-422C-A554-FE8B54494A3E}" srcOrd="0" destOrd="0" presId="urn:microsoft.com/office/officeart/2005/8/layout/lProcess2"/>
    <dgm:cxn modelId="{CCA078E6-F078-43CC-91B1-2D8398C9DCA1}" type="presParOf" srcId="{3BF64DA7-92A7-43C0-A266-7B16FCFE56B2}" destId="{9E09C86A-7BE8-44D7-AD41-D4BFB2017A6A}" srcOrd="1" destOrd="0" presId="urn:microsoft.com/office/officeart/2005/8/layout/lProcess2"/>
    <dgm:cxn modelId="{9926C805-7D55-4020-9022-633859A7C4EE}" type="presParOf" srcId="{3BF64DA7-92A7-43C0-A266-7B16FCFE56B2}" destId="{ACF5CA9D-9F73-43F9-866F-07DF0D2CA1BB}" srcOrd="2" destOrd="0" presId="urn:microsoft.com/office/officeart/2005/8/layout/lProcess2"/>
    <dgm:cxn modelId="{032E7DE5-DF18-4350-B180-6CD7DC926356}" type="presParOf" srcId="{ACF5CA9D-9F73-43F9-866F-07DF0D2CA1BB}" destId="{1F4D1478-AC39-4459-B0B9-1266D3C04324}" srcOrd="0" destOrd="0" presId="urn:microsoft.com/office/officeart/2005/8/layout/lProcess2"/>
    <dgm:cxn modelId="{23CDBD7E-AF5E-4FC4-81A8-ED2E5685D799}" type="presParOf" srcId="{1F4D1478-AC39-4459-B0B9-1266D3C04324}" destId="{7823F793-9DD6-4622-A34D-FAE1DB86A7B3}" srcOrd="0" destOrd="0" presId="urn:microsoft.com/office/officeart/2005/8/layout/lProcess2"/>
    <dgm:cxn modelId="{17F3DA94-1EBC-404C-B0D2-9262E6146261}" type="presParOf" srcId="{1F4D1478-AC39-4459-B0B9-1266D3C04324}" destId="{177348A7-EB38-4CDF-8601-0C87DCA12997}" srcOrd="1" destOrd="0" presId="urn:microsoft.com/office/officeart/2005/8/layout/lProcess2"/>
    <dgm:cxn modelId="{BBB3CBBC-2934-48D9-BECF-F339BE79219F}" type="presParOf" srcId="{1F4D1478-AC39-4459-B0B9-1266D3C04324}" destId="{51E32F3A-3F09-4A25-B51D-51C7245B56CF}" srcOrd="2" destOrd="0" presId="urn:microsoft.com/office/officeart/2005/8/layout/lProcess2"/>
    <dgm:cxn modelId="{295CD3D6-3DFC-4ABF-9F2C-609190541B17}" type="presParOf" srcId="{1F4D1478-AC39-4459-B0B9-1266D3C04324}" destId="{92451C90-F209-4B4D-BD77-F4AA2C34DA0F}" srcOrd="3" destOrd="0" presId="urn:microsoft.com/office/officeart/2005/8/layout/lProcess2"/>
    <dgm:cxn modelId="{99B8687F-5D44-4F12-9F54-46C49B231C93}" type="presParOf" srcId="{1F4D1478-AC39-4459-B0B9-1266D3C04324}" destId="{2C3F6589-B354-4FBF-AE4E-61EF92645AF7}" srcOrd="4" destOrd="0" presId="urn:microsoft.com/office/officeart/2005/8/layout/lProcess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2F1C953-683D-4088-B683-ED0026710479}" type="doc">
      <dgm:prSet loTypeId="urn:microsoft.com/office/officeart/2005/8/layout/cycle2" loCatId="cycle" qsTypeId="urn:microsoft.com/office/officeart/2005/8/quickstyle/3d1" qsCatId="3D" csTypeId="urn:microsoft.com/office/officeart/2005/8/colors/accent0_3" csCatId="mainScheme" phldr="1"/>
      <dgm:spPr/>
      <dgm:t>
        <a:bodyPr/>
        <a:lstStyle/>
        <a:p>
          <a:endParaRPr lang="en-US"/>
        </a:p>
      </dgm:t>
    </dgm:pt>
    <dgm:pt modelId="{3F00EE7C-C6BF-4788-B495-EBC2D1355610}">
      <dgm:prSet phldrT="[Text]"/>
      <dgm:spPr/>
      <dgm:t>
        <a:bodyPr/>
        <a:lstStyle/>
        <a:p>
          <a:r>
            <a:rPr lang="en-US" dirty="0" smtClean="0"/>
            <a:t>Understand customer needs</a:t>
          </a:r>
          <a:endParaRPr lang="en-US" dirty="0"/>
        </a:p>
      </dgm:t>
    </dgm:pt>
    <dgm:pt modelId="{0CA1898E-7CCC-4A37-B4A9-27F9058C1944}" type="parTrans" cxnId="{02BB1136-E784-453C-B453-B61987C800AE}">
      <dgm:prSet/>
      <dgm:spPr/>
      <dgm:t>
        <a:bodyPr/>
        <a:lstStyle/>
        <a:p>
          <a:endParaRPr lang="en-US"/>
        </a:p>
      </dgm:t>
    </dgm:pt>
    <dgm:pt modelId="{4351AA6A-6588-437F-9EF1-00B7587CD630}" type="sibTrans" cxnId="{02BB1136-E784-453C-B453-B61987C800AE}">
      <dgm:prSet/>
      <dgm:spPr/>
      <dgm:t>
        <a:bodyPr/>
        <a:lstStyle/>
        <a:p>
          <a:endParaRPr lang="en-US"/>
        </a:p>
      </dgm:t>
    </dgm:pt>
    <dgm:pt modelId="{BDDA0868-A651-4628-AB31-E7599A9965E7}">
      <dgm:prSet phldrT="[Text]"/>
      <dgm:spPr/>
      <dgm:t>
        <a:bodyPr/>
        <a:lstStyle/>
        <a:p>
          <a:r>
            <a:rPr lang="en-US" dirty="0" smtClean="0"/>
            <a:t>Identify Opportunities</a:t>
          </a:r>
        </a:p>
        <a:p>
          <a:r>
            <a:rPr lang="en-US" dirty="0" smtClean="0"/>
            <a:t>(Prioritize)</a:t>
          </a:r>
          <a:endParaRPr lang="en-US" dirty="0"/>
        </a:p>
      </dgm:t>
    </dgm:pt>
    <dgm:pt modelId="{46EE4510-D58B-4B92-8E25-CCCFA2E5974D}" type="parTrans" cxnId="{AFFAF5DB-74F8-41F2-BB1D-81B2A9AE8579}">
      <dgm:prSet/>
      <dgm:spPr/>
      <dgm:t>
        <a:bodyPr/>
        <a:lstStyle/>
        <a:p>
          <a:endParaRPr lang="en-US"/>
        </a:p>
      </dgm:t>
    </dgm:pt>
    <dgm:pt modelId="{103F1819-1CB4-4050-9CD4-DC116FD69E7E}" type="sibTrans" cxnId="{AFFAF5DB-74F8-41F2-BB1D-81B2A9AE8579}">
      <dgm:prSet/>
      <dgm:spPr/>
      <dgm:t>
        <a:bodyPr/>
        <a:lstStyle/>
        <a:p>
          <a:endParaRPr lang="en-US"/>
        </a:p>
      </dgm:t>
    </dgm:pt>
    <dgm:pt modelId="{A6A0B341-5910-4101-87F9-FF5B1697CB52}">
      <dgm:prSet phldrT="[Text]"/>
      <dgm:spPr/>
      <dgm:t>
        <a:bodyPr/>
        <a:lstStyle/>
        <a:p>
          <a:r>
            <a:rPr lang="en-US" dirty="0" smtClean="0"/>
            <a:t>Generate ideas</a:t>
          </a:r>
        </a:p>
      </dgm:t>
    </dgm:pt>
    <dgm:pt modelId="{1CAB2EE6-E4BD-42EF-8C0D-1FBB84A3A124}" type="parTrans" cxnId="{750F00FB-98AC-4E39-9590-75185B6D607B}">
      <dgm:prSet/>
      <dgm:spPr/>
      <dgm:t>
        <a:bodyPr/>
        <a:lstStyle/>
        <a:p>
          <a:endParaRPr lang="en-US"/>
        </a:p>
      </dgm:t>
    </dgm:pt>
    <dgm:pt modelId="{761DD8F7-7F86-4D69-9099-717780D5516F}" type="sibTrans" cxnId="{750F00FB-98AC-4E39-9590-75185B6D607B}">
      <dgm:prSet/>
      <dgm:spPr/>
      <dgm:t>
        <a:bodyPr/>
        <a:lstStyle/>
        <a:p>
          <a:endParaRPr lang="en-US"/>
        </a:p>
      </dgm:t>
    </dgm:pt>
    <dgm:pt modelId="{B220CC37-C9F5-4BBD-B2E3-0CD258B6BA5F}">
      <dgm:prSet phldrT="[Text]"/>
      <dgm:spPr/>
      <dgm:t>
        <a:bodyPr/>
        <a:lstStyle/>
        <a:p>
          <a:r>
            <a:rPr lang="en-US" dirty="0" smtClean="0"/>
            <a:t>Create new products &amp; services</a:t>
          </a:r>
          <a:endParaRPr lang="en-US" dirty="0"/>
        </a:p>
      </dgm:t>
    </dgm:pt>
    <dgm:pt modelId="{D03F1CA6-853B-48B8-B6F7-106769F54046}" type="parTrans" cxnId="{414C510B-1727-4F67-A396-CF06BBDBC53A}">
      <dgm:prSet/>
      <dgm:spPr/>
      <dgm:t>
        <a:bodyPr/>
        <a:lstStyle/>
        <a:p>
          <a:endParaRPr lang="en-US"/>
        </a:p>
      </dgm:t>
    </dgm:pt>
    <dgm:pt modelId="{EF31C52F-CC56-40C5-9F18-B176E12DEEDF}" type="sibTrans" cxnId="{414C510B-1727-4F67-A396-CF06BBDBC53A}">
      <dgm:prSet/>
      <dgm:spPr/>
      <dgm:t>
        <a:bodyPr/>
        <a:lstStyle/>
        <a:p>
          <a:endParaRPr lang="en-US"/>
        </a:p>
      </dgm:t>
    </dgm:pt>
    <dgm:pt modelId="{94E70A04-9A22-4031-B248-B5A6171B22FD}">
      <dgm:prSet phldrT="[Text]"/>
      <dgm:spPr/>
      <dgm:t>
        <a:bodyPr/>
        <a:lstStyle/>
        <a:p>
          <a:r>
            <a:rPr lang="en-US" dirty="0" smtClean="0"/>
            <a:t>Deliver new value to customers</a:t>
          </a:r>
          <a:endParaRPr lang="en-US" dirty="0"/>
        </a:p>
      </dgm:t>
    </dgm:pt>
    <dgm:pt modelId="{0C6198C0-BB0B-4356-8494-3F5A15345869}" type="parTrans" cxnId="{F7570D80-4405-4563-868E-9F16A23E7901}">
      <dgm:prSet/>
      <dgm:spPr/>
      <dgm:t>
        <a:bodyPr/>
        <a:lstStyle/>
        <a:p>
          <a:endParaRPr lang="en-US"/>
        </a:p>
      </dgm:t>
    </dgm:pt>
    <dgm:pt modelId="{33E6532D-93F0-4902-985C-AF286E07510C}" type="sibTrans" cxnId="{F7570D80-4405-4563-868E-9F16A23E7901}">
      <dgm:prSet/>
      <dgm:spPr/>
      <dgm:t>
        <a:bodyPr/>
        <a:lstStyle/>
        <a:p>
          <a:endParaRPr lang="en-US"/>
        </a:p>
      </dgm:t>
    </dgm:pt>
    <dgm:pt modelId="{497FEB9C-1F6E-4039-AFF9-8A8D025721CA}" type="pres">
      <dgm:prSet presAssocID="{D2F1C953-683D-4088-B683-ED0026710479}" presName="cycle" presStyleCnt="0">
        <dgm:presLayoutVars>
          <dgm:dir/>
          <dgm:resizeHandles val="exact"/>
        </dgm:presLayoutVars>
      </dgm:prSet>
      <dgm:spPr/>
      <dgm:t>
        <a:bodyPr/>
        <a:lstStyle/>
        <a:p>
          <a:endParaRPr lang="en-US"/>
        </a:p>
      </dgm:t>
    </dgm:pt>
    <dgm:pt modelId="{0523900B-3BC9-411A-BCB4-D4352CC3F35B}" type="pres">
      <dgm:prSet presAssocID="{3F00EE7C-C6BF-4788-B495-EBC2D1355610}" presName="node" presStyleLbl="node1" presStyleIdx="0" presStyleCnt="5">
        <dgm:presLayoutVars>
          <dgm:bulletEnabled val="1"/>
        </dgm:presLayoutVars>
      </dgm:prSet>
      <dgm:spPr/>
      <dgm:t>
        <a:bodyPr/>
        <a:lstStyle/>
        <a:p>
          <a:endParaRPr lang="en-US"/>
        </a:p>
      </dgm:t>
    </dgm:pt>
    <dgm:pt modelId="{A17E1B99-B19A-4C3E-8DE0-9CB2FBB8C7BB}" type="pres">
      <dgm:prSet presAssocID="{4351AA6A-6588-437F-9EF1-00B7587CD630}" presName="sibTrans" presStyleLbl="sibTrans2D1" presStyleIdx="0" presStyleCnt="5"/>
      <dgm:spPr/>
      <dgm:t>
        <a:bodyPr/>
        <a:lstStyle/>
        <a:p>
          <a:endParaRPr lang="en-US"/>
        </a:p>
      </dgm:t>
    </dgm:pt>
    <dgm:pt modelId="{962808C7-709D-402E-A89E-13878BD580BB}" type="pres">
      <dgm:prSet presAssocID="{4351AA6A-6588-437F-9EF1-00B7587CD630}" presName="connectorText" presStyleLbl="sibTrans2D1" presStyleIdx="0" presStyleCnt="5"/>
      <dgm:spPr/>
      <dgm:t>
        <a:bodyPr/>
        <a:lstStyle/>
        <a:p>
          <a:endParaRPr lang="en-US"/>
        </a:p>
      </dgm:t>
    </dgm:pt>
    <dgm:pt modelId="{86405B2D-B58C-4655-B231-296ECA2450B6}" type="pres">
      <dgm:prSet presAssocID="{BDDA0868-A651-4628-AB31-E7599A9965E7}" presName="node" presStyleLbl="node1" presStyleIdx="1" presStyleCnt="5">
        <dgm:presLayoutVars>
          <dgm:bulletEnabled val="1"/>
        </dgm:presLayoutVars>
      </dgm:prSet>
      <dgm:spPr/>
      <dgm:t>
        <a:bodyPr/>
        <a:lstStyle/>
        <a:p>
          <a:endParaRPr lang="en-US"/>
        </a:p>
      </dgm:t>
    </dgm:pt>
    <dgm:pt modelId="{53D2E0CE-9118-435C-87FD-550896A6B06B}" type="pres">
      <dgm:prSet presAssocID="{103F1819-1CB4-4050-9CD4-DC116FD69E7E}" presName="sibTrans" presStyleLbl="sibTrans2D1" presStyleIdx="1" presStyleCnt="5"/>
      <dgm:spPr/>
      <dgm:t>
        <a:bodyPr/>
        <a:lstStyle/>
        <a:p>
          <a:endParaRPr lang="en-US"/>
        </a:p>
      </dgm:t>
    </dgm:pt>
    <dgm:pt modelId="{12D5B357-3CEB-4155-9AE0-1960C9583127}" type="pres">
      <dgm:prSet presAssocID="{103F1819-1CB4-4050-9CD4-DC116FD69E7E}" presName="connectorText" presStyleLbl="sibTrans2D1" presStyleIdx="1" presStyleCnt="5"/>
      <dgm:spPr/>
      <dgm:t>
        <a:bodyPr/>
        <a:lstStyle/>
        <a:p>
          <a:endParaRPr lang="en-US"/>
        </a:p>
      </dgm:t>
    </dgm:pt>
    <dgm:pt modelId="{BB703441-137E-4A76-A2D8-4E06EDED0FB3}" type="pres">
      <dgm:prSet presAssocID="{A6A0B341-5910-4101-87F9-FF5B1697CB52}" presName="node" presStyleLbl="node1" presStyleIdx="2" presStyleCnt="5">
        <dgm:presLayoutVars>
          <dgm:bulletEnabled val="1"/>
        </dgm:presLayoutVars>
      </dgm:prSet>
      <dgm:spPr/>
      <dgm:t>
        <a:bodyPr/>
        <a:lstStyle/>
        <a:p>
          <a:endParaRPr lang="en-US"/>
        </a:p>
      </dgm:t>
    </dgm:pt>
    <dgm:pt modelId="{3D22E680-3FFC-4306-8C17-CD647D2D1482}" type="pres">
      <dgm:prSet presAssocID="{761DD8F7-7F86-4D69-9099-717780D5516F}" presName="sibTrans" presStyleLbl="sibTrans2D1" presStyleIdx="2" presStyleCnt="5"/>
      <dgm:spPr/>
      <dgm:t>
        <a:bodyPr/>
        <a:lstStyle/>
        <a:p>
          <a:endParaRPr lang="en-US"/>
        </a:p>
      </dgm:t>
    </dgm:pt>
    <dgm:pt modelId="{4FC36524-AA7A-430F-875C-FA53F5C6F193}" type="pres">
      <dgm:prSet presAssocID="{761DD8F7-7F86-4D69-9099-717780D5516F}" presName="connectorText" presStyleLbl="sibTrans2D1" presStyleIdx="2" presStyleCnt="5"/>
      <dgm:spPr/>
      <dgm:t>
        <a:bodyPr/>
        <a:lstStyle/>
        <a:p>
          <a:endParaRPr lang="en-US"/>
        </a:p>
      </dgm:t>
    </dgm:pt>
    <dgm:pt modelId="{DE0E4490-5B6B-4DF6-8003-41A40346987B}" type="pres">
      <dgm:prSet presAssocID="{B220CC37-C9F5-4BBD-B2E3-0CD258B6BA5F}" presName="node" presStyleLbl="node1" presStyleIdx="3" presStyleCnt="5">
        <dgm:presLayoutVars>
          <dgm:bulletEnabled val="1"/>
        </dgm:presLayoutVars>
      </dgm:prSet>
      <dgm:spPr/>
      <dgm:t>
        <a:bodyPr/>
        <a:lstStyle/>
        <a:p>
          <a:endParaRPr lang="en-US"/>
        </a:p>
      </dgm:t>
    </dgm:pt>
    <dgm:pt modelId="{6AD31225-DADC-4704-BF21-50E72B0837E2}" type="pres">
      <dgm:prSet presAssocID="{EF31C52F-CC56-40C5-9F18-B176E12DEEDF}" presName="sibTrans" presStyleLbl="sibTrans2D1" presStyleIdx="3" presStyleCnt="5"/>
      <dgm:spPr/>
      <dgm:t>
        <a:bodyPr/>
        <a:lstStyle/>
        <a:p>
          <a:endParaRPr lang="en-US"/>
        </a:p>
      </dgm:t>
    </dgm:pt>
    <dgm:pt modelId="{DBC1EB23-2485-420A-A20B-7EB22A44C549}" type="pres">
      <dgm:prSet presAssocID="{EF31C52F-CC56-40C5-9F18-B176E12DEEDF}" presName="connectorText" presStyleLbl="sibTrans2D1" presStyleIdx="3" presStyleCnt="5"/>
      <dgm:spPr/>
      <dgm:t>
        <a:bodyPr/>
        <a:lstStyle/>
        <a:p>
          <a:endParaRPr lang="en-US"/>
        </a:p>
      </dgm:t>
    </dgm:pt>
    <dgm:pt modelId="{3473AB72-C731-4197-97DD-DB412536D07B}" type="pres">
      <dgm:prSet presAssocID="{94E70A04-9A22-4031-B248-B5A6171B22FD}" presName="node" presStyleLbl="node1" presStyleIdx="4" presStyleCnt="5">
        <dgm:presLayoutVars>
          <dgm:bulletEnabled val="1"/>
        </dgm:presLayoutVars>
      </dgm:prSet>
      <dgm:spPr/>
      <dgm:t>
        <a:bodyPr/>
        <a:lstStyle/>
        <a:p>
          <a:endParaRPr lang="en-US"/>
        </a:p>
      </dgm:t>
    </dgm:pt>
    <dgm:pt modelId="{1B587B91-C2E4-40AC-8B45-43B723A1E6C7}" type="pres">
      <dgm:prSet presAssocID="{33E6532D-93F0-4902-985C-AF286E07510C}" presName="sibTrans" presStyleLbl="sibTrans2D1" presStyleIdx="4" presStyleCnt="5"/>
      <dgm:spPr/>
      <dgm:t>
        <a:bodyPr/>
        <a:lstStyle/>
        <a:p>
          <a:endParaRPr lang="en-US"/>
        </a:p>
      </dgm:t>
    </dgm:pt>
    <dgm:pt modelId="{D8A58FF5-BF02-4C3D-9EF9-BA7F9A8F4613}" type="pres">
      <dgm:prSet presAssocID="{33E6532D-93F0-4902-985C-AF286E07510C}" presName="connectorText" presStyleLbl="sibTrans2D1" presStyleIdx="4" presStyleCnt="5"/>
      <dgm:spPr/>
      <dgm:t>
        <a:bodyPr/>
        <a:lstStyle/>
        <a:p>
          <a:endParaRPr lang="en-US"/>
        </a:p>
      </dgm:t>
    </dgm:pt>
  </dgm:ptLst>
  <dgm:cxnLst>
    <dgm:cxn modelId="{ADA97D9D-1890-430A-8717-E477994776E6}" type="presOf" srcId="{A6A0B341-5910-4101-87F9-FF5B1697CB52}" destId="{BB703441-137E-4A76-A2D8-4E06EDED0FB3}" srcOrd="0" destOrd="0" presId="urn:microsoft.com/office/officeart/2005/8/layout/cycle2"/>
    <dgm:cxn modelId="{9334603B-B73B-4307-8711-024008B762C1}" type="presOf" srcId="{103F1819-1CB4-4050-9CD4-DC116FD69E7E}" destId="{53D2E0CE-9118-435C-87FD-550896A6B06B}" srcOrd="0" destOrd="0" presId="urn:microsoft.com/office/officeart/2005/8/layout/cycle2"/>
    <dgm:cxn modelId="{E158BBF8-547C-4BD8-B33C-D8D039AF5BB3}" type="presOf" srcId="{103F1819-1CB4-4050-9CD4-DC116FD69E7E}" destId="{12D5B357-3CEB-4155-9AE0-1960C9583127}" srcOrd="1" destOrd="0" presId="urn:microsoft.com/office/officeart/2005/8/layout/cycle2"/>
    <dgm:cxn modelId="{1F5B5092-5ACC-495C-A872-1FC96FCFCCF8}" type="presOf" srcId="{B220CC37-C9F5-4BBD-B2E3-0CD258B6BA5F}" destId="{DE0E4490-5B6B-4DF6-8003-41A40346987B}" srcOrd="0" destOrd="0" presId="urn:microsoft.com/office/officeart/2005/8/layout/cycle2"/>
    <dgm:cxn modelId="{AFFAF5DB-74F8-41F2-BB1D-81B2A9AE8579}" srcId="{D2F1C953-683D-4088-B683-ED0026710479}" destId="{BDDA0868-A651-4628-AB31-E7599A9965E7}" srcOrd="1" destOrd="0" parTransId="{46EE4510-D58B-4B92-8E25-CCCFA2E5974D}" sibTransId="{103F1819-1CB4-4050-9CD4-DC116FD69E7E}"/>
    <dgm:cxn modelId="{800C4559-DCC3-45A7-BC7E-3B22DB0A46F8}" type="presOf" srcId="{33E6532D-93F0-4902-985C-AF286E07510C}" destId="{1B587B91-C2E4-40AC-8B45-43B723A1E6C7}" srcOrd="0" destOrd="0" presId="urn:microsoft.com/office/officeart/2005/8/layout/cycle2"/>
    <dgm:cxn modelId="{B577B55B-18E6-4019-8177-68169A618B8C}" type="presOf" srcId="{3F00EE7C-C6BF-4788-B495-EBC2D1355610}" destId="{0523900B-3BC9-411A-BCB4-D4352CC3F35B}" srcOrd="0" destOrd="0" presId="urn:microsoft.com/office/officeart/2005/8/layout/cycle2"/>
    <dgm:cxn modelId="{6294205D-B73D-4191-8E77-5C70067F590C}" type="presOf" srcId="{D2F1C953-683D-4088-B683-ED0026710479}" destId="{497FEB9C-1F6E-4039-AFF9-8A8D025721CA}" srcOrd="0" destOrd="0" presId="urn:microsoft.com/office/officeart/2005/8/layout/cycle2"/>
    <dgm:cxn modelId="{02BB1136-E784-453C-B453-B61987C800AE}" srcId="{D2F1C953-683D-4088-B683-ED0026710479}" destId="{3F00EE7C-C6BF-4788-B495-EBC2D1355610}" srcOrd="0" destOrd="0" parTransId="{0CA1898E-7CCC-4A37-B4A9-27F9058C1944}" sibTransId="{4351AA6A-6588-437F-9EF1-00B7587CD630}"/>
    <dgm:cxn modelId="{1A7FE25F-144A-4868-8213-6DEE480B1244}" type="presOf" srcId="{33E6532D-93F0-4902-985C-AF286E07510C}" destId="{D8A58FF5-BF02-4C3D-9EF9-BA7F9A8F4613}" srcOrd="1" destOrd="0" presId="urn:microsoft.com/office/officeart/2005/8/layout/cycle2"/>
    <dgm:cxn modelId="{750F00FB-98AC-4E39-9590-75185B6D607B}" srcId="{D2F1C953-683D-4088-B683-ED0026710479}" destId="{A6A0B341-5910-4101-87F9-FF5B1697CB52}" srcOrd="2" destOrd="0" parTransId="{1CAB2EE6-E4BD-42EF-8C0D-1FBB84A3A124}" sibTransId="{761DD8F7-7F86-4D69-9099-717780D5516F}"/>
    <dgm:cxn modelId="{60A88D4A-432E-4D13-8040-ECD2D23D163B}" type="presOf" srcId="{EF31C52F-CC56-40C5-9F18-B176E12DEEDF}" destId="{DBC1EB23-2485-420A-A20B-7EB22A44C549}" srcOrd="1" destOrd="0" presId="urn:microsoft.com/office/officeart/2005/8/layout/cycle2"/>
    <dgm:cxn modelId="{362D5125-A8C1-4650-9500-DDBD329D39E9}" type="presOf" srcId="{4351AA6A-6588-437F-9EF1-00B7587CD630}" destId="{A17E1B99-B19A-4C3E-8DE0-9CB2FBB8C7BB}" srcOrd="0" destOrd="0" presId="urn:microsoft.com/office/officeart/2005/8/layout/cycle2"/>
    <dgm:cxn modelId="{4AC0F4A0-E93B-48DF-8C6E-327BBE0D610D}" type="presOf" srcId="{761DD8F7-7F86-4D69-9099-717780D5516F}" destId="{3D22E680-3FFC-4306-8C17-CD647D2D1482}" srcOrd="0" destOrd="0" presId="urn:microsoft.com/office/officeart/2005/8/layout/cycle2"/>
    <dgm:cxn modelId="{18C6DE59-C796-4915-B5B4-E8B679B801E7}" type="presOf" srcId="{EF31C52F-CC56-40C5-9F18-B176E12DEEDF}" destId="{6AD31225-DADC-4704-BF21-50E72B0837E2}" srcOrd="0" destOrd="0" presId="urn:microsoft.com/office/officeart/2005/8/layout/cycle2"/>
    <dgm:cxn modelId="{E61AF28E-F1AE-4594-87AE-ABA71F0FFB47}" type="presOf" srcId="{94E70A04-9A22-4031-B248-B5A6171B22FD}" destId="{3473AB72-C731-4197-97DD-DB412536D07B}" srcOrd="0" destOrd="0" presId="urn:microsoft.com/office/officeart/2005/8/layout/cycle2"/>
    <dgm:cxn modelId="{3310D6BB-95C9-4804-AA9E-1FDA547D12A1}" type="presOf" srcId="{4351AA6A-6588-437F-9EF1-00B7587CD630}" destId="{962808C7-709D-402E-A89E-13878BD580BB}" srcOrd="1" destOrd="0" presId="urn:microsoft.com/office/officeart/2005/8/layout/cycle2"/>
    <dgm:cxn modelId="{D03F6FC6-A3E3-4575-9493-F8D53352101F}" type="presOf" srcId="{761DD8F7-7F86-4D69-9099-717780D5516F}" destId="{4FC36524-AA7A-430F-875C-FA53F5C6F193}" srcOrd="1" destOrd="0" presId="urn:microsoft.com/office/officeart/2005/8/layout/cycle2"/>
    <dgm:cxn modelId="{414C510B-1727-4F67-A396-CF06BBDBC53A}" srcId="{D2F1C953-683D-4088-B683-ED0026710479}" destId="{B220CC37-C9F5-4BBD-B2E3-0CD258B6BA5F}" srcOrd="3" destOrd="0" parTransId="{D03F1CA6-853B-48B8-B6F7-106769F54046}" sibTransId="{EF31C52F-CC56-40C5-9F18-B176E12DEEDF}"/>
    <dgm:cxn modelId="{6EE994DF-9F52-4CE0-A68D-5680F2CDFBBE}" type="presOf" srcId="{BDDA0868-A651-4628-AB31-E7599A9965E7}" destId="{86405B2D-B58C-4655-B231-296ECA2450B6}" srcOrd="0" destOrd="0" presId="urn:microsoft.com/office/officeart/2005/8/layout/cycle2"/>
    <dgm:cxn modelId="{F7570D80-4405-4563-868E-9F16A23E7901}" srcId="{D2F1C953-683D-4088-B683-ED0026710479}" destId="{94E70A04-9A22-4031-B248-B5A6171B22FD}" srcOrd="4" destOrd="0" parTransId="{0C6198C0-BB0B-4356-8494-3F5A15345869}" sibTransId="{33E6532D-93F0-4902-985C-AF286E07510C}"/>
    <dgm:cxn modelId="{D9B705F0-ACA7-4860-9FAD-FB7C8F914A4B}" type="presParOf" srcId="{497FEB9C-1F6E-4039-AFF9-8A8D025721CA}" destId="{0523900B-3BC9-411A-BCB4-D4352CC3F35B}" srcOrd="0" destOrd="0" presId="urn:microsoft.com/office/officeart/2005/8/layout/cycle2"/>
    <dgm:cxn modelId="{699A2A6E-933C-46F4-81B5-1E4914E11659}" type="presParOf" srcId="{497FEB9C-1F6E-4039-AFF9-8A8D025721CA}" destId="{A17E1B99-B19A-4C3E-8DE0-9CB2FBB8C7BB}" srcOrd="1" destOrd="0" presId="urn:microsoft.com/office/officeart/2005/8/layout/cycle2"/>
    <dgm:cxn modelId="{77B78CFB-5A5B-4A75-A89F-0DEFB610E579}" type="presParOf" srcId="{A17E1B99-B19A-4C3E-8DE0-9CB2FBB8C7BB}" destId="{962808C7-709D-402E-A89E-13878BD580BB}" srcOrd="0" destOrd="0" presId="urn:microsoft.com/office/officeart/2005/8/layout/cycle2"/>
    <dgm:cxn modelId="{3D8A823B-1753-46B5-A18A-DA72EEA98A3D}" type="presParOf" srcId="{497FEB9C-1F6E-4039-AFF9-8A8D025721CA}" destId="{86405B2D-B58C-4655-B231-296ECA2450B6}" srcOrd="2" destOrd="0" presId="urn:microsoft.com/office/officeart/2005/8/layout/cycle2"/>
    <dgm:cxn modelId="{EA0A9BD0-7B0C-45D0-AC46-9B5300A52E30}" type="presParOf" srcId="{497FEB9C-1F6E-4039-AFF9-8A8D025721CA}" destId="{53D2E0CE-9118-435C-87FD-550896A6B06B}" srcOrd="3" destOrd="0" presId="urn:microsoft.com/office/officeart/2005/8/layout/cycle2"/>
    <dgm:cxn modelId="{57BD368A-0BF4-4DEE-883E-303379E2FCDA}" type="presParOf" srcId="{53D2E0CE-9118-435C-87FD-550896A6B06B}" destId="{12D5B357-3CEB-4155-9AE0-1960C9583127}" srcOrd="0" destOrd="0" presId="urn:microsoft.com/office/officeart/2005/8/layout/cycle2"/>
    <dgm:cxn modelId="{588603DC-DD66-4B6E-A50D-EEAC98D4817C}" type="presParOf" srcId="{497FEB9C-1F6E-4039-AFF9-8A8D025721CA}" destId="{BB703441-137E-4A76-A2D8-4E06EDED0FB3}" srcOrd="4" destOrd="0" presId="urn:microsoft.com/office/officeart/2005/8/layout/cycle2"/>
    <dgm:cxn modelId="{A65C57F2-72F4-4FEC-9592-E864B4CFAC59}" type="presParOf" srcId="{497FEB9C-1F6E-4039-AFF9-8A8D025721CA}" destId="{3D22E680-3FFC-4306-8C17-CD647D2D1482}" srcOrd="5" destOrd="0" presId="urn:microsoft.com/office/officeart/2005/8/layout/cycle2"/>
    <dgm:cxn modelId="{B08FE495-BDF4-44D4-B3AE-1BC8C1FA9FC0}" type="presParOf" srcId="{3D22E680-3FFC-4306-8C17-CD647D2D1482}" destId="{4FC36524-AA7A-430F-875C-FA53F5C6F193}" srcOrd="0" destOrd="0" presId="urn:microsoft.com/office/officeart/2005/8/layout/cycle2"/>
    <dgm:cxn modelId="{42DF2004-6205-4E5A-92A4-5D6E9C88974F}" type="presParOf" srcId="{497FEB9C-1F6E-4039-AFF9-8A8D025721CA}" destId="{DE0E4490-5B6B-4DF6-8003-41A40346987B}" srcOrd="6" destOrd="0" presId="urn:microsoft.com/office/officeart/2005/8/layout/cycle2"/>
    <dgm:cxn modelId="{AFCAE091-F3D0-4027-B460-74497A0DC5C5}" type="presParOf" srcId="{497FEB9C-1F6E-4039-AFF9-8A8D025721CA}" destId="{6AD31225-DADC-4704-BF21-50E72B0837E2}" srcOrd="7" destOrd="0" presId="urn:microsoft.com/office/officeart/2005/8/layout/cycle2"/>
    <dgm:cxn modelId="{AEFE541A-FAD3-4756-A654-E5C7F05E4402}" type="presParOf" srcId="{6AD31225-DADC-4704-BF21-50E72B0837E2}" destId="{DBC1EB23-2485-420A-A20B-7EB22A44C549}" srcOrd="0" destOrd="0" presId="urn:microsoft.com/office/officeart/2005/8/layout/cycle2"/>
    <dgm:cxn modelId="{12F621A8-ED57-4E92-BDA7-8566F3429E73}" type="presParOf" srcId="{497FEB9C-1F6E-4039-AFF9-8A8D025721CA}" destId="{3473AB72-C731-4197-97DD-DB412536D07B}" srcOrd="8" destOrd="0" presId="urn:microsoft.com/office/officeart/2005/8/layout/cycle2"/>
    <dgm:cxn modelId="{A51BA7CE-56C3-4C2C-983B-AFC5451D162E}" type="presParOf" srcId="{497FEB9C-1F6E-4039-AFF9-8A8D025721CA}" destId="{1B587B91-C2E4-40AC-8B45-43B723A1E6C7}" srcOrd="9" destOrd="0" presId="urn:microsoft.com/office/officeart/2005/8/layout/cycle2"/>
    <dgm:cxn modelId="{B7964C2E-E6C4-4889-88FC-9711137BB8CD}" type="presParOf" srcId="{1B587B91-C2E4-40AC-8B45-43B723A1E6C7}" destId="{D8A58FF5-BF02-4C3D-9EF9-BA7F9A8F4613}" srcOrd="0" destOrd="0" presId="urn:microsoft.com/office/officeart/2005/8/layout/cycle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D949DC-5DB6-4B7E-A9D9-CA42CA2C6970}" type="doc">
      <dgm:prSet loTypeId="urn:microsoft.com/office/officeart/2005/8/layout/orgChart1" loCatId="hierarchy" qsTypeId="urn:microsoft.com/office/officeart/2005/8/quickstyle/3d2" qsCatId="3D" csTypeId="urn:microsoft.com/office/officeart/2005/8/colors/accent1_2" csCatId="accent1" phldr="1"/>
      <dgm:spPr/>
      <dgm:t>
        <a:bodyPr/>
        <a:lstStyle/>
        <a:p>
          <a:endParaRPr lang="en-US"/>
        </a:p>
      </dgm:t>
    </dgm:pt>
    <dgm:pt modelId="{D6787242-F006-4AEB-8B77-4C998316E2D7}">
      <dgm:prSet phldrT="[Text]" custT="1"/>
      <dgm:spPr/>
      <dgm:t>
        <a:bodyPr/>
        <a:lstStyle/>
        <a:p>
          <a:r>
            <a:rPr lang="en-US" sz="1400" b="1" dirty="0" smtClean="0"/>
            <a:t>Board of Directors</a:t>
          </a:r>
          <a:endParaRPr lang="en-US" sz="1400" b="1" dirty="0"/>
        </a:p>
      </dgm:t>
    </dgm:pt>
    <dgm:pt modelId="{2C590DC0-5A9B-4EF1-9F48-9930938E27F9}" type="parTrans" cxnId="{B0BC48EB-94FD-4C07-81E9-CFE624B2E52F}">
      <dgm:prSet/>
      <dgm:spPr/>
      <dgm:t>
        <a:bodyPr/>
        <a:lstStyle/>
        <a:p>
          <a:endParaRPr lang="en-US" sz="2400" b="1"/>
        </a:p>
      </dgm:t>
    </dgm:pt>
    <dgm:pt modelId="{292877D9-C47D-443C-A0E7-21FB55BF804E}" type="sibTrans" cxnId="{B0BC48EB-94FD-4C07-81E9-CFE624B2E52F}">
      <dgm:prSet/>
      <dgm:spPr/>
      <dgm:t>
        <a:bodyPr/>
        <a:lstStyle/>
        <a:p>
          <a:endParaRPr lang="en-US" sz="2400" b="1"/>
        </a:p>
      </dgm:t>
    </dgm:pt>
    <dgm:pt modelId="{AA8EF56B-DEC1-4A6F-8CF3-D8084E4DE692}">
      <dgm:prSet phldrT="[Text]" custT="1"/>
      <dgm:spPr/>
      <dgm:t>
        <a:bodyPr/>
        <a:lstStyle/>
        <a:p>
          <a:r>
            <a:rPr lang="en-US" sz="1400" b="1" dirty="0" smtClean="0"/>
            <a:t>Management Team</a:t>
          </a:r>
          <a:endParaRPr lang="en-US" sz="1400" b="1" dirty="0"/>
        </a:p>
      </dgm:t>
    </dgm:pt>
    <dgm:pt modelId="{4DA6441C-3830-4BD6-8C5E-766DF1E8A28B}" type="parTrans" cxnId="{7F0336A7-E42E-442E-B1CC-1D8A03944F41}">
      <dgm:prSet/>
      <dgm:spPr/>
      <dgm:t>
        <a:bodyPr/>
        <a:lstStyle/>
        <a:p>
          <a:endParaRPr lang="en-US" sz="2400" b="1"/>
        </a:p>
      </dgm:t>
    </dgm:pt>
    <dgm:pt modelId="{F7F2A7DD-5F6F-4BAF-B8A2-AD997F9F635F}" type="sibTrans" cxnId="{7F0336A7-E42E-442E-B1CC-1D8A03944F41}">
      <dgm:prSet/>
      <dgm:spPr/>
      <dgm:t>
        <a:bodyPr/>
        <a:lstStyle/>
        <a:p>
          <a:endParaRPr lang="en-US" sz="2400" b="1"/>
        </a:p>
      </dgm:t>
    </dgm:pt>
    <dgm:pt modelId="{90EC0D6B-1130-4BD4-A981-5F80A958C475}">
      <dgm:prSet phldrT="[Text]" custT="1"/>
      <dgm:spPr/>
      <dgm:t>
        <a:bodyPr/>
        <a:lstStyle/>
        <a:p>
          <a:r>
            <a:rPr lang="en-US" sz="1400" b="1" dirty="0" smtClean="0"/>
            <a:t>Ideation Team</a:t>
          </a:r>
          <a:endParaRPr lang="en-US" sz="1400" b="1" dirty="0"/>
        </a:p>
      </dgm:t>
    </dgm:pt>
    <dgm:pt modelId="{48EFB1AA-5B40-49E3-AEEA-390E8D89FB8F}" type="parTrans" cxnId="{9F358DEC-39D0-4E5C-9A64-55DB3BC1BFF3}">
      <dgm:prSet/>
      <dgm:spPr/>
      <dgm:t>
        <a:bodyPr/>
        <a:lstStyle/>
        <a:p>
          <a:endParaRPr lang="en-US" sz="2400" b="1"/>
        </a:p>
      </dgm:t>
    </dgm:pt>
    <dgm:pt modelId="{5C725189-0D4E-4995-8142-48092D17AA43}" type="sibTrans" cxnId="{9F358DEC-39D0-4E5C-9A64-55DB3BC1BFF3}">
      <dgm:prSet/>
      <dgm:spPr/>
      <dgm:t>
        <a:bodyPr/>
        <a:lstStyle/>
        <a:p>
          <a:endParaRPr lang="en-US" sz="2400" b="1"/>
        </a:p>
      </dgm:t>
    </dgm:pt>
    <dgm:pt modelId="{10783B0D-B6C8-4C16-9ED3-B68EFF3DDB0F}">
      <dgm:prSet phldrT="[Text]" custT="1"/>
      <dgm:spPr/>
      <dgm:t>
        <a:bodyPr/>
        <a:lstStyle/>
        <a:p>
          <a:r>
            <a:rPr lang="en-US" sz="1400" b="1" dirty="0" smtClean="0"/>
            <a:t>Transition Team</a:t>
          </a:r>
          <a:endParaRPr lang="en-US" sz="1400" b="1" dirty="0"/>
        </a:p>
      </dgm:t>
    </dgm:pt>
    <dgm:pt modelId="{0E606016-B502-453D-BE1D-977A4A3A0A16}" type="parTrans" cxnId="{AC636B75-3BD9-4AEC-9060-A43C6106AB08}">
      <dgm:prSet/>
      <dgm:spPr/>
      <dgm:t>
        <a:bodyPr/>
        <a:lstStyle/>
        <a:p>
          <a:endParaRPr lang="en-US" sz="2400" b="1"/>
        </a:p>
      </dgm:t>
    </dgm:pt>
    <dgm:pt modelId="{C4B48374-3096-4DB6-B158-3D8F98FD6492}" type="sibTrans" cxnId="{AC636B75-3BD9-4AEC-9060-A43C6106AB08}">
      <dgm:prSet/>
      <dgm:spPr/>
      <dgm:t>
        <a:bodyPr/>
        <a:lstStyle/>
        <a:p>
          <a:endParaRPr lang="en-US" sz="2400" b="1"/>
        </a:p>
      </dgm:t>
    </dgm:pt>
    <dgm:pt modelId="{16505E22-8971-4D2E-94E1-B9DE0A30E783}">
      <dgm:prSet phldrT="[Text]" custT="1"/>
      <dgm:spPr/>
      <dgm:t>
        <a:bodyPr/>
        <a:lstStyle/>
        <a:p>
          <a:r>
            <a:rPr lang="en-US" sz="1400" b="1" dirty="0" smtClean="0"/>
            <a:t>Marketing</a:t>
          </a:r>
          <a:endParaRPr lang="en-US" sz="1400" b="1" dirty="0"/>
        </a:p>
      </dgm:t>
    </dgm:pt>
    <dgm:pt modelId="{3F59E5D0-F3CF-46F4-B7BD-4F2D23DDA42F}" type="parTrans" cxnId="{4EA8A639-5AB5-4BC0-B7FD-AFF0DCD3A1EE}">
      <dgm:prSet/>
      <dgm:spPr/>
      <dgm:t>
        <a:bodyPr/>
        <a:lstStyle/>
        <a:p>
          <a:endParaRPr lang="en-US" sz="2400" b="1"/>
        </a:p>
      </dgm:t>
    </dgm:pt>
    <dgm:pt modelId="{CF3B8151-E40E-4D1F-A68E-7F917F1FB3E1}" type="sibTrans" cxnId="{4EA8A639-5AB5-4BC0-B7FD-AFF0DCD3A1EE}">
      <dgm:prSet/>
      <dgm:spPr/>
      <dgm:t>
        <a:bodyPr/>
        <a:lstStyle/>
        <a:p>
          <a:endParaRPr lang="en-US" sz="2400" b="1"/>
        </a:p>
      </dgm:t>
    </dgm:pt>
    <dgm:pt modelId="{48A2F595-201B-4265-AADD-277D16E2BC78}">
      <dgm:prSet phldrT="[Text]" custT="1"/>
      <dgm:spPr/>
      <dgm:t>
        <a:bodyPr/>
        <a:lstStyle/>
        <a:p>
          <a:r>
            <a:rPr lang="en-US" sz="1400" b="1" dirty="0" smtClean="0"/>
            <a:t>Fundraising</a:t>
          </a:r>
          <a:endParaRPr lang="en-US" sz="1400" b="1" dirty="0"/>
        </a:p>
      </dgm:t>
    </dgm:pt>
    <dgm:pt modelId="{A68F98A2-7905-42FB-B030-3B5BAEAB4501}" type="parTrans" cxnId="{E4993EC0-FCAA-48C8-A790-6B1EA6A080D8}">
      <dgm:prSet/>
      <dgm:spPr/>
      <dgm:t>
        <a:bodyPr/>
        <a:lstStyle/>
        <a:p>
          <a:endParaRPr lang="en-US" sz="2400" b="1"/>
        </a:p>
      </dgm:t>
    </dgm:pt>
    <dgm:pt modelId="{0D7CF020-D835-4942-9ABD-65F8AB4490BB}" type="sibTrans" cxnId="{E4993EC0-FCAA-48C8-A790-6B1EA6A080D8}">
      <dgm:prSet/>
      <dgm:spPr/>
      <dgm:t>
        <a:bodyPr/>
        <a:lstStyle/>
        <a:p>
          <a:endParaRPr lang="en-US" sz="2400" b="1"/>
        </a:p>
      </dgm:t>
    </dgm:pt>
    <dgm:pt modelId="{CFA127DD-5617-4AD9-B2B0-BA640A1FBC4C}">
      <dgm:prSet phldrT="[Text]" custT="1"/>
      <dgm:spPr/>
      <dgm:t>
        <a:bodyPr/>
        <a:lstStyle/>
        <a:p>
          <a:r>
            <a:rPr lang="en-US" sz="1400" b="1" dirty="0" smtClean="0"/>
            <a:t>Capital </a:t>
          </a:r>
        </a:p>
        <a:p>
          <a:r>
            <a:rPr lang="en-US" sz="1400" b="1" dirty="0" smtClean="0"/>
            <a:t>Planning</a:t>
          </a:r>
          <a:endParaRPr lang="en-US" sz="1400" b="1" dirty="0"/>
        </a:p>
      </dgm:t>
    </dgm:pt>
    <dgm:pt modelId="{1967CE33-096B-4566-A574-83AA59D792BC}" type="parTrans" cxnId="{6ABC0D0E-7853-4389-9A3D-71380D81E897}">
      <dgm:prSet/>
      <dgm:spPr/>
      <dgm:t>
        <a:bodyPr/>
        <a:lstStyle/>
        <a:p>
          <a:endParaRPr lang="en-US" sz="2400" b="1"/>
        </a:p>
      </dgm:t>
    </dgm:pt>
    <dgm:pt modelId="{1F606111-318D-414C-8C9D-8B789326CAFD}" type="sibTrans" cxnId="{6ABC0D0E-7853-4389-9A3D-71380D81E897}">
      <dgm:prSet/>
      <dgm:spPr/>
      <dgm:t>
        <a:bodyPr/>
        <a:lstStyle/>
        <a:p>
          <a:endParaRPr lang="en-US" sz="2400" b="1"/>
        </a:p>
      </dgm:t>
    </dgm:pt>
    <dgm:pt modelId="{2A3B383F-54E7-44EC-8E86-68F6FD6082AC}">
      <dgm:prSet phldrT="[Text]" custT="1"/>
      <dgm:spPr/>
      <dgm:t>
        <a:bodyPr/>
        <a:lstStyle/>
        <a:p>
          <a:r>
            <a:rPr lang="en-US" sz="1400" b="1" dirty="0" smtClean="0"/>
            <a:t>Investor </a:t>
          </a:r>
        </a:p>
        <a:p>
          <a:r>
            <a:rPr lang="en-US" sz="1400" b="1" dirty="0" smtClean="0"/>
            <a:t>Planning</a:t>
          </a:r>
        </a:p>
      </dgm:t>
    </dgm:pt>
    <dgm:pt modelId="{C1C06C69-0BC0-4869-9EEC-0FF10EE5E42E}" type="parTrans" cxnId="{331C63CD-82E0-4E44-B776-481D6DE39D3C}">
      <dgm:prSet/>
      <dgm:spPr/>
      <dgm:t>
        <a:bodyPr/>
        <a:lstStyle/>
        <a:p>
          <a:endParaRPr lang="en-US" sz="2400" b="1"/>
        </a:p>
      </dgm:t>
    </dgm:pt>
    <dgm:pt modelId="{C1FAE9CD-A2E3-454F-A858-0B948C237AA9}" type="sibTrans" cxnId="{331C63CD-82E0-4E44-B776-481D6DE39D3C}">
      <dgm:prSet/>
      <dgm:spPr/>
      <dgm:t>
        <a:bodyPr/>
        <a:lstStyle/>
        <a:p>
          <a:endParaRPr lang="en-US" sz="2400" b="1"/>
        </a:p>
      </dgm:t>
    </dgm:pt>
    <dgm:pt modelId="{2279E718-7DE9-45F0-ACCC-CF3F26854688}">
      <dgm:prSet phldrT="[Text]" custT="1"/>
      <dgm:spPr/>
      <dgm:t>
        <a:bodyPr/>
        <a:lstStyle/>
        <a:p>
          <a:r>
            <a:rPr lang="en-US" sz="1400" b="1" dirty="0" smtClean="0"/>
            <a:t>Opportunity Planning</a:t>
          </a:r>
          <a:endParaRPr lang="en-US" sz="1400" b="1" dirty="0"/>
        </a:p>
      </dgm:t>
    </dgm:pt>
    <dgm:pt modelId="{ED823D17-3A75-428D-89D9-B9AE5E30A922}" type="parTrans" cxnId="{DE009853-9068-43AD-8269-0F0CB8B63539}">
      <dgm:prSet/>
      <dgm:spPr/>
      <dgm:t>
        <a:bodyPr/>
        <a:lstStyle/>
        <a:p>
          <a:endParaRPr lang="en-US" sz="2400" b="1"/>
        </a:p>
      </dgm:t>
    </dgm:pt>
    <dgm:pt modelId="{E9B973CA-9186-403F-B367-DF87D9C4E86E}" type="sibTrans" cxnId="{DE009853-9068-43AD-8269-0F0CB8B63539}">
      <dgm:prSet/>
      <dgm:spPr/>
      <dgm:t>
        <a:bodyPr/>
        <a:lstStyle/>
        <a:p>
          <a:endParaRPr lang="en-US" sz="2400" b="1"/>
        </a:p>
      </dgm:t>
    </dgm:pt>
    <dgm:pt modelId="{B3A81906-BBDB-48FE-8D95-FC87785F63BD}">
      <dgm:prSet phldrT="[Text]" custT="1"/>
      <dgm:spPr/>
      <dgm:t>
        <a:bodyPr/>
        <a:lstStyle/>
        <a:p>
          <a:r>
            <a:rPr lang="en-US" sz="1400" b="1" dirty="0" smtClean="0"/>
            <a:t>IP Management</a:t>
          </a:r>
          <a:endParaRPr lang="en-US" sz="1400" b="1" dirty="0"/>
        </a:p>
      </dgm:t>
    </dgm:pt>
    <dgm:pt modelId="{9703E39D-3B16-4376-BB38-DB1C469C7BF2}" type="parTrans" cxnId="{EBD39F28-A420-40D4-A36B-21BE3CD11DB4}">
      <dgm:prSet/>
      <dgm:spPr/>
      <dgm:t>
        <a:bodyPr/>
        <a:lstStyle/>
        <a:p>
          <a:endParaRPr lang="en-US" sz="2400" b="1"/>
        </a:p>
      </dgm:t>
    </dgm:pt>
    <dgm:pt modelId="{CCAAF0DC-FE70-4BA0-A947-8A1856E9D06E}" type="sibTrans" cxnId="{EBD39F28-A420-40D4-A36B-21BE3CD11DB4}">
      <dgm:prSet/>
      <dgm:spPr/>
      <dgm:t>
        <a:bodyPr/>
        <a:lstStyle/>
        <a:p>
          <a:endParaRPr lang="en-US" sz="2400" b="1"/>
        </a:p>
      </dgm:t>
    </dgm:pt>
    <dgm:pt modelId="{EC18B456-57A4-478E-923D-8FE64D2A8682}">
      <dgm:prSet phldrT="[Text]" custT="1"/>
      <dgm:spPr/>
      <dgm:t>
        <a:bodyPr/>
        <a:lstStyle/>
        <a:p>
          <a:r>
            <a:rPr lang="en-US" sz="1400" b="1" dirty="0" smtClean="0"/>
            <a:t>Website &amp; </a:t>
          </a:r>
        </a:p>
        <a:p>
          <a:r>
            <a:rPr lang="en-US" sz="1400" b="1" dirty="0" smtClean="0"/>
            <a:t>Social Networking</a:t>
          </a:r>
          <a:endParaRPr lang="en-US" sz="1400" b="1" dirty="0"/>
        </a:p>
      </dgm:t>
    </dgm:pt>
    <dgm:pt modelId="{1047FF16-B02F-45ED-B2EC-5DD1FFC1F62C}" type="parTrans" cxnId="{E762AEE2-964A-46CF-9961-8790EC91A4C8}">
      <dgm:prSet/>
      <dgm:spPr/>
      <dgm:t>
        <a:bodyPr/>
        <a:lstStyle/>
        <a:p>
          <a:endParaRPr lang="en-US" sz="2400" b="1"/>
        </a:p>
      </dgm:t>
    </dgm:pt>
    <dgm:pt modelId="{18B35C7A-0F6C-4566-81A1-196897D12054}" type="sibTrans" cxnId="{E762AEE2-964A-46CF-9961-8790EC91A4C8}">
      <dgm:prSet/>
      <dgm:spPr/>
      <dgm:t>
        <a:bodyPr/>
        <a:lstStyle/>
        <a:p>
          <a:endParaRPr lang="en-US" sz="2400" b="1"/>
        </a:p>
      </dgm:t>
    </dgm:pt>
    <dgm:pt modelId="{515B2503-4E7D-47F4-BDCB-08BEBB91784C}">
      <dgm:prSet phldrT="[Text]" custT="1"/>
      <dgm:spPr/>
      <dgm:t>
        <a:bodyPr/>
        <a:lstStyle/>
        <a:p>
          <a:r>
            <a:rPr lang="en-US" sz="1400" b="1" dirty="0" smtClean="0"/>
            <a:t>Promotion &amp; Branding</a:t>
          </a:r>
          <a:endParaRPr lang="en-US" sz="1400" b="1" dirty="0"/>
        </a:p>
      </dgm:t>
    </dgm:pt>
    <dgm:pt modelId="{C4CA4F01-4F09-4D9B-A4E3-D47968471543}" type="sibTrans" cxnId="{A6422294-1C8C-4F4A-BCF7-3E407A98B258}">
      <dgm:prSet/>
      <dgm:spPr/>
      <dgm:t>
        <a:bodyPr/>
        <a:lstStyle/>
        <a:p>
          <a:endParaRPr lang="en-US" sz="2400" b="1"/>
        </a:p>
      </dgm:t>
    </dgm:pt>
    <dgm:pt modelId="{08973581-E8B0-414D-88AC-444AB70470FC}" type="parTrans" cxnId="{A6422294-1C8C-4F4A-BCF7-3E407A98B258}">
      <dgm:prSet/>
      <dgm:spPr/>
      <dgm:t>
        <a:bodyPr/>
        <a:lstStyle/>
        <a:p>
          <a:endParaRPr lang="en-US" sz="2400" b="1"/>
        </a:p>
      </dgm:t>
    </dgm:pt>
    <dgm:pt modelId="{FDACF759-00B0-4098-BD71-97A088A42200}">
      <dgm:prSet phldrT="[Text]" custT="1"/>
      <dgm:spPr/>
      <dgm:t>
        <a:bodyPr/>
        <a:lstStyle/>
        <a:p>
          <a:r>
            <a:rPr lang="en-US" sz="1400" b="1" dirty="0" smtClean="0"/>
            <a:t>Portfolio </a:t>
          </a:r>
        </a:p>
        <a:p>
          <a:r>
            <a:rPr lang="en-US" sz="1400" b="1" dirty="0" smtClean="0"/>
            <a:t>Planning</a:t>
          </a:r>
          <a:endParaRPr lang="en-US" sz="1400" b="1" dirty="0"/>
        </a:p>
      </dgm:t>
    </dgm:pt>
    <dgm:pt modelId="{FA476E83-DEF1-4DF8-A29A-E37A07E8CBA7}" type="parTrans" cxnId="{31606E16-57EB-42F1-A51C-10FAB6900079}">
      <dgm:prSet/>
      <dgm:spPr/>
      <dgm:t>
        <a:bodyPr/>
        <a:lstStyle/>
        <a:p>
          <a:endParaRPr lang="en-US" sz="2400" b="1"/>
        </a:p>
      </dgm:t>
    </dgm:pt>
    <dgm:pt modelId="{626B1981-EC39-44A8-A78F-B48B80071922}" type="sibTrans" cxnId="{31606E16-57EB-42F1-A51C-10FAB6900079}">
      <dgm:prSet/>
      <dgm:spPr/>
      <dgm:t>
        <a:bodyPr/>
        <a:lstStyle/>
        <a:p>
          <a:endParaRPr lang="en-US" sz="2400" b="1"/>
        </a:p>
      </dgm:t>
    </dgm:pt>
    <dgm:pt modelId="{C6EB6B4A-A5EC-429D-8EF4-63464284C0E3}">
      <dgm:prSet phldrT="[Text]" custT="1"/>
      <dgm:spPr/>
      <dgm:t>
        <a:bodyPr/>
        <a:lstStyle/>
        <a:p>
          <a:r>
            <a:rPr lang="en-US" sz="1400" b="1" dirty="0" smtClean="0"/>
            <a:t>Partnerships</a:t>
          </a:r>
        </a:p>
      </dgm:t>
    </dgm:pt>
    <dgm:pt modelId="{AF1962D2-EC9A-490F-A435-C44AB28E2CCF}" type="parTrans" cxnId="{03C5397D-0226-4BCD-B42D-DD8D65643433}">
      <dgm:prSet/>
      <dgm:spPr/>
      <dgm:t>
        <a:bodyPr/>
        <a:lstStyle/>
        <a:p>
          <a:endParaRPr lang="en-US"/>
        </a:p>
      </dgm:t>
    </dgm:pt>
    <dgm:pt modelId="{0573101B-4EFA-461C-ABE4-3FA0AB4B4820}" type="sibTrans" cxnId="{03C5397D-0226-4BCD-B42D-DD8D65643433}">
      <dgm:prSet/>
      <dgm:spPr/>
      <dgm:t>
        <a:bodyPr/>
        <a:lstStyle/>
        <a:p>
          <a:endParaRPr lang="en-US"/>
        </a:p>
      </dgm:t>
    </dgm:pt>
    <dgm:pt modelId="{BE8A0124-B7FB-47C6-8834-FCA7A6EE9F20}">
      <dgm:prSet phldrT="[Text]" custT="1"/>
      <dgm:spPr/>
      <dgm:t>
        <a:bodyPr/>
        <a:lstStyle/>
        <a:p>
          <a:r>
            <a:rPr lang="en-US" sz="1400" b="1" dirty="0" smtClean="0"/>
            <a:t>Service Delivery Team</a:t>
          </a:r>
          <a:endParaRPr lang="en-US" sz="1400" b="1" dirty="0"/>
        </a:p>
      </dgm:t>
    </dgm:pt>
    <dgm:pt modelId="{7B5ACC29-6E9F-4F90-9271-9E1A08A707C8}" type="parTrans" cxnId="{8B16B9A1-BE9D-420F-8E11-05AA1C250262}">
      <dgm:prSet/>
      <dgm:spPr/>
      <dgm:t>
        <a:bodyPr/>
        <a:lstStyle/>
        <a:p>
          <a:endParaRPr lang="en-US"/>
        </a:p>
      </dgm:t>
    </dgm:pt>
    <dgm:pt modelId="{DB97A905-B809-4557-8516-AD70C4E4C63A}" type="sibTrans" cxnId="{8B16B9A1-BE9D-420F-8E11-05AA1C250262}">
      <dgm:prSet/>
      <dgm:spPr/>
      <dgm:t>
        <a:bodyPr/>
        <a:lstStyle/>
        <a:p>
          <a:endParaRPr lang="en-US"/>
        </a:p>
      </dgm:t>
    </dgm:pt>
    <dgm:pt modelId="{44489D20-E0E6-47AC-8FD9-16580F37256B}" type="pres">
      <dgm:prSet presAssocID="{E1D949DC-5DB6-4B7E-A9D9-CA42CA2C6970}" presName="hierChild1" presStyleCnt="0">
        <dgm:presLayoutVars>
          <dgm:orgChart val="1"/>
          <dgm:chPref val="1"/>
          <dgm:dir/>
          <dgm:animOne val="branch"/>
          <dgm:animLvl val="lvl"/>
          <dgm:resizeHandles/>
        </dgm:presLayoutVars>
      </dgm:prSet>
      <dgm:spPr/>
      <dgm:t>
        <a:bodyPr/>
        <a:lstStyle/>
        <a:p>
          <a:endParaRPr lang="en-US"/>
        </a:p>
      </dgm:t>
    </dgm:pt>
    <dgm:pt modelId="{586F431C-88C8-414C-84A8-F17F7D27910B}" type="pres">
      <dgm:prSet presAssocID="{D6787242-F006-4AEB-8B77-4C998316E2D7}" presName="hierRoot1" presStyleCnt="0">
        <dgm:presLayoutVars>
          <dgm:hierBranch val="init"/>
        </dgm:presLayoutVars>
      </dgm:prSet>
      <dgm:spPr/>
    </dgm:pt>
    <dgm:pt modelId="{D98FA5A0-55EA-440F-BC05-943FBCBF3E2E}" type="pres">
      <dgm:prSet presAssocID="{D6787242-F006-4AEB-8B77-4C998316E2D7}" presName="rootComposite1" presStyleCnt="0"/>
      <dgm:spPr/>
    </dgm:pt>
    <dgm:pt modelId="{1206AE7D-A4AD-41E8-91E9-5EDB0DC9EEB3}" type="pres">
      <dgm:prSet presAssocID="{D6787242-F006-4AEB-8B77-4C998316E2D7}" presName="rootText1" presStyleLbl="node0" presStyleIdx="0" presStyleCnt="1" custScaleX="181679">
        <dgm:presLayoutVars>
          <dgm:chPref val="3"/>
        </dgm:presLayoutVars>
      </dgm:prSet>
      <dgm:spPr/>
      <dgm:t>
        <a:bodyPr/>
        <a:lstStyle/>
        <a:p>
          <a:endParaRPr lang="en-US"/>
        </a:p>
      </dgm:t>
    </dgm:pt>
    <dgm:pt modelId="{ED71BCF2-60C8-4A27-ACB0-1304E0D5DC99}" type="pres">
      <dgm:prSet presAssocID="{D6787242-F006-4AEB-8B77-4C998316E2D7}" presName="rootConnector1" presStyleLbl="node1" presStyleIdx="0" presStyleCnt="0"/>
      <dgm:spPr/>
      <dgm:t>
        <a:bodyPr/>
        <a:lstStyle/>
        <a:p>
          <a:endParaRPr lang="en-US"/>
        </a:p>
      </dgm:t>
    </dgm:pt>
    <dgm:pt modelId="{61F73093-8679-41A6-9709-1945038CB982}" type="pres">
      <dgm:prSet presAssocID="{D6787242-F006-4AEB-8B77-4C998316E2D7}" presName="hierChild2" presStyleCnt="0"/>
      <dgm:spPr/>
    </dgm:pt>
    <dgm:pt modelId="{2F6F6CCF-52BA-4F62-97BA-AE693AB2136D}" type="pres">
      <dgm:prSet presAssocID="{4DA6441C-3830-4BD6-8C5E-766DF1E8A28B}" presName="Name37" presStyleLbl="parChTrans1D2" presStyleIdx="0" presStyleCnt="3" custSzX="2674622"/>
      <dgm:spPr/>
      <dgm:t>
        <a:bodyPr/>
        <a:lstStyle/>
        <a:p>
          <a:endParaRPr lang="en-US"/>
        </a:p>
      </dgm:t>
    </dgm:pt>
    <dgm:pt modelId="{BD384EF8-B421-4569-909A-71AD50C36BE5}" type="pres">
      <dgm:prSet presAssocID="{AA8EF56B-DEC1-4A6F-8CF3-D8084E4DE692}" presName="hierRoot2" presStyleCnt="0">
        <dgm:presLayoutVars>
          <dgm:hierBranch val="init"/>
        </dgm:presLayoutVars>
      </dgm:prSet>
      <dgm:spPr/>
    </dgm:pt>
    <dgm:pt modelId="{89C8C5DF-E5A2-4440-9CFF-04C272A49A06}" type="pres">
      <dgm:prSet presAssocID="{AA8EF56B-DEC1-4A6F-8CF3-D8084E4DE692}" presName="rootComposite" presStyleCnt="0"/>
      <dgm:spPr/>
    </dgm:pt>
    <dgm:pt modelId="{B9642F12-E7E7-4619-BBE1-ED1F90D58389}" type="pres">
      <dgm:prSet presAssocID="{AA8EF56B-DEC1-4A6F-8CF3-D8084E4DE692}" presName="rootText" presStyleLbl="node2" presStyleIdx="0" presStyleCnt="3" custScaleX="181679">
        <dgm:presLayoutVars>
          <dgm:chPref val="3"/>
        </dgm:presLayoutVars>
      </dgm:prSet>
      <dgm:spPr/>
      <dgm:t>
        <a:bodyPr/>
        <a:lstStyle/>
        <a:p>
          <a:endParaRPr lang="en-US"/>
        </a:p>
      </dgm:t>
    </dgm:pt>
    <dgm:pt modelId="{04CE591A-EA23-40F2-B12F-559B3FABAF67}" type="pres">
      <dgm:prSet presAssocID="{AA8EF56B-DEC1-4A6F-8CF3-D8084E4DE692}" presName="rootConnector" presStyleLbl="node2" presStyleIdx="0" presStyleCnt="3"/>
      <dgm:spPr/>
      <dgm:t>
        <a:bodyPr/>
        <a:lstStyle/>
        <a:p>
          <a:endParaRPr lang="en-US"/>
        </a:p>
      </dgm:t>
    </dgm:pt>
    <dgm:pt modelId="{0DE0AC53-9950-47EF-BD35-9264037A2450}" type="pres">
      <dgm:prSet presAssocID="{AA8EF56B-DEC1-4A6F-8CF3-D8084E4DE692}" presName="hierChild4" presStyleCnt="0"/>
      <dgm:spPr/>
    </dgm:pt>
    <dgm:pt modelId="{1D37F976-FD58-46EB-B68C-A2EDDEB73561}" type="pres">
      <dgm:prSet presAssocID="{48EFB1AA-5B40-49E3-AEEA-390E8D89FB8F}" presName="Name37" presStyleLbl="parChTrans1D3" presStyleIdx="0" presStyleCnt="11" custSzX="331564"/>
      <dgm:spPr/>
      <dgm:t>
        <a:bodyPr/>
        <a:lstStyle/>
        <a:p>
          <a:endParaRPr lang="en-US"/>
        </a:p>
      </dgm:t>
    </dgm:pt>
    <dgm:pt modelId="{4C385C16-A633-4ADE-9E70-0E586B7900FB}" type="pres">
      <dgm:prSet presAssocID="{90EC0D6B-1130-4BD4-A981-5F80A958C475}" presName="hierRoot2" presStyleCnt="0">
        <dgm:presLayoutVars>
          <dgm:hierBranch val="init"/>
        </dgm:presLayoutVars>
      </dgm:prSet>
      <dgm:spPr/>
    </dgm:pt>
    <dgm:pt modelId="{246CE9F2-8737-4C9C-8D4A-E73F7789DB4A}" type="pres">
      <dgm:prSet presAssocID="{90EC0D6B-1130-4BD4-A981-5F80A958C475}" presName="rootComposite" presStyleCnt="0"/>
      <dgm:spPr/>
    </dgm:pt>
    <dgm:pt modelId="{21598F20-B12C-49EB-86CD-64B566F15335}" type="pres">
      <dgm:prSet presAssocID="{90EC0D6B-1130-4BD4-A981-5F80A958C475}" presName="rootText" presStyleLbl="node3" presStyleIdx="0" presStyleCnt="11" custScaleX="161259">
        <dgm:presLayoutVars>
          <dgm:chPref val="3"/>
        </dgm:presLayoutVars>
      </dgm:prSet>
      <dgm:spPr/>
      <dgm:t>
        <a:bodyPr/>
        <a:lstStyle/>
        <a:p>
          <a:endParaRPr lang="en-US"/>
        </a:p>
      </dgm:t>
    </dgm:pt>
    <dgm:pt modelId="{6CF1F444-25A9-46D2-89B8-BE25EE4D8C6A}" type="pres">
      <dgm:prSet presAssocID="{90EC0D6B-1130-4BD4-A981-5F80A958C475}" presName="rootConnector" presStyleLbl="node3" presStyleIdx="0" presStyleCnt="11"/>
      <dgm:spPr/>
      <dgm:t>
        <a:bodyPr/>
        <a:lstStyle/>
        <a:p>
          <a:endParaRPr lang="en-US"/>
        </a:p>
      </dgm:t>
    </dgm:pt>
    <dgm:pt modelId="{20C098DE-5C68-4F21-ABF8-7A16893A8875}" type="pres">
      <dgm:prSet presAssocID="{90EC0D6B-1130-4BD4-A981-5F80A958C475}" presName="hierChild4" presStyleCnt="0"/>
      <dgm:spPr/>
    </dgm:pt>
    <dgm:pt modelId="{9B180688-ED20-4CCA-B3D2-49891DB9D61A}" type="pres">
      <dgm:prSet presAssocID="{90EC0D6B-1130-4BD4-A981-5F80A958C475}" presName="hierChild5" presStyleCnt="0"/>
      <dgm:spPr/>
    </dgm:pt>
    <dgm:pt modelId="{E1CC0BF1-43E7-4731-B6A5-EF921AD1567F}" type="pres">
      <dgm:prSet presAssocID="{FA476E83-DEF1-4DF8-A29A-E37A07E8CBA7}" presName="Name37" presStyleLbl="parChTrans1D3" presStyleIdx="1" presStyleCnt="11" custSzX="331564"/>
      <dgm:spPr/>
      <dgm:t>
        <a:bodyPr/>
        <a:lstStyle/>
        <a:p>
          <a:endParaRPr lang="en-US"/>
        </a:p>
      </dgm:t>
    </dgm:pt>
    <dgm:pt modelId="{EA12DFEB-41BF-46DA-B323-65E1E45B454F}" type="pres">
      <dgm:prSet presAssocID="{FDACF759-00B0-4098-BD71-97A088A42200}" presName="hierRoot2" presStyleCnt="0">
        <dgm:presLayoutVars>
          <dgm:hierBranch val="init"/>
        </dgm:presLayoutVars>
      </dgm:prSet>
      <dgm:spPr/>
    </dgm:pt>
    <dgm:pt modelId="{C5DDF19B-1DE6-4731-8DAA-F3921118C19E}" type="pres">
      <dgm:prSet presAssocID="{FDACF759-00B0-4098-BD71-97A088A42200}" presName="rootComposite" presStyleCnt="0"/>
      <dgm:spPr/>
    </dgm:pt>
    <dgm:pt modelId="{C9B1FC20-5C8B-4356-B3CA-986E870E4817}" type="pres">
      <dgm:prSet presAssocID="{FDACF759-00B0-4098-BD71-97A088A42200}" presName="rootText" presStyleLbl="node3" presStyleIdx="1" presStyleCnt="11" custScaleX="161259">
        <dgm:presLayoutVars>
          <dgm:chPref val="3"/>
        </dgm:presLayoutVars>
      </dgm:prSet>
      <dgm:spPr/>
      <dgm:t>
        <a:bodyPr/>
        <a:lstStyle/>
        <a:p>
          <a:endParaRPr lang="en-US"/>
        </a:p>
      </dgm:t>
    </dgm:pt>
    <dgm:pt modelId="{53560DAA-56E2-4032-A215-741E07826503}" type="pres">
      <dgm:prSet presAssocID="{FDACF759-00B0-4098-BD71-97A088A42200}" presName="rootConnector" presStyleLbl="node3" presStyleIdx="1" presStyleCnt="11"/>
      <dgm:spPr/>
      <dgm:t>
        <a:bodyPr/>
        <a:lstStyle/>
        <a:p>
          <a:endParaRPr lang="en-US"/>
        </a:p>
      </dgm:t>
    </dgm:pt>
    <dgm:pt modelId="{E71C3FCD-6373-48B4-8702-9679B6D43279}" type="pres">
      <dgm:prSet presAssocID="{FDACF759-00B0-4098-BD71-97A088A42200}" presName="hierChild4" presStyleCnt="0"/>
      <dgm:spPr/>
    </dgm:pt>
    <dgm:pt modelId="{B859E029-1E6A-4844-8786-957E505A9520}" type="pres">
      <dgm:prSet presAssocID="{FDACF759-00B0-4098-BD71-97A088A42200}" presName="hierChild5" presStyleCnt="0"/>
      <dgm:spPr/>
    </dgm:pt>
    <dgm:pt modelId="{77911AEB-FEAC-40AE-B26E-D8B2577DC263}" type="pres">
      <dgm:prSet presAssocID="{0E606016-B502-453D-BE1D-977A4A3A0A16}" presName="Name37" presStyleLbl="parChTrans1D3" presStyleIdx="2" presStyleCnt="11" custSzX="331564"/>
      <dgm:spPr/>
      <dgm:t>
        <a:bodyPr/>
        <a:lstStyle/>
        <a:p>
          <a:endParaRPr lang="en-US"/>
        </a:p>
      </dgm:t>
    </dgm:pt>
    <dgm:pt modelId="{711545C6-B536-4048-92A2-EDDBA2C9BC37}" type="pres">
      <dgm:prSet presAssocID="{10783B0D-B6C8-4C16-9ED3-B68EFF3DDB0F}" presName="hierRoot2" presStyleCnt="0">
        <dgm:presLayoutVars>
          <dgm:hierBranch val="init"/>
        </dgm:presLayoutVars>
      </dgm:prSet>
      <dgm:spPr/>
    </dgm:pt>
    <dgm:pt modelId="{42335B69-39DD-4146-8091-560B1CDE48E4}" type="pres">
      <dgm:prSet presAssocID="{10783B0D-B6C8-4C16-9ED3-B68EFF3DDB0F}" presName="rootComposite" presStyleCnt="0"/>
      <dgm:spPr/>
    </dgm:pt>
    <dgm:pt modelId="{25F5ED7E-FEA3-4058-92EC-8A3606BEAEF1}" type="pres">
      <dgm:prSet presAssocID="{10783B0D-B6C8-4C16-9ED3-B68EFF3DDB0F}" presName="rootText" presStyleLbl="node3" presStyleIdx="2" presStyleCnt="11" custScaleX="161259">
        <dgm:presLayoutVars>
          <dgm:chPref val="3"/>
        </dgm:presLayoutVars>
      </dgm:prSet>
      <dgm:spPr/>
      <dgm:t>
        <a:bodyPr/>
        <a:lstStyle/>
        <a:p>
          <a:endParaRPr lang="en-US"/>
        </a:p>
      </dgm:t>
    </dgm:pt>
    <dgm:pt modelId="{787A0FAC-D038-468D-B5E0-6A7AA450A98A}" type="pres">
      <dgm:prSet presAssocID="{10783B0D-B6C8-4C16-9ED3-B68EFF3DDB0F}" presName="rootConnector" presStyleLbl="node3" presStyleIdx="2" presStyleCnt="11"/>
      <dgm:spPr/>
      <dgm:t>
        <a:bodyPr/>
        <a:lstStyle/>
        <a:p>
          <a:endParaRPr lang="en-US"/>
        </a:p>
      </dgm:t>
    </dgm:pt>
    <dgm:pt modelId="{821DF812-406F-4AC4-BCC0-2222A04D48D6}" type="pres">
      <dgm:prSet presAssocID="{10783B0D-B6C8-4C16-9ED3-B68EFF3DDB0F}" presName="hierChild4" presStyleCnt="0"/>
      <dgm:spPr/>
    </dgm:pt>
    <dgm:pt modelId="{30D11FCA-EBA4-40B5-A46E-9F7E7844DDF4}" type="pres">
      <dgm:prSet presAssocID="{10783B0D-B6C8-4C16-9ED3-B68EFF3DDB0F}" presName="hierChild5" presStyleCnt="0"/>
      <dgm:spPr/>
    </dgm:pt>
    <dgm:pt modelId="{87EB3074-CC85-418D-9BF3-3ECBE008EBA7}" type="pres">
      <dgm:prSet presAssocID="{7B5ACC29-6E9F-4F90-9271-9E1A08A707C8}" presName="Name37" presStyleLbl="parChTrans1D3" presStyleIdx="3" presStyleCnt="11"/>
      <dgm:spPr/>
      <dgm:t>
        <a:bodyPr/>
        <a:lstStyle/>
        <a:p>
          <a:endParaRPr lang="en-US"/>
        </a:p>
      </dgm:t>
    </dgm:pt>
    <dgm:pt modelId="{BCD67EA1-FDFA-487F-992E-60CD73A23FD4}" type="pres">
      <dgm:prSet presAssocID="{BE8A0124-B7FB-47C6-8834-FCA7A6EE9F20}" presName="hierRoot2" presStyleCnt="0">
        <dgm:presLayoutVars>
          <dgm:hierBranch val="init"/>
        </dgm:presLayoutVars>
      </dgm:prSet>
      <dgm:spPr/>
    </dgm:pt>
    <dgm:pt modelId="{37DFA258-0054-4EC4-A5CD-74390AC1C05C}" type="pres">
      <dgm:prSet presAssocID="{BE8A0124-B7FB-47C6-8834-FCA7A6EE9F20}" presName="rootComposite" presStyleCnt="0"/>
      <dgm:spPr/>
    </dgm:pt>
    <dgm:pt modelId="{068C76DF-68E7-42F4-B95E-37DEC645FBDC}" type="pres">
      <dgm:prSet presAssocID="{BE8A0124-B7FB-47C6-8834-FCA7A6EE9F20}" presName="rootText" presStyleLbl="node3" presStyleIdx="3" presStyleCnt="11" custScaleX="159783">
        <dgm:presLayoutVars>
          <dgm:chPref val="3"/>
        </dgm:presLayoutVars>
      </dgm:prSet>
      <dgm:spPr/>
      <dgm:t>
        <a:bodyPr/>
        <a:lstStyle/>
        <a:p>
          <a:endParaRPr lang="en-US"/>
        </a:p>
      </dgm:t>
    </dgm:pt>
    <dgm:pt modelId="{277872F5-C1CB-4937-8AC7-176E51B94032}" type="pres">
      <dgm:prSet presAssocID="{BE8A0124-B7FB-47C6-8834-FCA7A6EE9F20}" presName="rootConnector" presStyleLbl="node3" presStyleIdx="3" presStyleCnt="11"/>
      <dgm:spPr/>
      <dgm:t>
        <a:bodyPr/>
        <a:lstStyle/>
        <a:p>
          <a:endParaRPr lang="en-US"/>
        </a:p>
      </dgm:t>
    </dgm:pt>
    <dgm:pt modelId="{A2ED8C55-8BBF-441C-A471-195644975BD1}" type="pres">
      <dgm:prSet presAssocID="{BE8A0124-B7FB-47C6-8834-FCA7A6EE9F20}" presName="hierChild4" presStyleCnt="0"/>
      <dgm:spPr/>
    </dgm:pt>
    <dgm:pt modelId="{BFBBFBD6-765D-4CAB-8539-4639E148B57D}" type="pres">
      <dgm:prSet presAssocID="{BE8A0124-B7FB-47C6-8834-FCA7A6EE9F20}" presName="hierChild5" presStyleCnt="0"/>
      <dgm:spPr/>
    </dgm:pt>
    <dgm:pt modelId="{7C4307C3-A822-4565-8C29-82CAC95DEE9B}" type="pres">
      <dgm:prSet presAssocID="{AA8EF56B-DEC1-4A6F-8CF3-D8084E4DE692}" presName="hierChild5" presStyleCnt="0"/>
      <dgm:spPr/>
    </dgm:pt>
    <dgm:pt modelId="{31659875-53F8-485D-AB63-28DAA356BBF1}" type="pres">
      <dgm:prSet presAssocID="{3F59E5D0-F3CF-46F4-B7BD-4F2D23DDA42F}" presName="Name37" presStyleLbl="parChTrans1D2" presStyleIdx="1" presStyleCnt="3" custSzX="166127"/>
      <dgm:spPr/>
      <dgm:t>
        <a:bodyPr/>
        <a:lstStyle/>
        <a:p>
          <a:endParaRPr lang="en-US"/>
        </a:p>
      </dgm:t>
    </dgm:pt>
    <dgm:pt modelId="{BB8ECD0E-CCF3-4CE4-8105-3B6D90E172BF}" type="pres">
      <dgm:prSet presAssocID="{16505E22-8971-4D2E-94E1-B9DE0A30E783}" presName="hierRoot2" presStyleCnt="0">
        <dgm:presLayoutVars>
          <dgm:hierBranch val="init"/>
        </dgm:presLayoutVars>
      </dgm:prSet>
      <dgm:spPr/>
    </dgm:pt>
    <dgm:pt modelId="{0DC488BA-7CEB-4AFD-8510-59D142C78C03}" type="pres">
      <dgm:prSet presAssocID="{16505E22-8971-4D2E-94E1-B9DE0A30E783}" presName="rootComposite" presStyleCnt="0"/>
      <dgm:spPr/>
    </dgm:pt>
    <dgm:pt modelId="{2415EC65-6D3C-46A4-B04E-5811D1C68C58}" type="pres">
      <dgm:prSet presAssocID="{16505E22-8971-4D2E-94E1-B9DE0A30E783}" presName="rootText" presStyleLbl="node2" presStyleIdx="1" presStyleCnt="3" custScaleX="181679">
        <dgm:presLayoutVars>
          <dgm:chPref val="3"/>
        </dgm:presLayoutVars>
      </dgm:prSet>
      <dgm:spPr/>
      <dgm:t>
        <a:bodyPr/>
        <a:lstStyle/>
        <a:p>
          <a:endParaRPr lang="en-US"/>
        </a:p>
      </dgm:t>
    </dgm:pt>
    <dgm:pt modelId="{D287FA5F-17C6-4970-B024-6FEC256D60C4}" type="pres">
      <dgm:prSet presAssocID="{16505E22-8971-4D2E-94E1-B9DE0A30E783}" presName="rootConnector" presStyleLbl="node2" presStyleIdx="1" presStyleCnt="3"/>
      <dgm:spPr/>
      <dgm:t>
        <a:bodyPr/>
        <a:lstStyle/>
        <a:p>
          <a:endParaRPr lang="en-US"/>
        </a:p>
      </dgm:t>
    </dgm:pt>
    <dgm:pt modelId="{167691EB-06AC-4A12-BAA3-4B9C8DA87373}" type="pres">
      <dgm:prSet presAssocID="{16505E22-8971-4D2E-94E1-B9DE0A30E783}" presName="hierChild4" presStyleCnt="0"/>
      <dgm:spPr/>
    </dgm:pt>
    <dgm:pt modelId="{2D3140D6-41D1-4B26-8779-658A77553316}" type="pres">
      <dgm:prSet presAssocID="{ED823D17-3A75-428D-89D9-B9AE5E30A922}" presName="Name37" presStyleLbl="parChTrans1D3" presStyleIdx="4" presStyleCnt="11" custSzX="331564"/>
      <dgm:spPr/>
      <dgm:t>
        <a:bodyPr/>
        <a:lstStyle/>
        <a:p>
          <a:endParaRPr lang="en-US"/>
        </a:p>
      </dgm:t>
    </dgm:pt>
    <dgm:pt modelId="{332BEDFC-9F5E-409C-9B82-FC11F29B6978}" type="pres">
      <dgm:prSet presAssocID="{2279E718-7DE9-45F0-ACCC-CF3F26854688}" presName="hierRoot2" presStyleCnt="0">
        <dgm:presLayoutVars>
          <dgm:hierBranch val="init"/>
        </dgm:presLayoutVars>
      </dgm:prSet>
      <dgm:spPr/>
    </dgm:pt>
    <dgm:pt modelId="{A9D329E2-1341-4F19-A209-34DAAA2522FB}" type="pres">
      <dgm:prSet presAssocID="{2279E718-7DE9-45F0-ACCC-CF3F26854688}" presName="rootComposite" presStyleCnt="0"/>
      <dgm:spPr/>
    </dgm:pt>
    <dgm:pt modelId="{8BE52796-6D13-4437-9075-788AB2DE7AD1}" type="pres">
      <dgm:prSet presAssocID="{2279E718-7DE9-45F0-ACCC-CF3F26854688}" presName="rootText" presStyleLbl="node3" presStyleIdx="4" presStyleCnt="11" custScaleX="161259">
        <dgm:presLayoutVars>
          <dgm:chPref val="3"/>
        </dgm:presLayoutVars>
      </dgm:prSet>
      <dgm:spPr/>
      <dgm:t>
        <a:bodyPr/>
        <a:lstStyle/>
        <a:p>
          <a:endParaRPr lang="en-US"/>
        </a:p>
      </dgm:t>
    </dgm:pt>
    <dgm:pt modelId="{FC99B671-B81E-40B3-85B6-E8BE9526BABD}" type="pres">
      <dgm:prSet presAssocID="{2279E718-7DE9-45F0-ACCC-CF3F26854688}" presName="rootConnector" presStyleLbl="node3" presStyleIdx="4" presStyleCnt="11"/>
      <dgm:spPr/>
      <dgm:t>
        <a:bodyPr/>
        <a:lstStyle/>
        <a:p>
          <a:endParaRPr lang="en-US"/>
        </a:p>
      </dgm:t>
    </dgm:pt>
    <dgm:pt modelId="{F7012C27-DC6D-468B-AAB3-C7BE504E4C14}" type="pres">
      <dgm:prSet presAssocID="{2279E718-7DE9-45F0-ACCC-CF3F26854688}" presName="hierChild4" presStyleCnt="0"/>
      <dgm:spPr/>
    </dgm:pt>
    <dgm:pt modelId="{F0A80D29-C4ED-4C50-8040-7F305CEF58E2}" type="pres">
      <dgm:prSet presAssocID="{2279E718-7DE9-45F0-ACCC-CF3F26854688}" presName="hierChild5" presStyleCnt="0"/>
      <dgm:spPr/>
    </dgm:pt>
    <dgm:pt modelId="{7ED1856A-FD0F-41A4-AF18-5780E128EF9B}" type="pres">
      <dgm:prSet presAssocID="{08973581-E8B0-414D-88AC-444AB70470FC}" presName="Name37" presStyleLbl="parChTrans1D3" presStyleIdx="5" presStyleCnt="11" custSzX="331564"/>
      <dgm:spPr/>
      <dgm:t>
        <a:bodyPr/>
        <a:lstStyle/>
        <a:p>
          <a:endParaRPr lang="en-US"/>
        </a:p>
      </dgm:t>
    </dgm:pt>
    <dgm:pt modelId="{453FC25D-0C53-4C9D-8371-ABCC88EC7B30}" type="pres">
      <dgm:prSet presAssocID="{515B2503-4E7D-47F4-BDCB-08BEBB91784C}" presName="hierRoot2" presStyleCnt="0">
        <dgm:presLayoutVars>
          <dgm:hierBranch val="init"/>
        </dgm:presLayoutVars>
      </dgm:prSet>
      <dgm:spPr/>
    </dgm:pt>
    <dgm:pt modelId="{B4F810F8-B59E-4758-AC81-A9E855A5974B}" type="pres">
      <dgm:prSet presAssocID="{515B2503-4E7D-47F4-BDCB-08BEBB91784C}" presName="rootComposite" presStyleCnt="0"/>
      <dgm:spPr/>
    </dgm:pt>
    <dgm:pt modelId="{8956AA3C-930E-4D6B-AEBE-16B9D63E2307}" type="pres">
      <dgm:prSet presAssocID="{515B2503-4E7D-47F4-BDCB-08BEBB91784C}" presName="rootText" presStyleLbl="node3" presStyleIdx="5" presStyleCnt="11" custScaleX="161259">
        <dgm:presLayoutVars>
          <dgm:chPref val="3"/>
        </dgm:presLayoutVars>
      </dgm:prSet>
      <dgm:spPr/>
      <dgm:t>
        <a:bodyPr/>
        <a:lstStyle/>
        <a:p>
          <a:endParaRPr lang="en-US"/>
        </a:p>
      </dgm:t>
    </dgm:pt>
    <dgm:pt modelId="{669EFA62-DE37-47DB-A4BC-6811AD74F00F}" type="pres">
      <dgm:prSet presAssocID="{515B2503-4E7D-47F4-BDCB-08BEBB91784C}" presName="rootConnector" presStyleLbl="node3" presStyleIdx="5" presStyleCnt="11"/>
      <dgm:spPr/>
      <dgm:t>
        <a:bodyPr/>
        <a:lstStyle/>
        <a:p>
          <a:endParaRPr lang="en-US"/>
        </a:p>
      </dgm:t>
    </dgm:pt>
    <dgm:pt modelId="{E364C296-743A-4BA9-A64C-F41BC34FAABE}" type="pres">
      <dgm:prSet presAssocID="{515B2503-4E7D-47F4-BDCB-08BEBB91784C}" presName="hierChild4" presStyleCnt="0"/>
      <dgm:spPr/>
    </dgm:pt>
    <dgm:pt modelId="{214827E4-C000-46E3-AE3E-0D208E5522DE}" type="pres">
      <dgm:prSet presAssocID="{515B2503-4E7D-47F4-BDCB-08BEBB91784C}" presName="hierChild5" presStyleCnt="0"/>
      <dgm:spPr/>
    </dgm:pt>
    <dgm:pt modelId="{249B3F67-96D8-477D-B27B-C99A88013F88}" type="pres">
      <dgm:prSet presAssocID="{9703E39D-3B16-4376-BB38-DB1C469C7BF2}" presName="Name37" presStyleLbl="parChTrans1D3" presStyleIdx="6" presStyleCnt="11" custSzX="331564"/>
      <dgm:spPr/>
      <dgm:t>
        <a:bodyPr/>
        <a:lstStyle/>
        <a:p>
          <a:endParaRPr lang="en-US"/>
        </a:p>
      </dgm:t>
    </dgm:pt>
    <dgm:pt modelId="{1F0914C8-8FA5-4531-844D-3BCE9564C5C5}" type="pres">
      <dgm:prSet presAssocID="{B3A81906-BBDB-48FE-8D95-FC87785F63BD}" presName="hierRoot2" presStyleCnt="0">
        <dgm:presLayoutVars>
          <dgm:hierBranch val="init"/>
        </dgm:presLayoutVars>
      </dgm:prSet>
      <dgm:spPr/>
    </dgm:pt>
    <dgm:pt modelId="{EFE95925-6ECA-483A-ADFE-746934B47737}" type="pres">
      <dgm:prSet presAssocID="{B3A81906-BBDB-48FE-8D95-FC87785F63BD}" presName="rootComposite" presStyleCnt="0"/>
      <dgm:spPr/>
    </dgm:pt>
    <dgm:pt modelId="{DC81DFB2-8672-4B96-A646-A3076CCE6DF9}" type="pres">
      <dgm:prSet presAssocID="{B3A81906-BBDB-48FE-8D95-FC87785F63BD}" presName="rootText" presStyleLbl="node3" presStyleIdx="6" presStyleCnt="11" custScaleX="161259">
        <dgm:presLayoutVars>
          <dgm:chPref val="3"/>
        </dgm:presLayoutVars>
      </dgm:prSet>
      <dgm:spPr/>
      <dgm:t>
        <a:bodyPr/>
        <a:lstStyle/>
        <a:p>
          <a:endParaRPr lang="en-US"/>
        </a:p>
      </dgm:t>
    </dgm:pt>
    <dgm:pt modelId="{F0FC95BA-885A-4810-BAC0-4398E758D8CF}" type="pres">
      <dgm:prSet presAssocID="{B3A81906-BBDB-48FE-8D95-FC87785F63BD}" presName="rootConnector" presStyleLbl="node3" presStyleIdx="6" presStyleCnt="11"/>
      <dgm:spPr/>
      <dgm:t>
        <a:bodyPr/>
        <a:lstStyle/>
        <a:p>
          <a:endParaRPr lang="en-US"/>
        </a:p>
      </dgm:t>
    </dgm:pt>
    <dgm:pt modelId="{058766B4-4D50-49CD-9FAC-D6282A9E73B8}" type="pres">
      <dgm:prSet presAssocID="{B3A81906-BBDB-48FE-8D95-FC87785F63BD}" presName="hierChild4" presStyleCnt="0"/>
      <dgm:spPr/>
    </dgm:pt>
    <dgm:pt modelId="{69DFEBAB-E6BA-4E53-AE06-53E57BDFE9AF}" type="pres">
      <dgm:prSet presAssocID="{B3A81906-BBDB-48FE-8D95-FC87785F63BD}" presName="hierChild5" presStyleCnt="0"/>
      <dgm:spPr/>
    </dgm:pt>
    <dgm:pt modelId="{0DBB1914-3247-4A3E-B23E-5FBF15DC49C8}" type="pres">
      <dgm:prSet presAssocID="{1047FF16-B02F-45ED-B2EC-5DD1FFC1F62C}" presName="Name37" presStyleLbl="parChTrans1D3" presStyleIdx="7" presStyleCnt="11" custSzX="331564"/>
      <dgm:spPr/>
      <dgm:t>
        <a:bodyPr/>
        <a:lstStyle/>
        <a:p>
          <a:endParaRPr lang="en-US"/>
        </a:p>
      </dgm:t>
    </dgm:pt>
    <dgm:pt modelId="{3F112182-F5BA-4AC9-BC30-D46CD02AB95C}" type="pres">
      <dgm:prSet presAssocID="{EC18B456-57A4-478E-923D-8FE64D2A8682}" presName="hierRoot2" presStyleCnt="0">
        <dgm:presLayoutVars>
          <dgm:hierBranch val="init"/>
        </dgm:presLayoutVars>
      </dgm:prSet>
      <dgm:spPr/>
    </dgm:pt>
    <dgm:pt modelId="{EAD9BD23-A4C3-4020-9194-BC5D0E39F9D8}" type="pres">
      <dgm:prSet presAssocID="{EC18B456-57A4-478E-923D-8FE64D2A8682}" presName="rootComposite" presStyleCnt="0"/>
      <dgm:spPr/>
    </dgm:pt>
    <dgm:pt modelId="{53D7B2FE-518E-4E0A-A9BB-172A202CDFE8}" type="pres">
      <dgm:prSet presAssocID="{EC18B456-57A4-478E-923D-8FE64D2A8682}" presName="rootText" presStyleLbl="node3" presStyleIdx="7" presStyleCnt="11" custScaleX="165891">
        <dgm:presLayoutVars>
          <dgm:chPref val="3"/>
        </dgm:presLayoutVars>
      </dgm:prSet>
      <dgm:spPr/>
      <dgm:t>
        <a:bodyPr/>
        <a:lstStyle/>
        <a:p>
          <a:endParaRPr lang="en-US"/>
        </a:p>
      </dgm:t>
    </dgm:pt>
    <dgm:pt modelId="{9D88D98F-CBF4-4D24-B3F2-19033C17D7BC}" type="pres">
      <dgm:prSet presAssocID="{EC18B456-57A4-478E-923D-8FE64D2A8682}" presName="rootConnector" presStyleLbl="node3" presStyleIdx="7" presStyleCnt="11"/>
      <dgm:spPr/>
      <dgm:t>
        <a:bodyPr/>
        <a:lstStyle/>
        <a:p>
          <a:endParaRPr lang="en-US"/>
        </a:p>
      </dgm:t>
    </dgm:pt>
    <dgm:pt modelId="{A5F13EA5-7ADF-48E3-AA51-89D2BFE4B7E5}" type="pres">
      <dgm:prSet presAssocID="{EC18B456-57A4-478E-923D-8FE64D2A8682}" presName="hierChild4" presStyleCnt="0"/>
      <dgm:spPr/>
    </dgm:pt>
    <dgm:pt modelId="{693983B5-BE0D-4833-BCC1-DC72E2DAAD6F}" type="pres">
      <dgm:prSet presAssocID="{EC18B456-57A4-478E-923D-8FE64D2A8682}" presName="hierChild5" presStyleCnt="0"/>
      <dgm:spPr/>
    </dgm:pt>
    <dgm:pt modelId="{A5CF5420-4620-4ED3-981B-7D1BB85CD245}" type="pres">
      <dgm:prSet presAssocID="{16505E22-8971-4D2E-94E1-B9DE0A30E783}" presName="hierChild5" presStyleCnt="0"/>
      <dgm:spPr/>
    </dgm:pt>
    <dgm:pt modelId="{5CD74E72-ED33-4008-AC91-4413AC92E259}" type="pres">
      <dgm:prSet presAssocID="{1967CE33-096B-4566-A574-83AA59D792BC}" presName="Name37" presStyleLbl="parChTrans1D2" presStyleIdx="2" presStyleCnt="3" custSzX="2674622"/>
      <dgm:spPr/>
      <dgm:t>
        <a:bodyPr/>
        <a:lstStyle/>
        <a:p>
          <a:endParaRPr lang="en-US"/>
        </a:p>
      </dgm:t>
    </dgm:pt>
    <dgm:pt modelId="{0C3825AB-320A-43C9-9977-B188C4FBA625}" type="pres">
      <dgm:prSet presAssocID="{CFA127DD-5617-4AD9-B2B0-BA640A1FBC4C}" presName="hierRoot2" presStyleCnt="0">
        <dgm:presLayoutVars>
          <dgm:hierBranch val="init"/>
        </dgm:presLayoutVars>
      </dgm:prSet>
      <dgm:spPr/>
    </dgm:pt>
    <dgm:pt modelId="{7C40FA6C-F3DD-4A24-A2AB-EB27BF8312E3}" type="pres">
      <dgm:prSet presAssocID="{CFA127DD-5617-4AD9-B2B0-BA640A1FBC4C}" presName="rootComposite" presStyleCnt="0"/>
      <dgm:spPr/>
    </dgm:pt>
    <dgm:pt modelId="{D99B171D-B2C1-4E9D-8A09-F347F0CD095D}" type="pres">
      <dgm:prSet presAssocID="{CFA127DD-5617-4AD9-B2B0-BA640A1FBC4C}" presName="rootText" presStyleLbl="node2" presStyleIdx="2" presStyleCnt="3" custScaleX="181679">
        <dgm:presLayoutVars>
          <dgm:chPref val="3"/>
        </dgm:presLayoutVars>
      </dgm:prSet>
      <dgm:spPr/>
      <dgm:t>
        <a:bodyPr/>
        <a:lstStyle/>
        <a:p>
          <a:endParaRPr lang="en-US"/>
        </a:p>
      </dgm:t>
    </dgm:pt>
    <dgm:pt modelId="{AFB770FA-3030-4510-AE5B-320AAED4AE42}" type="pres">
      <dgm:prSet presAssocID="{CFA127DD-5617-4AD9-B2B0-BA640A1FBC4C}" presName="rootConnector" presStyleLbl="node2" presStyleIdx="2" presStyleCnt="3"/>
      <dgm:spPr/>
      <dgm:t>
        <a:bodyPr/>
        <a:lstStyle/>
        <a:p>
          <a:endParaRPr lang="en-US"/>
        </a:p>
      </dgm:t>
    </dgm:pt>
    <dgm:pt modelId="{842DB771-A8E5-4D90-88A2-10E14C5BCC1C}" type="pres">
      <dgm:prSet presAssocID="{CFA127DD-5617-4AD9-B2B0-BA640A1FBC4C}" presName="hierChild4" presStyleCnt="0"/>
      <dgm:spPr/>
    </dgm:pt>
    <dgm:pt modelId="{83B623C6-289B-44CE-A5AB-A62D28C89B63}" type="pres">
      <dgm:prSet presAssocID="{A68F98A2-7905-42FB-B030-3B5BAEAB4501}" presName="Name37" presStyleLbl="parChTrans1D3" presStyleIdx="8" presStyleCnt="11" custSzX="331564"/>
      <dgm:spPr/>
      <dgm:t>
        <a:bodyPr/>
        <a:lstStyle/>
        <a:p>
          <a:endParaRPr lang="en-US"/>
        </a:p>
      </dgm:t>
    </dgm:pt>
    <dgm:pt modelId="{84FD35E6-1983-4620-A6A7-99364116BCF5}" type="pres">
      <dgm:prSet presAssocID="{48A2F595-201B-4265-AADD-277D16E2BC78}" presName="hierRoot2" presStyleCnt="0">
        <dgm:presLayoutVars>
          <dgm:hierBranch val="init"/>
        </dgm:presLayoutVars>
      </dgm:prSet>
      <dgm:spPr/>
    </dgm:pt>
    <dgm:pt modelId="{546BB0A8-E192-4CC7-9923-B0E9B64387E5}" type="pres">
      <dgm:prSet presAssocID="{48A2F595-201B-4265-AADD-277D16E2BC78}" presName="rootComposite" presStyleCnt="0"/>
      <dgm:spPr/>
    </dgm:pt>
    <dgm:pt modelId="{FA39D8D5-AD68-4E25-93CB-51916A716886}" type="pres">
      <dgm:prSet presAssocID="{48A2F595-201B-4265-AADD-277D16E2BC78}" presName="rootText" presStyleLbl="node3" presStyleIdx="8" presStyleCnt="11" custScaleX="161259">
        <dgm:presLayoutVars>
          <dgm:chPref val="3"/>
        </dgm:presLayoutVars>
      </dgm:prSet>
      <dgm:spPr/>
      <dgm:t>
        <a:bodyPr/>
        <a:lstStyle/>
        <a:p>
          <a:endParaRPr lang="en-US"/>
        </a:p>
      </dgm:t>
    </dgm:pt>
    <dgm:pt modelId="{51D57054-67EF-4CC0-B227-6AC44321FAFC}" type="pres">
      <dgm:prSet presAssocID="{48A2F595-201B-4265-AADD-277D16E2BC78}" presName="rootConnector" presStyleLbl="node3" presStyleIdx="8" presStyleCnt="11"/>
      <dgm:spPr/>
      <dgm:t>
        <a:bodyPr/>
        <a:lstStyle/>
        <a:p>
          <a:endParaRPr lang="en-US"/>
        </a:p>
      </dgm:t>
    </dgm:pt>
    <dgm:pt modelId="{FBB56FE0-0669-4C5D-8EF4-A43FC586C181}" type="pres">
      <dgm:prSet presAssocID="{48A2F595-201B-4265-AADD-277D16E2BC78}" presName="hierChild4" presStyleCnt="0"/>
      <dgm:spPr/>
    </dgm:pt>
    <dgm:pt modelId="{AC0B40E9-B6C5-4A7B-9D98-431E2B2F95E5}" type="pres">
      <dgm:prSet presAssocID="{48A2F595-201B-4265-AADD-277D16E2BC78}" presName="hierChild5" presStyleCnt="0"/>
      <dgm:spPr/>
    </dgm:pt>
    <dgm:pt modelId="{97EE330D-2B90-42C6-AECA-0FB2F2925DC2}" type="pres">
      <dgm:prSet presAssocID="{C1C06C69-0BC0-4869-9EEC-0FF10EE5E42E}" presName="Name37" presStyleLbl="parChTrans1D3" presStyleIdx="9" presStyleCnt="11" custSzX="331564"/>
      <dgm:spPr/>
      <dgm:t>
        <a:bodyPr/>
        <a:lstStyle/>
        <a:p>
          <a:endParaRPr lang="en-US"/>
        </a:p>
      </dgm:t>
    </dgm:pt>
    <dgm:pt modelId="{3C20BCB9-BBD1-4D79-9995-137BA386DD3B}" type="pres">
      <dgm:prSet presAssocID="{2A3B383F-54E7-44EC-8E86-68F6FD6082AC}" presName="hierRoot2" presStyleCnt="0">
        <dgm:presLayoutVars>
          <dgm:hierBranch val="init"/>
        </dgm:presLayoutVars>
      </dgm:prSet>
      <dgm:spPr/>
    </dgm:pt>
    <dgm:pt modelId="{BD440F3F-1D74-405A-81A0-8DF934C5C6C9}" type="pres">
      <dgm:prSet presAssocID="{2A3B383F-54E7-44EC-8E86-68F6FD6082AC}" presName="rootComposite" presStyleCnt="0"/>
      <dgm:spPr/>
    </dgm:pt>
    <dgm:pt modelId="{DD755F1B-F28D-44B3-840F-BDCB4797FDB1}" type="pres">
      <dgm:prSet presAssocID="{2A3B383F-54E7-44EC-8E86-68F6FD6082AC}" presName="rootText" presStyleLbl="node3" presStyleIdx="9" presStyleCnt="11" custScaleX="161259">
        <dgm:presLayoutVars>
          <dgm:chPref val="3"/>
        </dgm:presLayoutVars>
      </dgm:prSet>
      <dgm:spPr/>
      <dgm:t>
        <a:bodyPr/>
        <a:lstStyle/>
        <a:p>
          <a:endParaRPr lang="en-US"/>
        </a:p>
      </dgm:t>
    </dgm:pt>
    <dgm:pt modelId="{37CA6F60-D9C1-481C-996A-2FF73ED750CF}" type="pres">
      <dgm:prSet presAssocID="{2A3B383F-54E7-44EC-8E86-68F6FD6082AC}" presName="rootConnector" presStyleLbl="node3" presStyleIdx="9" presStyleCnt="11"/>
      <dgm:spPr/>
      <dgm:t>
        <a:bodyPr/>
        <a:lstStyle/>
        <a:p>
          <a:endParaRPr lang="en-US"/>
        </a:p>
      </dgm:t>
    </dgm:pt>
    <dgm:pt modelId="{D491480A-001B-4CF3-8114-5EF6AE2EB452}" type="pres">
      <dgm:prSet presAssocID="{2A3B383F-54E7-44EC-8E86-68F6FD6082AC}" presName="hierChild4" presStyleCnt="0"/>
      <dgm:spPr/>
    </dgm:pt>
    <dgm:pt modelId="{0519DE9A-BE84-4BD4-8DDE-9D2AA68360E8}" type="pres">
      <dgm:prSet presAssocID="{2A3B383F-54E7-44EC-8E86-68F6FD6082AC}" presName="hierChild5" presStyleCnt="0"/>
      <dgm:spPr/>
    </dgm:pt>
    <dgm:pt modelId="{EBD7BB8E-D4CF-4C79-8395-302F5E6F22CF}" type="pres">
      <dgm:prSet presAssocID="{AF1962D2-EC9A-490F-A435-C44AB28E2CCF}" presName="Name37" presStyleLbl="parChTrans1D3" presStyleIdx="10" presStyleCnt="11"/>
      <dgm:spPr/>
      <dgm:t>
        <a:bodyPr/>
        <a:lstStyle/>
        <a:p>
          <a:endParaRPr lang="en-US"/>
        </a:p>
      </dgm:t>
    </dgm:pt>
    <dgm:pt modelId="{6C84E4FF-CED9-40EE-80BF-C42E6CABF8A6}" type="pres">
      <dgm:prSet presAssocID="{C6EB6B4A-A5EC-429D-8EF4-63464284C0E3}" presName="hierRoot2" presStyleCnt="0">
        <dgm:presLayoutVars>
          <dgm:hierBranch val="init"/>
        </dgm:presLayoutVars>
      </dgm:prSet>
      <dgm:spPr/>
    </dgm:pt>
    <dgm:pt modelId="{2F0100F2-10C5-4C3F-9AEC-2C44C37CB016}" type="pres">
      <dgm:prSet presAssocID="{C6EB6B4A-A5EC-429D-8EF4-63464284C0E3}" presName="rootComposite" presStyleCnt="0"/>
      <dgm:spPr/>
    </dgm:pt>
    <dgm:pt modelId="{6A7C03FD-9CE6-45E0-8DD1-0C96860675D9}" type="pres">
      <dgm:prSet presAssocID="{C6EB6B4A-A5EC-429D-8EF4-63464284C0E3}" presName="rootText" presStyleLbl="node3" presStyleIdx="10" presStyleCnt="11" custScaleX="161259">
        <dgm:presLayoutVars>
          <dgm:chPref val="3"/>
        </dgm:presLayoutVars>
      </dgm:prSet>
      <dgm:spPr/>
      <dgm:t>
        <a:bodyPr/>
        <a:lstStyle/>
        <a:p>
          <a:endParaRPr lang="en-US"/>
        </a:p>
      </dgm:t>
    </dgm:pt>
    <dgm:pt modelId="{D928031C-B330-4EE0-9B08-5043D543CC51}" type="pres">
      <dgm:prSet presAssocID="{C6EB6B4A-A5EC-429D-8EF4-63464284C0E3}" presName="rootConnector" presStyleLbl="node3" presStyleIdx="10" presStyleCnt="11"/>
      <dgm:spPr/>
      <dgm:t>
        <a:bodyPr/>
        <a:lstStyle/>
        <a:p>
          <a:endParaRPr lang="en-US"/>
        </a:p>
      </dgm:t>
    </dgm:pt>
    <dgm:pt modelId="{8C5C33CC-737A-4217-9BAB-9DEB49343AAD}" type="pres">
      <dgm:prSet presAssocID="{C6EB6B4A-A5EC-429D-8EF4-63464284C0E3}" presName="hierChild4" presStyleCnt="0"/>
      <dgm:spPr/>
    </dgm:pt>
    <dgm:pt modelId="{AFC1FF4B-033C-4DE9-9216-C45017F1351F}" type="pres">
      <dgm:prSet presAssocID="{C6EB6B4A-A5EC-429D-8EF4-63464284C0E3}" presName="hierChild5" presStyleCnt="0"/>
      <dgm:spPr/>
    </dgm:pt>
    <dgm:pt modelId="{F25024AF-EEFD-48AC-8EAA-E8CF5BB9CB6E}" type="pres">
      <dgm:prSet presAssocID="{CFA127DD-5617-4AD9-B2B0-BA640A1FBC4C}" presName="hierChild5" presStyleCnt="0"/>
      <dgm:spPr/>
    </dgm:pt>
    <dgm:pt modelId="{0DA2FC07-2D75-4E67-BBDD-F9DE10D14A19}" type="pres">
      <dgm:prSet presAssocID="{D6787242-F006-4AEB-8B77-4C998316E2D7}" presName="hierChild3" presStyleCnt="0"/>
      <dgm:spPr/>
    </dgm:pt>
  </dgm:ptLst>
  <dgm:cxnLst>
    <dgm:cxn modelId="{460F3D0B-E6B6-4618-B2DB-63E3BCF8D21E}" type="presOf" srcId="{1967CE33-096B-4566-A574-83AA59D792BC}" destId="{5CD74E72-ED33-4008-AC91-4413AC92E259}" srcOrd="0" destOrd="0" presId="urn:microsoft.com/office/officeart/2005/8/layout/orgChart1"/>
    <dgm:cxn modelId="{6ABC0D0E-7853-4389-9A3D-71380D81E897}" srcId="{D6787242-F006-4AEB-8B77-4C998316E2D7}" destId="{CFA127DD-5617-4AD9-B2B0-BA640A1FBC4C}" srcOrd="2" destOrd="0" parTransId="{1967CE33-096B-4566-A574-83AA59D792BC}" sibTransId="{1F606111-318D-414C-8C9D-8B789326CAFD}"/>
    <dgm:cxn modelId="{E762AEE2-964A-46CF-9961-8790EC91A4C8}" srcId="{16505E22-8971-4D2E-94E1-B9DE0A30E783}" destId="{EC18B456-57A4-478E-923D-8FE64D2A8682}" srcOrd="3" destOrd="0" parTransId="{1047FF16-B02F-45ED-B2EC-5DD1FFC1F62C}" sibTransId="{18B35C7A-0F6C-4566-81A1-196897D12054}"/>
    <dgm:cxn modelId="{31606E16-57EB-42F1-A51C-10FAB6900079}" srcId="{AA8EF56B-DEC1-4A6F-8CF3-D8084E4DE692}" destId="{FDACF759-00B0-4098-BD71-97A088A42200}" srcOrd="1" destOrd="0" parTransId="{FA476E83-DEF1-4DF8-A29A-E37A07E8CBA7}" sibTransId="{626B1981-EC39-44A8-A78F-B48B80071922}"/>
    <dgm:cxn modelId="{CF7EE65F-0602-42C8-892F-3B04EFEF9596}" type="presOf" srcId="{AA8EF56B-DEC1-4A6F-8CF3-D8084E4DE692}" destId="{B9642F12-E7E7-4619-BBE1-ED1F90D58389}" srcOrd="0" destOrd="0" presId="urn:microsoft.com/office/officeart/2005/8/layout/orgChart1"/>
    <dgm:cxn modelId="{9834B5B3-E025-4999-83DF-02E53D55B22E}" type="presOf" srcId="{C6EB6B4A-A5EC-429D-8EF4-63464284C0E3}" destId="{6A7C03FD-9CE6-45E0-8DD1-0C96860675D9}" srcOrd="0" destOrd="0" presId="urn:microsoft.com/office/officeart/2005/8/layout/orgChart1"/>
    <dgm:cxn modelId="{AD9ADEA9-D64F-496A-BAA3-8236D09A4A65}" type="presOf" srcId="{D6787242-F006-4AEB-8B77-4C998316E2D7}" destId="{ED71BCF2-60C8-4A27-ACB0-1304E0D5DC99}" srcOrd="1" destOrd="0" presId="urn:microsoft.com/office/officeart/2005/8/layout/orgChart1"/>
    <dgm:cxn modelId="{F88AD821-9B53-4610-BE38-33C22B49AC49}" type="presOf" srcId="{16505E22-8971-4D2E-94E1-B9DE0A30E783}" destId="{2415EC65-6D3C-46A4-B04E-5811D1C68C58}" srcOrd="0" destOrd="0" presId="urn:microsoft.com/office/officeart/2005/8/layout/orgChart1"/>
    <dgm:cxn modelId="{3F97566E-C1A5-455A-B675-240FFB61CA19}" type="presOf" srcId="{48A2F595-201B-4265-AADD-277D16E2BC78}" destId="{51D57054-67EF-4CC0-B227-6AC44321FAFC}" srcOrd="1" destOrd="0" presId="urn:microsoft.com/office/officeart/2005/8/layout/orgChart1"/>
    <dgm:cxn modelId="{4698DEDB-77E3-4220-9CC6-CE12FC448E2A}" type="presOf" srcId="{10783B0D-B6C8-4C16-9ED3-B68EFF3DDB0F}" destId="{25F5ED7E-FEA3-4058-92EC-8A3606BEAEF1}" srcOrd="0" destOrd="0" presId="urn:microsoft.com/office/officeart/2005/8/layout/orgChart1"/>
    <dgm:cxn modelId="{31366A5F-E284-4D0A-AF62-EE9FACD21DD4}" type="presOf" srcId="{C6EB6B4A-A5EC-429D-8EF4-63464284C0E3}" destId="{D928031C-B330-4EE0-9B08-5043D543CC51}" srcOrd="1" destOrd="0" presId="urn:microsoft.com/office/officeart/2005/8/layout/orgChart1"/>
    <dgm:cxn modelId="{C9540346-529F-4B1A-AB8A-BA8107F1C4B9}" type="presOf" srcId="{BE8A0124-B7FB-47C6-8834-FCA7A6EE9F20}" destId="{068C76DF-68E7-42F4-B95E-37DEC645FBDC}" srcOrd="0" destOrd="0" presId="urn:microsoft.com/office/officeart/2005/8/layout/orgChart1"/>
    <dgm:cxn modelId="{793F3526-A607-4E11-8188-B7597168DE43}" type="presOf" srcId="{90EC0D6B-1130-4BD4-A981-5F80A958C475}" destId="{21598F20-B12C-49EB-86CD-64B566F15335}" srcOrd="0" destOrd="0" presId="urn:microsoft.com/office/officeart/2005/8/layout/orgChart1"/>
    <dgm:cxn modelId="{8590506D-B155-471C-9B37-946F66341E5C}" type="presOf" srcId="{48EFB1AA-5B40-49E3-AEEA-390E8D89FB8F}" destId="{1D37F976-FD58-46EB-B68C-A2EDDEB73561}" srcOrd="0" destOrd="0" presId="urn:microsoft.com/office/officeart/2005/8/layout/orgChart1"/>
    <dgm:cxn modelId="{03C5397D-0226-4BCD-B42D-DD8D65643433}" srcId="{CFA127DD-5617-4AD9-B2B0-BA640A1FBC4C}" destId="{C6EB6B4A-A5EC-429D-8EF4-63464284C0E3}" srcOrd="2" destOrd="0" parTransId="{AF1962D2-EC9A-490F-A435-C44AB28E2CCF}" sibTransId="{0573101B-4EFA-461C-ABE4-3FA0AB4B4820}"/>
    <dgm:cxn modelId="{5732E792-BB8A-429F-B980-42DE87AD9CB7}" type="presOf" srcId="{D6787242-F006-4AEB-8B77-4C998316E2D7}" destId="{1206AE7D-A4AD-41E8-91E9-5EDB0DC9EEB3}" srcOrd="0" destOrd="0" presId="urn:microsoft.com/office/officeart/2005/8/layout/orgChart1"/>
    <dgm:cxn modelId="{8B16B9A1-BE9D-420F-8E11-05AA1C250262}" srcId="{AA8EF56B-DEC1-4A6F-8CF3-D8084E4DE692}" destId="{BE8A0124-B7FB-47C6-8834-FCA7A6EE9F20}" srcOrd="3" destOrd="0" parTransId="{7B5ACC29-6E9F-4F90-9271-9E1A08A707C8}" sibTransId="{DB97A905-B809-4557-8516-AD70C4E4C63A}"/>
    <dgm:cxn modelId="{7F0336A7-E42E-442E-B1CC-1D8A03944F41}" srcId="{D6787242-F006-4AEB-8B77-4C998316E2D7}" destId="{AA8EF56B-DEC1-4A6F-8CF3-D8084E4DE692}" srcOrd="0" destOrd="0" parTransId="{4DA6441C-3830-4BD6-8C5E-766DF1E8A28B}" sibTransId="{F7F2A7DD-5F6F-4BAF-B8A2-AD997F9F635F}"/>
    <dgm:cxn modelId="{A6422294-1C8C-4F4A-BCF7-3E407A98B258}" srcId="{16505E22-8971-4D2E-94E1-B9DE0A30E783}" destId="{515B2503-4E7D-47F4-BDCB-08BEBB91784C}" srcOrd="1" destOrd="0" parTransId="{08973581-E8B0-414D-88AC-444AB70470FC}" sibTransId="{C4CA4F01-4F09-4D9B-A4E3-D47968471543}"/>
    <dgm:cxn modelId="{78D9512F-85BF-43D3-8C60-33211C414A86}" type="presOf" srcId="{A68F98A2-7905-42FB-B030-3B5BAEAB4501}" destId="{83B623C6-289B-44CE-A5AB-A62D28C89B63}" srcOrd="0" destOrd="0" presId="urn:microsoft.com/office/officeart/2005/8/layout/orgChart1"/>
    <dgm:cxn modelId="{BADB556F-CEEF-49DB-8F78-C84DE8464295}" type="presOf" srcId="{2279E718-7DE9-45F0-ACCC-CF3F26854688}" destId="{FC99B671-B81E-40B3-85B6-E8BE9526BABD}" srcOrd="1" destOrd="0" presId="urn:microsoft.com/office/officeart/2005/8/layout/orgChart1"/>
    <dgm:cxn modelId="{9F358DEC-39D0-4E5C-9A64-55DB3BC1BFF3}" srcId="{AA8EF56B-DEC1-4A6F-8CF3-D8084E4DE692}" destId="{90EC0D6B-1130-4BD4-A981-5F80A958C475}" srcOrd="0" destOrd="0" parTransId="{48EFB1AA-5B40-49E3-AEEA-390E8D89FB8F}" sibTransId="{5C725189-0D4E-4995-8142-48092D17AA43}"/>
    <dgm:cxn modelId="{EBD39F28-A420-40D4-A36B-21BE3CD11DB4}" srcId="{16505E22-8971-4D2E-94E1-B9DE0A30E783}" destId="{B3A81906-BBDB-48FE-8D95-FC87785F63BD}" srcOrd="2" destOrd="0" parTransId="{9703E39D-3B16-4376-BB38-DB1C469C7BF2}" sibTransId="{CCAAF0DC-FE70-4BA0-A947-8A1856E9D06E}"/>
    <dgm:cxn modelId="{2AF9246B-742E-4823-9ADD-95E0DF2D8D38}" type="presOf" srcId="{AF1962D2-EC9A-490F-A435-C44AB28E2CCF}" destId="{EBD7BB8E-D4CF-4C79-8395-302F5E6F22CF}" srcOrd="0" destOrd="0" presId="urn:microsoft.com/office/officeart/2005/8/layout/orgChart1"/>
    <dgm:cxn modelId="{1B0489F4-E113-48C1-AE38-25807C59DD55}" type="presOf" srcId="{B3A81906-BBDB-48FE-8D95-FC87785F63BD}" destId="{F0FC95BA-885A-4810-BAC0-4398E758D8CF}" srcOrd="1" destOrd="0" presId="urn:microsoft.com/office/officeart/2005/8/layout/orgChart1"/>
    <dgm:cxn modelId="{331C63CD-82E0-4E44-B776-481D6DE39D3C}" srcId="{CFA127DD-5617-4AD9-B2B0-BA640A1FBC4C}" destId="{2A3B383F-54E7-44EC-8E86-68F6FD6082AC}" srcOrd="1" destOrd="0" parTransId="{C1C06C69-0BC0-4869-9EEC-0FF10EE5E42E}" sibTransId="{C1FAE9CD-A2E3-454F-A858-0B948C237AA9}"/>
    <dgm:cxn modelId="{E4993EC0-FCAA-48C8-A790-6B1EA6A080D8}" srcId="{CFA127DD-5617-4AD9-B2B0-BA640A1FBC4C}" destId="{48A2F595-201B-4265-AADD-277D16E2BC78}" srcOrd="0" destOrd="0" parTransId="{A68F98A2-7905-42FB-B030-3B5BAEAB4501}" sibTransId="{0D7CF020-D835-4942-9ABD-65F8AB4490BB}"/>
    <dgm:cxn modelId="{4EA8A639-5AB5-4BC0-B7FD-AFF0DCD3A1EE}" srcId="{D6787242-F006-4AEB-8B77-4C998316E2D7}" destId="{16505E22-8971-4D2E-94E1-B9DE0A30E783}" srcOrd="1" destOrd="0" parTransId="{3F59E5D0-F3CF-46F4-B7BD-4F2D23DDA42F}" sibTransId="{CF3B8151-E40E-4D1F-A68E-7F917F1FB3E1}"/>
    <dgm:cxn modelId="{7B7E82D2-4FDF-4324-BABF-848B909FCCBA}" type="presOf" srcId="{4DA6441C-3830-4BD6-8C5E-766DF1E8A28B}" destId="{2F6F6CCF-52BA-4F62-97BA-AE693AB2136D}" srcOrd="0" destOrd="0" presId="urn:microsoft.com/office/officeart/2005/8/layout/orgChart1"/>
    <dgm:cxn modelId="{BAE5FC58-5D5B-4EA6-8746-0F2AF339969F}" type="presOf" srcId="{CFA127DD-5617-4AD9-B2B0-BA640A1FBC4C}" destId="{AFB770FA-3030-4510-AE5B-320AAED4AE42}" srcOrd="1" destOrd="0" presId="urn:microsoft.com/office/officeart/2005/8/layout/orgChart1"/>
    <dgm:cxn modelId="{BFB631D7-6FD7-4CBC-9B3E-CC4EE1AA8863}" type="presOf" srcId="{2A3B383F-54E7-44EC-8E86-68F6FD6082AC}" destId="{DD755F1B-F28D-44B3-840F-BDCB4797FDB1}" srcOrd="0" destOrd="0" presId="urn:microsoft.com/office/officeart/2005/8/layout/orgChart1"/>
    <dgm:cxn modelId="{340443EE-74E9-455F-BB83-57A1D0C7EF98}" type="presOf" srcId="{2279E718-7DE9-45F0-ACCC-CF3F26854688}" destId="{8BE52796-6D13-4437-9075-788AB2DE7AD1}" srcOrd="0" destOrd="0" presId="urn:microsoft.com/office/officeart/2005/8/layout/orgChart1"/>
    <dgm:cxn modelId="{4031544C-816F-4C39-AEE4-5FD21084E941}" type="presOf" srcId="{16505E22-8971-4D2E-94E1-B9DE0A30E783}" destId="{D287FA5F-17C6-4970-B024-6FEC256D60C4}" srcOrd="1" destOrd="0" presId="urn:microsoft.com/office/officeart/2005/8/layout/orgChart1"/>
    <dgm:cxn modelId="{E44E2733-97D5-445E-8128-D3920C550649}" type="presOf" srcId="{7B5ACC29-6E9F-4F90-9271-9E1A08A707C8}" destId="{87EB3074-CC85-418D-9BF3-3ECBE008EBA7}" srcOrd="0" destOrd="0" presId="urn:microsoft.com/office/officeart/2005/8/layout/orgChart1"/>
    <dgm:cxn modelId="{C70C401A-8B52-42CE-83EC-89BE37EA95DF}" type="presOf" srcId="{0E606016-B502-453D-BE1D-977A4A3A0A16}" destId="{77911AEB-FEAC-40AE-B26E-D8B2577DC263}" srcOrd="0" destOrd="0" presId="urn:microsoft.com/office/officeart/2005/8/layout/orgChart1"/>
    <dgm:cxn modelId="{CC34422D-C71D-4688-AB97-23A038337CE9}" type="presOf" srcId="{C1C06C69-0BC0-4869-9EEC-0FF10EE5E42E}" destId="{97EE330D-2B90-42C6-AECA-0FB2F2925DC2}" srcOrd="0" destOrd="0" presId="urn:microsoft.com/office/officeart/2005/8/layout/orgChart1"/>
    <dgm:cxn modelId="{2B5D497D-870B-4EDA-B2C4-DF2B96B34DDA}" type="presOf" srcId="{515B2503-4E7D-47F4-BDCB-08BEBB91784C}" destId="{669EFA62-DE37-47DB-A4BC-6811AD74F00F}" srcOrd="1" destOrd="0" presId="urn:microsoft.com/office/officeart/2005/8/layout/orgChart1"/>
    <dgm:cxn modelId="{5B8BDFB5-2E32-4FEA-9D55-6AD7618CCD97}" type="presOf" srcId="{E1D949DC-5DB6-4B7E-A9D9-CA42CA2C6970}" destId="{44489D20-E0E6-47AC-8FD9-16580F37256B}" srcOrd="0" destOrd="0" presId="urn:microsoft.com/office/officeart/2005/8/layout/orgChart1"/>
    <dgm:cxn modelId="{872687E8-959A-4C68-AAA8-CFD713934815}" type="presOf" srcId="{48A2F595-201B-4265-AADD-277D16E2BC78}" destId="{FA39D8D5-AD68-4E25-93CB-51916A716886}" srcOrd="0" destOrd="0" presId="urn:microsoft.com/office/officeart/2005/8/layout/orgChart1"/>
    <dgm:cxn modelId="{79D4426B-22C5-4CF1-9B2C-4CCA3AD8304B}" type="presOf" srcId="{B3A81906-BBDB-48FE-8D95-FC87785F63BD}" destId="{DC81DFB2-8672-4B96-A646-A3076CCE6DF9}" srcOrd="0" destOrd="0" presId="urn:microsoft.com/office/officeart/2005/8/layout/orgChart1"/>
    <dgm:cxn modelId="{FF0D41FF-D881-42BA-A5F2-F6BB59B21FE9}" type="presOf" srcId="{515B2503-4E7D-47F4-BDCB-08BEBB91784C}" destId="{8956AA3C-930E-4D6B-AEBE-16B9D63E2307}" srcOrd="0" destOrd="0" presId="urn:microsoft.com/office/officeart/2005/8/layout/orgChart1"/>
    <dgm:cxn modelId="{AC636B75-3BD9-4AEC-9060-A43C6106AB08}" srcId="{AA8EF56B-DEC1-4A6F-8CF3-D8084E4DE692}" destId="{10783B0D-B6C8-4C16-9ED3-B68EFF3DDB0F}" srcOrd="2" destOrd="0" parTransId="{0E606016-B502-453D-BE1D-977A4A3A0A16}" sibTransId="{C4B48374-3096-4DB6-B158-3D8F98FD6492}"/>
    <dgm:cxn modelId="{67B03072-BFD6-4418-9EE9-DCFE0649EF7D}" type="presOf" srcId="{3F59E5D0-F3CF-46F4-B7BD-4F2D23DDA42F}" destId="{31659875-53F8-485D-AB63-28DAA356BBF1}" srcOrd="0" destOrd="0" presId="urn:microsoft.com/office/officeart/2005/8/layout/orgChart1"/>
    <dgm:cxn modelId="{B51E72CD-A16A-4B45-A057-B80A6C3E06DC}" type="presOf" srcId="{1047FF16-B02F-45ED-B2EC-5DD1FFC1F62C}" destId="{0DBB1914-3247-4A3E-B23E-5FBF15DC49C8}" srcOrd="0" destOrd="0" presId="urn:microsoft.com/office/officeart/2005/8/layout/orgChart1"/>
    <dgm:cxn modelId="{BB8833D9-86DA-4B96-B1CE-31D6A9408A2C}" type="presOf" srcId="{9703E39D-3B16-4376-BB38-DB1C469C7BF2}" destId="{249B3F67-96D8-477D-B27B-C99A88013F88}" srcOrd="0" destOrd="0" presId="urn:microsoft.com/office/officeart/2005/8/layout/orgChart1"/>
    <dgm:cxn modelId="{0E29C029-551E-4663-85A2-8187FEEB4A94}" type="presOf" srcId="{FA476E83-DEF1-4DF8-A29A-E37A07E8CBA7}" destId="{E1CC0BF1-43E7-4731-B6A5-EF921AD1567F}" srcOrd="0" destOrd="0" presId="urn:microsoft.com/office/officeart/2005/8/layout/orgChart1"/>
    <dgm:cxn modelId="{24DBE0AA-8C3E-4D10-8189-68DD51248708}" type="presOf" srcId="{EC18B456-57A4-478E-923D-8FE64D2A8682}" destId="{53D7B2FE-518E-4E0A-A9BB-172A202CDFE8}" srcOrd="0" destOrd="0" presId="urn:microsoft.com/office/officeart/2005/8/layout/orgChart1"/>
    <dgm:cxn modelId="{8EA515EF-F3C2-467D-B14F-C23CB36F489C}" type="presOf" srcId="{BE8A0124-B7FB-47C6-8834-FCA7A6EE9F20}" destId="{277872F5-C1CB-4937-8AC7-176E51B94032}" srcOrd="1" destOrd="0" presId="urn:microsoft.com/office/officeart/2005/8/layout/orgChart1"/>
    <dgm:cxn modelId="{620D80D2-BBAE-42C6-843C-1EA39845EADA}" type="presOf" srcId="{2A3B383F-54E7-44EC-8E86-68F6FD6082AC}" destId="{37CA6F60-D9C1-481C-996A-2FF73ED750CF}" srcOrd="1" destOrd="0" presId="urn:microsoft.com/office/officeart/2005/8/layout/orgChart1"/>
    <dgm:cxn modelId="{B0BC48EB-94FD-4C07-81E9-CFE624B2E52F}" srcId="{E1D949DC-5DB6-4B7E-A9D9-CA42CA2C6970}" destId="{D6787242-F006-4AEB-8B77-4C998316E2D7}" srcOrd="0" destOrd="0" parTransId="{2C590DC0-5A9B-4EF1-9F48-9930938E27F9}" sibTransId="{292877D9-C47D-443C-A0E7-21FB55BF804E}"/>
    <dgm:cxn modelId="{EBD925DF-72C5-4528-9A4F-671429AE56D3}" type="presOf" srcId="{FDACF759-00B0-4098-BD71-97A088A42200}" destId="{53560DAA-56E2-4032-A215-741E07826503}" srcOrd="1" destOrd="0" presId="urn:microsoft.com/office/officeart/2005/8/layout/orgChart1"/>
    <dgm:cxn modelId="{8766AAF1-542A-4AEF-AB95-18351DBC6CED}" type="presOf" srcId="{ED823D17-3A75-428D-89D9-B9AE5E30A922}" destId="{2D3140D6-41D1-4B26-8779-658A77553316}" srcOrd="0" destOrd="0" presId="urn:microsoft.com/office/officeart/2005/8/layout/orgChart1"/>
    <dgm:cxn modelId="{5F74D5AF-9BF7-43A6-BF71-5D99DFC86BE5}" type="presOf" srcId="{90EC0D6B-1130-4BD4-A981-5F80A958C475}" destId="{6CF1F444-25A9-46D2-89B8-BE25EE4D8C6A}" srcOrd="1" destOrd="0" presId="urn:microsoft.com/office/officeart/2005/8/layout/orgChart1"/>
    <dgm:cxn modelId="{EBF3CD34-E7D6-4669-B8A6-3EF67F90FD92}" type="presOf" srcId="{FDACF759-00B0-4098-BD71-97A088A42200}" destId="{C9B1FC20-5C8B-4356-B3CA-986E870E4817}" srcOrd="0" destOrd="0" presId="urn:microsoft.com/office/officeart/2005/8/layout/orgChart1"/>
    <dgm:cxn modelId="{3CACB829-AC3C-4D63-BC53-532FC8BFC2A1}" type="presOf" srcId="{AA8EF56B-DEC1-4A6F-8CF3-D8084E4DE692}" destId="{04CE591A-EA23-40F2-B12F-559B3FABAF67}" srcOrd="1" destOrd="0" presId="urn:microsoft.com/office/officeart/2005/8/layout/orgChart1"/>
    <dgm:cxn modelId="{D80970EA-E1BB-4BE0-A1CC-A14B3F7F997F}" type="presOf" srcId="{EC18B456-57A4-478E-923D-8FE64D2A8682}" destId="{9D88D98F-CBF4-4D24-B3F2-19033C17D7BC}" srcOrd="1" destOrd="0" presId="urn:microsoft.com/office/officeart/2005/8/layout/orgChart1"/>
    <dgm:cxn modelId="{E89D3539-7F3B-4BB7-9687-630A6F998E91}" type="presOf" srcId="{CFA127DD-5617-4AD9-B2B0-BA640A1FBC4C}" destId="{D99B171D-B2C1-4E9D-8A09-F347F0CD095D}" srcOrd="0" destOrd="0" presId="urn:microsoft.com/office/officeart/2005/8/layout/orgChart1"/>
    <dgm:cxn modelId="{E7EC0D53-1AB1-4656-8F02-6499C039C6B2}" type="presOf" srcId="{10783B0D-B6C8-4C16-9ED3-B68EFF3DDB0F}" destId="{787A0FAC-D038-468D-B5E0-6A7AA450A98A}" srcOrd="1" destOrd="0" presId="urn:microsoft.com/office/officeart/2005/8/layout/orgChart1"/>
    <dgm:cxn modelId="{7F4B38D7-1CE0-4A5F-8FEB-CB203A354A78}" type="presOf" srcId="{08973581-E8B0-414D-88AC-444AB70470FC}" destId="{7ED1856A-FD0F-41A4-AF18-5780E128EF9B}" srcOrd="0" destOrd="0" presId="urn:microsoft.com/office/officeart/2005/8/layout/orgChart1"/>
    <dgm:cxn modelId="{DE009853-9068-43AD-8269-0F0CB8B63539}" srcId="{16505E22-8971-4D2E-94E1-B9DE0A30E783}" destId="{2279E718-7DE9-45F0-ACCC-CF3F26854688}" srcOrd="0" destOrd="0" parTransId="{ED823D17-3A75-428D-89D9-B9AE5E30A922}" sibTransId="{E9B973CA-9186-403F-B367-DF87D9C4E86E}"/>
    <dgm:cxn modelId="{B9677431-DBC4-4DA4-B56C-810235971331}" type="presParOf" srcId="{44489D20-E0E6-47AC-8FD9-16580F37256B}" destId="{586F431C-88C8-414C-84A8-F17F7D27910B}" srcOrd="0" destOrd="0" presId="urn:microsoft.com/office/officeart/2005/8/layout/orgChart1"/>
    <dgm:cxn modelId="{D26E5299-48A2-43A5-9CC9-D77BD828F41A}" type="presParOf" srcId="{586F431C-88C8-414C-84A8-F17F7D27910B}" destId="{D98FA5A0-55EA-440F-BC05-943FBCBF3E2E}" srcOrd="0" destOrd="0" presId="urn:microsoft.com/office/officeart/2005/8/layout/orgChart1"/>
    <dgm:cxn modelId="{6612876E-A3EA-4F0F-B2D7-B89E0F162BBB}" type="presParOf" srcId="{D98FA5A0-55EA-440F-BC05-943FBCBF3E2E}" destId="{1206AE7D-A4AD-41E8-91E9-5EDB0DC9EEB3}" srcOrd="0" destOrd="0" presId="urn:microsoft.com/office/officeart/2005/8/layout/orgChart1"/>
    <dgm:cxn modelId="{7BCBDEEB-EC33-433F-9109-AD13DA79F651}" type="presParOf" srcId="{D98FA5A0-55EA-440F-BC05-943FBCBF3E2E}" destId="{ED71BCF2-60C8-4A27-ACB0-1304E0D5DC99}" srcOrd="1" destOrd="0" presId="urn:microsoft.com/office/officeart/2005/8/layout/orgChart1"/>
    <dgm:cxn modelId="{FAB8A505-1373-417D-ACFC-39E593AD4FF1}" type="presParOf" srcId="{586F431C-88C8-414C-84A8-F17F7D27910B}" destId="{61F73093-8679-41A6-9709-1945038CB982}" srcOrd="1" destOrd="0" presId="urn:microsoft.com/office/officeart/2005/8/layout/orgChart1"/>
    <dgm:cxn modelId="{261C2041-2032-4656-B93F-A18FA3AE9EAE}" type="presParOf" srcId="{61F73093-8679-41A6-9709-1945038CB982}" destId="{2F6F6CCF-52BA-4F62-97BA-AE693AB2136D}" srcOrd="0" destOrd="0" presId="urn:microsoft.com/office/officeart/2005/8/layout/orgChart1"/>
    <dgm:cxn modelId="{BF2515D8-DB70-487E-924D-CEB3C02B1983}" type="presParOf" srcId="{61F73093-8679-41A6-9709-1945038CB982}" destId="{BD384EF8-B421-4569-909A-71AD50C36BE5}" srcOrd="1" destOrd="0" presId="urn:microsoft.com/office/officeart/2005/8/layout/orgChart1"/>
    <dgm:cxn modelId="{84B99FD4-47C2-4EB7-8B44-DC68654A28B2}" type="presParOf" srcId="{BD384EF8-B421-4569-909A-71AD50C36BE5}" destId="{89C8C5DF-E5A2-4440-9CFF-04C272A49A06}" srcOrd="0" destOrd="0" presId="urn:microsoft.com/office/officeart/2005/8/layout/orgChart1"/>
    <dgm:cxn modelId="{58F2C28A-6BDB-4F7A-9A3C-4C666ED9DBD8}" type="presParOf" srcId="{89C8C5DF-E5A2-4440-9CFF-04C272A49A06}" destId="{B9642F12-E7E7-4619-BBE1-ED1F90D58389}" srcOrd="0" destOrd="0" presId="urn:microsoft.com/office/officeart/2005/8/layout/orgChart1"/>
    <dgm:cxn modelId="{D46E3DB3-D5D0-417A-8101-8E80B4D3A5F0}" type="presParOf" srcId="{89C8C5DF-E5A2-4440-9CFF-04C272A49A06}" destId="{04CE591A-EA23-40F2-B12F-559B3FABAF67}" srcOrd="1" destOrd="0" presId="urn:microsoft.com/office/officeart/2005/8/layout/orgChart1"/>
    <dgm:cxn modelId="{09C01FB0-3FE0-4361-826D-9AC1012D6CB0}" type="presParOf" srcId="{BD384EF8-B421-4569-909A-71AD50C36BE5}" destId="{0DE0AC53-9950-47EF-BD35-9264037A2450}" srcOrd="1" destOrd="0" presId="urn:microsoft.com/office/officeart/2005/8/layout/orgChart1"/>
    <dgm:cxn modelId="{E5D724B0-99C8-46AF-A2AE-BC666DEF3E9F}" type="presParOf" srcId="{0DE0AC53-9950-47EF-BD35-9264037A2450}" destId="{1D37F976-FD58-46EB-B68C-A2EDDEB73561}" srcOrd="0" destOrd="0" presId="urn:microsoft.com/office/officeart/2005/8/layout/orgChart1"/>
    <dgm:cxn modelId="{8E1E47AB-0AF7-43EF-B2DE-C86DAE4D9EB5}" type="presParOf" srcId="{0DE0AC53-9950-47EF-BD35-9264037A2450}" destId="{4C385C16-A633-4ADE-9E70-0E586B7900FB}" srcOrd="1" destOrd="0" presId="urn:microsoft.com/office/officeart/2005/8/layout/orgChart1"/>
    <dgm:cxn modelId="{7BC09122-4DBC-4752-A93C-416C2D7D4EEF}" type="presParOf" srcId="{4C385C16-A633-4ADE-9E70-0E586B7900FB}" destId="{246CE9F2-8737-4C9C-8D4A-E73F7789DB4A}" srcOrd="0" destOrd="0" presId="urn:microsoft.com/office/officeart/2005/8/layout/orgChart1"/>
    <dgm:cxn modelId="{8F20AECA-4AA3-4627-9B9A-02A774B55A33}" type="presParOf" srcId="{246CE9F2-8737-4C9C-8D4A-E73F7789DB4A}" destId="{21598F20-B12C-49EB-86CD-64B566F15335}" srcOrd="0" destOrd="0" presId="urn:microsoft.com/office/officeart/2005/8/layout/orgChart1"/>
    <dgm:cxn modelId="{41045276-D94E-4AB5-8403-DD52703811BD}" type="presParOf" srcId="{246CE9F2-8737-4C9C-8D4A-E73F7789DB4A}" destId="{6CF1F444-25A9-46D2-89B8-BE25EE4D8C6A}" srcOrd="1" destOrd="0" presId="urn:microsoft.com/office/officeart/2005/8/layout/orgChart1"/>
    <dgm:cxn modelId="{79268F1E-BCD9-464E-979F-E07BD54DE47C}" type="presParOf" srcId="{4C385C16-A633-4ADE-9E70-0E586B7900FB}" destId="{20C098DE-5C68-4F21-ABF8-7A16893A8875}" srcOrd="1" destOrd="0" presId="urn:microsoft.com/office/officeart/2005/8/layout/orgChart1"/>
    <dgm:cxn modelId="{A0431B29-6AEA-4C02-A3B5-C763FE33B687}" type="presParOf" srcId="{4C385C16-A633-4ADE-9E70-0E586B7900FB}" destId="{9B180688-ED20-4CCA-B3D2-49891DB9D61A}" srcOrd="2" destOrd="0" presId="urn:microsoft.com/office/officeart/2005/8/layout/orgChart1"/>
    <dgm:cxn modelId="{8BE9AB22-6A7C-471F-B4C1-449FC5FE06DC}" type="presParOf" srcId="{0DE0AC53-9950-47EF-BD35-9264037A2450}" destId="{E1CC0BF1-43E7-4731-B6A5-EF921AD1567F}" srcOrd="2" destOrd="0" presId="urn:microsoft.com/office/officeart/2005/8/layout/orgChart1"/>
    <dgm:cxn modelId="{84FFBC68-73A3-4495-BA40-5BEC6046F277}" type="presParOf" srcId="{0DE0AC53-9950-47EF-BD35-9264037A2450}" destId="{EA12DFEB-41BF-46DA-B323-65E1E45B454F}" srcOrd="3" destOrd="0" presId="urn:microsoft.com/office/officeart/2005/8/layout/orgChart1"/>
    <dgm:cxn modelId="{72CA4EEA-7BED-4F6A-91FD-1D75807767BA}" type="presParOf" srcId="{EA12DFEB-41BF-46DA-B323-65E1E45B454F}" destId="{C5DDF19B-1DE6-4731-8DAA-F3921118C19E}" srcOrd="0" destOrd="0" presId="urn:microsoft.com/office/officeart/2005/8/layout/orgChart1"/>
    <dgm:cxn modelId="{736703D7-CAD6-4D2F-A0C0-7943A7931CA5}" type="presParOf" srcId="{C5DDF19B-1DE6-4731-8DAA-F3921118C19E}" destId="{C9B1FC20-5C8B-4356-B3CA-986E870E4817}" srcOrd="0" destOrd="0" presId="urn:microsoft.com/office/officeart/2005/8/layout/orgChart1"/>
    <dgm:cxn modelId="{4A11EFB8-2F2F-4090-8DCC-313BC1E3DE4F}" type="presParOf" srcId="{C5DDF19B-1DE6-4731-8DAA-F3921118C19E}" destId="{53560DAA-56E2-4032-A215-741E07826503}" srcOrd="1" destOrd="0" presId="urn:microsoft.com/office/officeart/2005/8/layout/orgChart1"/>
    <dgm:cxn modelId="{5FDC3453-2DA3-4FFD-9F92-63FC1E33AC9B}" type="presParOf" srcId="{EA12DFEB-41BF-46DA-B323-65E1E45B454F}" destId="{E71C3FCD-6373-48B4-8702-9679B6D43279}" srcOrd="1" destOrd="0" presId="urn:microsoft.com/office/officeart/2005/8/layout/orgChart1"/>
    <dgm:cxn modelId="{56CEE025-B372-4496-9D7B-BE0967326C62}" type="presParOf" srcId="{EA12DFEB-41BF-46DA-B323-65E1E45B454F}" destId="{B859E029-1E6A-4844-8786-957E505A9520}" srcOrd="2" destOrd="0" presId="urn:microsoft.com/office/officeart/2005/8/layout/orgChart1"/>
    <dgm:cxn modelId="{6A598B0B-F1CD-4C17-B227-B67312F62D17}" type="presParOf" srcId="{0DE0AC53-9950-47EF-BD35-9264037A2450}" destId="{77911AEB-FEAC-40AE-B26E-D8B2577DC263}" srcOrd="4" destOrd="0" presId="urn:microsoft.com/office/officeart/2005/8/layout/orgChart1"/>
    <dgm:cxn modelId="{9A3CB7EC-C1BA-4AAB-BCFC-85002D6F7271}" type="presParOf" srcId="{0DE0AC53-9950-47EF-BD35-9264037A2450}" destId="{711545C6-B536-4048-92A2-EDDBA2C9BC37}" srcOrd="5" destOrd="0" presId="urn:microsoft.com/office/officeart/2005/8/layout/orgChart1"/>
    <dgm:cxn modelId="{20636C0A-6A85-419A-A804-324FD62F3176}" type="presParOf" srcId="{711545C6-B536-4048-92A2-EDDBA2C9BC37}" destId="{42335B69-39DD-4146-8091-560B1CDE48E4}" srcOrd="0" destOrd="0" presId="urn:microsoft.com/office/officeart/2005/8/layout/orgChart1"/>
    <dgm:cxn modelId="{B1311781-B1D7-4AA6-B078-2E85F99C8D0F}" type="presParOf" srcId="{42335B69-39DD-4146-8091-560B1CDE48E4}" destId="{25F5ED7E-FEA3-4058-92EC-8A3606BEAEF1}" srcOrd="0" destOrd="0" presId="urn:microsoft.com/office/officeart/2005/8/layout/orgChart1"/>
    <dgm:cxn modelId="{EBB4712F-E436-407C-BE9E-F807D7C89025}" type="presParOf" srcId="{42335B69-39DD-4146-8091-560B1CDE48E4}" destId="{787A0FAC-D038-468D-B5E0-6A7AA450A98A}" srcOrd="1" destOrd="0" presId="urn:microsoft.com/office/officeart/2005/8/layout/orgChart1"/>
    <dgm:cxn modelId="{D7C70C07-02E9-49E8-96DE-65DE47AB6B36}" type="presParOf" srcId="{711545C6-B536-4048-92A2-EDDBA2C9BC37}" destId="{821DF812-406F-4AC4-BCC0-2222A04D48D6}" srcOrd="1" destOrd="0" presId="urn:microsoft.com/office/officeart/2005/8/layout/orgChart1"/>
    <dgm:cxn modelId="{133C2F1F-9E2D-462E-8573-2D8C6F4109DF}" type="presParOf" srcId="{711545C6-B536-4048-92A2-EDDBA2C9BC37}" destId="{30D11FCA-EBA4-40B5-A46E-9F7E7844DDF4}" srcOrd="2" destOrd="0" presId="urn:microsoft.com/office/officeart/2005/8/layout/orgChart1"/>
    <dgm:cxn modelId="{EC2938BB-A0B2-42D7-AEFF-C270A372290E}" type="presParOf" srcId="{0DE0AC53-9950-47EF-BD35-9264037A2450}" destId="{87EB3074-CC85-418D-9BF3-3ECBE008EBA7}" srcOrd="6" destOrd="0" presId="urn:microsoft.com/office/officeart/2005/8/layout/orgChart1"/>
    <dgm:cxn modelId="{B4859A26-93BE-4466-9B7B-A2B75232205E}" type="presParOf" srcId="{0DE0AC53-9950-47EF-BD35-9264037A2450}" destId="{BCD67EA1-FDFA-487F-992E-60CD73A23FD4}" srcOrd="7" destOrd="0" presId="urn:microsoft.com/office/officeart/2005/8/layout/orgChart1"/>
    <dgm:cxn modelId="{9A586126-07F3-4977-8188-787F85988289}" type="presParOf" srcId="{BCD67EA1-FDFA-487F-992E-60CD73A23FD4}" destId="{37DFA258-0054-4EC4-A5CD-74390AC1C05C}" srcOrd="0" destOrd="0" presId="urn:microsoft.com/office/officeart/2005/8/layout/orgChart1"/>
    <dgm:cxn modelId="{795F404C-E18E-459A-8B5C-FA9CB77CBE35}" type="presParOf" srcId="{37DFA258-0054-4EC4-A5CD-74390AC1C05C}" destId="{068C76DF-68E7-42F4-B95E-37DEC645FBDC}" srcOrd="0" destOrd="0" presId="urn:microsoft.com/office/officeart/2005/8/layout/orgChart1"/>
    <dgm:cxn modelId="{FED18ADA-B5B1-4704-942F-4B3480D4D929}" type="presParOf" srcId="{37DFA258-0054-4EC4-A5CD-74390AC1C05C}" destId="{277872F5-C1CB-4937-8AC7-176E51B94032}" srcOrd="1" destOrd="0" presId="urn:microsoft.com/office/officeart/2005/8/layout/orgChart1"/>
    <dgm:cxn modelId="{98C6432E-ACBC-4723-B8D5-360289F077F7}" type="presParOf" srcId="{BCD67EA1-FDFA-487F-992E-60CD73A23FD4}" destId="{A2ED8C55-8BBF-441C-A471-195644975BD1}" srcOrd="1" destOrd="0" presId="urn:microsoft.com/office/officeart/2005/8/layout/orgChart1"/>
    <dgm:cxn modelId="{0D5D0674-B563-4B71-916C-340473D24AC5}" type="presParOf" srcId="{BCD67EA1-FDFA-487F-992E-60CD73A23FD4}" destId="{BFBBFBD6-765D-4CAB-8539-4639E148B57D}" srcOrd="2" destOrd="0" presId="urn:microsoft.com/office/officeart/2005/8/layout/orgChart1"/>
    <dgm:cxn modelId="{222E2B9C-1683-4ABA-969E-9D3DA1D1BA1C}" type="presParOf" srcId="{BD384EF8-B421-4569-909A-71AD50C36BE5}" destId="{7C4307C3-A822-4565-8C29-82CAC95DEE9B}" srcOrd="2" destOrd="0" presId="urn:microsoft.com/office/officeart/2005/8/layout/orgChart1"/>
    <dgm:cxn modelId="{49F374F8-8E56-407C-842B-985C3CCF66CF}" type="presParOf" srcId="{61F73093-8679-41A6-9709-1945038CB982}" destId="{31659875-53F8-485D-AB63-28DAA356BBF1}" srcOrd="2" destOrd="0" presId="urn:microsoft.com/office/officeart/2005/8/layout/orgChart1"/>
    <dgm:cxn modelId="{579AFCBE-3FC8-44A6-B093-269C051F613B}" type="presParOf" srcId="{61F73093-8679-41A6-9709-1945038CB982}" destId="{BB8ECD0E-CCF3-4CE4-8105-3B6D90E172BF}" srcOrd="3" destOrd="0" presId="urn:microsoft.com/office/officeart/2005/8/layout/orgChart1"/>
    <dgm:cxn modelId="{781FCB7D-3027-419E-B8D0-A476A5F99CF2}" type="presParOf" srcId="{BB8ECD0E-CCF3-4CE4-8105-3B6D90E172BF}" destId="{0DC488BA-7CEB-4AFD-8510-59D142C78C03}" srcOrd="0" destOrd="0" presId="urn:microsoft.com/office/officeart/2005/8/layout/orgChart1"/>
    <dgm:cxn modelId="{F973B6F5-0660-4382-8BD9-F13867BA3CA9}" type="presParOf" srcId="{0DC488BA-7CEB-4AFD-8510-59D142C78C03}" destId="{2415EC65-6D3C-46A4-B04E-5811D1C68C58}" srcOrd="0" destOrd="0" presId="urn:microsoft.com/office/officeart/2005/8/layout/orgChart1"/>
    <dgm:cxn modelId="{0035EC39-91B4-413D-92A9-BAB440205E0B}" type="presParOf" srcId="{0DC488BA-7CEB-4AFD-8510-59D142C78C03}" destId="{D287FA5F-17C6-4970-B024-6FEC256D60C4}" srcOrd="1" destOrd="0" presId="urn:microsoft.com/office/officeart/2005/8/layout/orgChart1"/>
    <dgm:cxn modelId="{4728B42D-5BEA-408D-8EED-C1A02D5BA099}" type="presParOf" srcId="{BB8ECD0E-CCF3-4CE4-8105-3B6D90E172BF}" destId="{167691EB-06AC-4A12-BAA3-4B9C8DA87373}" srcOrd="1" destOrd="0" presId="urn:microsoft.com/office/officeart/2005/8/layout/orgChart1"/>
    <dgm:cxn modelId="{0B1CC115-FAAC-4020-8B90-ABE215C8AAA0}" type="presParOf" srcId="{167691EB-06AC-4A12-BAA3-4B9C8DA87373}" destId="{2D3140D6-41D1-4B26-8779-658A77553316}" srcOrd="0" destOrd="0" presId="urn:microsoft.com/office/officeart/2005/8/layout/orgChart1"/>
    <dgm:cxn modelId="{E4E0A887-A81E-44E0-B477-2C26436A80F9}" type="presParOf" srcId="{167691EB-06AC-4A12-BAA3-4B9C8DA87373}" destId="{332BEDFC-9F5E-409C-9B82-FC11F29B6978}" srcOrd="1" destOrd="0" presId="urn:microsoft.com/office/officeart/2005/8/layout/orgChart1"/>
    <dgm:cxn modelId="{15A435D0-F3FE-43B4-94B4-19E9C6F94B82}" type="presParOf" srcId="{332BEDFC-9F5E-409C-9B82-FC11F29B6978}" destId="{A9D329E2-1341-4F19-A209-34DAAA2522FB}" srcOrd="0" destOrd="0" presId="urn:microsoft.com/office/officeart/2005/8/layout/orgChart1"/>
    <dgm:cxn modelId="{FC948746-5D1B-465B-8870-E6FE0A40B9D0}" type="presParOf" srcId="{A9D329E2-1341-4F19-A209-34DAAA2522FB}" destId="{8BE52796-6D13-4437-9075-788AB2DE7AD1}" srcOrd="0" destOrd="0" presId="urn:microsoft.com/office/officeart/2005/8/layout/orgChart1"/>
    <dgm:cxn modelId="{D53A8162-4DF1-4AE2-9384-09369B770C65}" type="presParOf" srcId="{A9D329E2-1341-4F19-A209-34DAAA2522FB}" destId="{FC99B671-B81E-40B3-85B6-E8BE9526BABD}" srcOrd="1" destOrd="0" presId="urn:microsoft.com/office/officeart/2005/8/layout/orgChart1"/>
    <dgm:cxn modelId="{7FE09FD7-BFF0-4D12-93E9-14893F0481F6}" type="presParOf" srcId="{332BEDFC-9F5E-409C-9B82-FC11F29B6978}" destId="{F7012C27-DC6D-468B-AAB3-C7BE504E4C14}" srcOrd="1" destOrd="0" presId="urn:microsoft.com/office/officeart/2005/8/layout/orgChart1"/>
    <dgm:cxn modelId="{58D081A3-3F4F-41D0-839B-AFEA9F996382}" type="presParOf" srcId="{332BEDFC-9F5E-409C-9B82-FC11F29B6978}" destId="{F0A80D29-C4ED-4C50-8040-7F305CEF58E2}" srcOrd="2" destOrd="0" presId="urn:microsoft.com/office/officeart/2005/8/layout/orgChart1"/>
    <dgm:cxn modelId="{7405395E-95F5-4933-9A32-F8EA48EBDB94}" type="presParOf" srcId="{167691EB-06AC-4A12-BAA3-4B9C8DA87373}" destId="{7ED1856A-FD0F-41A4-AF18-5780E128EF9B}" srcOrd="2" destOrd="0" presId="urn:microsoft.com/office/officeart/2005/8/layout/orgChart1"/>
    <dgm:cxn modelId="{345415AD-7E80-4267-80EA-207115C39278}" type="presParOf" srcId="{167691EB-06AC-4A12-BAA3-4B9C8DA87373}" destId="{453FC25D-0C53-4C9D-8371-ABCC88EC7B30}" srcOrd="3" destOrd="0" presId="urn:microsoft.com/office/officeart/2005/8/layout/orgChart1"/>
    <dgm:cxn modelId="{089E321B-DCF6-44FB-A62A-C65BBF924041}" type="presParOf" srcId="{453FC25D-0C53-4C9D-8371-ABCC88EC7B30}" destId="{B4F810F8-B59E-4758-AC81-A9E855A5974B}" srcOrd="0" destOrd="0" presId="urn:microsoft.com/office/officeart/2005/8/layout/orgChart1"/>
    <dgm:cxn modelId="{F202A259-A28A-4C9C-B59D-2CAA39360CCC}" type="presParOf" srcId="{B4F810F8-B59E-4758-AC81-A9E855A5974B}" destId="{8956AA3C-930E-4D6B-AEBE-16B9D63E2307}" srcOrd="0" destOrd="0" presId="urn:microsoft.com/office/officeart/2005/8/layout/orgChart1"/>
    <dgm:cxn modelId="{412E53B2-1B92-44CC-A707-CBC57FBC1328}" type="presParOf" srcId="{B4F810F8-B59E-4758-AC81-A9E855A5974B}" destId="{669EFA62-DE37-47DB-A4BC-6811AD74F00F}" srcOrd="1" destOrd="0" presId="urn:microsoft.com/office/officeart/2005/8/layout/orgChart1"/>
    <dgm:cxn modelId="{81C212CF-00FF-40CA-B461-047D765450A0}" type="presParOf" srcId="{453FC25D-0C53-4C9D-8371-ABCC88EC7B30}" destId="{E364C296-743A-4BA9-A64C-F41BC34FAABE}" srcOrd="1" destOrd="0" presId="urn:microsoft.com/office/officeart/2005/8/layout/orgChart1"/>
    <dgm:cxn modelId="{CAED49C1-7ADF-45EC-8C31-64E36E6383BB}" type="presParOf" srcId="{453FC25D-0C53-4C9D-8371-ABCC88EC7B30}" destId="{214827E4-C000-46E3-AE3E-0D208E5522DE}" srcOrd="2" destOrd="0" presId="urn:microsoft.com/office/officeart/2005/8/layout/orgChart1"/>
    <dgm:cxn modelId="{FD37CDA6-B05F-4EBA-BBC1-DC60C3DD685F}" type="presParOf" srcId="{167691EB-06AC-4A12-BAA3-4B9C8DA87373}" destId="{249B3F67-96D8-477D-B27B-C99A88013F88}" srcOrd="4" destOrd="0" presId="urn:microsoft.com/office/officeart/2005/8/layout/orgChart1"/>
    <dgm:cxn modelId="{CB2300FD-7817-49DA-B909-B5F6EAC96071}" type="presParOf" srcId="{167691EB-06AC-4A12-BAA3-4B9C8DA87373}" destId="{1F0914C8-8FA5-4531-844D-3BCE9564C5C5}" srcOrd="5" destOrd="0" presId="urn:microsoft.com/office/officeart/2005/8/layout/orgChart1"/>
    <dgm:cxn modelId="{64FE1D84-373A-4BF3-BCEC-2CD6064CB78C}" type="presParOf" srcId="{1F0914C8-8FA5-4531-844D-3BCE9564C5C5}" destId="{EFE95925-6ECA-483A-ADFE-746934B47737}" srcOrd="0" destOrd="0" presId="urn:microsoft.com/office/officeart/2005/8/layout/orgChart1"/>
    <dgm:cxn modelId="{0C38E0E7-9134-4106-AF77-F0AD773DF91E}" type="presParOf" srcId="{EFE95925-6ECA-483A-ADFE-746934B47737}" destId="{DC81DFB2-8672-4B96-A646-A3076CCE6DF9}" srcOrd="0" destOrd="0" presId="urn:microsoft.com/office/officeart/2005/8/layout/orgChart1"/>
    <dgm:cxn modelId="{E0AF8383-E2F7-46E3-938E-BAB47F340D7D}" type="presParOf" srcId="{EFE95925-6ECA-483A-ADFE-746934B47737}" destId="{F0FC95BA-885A-4810-BAC0-4398E758D8CF}" srcOrd="1" destOrd="0" presId="urn:microsoft.com/office/officeart/2005/8/layout/orgChart1"/>
    <dgm:cxn modelId="{7E5E6863-090F-4340-8183-31686F8F3FD5}" type="presParOf" srcId="{1F0914C8-8FA5-4531-844D-3BCE9564C5C5}" destId="{058766B4-4D50-49CD-9FAC-D6282A9E73B8}" srcOrd="1" destOrd="0" presId="urn:microsoft.com/office/officeart/2005/8/layout/orgChart1"/>
    <dgm:cxn modelId="{3BAB793E-EE94-479A-A860-47A4DD7CEEDC}" type="presParOf" srcId="{1F0914C8-8FA5-4531-844D-3BCE9564C5C5}" destId="{69DFEBAB-E6BA-4E53-AE06-53E57BDFE9AF}" srcOrd="2" destOrd="0" presId="urn:microsoft.com/office/officeart/2005/8/layout/orgChart1"/>
    <dgm:cxn modelId="{082B799F-0C1A-456B-8262-7AFB4DD7A6B9}" type="presParOf" srcId="{167691EB-06AC-4A12-BAA3-4B9C8DA87373}" destId="{0DBB1914-3247-4A3E-B23E-5FBF15DC49C8}" srcOrd="6" destOrd="0" presId="urn:microsoft.com/office/officeart/2005/8/layout/orgChart1"/>
    <dgm:cxn modelId="{0445AF7C-A650-4282-8899-6499E5F1841C}" type="presParOf" srcId="{167691EB-06AC-4A12-BAA3-4B9C8DA87373}" destId="{3F112182-F5BA-4AC9-BC30-D46CD02AB95C}" srcOrd="7" destOrd="0" presId="urn:microsoft.com/office/officeart/2005/8/layout/orgChart1"/>
    <dgm:cxn modelId="{4028ACD8-4EB5-42C2-B16C-150E5E0E365C}" type="presParOf" srcId="{3F112182-F5BA-4AC9-BC30-D46CD02AB95C}" destId="{EAD9BD23-A4C3-4020-9194-BC5D0E39F9D8}" srcOrd="0" destOrd="0" presId="urn:microsoft.com/office/officeart/2005/8/layout/orgChart1"/>
    <dgm:cxn modelId="{38A8E7BD-5EFD-4D9F-8BF6-FE4B4CA0B840}" type="presParOf" srcId="{EAD9BD23-A4C3-4020-9194-BC5D0E39F9D8}" destId="{53D7B2FE-518E-4E0A-A9BB-172A202CDFE8}" srcOrd="0" destOrd="0" presId="urn:microsoft.com/office/officeart/2005/8/layout/orgChart1"/>
    <dgm:cxn modelId="{3D34F708-4B9B-4F21-8A7A-C0F2446A4C8C}" type="presParOf" srcId="{EAD9BD23-A4C3-4020-9194-BC5D0E39F9D8}" destId="{9D88D98F-CBF4-4D24-B3F2-19033C17D7BC}" srcOrd="1" destOrd="0" presId="urn:microsoft.com/office/officeart/2005/8/layout/orgChart1"/>
    <dgm:cxn modelId="{C8F70DFB-F28F-45E3-AD7F-1849E150A1AB}" type="presParOf" srcId="{3F112182-F5BA-4AC9-BC30-D46CD02AB95C}" destId="{A5F13EA5-7ADF-48E3-AA51-89D2BFE4B7E5}" srcOrd="1" destOrd="0" presId="urn:microsoft.com/office/officeart/2005/8/layout/orgChart1"/>
    <dgm:cxn modelId="{06DE1303-2320-46B1-B9F7-B2A8F58A46BE}" type="presParOf" srcId="{3F112182-F5BA-4AC9-BC30-D46CD02AB95C}" destId="{693983B5-BE0D-4833-BCC1-DC72E2DAAD6F}" srcOrd="2" destOrd="0" presId="urn:microsoft.com/office/officeart/2005/8/layout/orgChart1"/>
    <dgm:cxn modelId="{7437506E-BB4D-4F15-B46C-4F95FF699F12}" type="presParOf" srcId="{BB8ECD0E-CCF3-4CE4-8105-3B6D90E172BF}" destId="{A5CF5420-4620-4ED3-981B-7D1BB85CD245}" srcOrd="2" destOrd="0" presId="urn:microsoft.com/office/officeart/2005/8/layout/orgChart1"/>
    <dgm:cxn modelId="{6F736827-3548-4C99-9B75-48B2E12B3579}" type="presParOf" srcId="{61F73093-8679-41A6-9709-1945038CB982}" destId="{5CD74E72-ED33-4008-AC91-4413AC92E259}" srcOrd="4" destOrd="0" presId="urn:microsoft.com/office/officeart/2005/8/layout/orgChart1"/>
    <dgm:cxn modelId="{8C05CCA6-3C7B-441B-818C-B8F1CF850C4B}" type="presParOf" srcId="{61F73093-8679-41A6-9709-1945038CB982}" destId="{0C3825AB-320A-43C9-9977-B188C4FBA625}" srcOrd="5" destOrd="0" presId="urn:microsoft.com/office/officeart/2005/8/layout/orgChart1"/>
    <dgm:cxn modelId="{6AD4FEBD-C6B7-4455-AF44-0E714B3700C1}" type="presParOf" srcId="{0C3825AB-320A-43C9-9977-B188C4FBA625}" destId="{7C40FA6C-F3DD-4A24-A2AB-EB27BF8312E3}" srcOrd="0" destOrd="0" presId="urn:microsoft.com/office/officeart/2005/8/layout/orgChart1"/>
    <dgm:cxn modelId="{33E408BF-1E31-4820-862E-1B65992BCB73}" type="presParOf" srcId="{7C40FA6C-F3DD-4A24-A2AB-EB27BF8312E3}" destId="{D99B171D-B2C1-4E9D-8A09-F347F0CD095D}" srcOrd="0" destOrd="0" presId="urn:microsoft.com/office/officeart/2005/8/layout/orgChart1"/>
    <dgm:cxn modelId="{7A0FDAF0-C75A-42AF-9C99-67DE49F40075}" type="presParOf" srcId="{7C40FA6C-F3DD-4A24-A2AB-EB27BF8312E3}" destId="{AFB770FA-3030-4510-AE5B-320AAED4AE42}" srcOrd="1" destOrd="0" presId="urn:microsoft.com/office/officeart/2005/8/layout/orgChart1"/>
    <dgm:cxn modelId="{F132149F-CCE0-4B62-B2E2-E853F04A8CA0}" type="presParOf" srcId="{0C3825AB-320A-43C9-9977-B188C4FBA625}" destId="{842DB771-A8E5-4D90-88A2-10E14C5BCC1C}" srcOrd="1" destOrd="0" presId="urn:microsoft.com/office/officeart/2005/8/layout/orgChart1"/>
    <dgm:cxn modelId="{113BCE95-D212-4015-8B5D-2A74F4A2542B}" type="presParOf" srcId="{842DB771-A8E5-4D90-88A2-10E14C5BCC1C}" destId="{83B623C6-289B-44CE-A5AB-A62D28C89B63}" srcOrd="0" destOrd="0" presId="urn:microsoft.com/office/officeart/2005/8/layout/orgChart1"/>
    <dgm:cxn modelId="{1838EE27-371A-4526-BE48-4AB0C187DB4A}" type="presParOf" srcId="{842DB771-A8E5-4D90-88A2-10E14C5BCC1C}" destId="{84FD35E6-1983-4620-A6A7-99364116BCF5}" srcOrd="1" destOrd="0" presId="urn:microsoft.com/office/officeart/2005/8/layout/orgChart1"/>
    <dgm:cxn modelId="{93F75B29-1A4D-491A-A6A4-2C0DF3B8993C}" type="presParOf" srcId="{84FD35E6-1983-4620-A6A7-99364116BCF5}" destId="{546BB0A8-E192-4CC7-9923-B0E9B64387E5}" srcOrd="0" destOrd="0" presId="urn:microsoft.com/office/officeart/2005/8/layout/orgChart1"/>
    <dgm:cxn modelId="{A2EB2CB8-658D-4E97-ACD2-A8D7B93AE52C}" type="presParOf" srcId="{546BB0A8-E192-4CC7-9923-B0E9B64387E5}" destId="{FA39D8D5-AD68-4E25-93CB-51916A716886}" srcOrd="0" destOrd="0" presId="urn:microsoft.com/office/officeart/2005/8/layout/orgChart1"/>
    <dgm:cxn modelId="{B103C441-23A9-44EF-8F21-2F76799406BF}" type="presParOf" srcId="{546BB0A8-E192-4CC7-9923-B0E9B64387E5}" destId="{51D57054-67EF-4CC0-B227-6AC44321FAFC}" srcOrd="1" destOrd="0" presId="urn:microsoft.com/office/officeart/2005/8/layout/orgChart1"/>
    <dgm:cxn modelId="{305A86FD-2CAB-40A2-8FF4-2263EAFBD053}" type="presParOf" srcId="{84FD35E6-1983-4620-A6A7-99364116BCF5}" destId="{FBB56FE0-0669-4C5D-8EF4-A43FC586C181}" srcOrd="1" destOrd="0" presId="urn:microsoft.com/office/officeart/2005/8/layout/orgChart1"/>
    <dgm:cxn modelId="{3DDBC485-8113-452D-B5D0-16F9E1749F64}" type="presParOf" srcId="{84FD35E6-1983-4620-A6A7-99364116BCF5}" destId="{AC0B40E9-B6C5-4A7B-9D98-431E2B2F95E5}" srcOrd="2" destOrd="0" presId="urn:microsoft.com/office/officeart/2005/8/layout/orgChart1"/>
    <dgm:cxn modelId="{BC2607E3-3252-4416-BEB7-E02D95B8AC53}" type="presParOf" srcId="{842DB771-A8E5-4D90-88A2-10E14C5BCC1C}" destId="{97EE330D-2B90-42C6-AECA-0FB2F2925DC2}" srcOrd="2" destOrd="0" presId="urn:microsoft.com/office/officeart/2005/8/layout/orgChart1"/>
    <dgm:cxn modelId="{335B1850-6832-47F2-B77C-28C465F25332}" type="presParOf" srcId="{842DB771-A8E5-4D90-88A2-10E14C5BCC1C}" destId="{3C20BCB9-BBD1-4D79-9995-137BA386DD3B}" srcOrd="3" destOrd="0" presId="urn:microsoft.com/office/officeart/2005/8/layout/orgChart1"/>
    <dgm:cxn modelId="{658A72E5-4C89-4366-B94C-C225433FAD68}" type="presParOf" srcId="{3C20BCB9-BBD1-4D79-9995-137BA386DD3B}" destId="{BD440F3F-1D74-405A-81A0-8DF934C5C6C9}" srcOrd="0" destOrd="0" presId="urn:microsoft.com/office/officeart/2005/8/layout/orgChart1"/>
    <dgm:cxn modelId="{661ABD54-D085-4F33-8363-637047C7600D}" type="presParOf" srcId="{BD440F3F-1D74-405A-81A0-8DF934C5C6C9}" destId="{DD755F1B-F28D-44B3-840F-BDCB4797FDB1}" srcOrd="0" destOrd="0" presId="urn:microsoft.com/office/officeart/2005/8/layout/orgChart1"/>
    <dgm:cxn modelId="{4F46ED17-530E-4B03-A6E8-761B599C2F4C}" type="presParOf" srcId="{BD440F3F-1D74-405A-81A0-8DF934C5C6C9}" destId="{37CA6F60-D9C1-481C-996A-2FF73ED750CF}" srcOrd="1" destOrd="0" presId="urn:microsoft.com/office/officeart/2005/8/layout/orgChart1"/>
    <dgm:cxn modelId="{BE63434C-6085-4ACC-BE0F-3827427A62F1}" type="presParOf" srcId="{3C20BCB9-BBD1-4D79-9995-137BA386DD3B}" destId="{D491480A-001B-4CF3-8114-5EF6AE2EB452}" srcOrd="1" destOrd="0" presId="urn:microsoft.com/office/officeart/2005/8/layout/orgChart1"/>
    <dgm:cxn modelId="{073342AC-D3FA-41B0-AC21-3D25999E4241}" type="presParOf" srcId="{3C20BCB9-BBD1-4D79-9995-137BA386DD3B}" destId="{0519DE9A-BE84-4BD4-8DDE-9D2AA68360E8}" srcOrd="2" destOrd="0" presId="urn:microsoft.com/office/officeart/2005/8/layout/orgChart1"/>
    <dgm:cxn modelId="{85EE3A20-1E76-4991-B10A-B09987625CCA}" type="presParOf" srcId="{842DB771-A8E5-4D90-88A2-10E14C5BCC1C}" destId="{EBD7BB8E-D4CF-4C79-8395-302F5E6F22CF}" srcOrd="4" destOrd="0" presId="urn:microsoft.com/office/officeart/2005/8/layout/orgChart1"/>
    <dgm:cxn modelId="{52FBF7D5-0CBE-4F4B-B2F1-9699FA37A251}" type="presParOf" srcId="{842DB771-A8E5-4D90-88A2-10E14C5BCC1C}" destId="{6C84E4FF-CED9-40EE-80BF-C42E6CABF8A6}" srcOrd="5" destOrd="0" presId="urn:microsoft.com/office/officeart/2005/8/layout/orgChart1"/>
    <dgm:cxn modelId="{2F776D51-6D24-46FA-8670-8E77869ACBD0}" type="presParOf" srcId="{6C84E4FF-CED9-40EE-80BF-C42E6CABF8A6}" destId="{2F0100F2-10C5-4C3F-9AEC-2C44C37CB016}" srcOrd="0" destOrd="0" presId="urn:microsoft.com/office/officeart/2005/8/layout/orgChart1"/>
    <dgm:cxn modelId="{F6B949BD-A0BF-4ADC-893B-3198E0D2CCD9}" type="presParOf" srcId="{2F0100F2-10C5-4C3F-9AEC-2C44C37CB016}" destId="{6A7C03FD-9CE6-45E0-8DD1-0C96860675D9}" srcOrd="0" destOrd="0" presId="urn:microsoft.com/office/officeart/2005/8/layout/orgChart1"/>
    <dgm:cxn modelId="{C451D7B8-0CE4-4463-AF49-9A0314EDFDA4}" type="presParOf" srcId="{2F0100F2-10C5-4C3F-9AEC-2C44C37CB016}" destId="{D928031C-B330-4EE0-9B08-5043D543CC51}" srcOrd="1" destOrd="0" presId="urn:microsoft.com/office/officeart/2005/8/layout/orgChart1"/>
    <dgm:cxn modelId="{6BBAB948-A913-4FAC-B55A-474D9EE54CE7}" type="presParOf" srcId="{6C84E4FF-CED9-40EE-80BF-C42E6CABF8A6}" destId="{8C5C33CC-737A-4217-9BAB-9DEB49343AAD}" srcOrd="1" destOrd="0" presId="urn:microsoft.com/office/officeart/2005/8/layout/orgChart1"/>
    <dgm:cxn modelId="{187258BD-559C-4B6A-BF6A-DB4C81D0A234}" type="presParOf" srcId="{6C84E4FF-CED9-40EE-80BF-C42E6CABF8A6}" destId="{AFC1FF4B-033C-4DE9-9216-C45017F1351F}" srcOrd="2" destOrd="0" presId="urn:microsoft.com/office/officeart/2005/8/layout/orgChart1"/>
    <dgm:cxn modelId="{129C5974-68BB-4C53-A677-A0650E18EC08}" type="presParOf" srcId="{0C3825AB-320A-43C9-9977-B188C4FBA625}" destId="{F25024AF-EEFD-48AC-8EAA-E8CF5BB9CB6E}" srcOrd="2" destOrd="0" presId="urn:microsoft.com/office/officeart/2005/8/layout/orgChart1"/>
    <dgm:cxn modelId="{9D830997-B946-4B1E-9AE2-49A423685A96}" type="presParOf" srcId="{586F431C-88C8-414C-84A8-F17F7D27910B}" destId="{0DA2FC07-2D75-4E67-BBDD-F9DE10D14A19}" srcOrd="2" destOrd="0" presId="urn:microsoft.com/office/officeart/2005/8/layout/orgChar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EE7B96-B445-4CA4-9494-35D8F79C276E}" type="doc">
      <dgm:prSet loTypeId="urn:microsoft.com/office/officeart/2005/8/layout/vList5" loCatId="list" qsTypeId="urn:microsoft.com/office/officeart/2005/8/quickstyle/3d2" qsCatId="3D" csTypeId="urn:microsoft.com/office/officeart/2005/8/colors/colorful1" csCatId="colorful" phldr="1"/>
      <dgm:spPr/>
      <dgm:t>
        <a:bodyPr/>
        <a:lstStyle/>
        <a:p>
          <a:endParaRPr lang="en-US"/>
        </a:p>
      </dgm:t>
    </dgm:pt>
    <dgm:pt modelId="{96D8A90C-A5E1-4639-9D74-A9B1C8D78571}">
      <dgm:prSet phldrT="[Text]" custT="1"/>
      <dgm:spPr/>
      <dgm:t>
        <a:bodyPr/>
        <a:lstStyle/>
        <a:p>
          <a:r>
            <a:rPr lang="en-US" sz="1800" b="1" dirty="0" smtClean="0">
              <a:latin typeface="Calibri" pitchFamily="34" charset="0"/>
            </a:rPr>
            <a:t>Establishing Framework</a:t>
          </a:r>
        </a:p>
      </dgm:t>
    </dgm:pt>
    <dgm:pt modelId="{EA7B5A88-CFE9-4F60-B634-4073D766B3B1}" type="parTrans" cxnId="{4EA5F901-EC6E-43DB-AB99-0B7A1475CC47}">
      <dgm:prSet/>
      <dgm:spPr/>
      <dgm:t>
        <a:bodyPr/>
        <a:lstStyle/>
        <a:p>
          <a:endParaRPr lang="en-US" sz="1200">
            <a:latin typeface="Calibri" pitchFamily="34" charset="0"/>
          </a:endParaRPr>
        </a:p>
      </dgm:t>
    </dgm:pt>
    <dgm:pt modelId="{CCE6E5A3-A34E-49FB-AD99-CF6BCA7D25B5}" type="sibTrans" cxnId="{4EA5F901-EC6E-43DB-AB99-0B7A1475CC47}">
      <dgm:prSet/>
      <dgm:spPr/>
      <dgm:t>
        <a:bodyPr/>
        <a:lstStyle/>
        <a:p>
          <a:endParaRPr lang="en-US" sz="1200">
            <a:latin typeface="Calibri" pitchFamily="34" charset="0"/>
          </a:endParaRPr>
        </a:p>
      </dgm:t>
    </dgm:pt>
    <dgm:pt modelId="{780267AE-D774-4A99-AC28-BA7D6CEF0411}">
      <dgm:prSet phldrT="[Text]" custT="1"/>
      <dgm:spPr/>
      <dgm:t>
        <a:bodyPr/>
        <a:lstStyle/>
        <a:p>
          <a:r>
            <a:rPr lang="en-US" sz="1400" b="1" dirty="0" smtClean="0">
              <a:latin typeface="Calibri" pitchFamily="34" charset="0"/>
            </a:rPr>
            <a:t>Establish a Board of Directors</a:t>
          </a:r>
          <a:endParaRPr lang="en-US" sz="1400" dirty="0">
            <a:latin typeface="Calibri" pitchFamily="34" charset="0"/>
          </a:endParaRPr>
        </a:p>
      </dgm:t>
    </dgm:pt>
    <dgm:pt modelId="{6C1C5F65-7126-4A98-AA3A-C9EE25EFBDCB}" type="parTrans" cxnId="{880F701B-681F-4A5D-B294-8FCECA2D89B3}">
      <dgm:prSet/>
      <dgm:spPr/>
      <dgm:t>
        <a:bodyPr/>
        <a:lstStyle/>
        <a:p>
          <a:endParaRPr lang="en-US" sz="1200">
            <a:latin typeface="Calibri" pitchFamily="34" charset="0"/>
          </a:endParaRPr>
        </a:p>
      </dgm:t>
    </dgm:pt>
    <dgm:pt modelId="{FEA35F3F-9FB8-4F77-B1D9-44C46D5F174B}" type="sibTrans" cxnId="{880F701B-681F-4A5D-B294-8FCECA2D89B3}">
      <dgm:prSet/>
      <dgm:spPr/>
      <dgm:t>
        <a:bodyPr/>
        <a:lstStyle/>
        <a:p>
          <a:endParaRPr lang="en-US" sz="1200">
            <a:latin typeface="Calibri" pitchFamily="34" charset="0"/>
          </a:endParaRPr>
        </a:p>
      </dgm:t>
    </dgm:pt>
    <dgm:pt modelId="{F1BFFD6F-DAF5-4917-9ABE-EB40FFA70D9B}">
      <dgm:prSet phldrT="[Text]" custT="1"/>
      <dgm:spPr/>
      <dgm:t>
        <a:bodyPr/>
        <a:lstStyle/>
        <a:p>
          <a:r>
            <a:rPr lang="en-US" sz="1800" b="1" dirty="0" smtClean="0">
              <a:latin typeface="Calibri" pitchFamily="34" charset="0"/>
            </a:rPr>
            <a:t>Building the Portfolio</a:t>
          </a:r>
        </a:p>
      </dgm:t>
    </dgm:pt>
    <dgm:pt modelId="{31E2ABE0-96D8-4944-AC1C-CEBFDD112F37}" type="parTrans" cxnId="{572ABCDF-12D5-49ED-A21D-0DD7908D4A30}">
      <dgm:prSet/>
      <dgm:spPr/>
      <dgm:t>
        <a:bodyPr/>
        <a:lstStyle/>
        <a:p>
          <a:endParaRPr lang="en-US" sz="1200">
            <a:latin typeface="Calibri" pitchFamily="34" charset="0"/>
          </a:endParaRPr>
        </a:p>
      </dgm:t>
    </dgm:pt>
    <dgm:pt modelId="{EF7FE965-A4F9-4F25-BF32-655CDB0CC2A8}" type="sibTrans" cxnId="{572ABCDF-12D5-49ED-A21D-0DD7908D4A30}">
      <dgm:prSet/>
      <dgm:spPr/>
      <dgm:t>
        <a:bodyPr/>
        <a:lstStyle/>
        <a:p>
          <a:endParaRPr lang="en-US" sz="1200">
            <a:latin typeface="Calibri" pitchFamily="34" charset="0"/>
          </a:endParaRPr>
        </a:p>
      </dgm:t>
    </dgm:pt>
    <dgm:pt modelId="{E4B803B3-CCCB-4393-8565-308117C1217A}">
      <dgm:prSet phldrT="[Text]" custT="1"/>
      <dgm:spPr/>
      <dgm:t>
        <a:bodyPr/>
        <a:lstStyle/>
        <a:p>
          <a:r>
            <a:rPr lang="en-US" sz="1400" b="1" dirty="0" smtClean="0">
              <a:latin typeface="Calibri" pitchFamily="34" charset="0"/>
            </a:rPr>
            <a:t>Secure investors &amp; funding plans</a:t>
          </a:r>
          <a:endParaRPr lang="en-US" sz="1400" dirty="0">
            <a:latin typeface="Calibri" pitchFamily="34" charset="0"/>
          </a:endParaRPr>
        </a:p>
      </dgm:t>
    </dgm:pt>
    <dgm:pt modelId="{068CAF8C-6928-4F2F-B35F-C950E89420BE}" type="parTrans" cxnId="{2D3A045A-A880-464B-9836-A765AD118BD7}">
      <dgm:prSet/>
      <dgm:spPr/>
      <dgm:t>
        <a:bodyPr/>
        <a:lstStyle/>
        <a:p>
          <a:endParaRPr lang="en-US" sz="1200">
            <a:latin typeface="Calibri" pitchFamily="34" charset="0"/>
          </a:endParaRPr>
        </a:p>
      </dgm:t>
    </dgm:pt>
    <dgm:pt modelId="{E963F02E-5ED5-4C15-9336-0DC73C739CE3}" type="sibTrans" cxnId="{2D3A045A-A880-464B-9836-A765AD118BD7}">
      <dgm:prSet/>
      <dgm:spPr/>
      <dgm:t>
        <a:bodyPr/>
        <a:lstStyle/>
        <a:p>
          <a:endParaRPr lang="en-US" sz="1200">
            <a:latin typeface="Calibri" pitchFamily="34" charset="0"/>
          </a:endParaRPr>
        </a:p>
      </dgm:t>
    </dgm:pt>
    <dgm:pt modelId="{6AF4F1A6-B1A0-408A-9CCD-B8666663E5B4}">
      <dgm:prSet phldrT="[Text]" custT="1"/>
      <dgm:spPr/>
      <dgm:t>
        <a:bodyPr/>
        <a:lstStyle/>
        <a:p>
          <a:r>
            <a:rPr lang="en-US" sz="1800" b="1" dirty="0" smtClean="0">
              <a:latin typeface="Calibri" pitchFamily="34" charset="0"/>
            </a:rPr>
            <a:t>Filling the Pipeline</a:t>
          </a:r>
          <a:endParaRPr lang="en-US" sz="1800" dirty="0">
            <a:latin typeface="Calibri" pitchFamily="34" charset="0"/>
          </a:endParaRPr>
        </a:p>
      </dgm:t>
    </dgm:pt>
    <dgm:pt modelId="{AD1E2542-BC2A-431A-9036-C8B2C0B2001E}" type="parTrans" cxnId="{1583B060-4FB3-4F5A-B3EC-CE0A606C803D}">
      <dgm:prSet/>
      <dgm:spPr/>
      <dgm:t>
        <a:bodyPr/>
        <a:lstStyle/>
        <a:p>
          <a:endParaRPr lang="en-US" sz="1200">
            <a:latin typeface="Calibri" pitchFamily="34" charset="0"/>
          </a:endParaRPr>
        </a:p>
      </dgm:t>
    </dgm:pt>
    <dgm:pt modelId="{0618857C-F949-41C2-95D3-75CE55C81D39}" type="sibTrans" cxnId="{1583B060-4FB3-4F5A-B3EC-CE0A606C803D}">
      <dgm:prSet/>
      <dgm:spPr/>
      <dgm:t>
        <a:bodyPr/>
        <a:lstStyle/>
        <a:p>
          <a:endParaRPr lang="en-US" sz="1200">
            <a:latin typeface="Calibri" pitchFamily="34" charset="0"/>
          </a:endParaRPr>
        </a:p>
      </dgm:t>
    </dgm:pt>
    <dgm:pt modelId="{F35DB504-A6A6-42DD-AD0E-DF83061E8A45}">
      <dgm:prSet phldrT="[Text]" custT="1"/>
      <dgm:spPr/>
      <dgm:t>
        <a:bodyPr/>
        <a:lstStyle/>
        <a:p>
          <a:r>
            <a:rPr lang="en-US" sz="1400" b="1" dirty="0" smtClean="0">
              <a:latin typeface="Calibri" pitchFamily="34" charset="0"/>
            </a:rPr>
            <a:t>Ramp up the Transition Team</a:t>
          </a:r>
          <a:endParaRPr lang="en-US" sz="1400" dirty="0">
            <a:latin typeface="Calibri" pitchFamily="34" charset="0"/>
          </a:endParaRPr>
        </a:p>
      </dgm:t>
    </dgm:pt>
    <dgm:pt modelId="{BB2A6D52-8C1D-4B44-AA8F-69C139EFC4AA}" type="parTrans" cxnId="{B370C24B-466C-4E1F-B0C7-06A3EFC46C9F}">
      <dgm:prSet/>
      <dgm:spPr/>
      <dgm:t>
        <a:bodyPr/>
        <a:lstStyle/>
        <a:p>
          <a:endParaRPr lang="en-US" sz="1200">
            <a:latin typeface="Calibri" pitchFamily="34" charset="0"/>
          </a:endParaRPr>
        </a:p>
      </dgm:t>
    </dgm:pt>
    <dgm:pt modelId="{4E85851E-4CC6-4725-8AE5-43A1C23CA560}" type="sibTrans" cxnId="{B370C24B-466C-4E1F-B0C7-06A3EFC46C9F}">
      <dgm:prSet/>
      <dgm:spPr/>
      <dgm:t>
        <a:bodyPr/>
        <a:lstStyle/>
        <a:p>
          <a:endParaRPr lang="en-US" sz="1200">
            <a:latin typeface="Calibri" pitchFamily="34" charset="0"/>
          </a:endParaRPr>
        </a:p>
      </dgm:t>
    </dgm:pt>
    <dgm:pt modelId="{D55998DE-5CF0-4963-822D-DFE6B8F466CE}">
      <dgm:prSet phldrT="[Text]" custT="1"/>
      <dgm:spPr/>
      <dgm:t>
        <a:bodyPr/>
        <a:lstStyle/>
        <a:p>
          <a:r>
            <a:rPr lang="en-US" sz="1800" b="1" dirty="0" smtClean="0">
              <a:latin typeface="Calibri" pitchFamily="34" charset="0"/>
            </a:rPr>
            <a:t>Delivering Value</a:t>
          </a:r>
          <a:endParaRPr lang="en-US" sz="1800" dirty="0">
            <a:latin typeface="Calibri" pitchFamily="34" charset="0"/>
          </a:endParaRPr>
        </a:p>
      </dgm:t>
    </dgm:pt>
    <dgm:pt modelId="{421732AF-0A09-41CC-AD94-ABF76CEA74E2}" type="parTrans" cxnId="{C61F1877-9942-4334-8A42-CFD12A76A4A1}">
      <dgm:prSet/>
      <dgm:spPr/>
      <dgm:t>
        <a:bodyPr/>
        <a:lstStyle/>
        <a:p>
          <a:endParaRPr lang="en-US" sz="2000">
            <a:latin typeface="Calibri" pitchFamily="34" charset="0"/>
          </a:endParaRPr>
        </a:p>
      </dgm:t>
    </dgm:pt>
    <dgm:pt modelId="{07497714-A361-4CC9-A47F-B76F982B2B77}" type="sibTrans" cxnId="{C61F1877-9942-4334-8A42-CFD12A76A4A1}">
      <dgm:prSet/>
      <dgm:spPr/>
      <dgm:t>
        <a:bodyPr/>
        <a:lstStyle/>
        <a:p>
          <a:endParaRPr lang="en-US" sz="2000">
            <a:latin typeface="Calibri" pitchFamily="34" charset="0"/>
          </a:endParaRPr>
        </a:p>
      </dgm:t>
    </dgm:pt>
    <dgm:pt modelId="{8E4CADB4-4C98-48C5-A66E-F286BF6047C7}">
      <dgm:prSet phldrT="[Text]" custT="1"/>
      <dgm:spPr/>
      <dgm:t>
        <a:bodyPr/>
        <a:lstStyle/>
        <a:p>
          <a:r>
            <a:rPr lang="en-US" sz="1400" b="1" dirty="0" smtClean="0">
              <a:latin typeface="Calibri" pitchFamily="34" charset="0"/>
            </a:rPr>
            <a:t>Continue building out the portfolio of products &amp; services</a:t>
          </a:r>
          <a:endParaRPr lang="en-US" sz="1400" b="1" dirty="0">
            <a:latin typeface="Calibri" pitchFamily="34" charset="0"/>
          </a:endParaRPr>
        </a:p>
      </dgm:t>
    </dgm:pt>
    <dgm:pt modelId="{8261C806-4409-48B3-9AF9-D4535555B79A}" type="parTrans" cxnId="{AF7663DE-3A47-4CA1-AADB-0B60B404886C}">
      <dgm:prSet/>
      <dgm:spPr/>
      <dgm:t>
        <a:bodyPr/>
        <a:lstStyle/>
        <a:p>
          <a:endParaRPr lang="en-US" sz="2000">
            <a:latin typeface="Calibri" pitchFamily="34" charset="0"/>
          </a:endParaRPr>
        </a:p>
      </dgm:t>
    </dgm:pt>
    <dgm:pt modelId="{C400CD33-D331-4EDD-9E2E-712C46ACA5F0}" type="sibTrans" cxnId="{AF7663DE-3A47-4CA1-AADB-0B60B404886C}">
      <dgm:prSet/>
      <dgm:spPr/>
      <dgm:t>
        <a:bodyPr/>
        <a:lstStyle/>
        <a:p>
          <a:endParaRPr lang="en-US" sz="2000">
            <a:latin typeface="Calibri" pitchFamily="34" charset="0"/>
          </a:endParaRPr>
        </a:p>
      </dgm:t>
    </dgm:pt>
    <dgm:pt modelId="{1D1D43FF-578C-4E20-8D18-98EB13F73725}">
      <dgm:prSet phldrT="[Text]" custT="1"/>
      <dgm:spPr/>
      <dgm:t>
        <a:bodyPr/>
        <a:lstStyle/>
        <a:p>
          <a:r>
            <a:rPr lang="en-US" sz="1400" b="1" dirty="0" smtClean="0">
              <a:latin typeface="Calibri" pitchFamily="34" charset="0"/>
            </a:rPr>
            <a:t>Establish Management Team &amp; staff up the lead positions</a:t>
          </a:r>
          <a:endParaRPr lang="en-US" sz="1400" b="1" dirty="0">
            <a:latin typeface="Calibri" pitchFamily="34" charset="0"/>
          </a:endParaRPr>
        </a:p>
      </dgm:t>
    </dgm:pt>
    <dgm:pt modelId="{6B7D910B-526D-492D-B8F0-6B10A4D0CAB6}" type="parTrans" cxnId="{B1C72AC6-D9D8-4147-9F33-303ABA3E8E9D}">
      <dgm:prSet/>
      <dgm:spPr/>
      <dgm:t>
        <a:bodyPr/>
        <a:lstStyle/>
        <a:p>
          <a:endParaRPr lang="en-US" sz="2000"/>
        </a:p>
      </dgm:t>
    </dgm:pt>
    <dgm:pt modelId="{1A799C51-6E55-4476-9242-C41974518292}" type="sibTrans" cxnId="{B1C72AC6-D9D8-4147-9F33-303ABA3E8E9D}">
      <dgm:prSet/>
      <dgm:spPr/>
      <dgm:t>
        <a:bodyPr/>
        <a:lstStyle/>
        <a:p>
          <a:endParaRPr lang="en-US" sz="2000"/>
        </a:p>
      </dgm:t>
    </dgm:pt>
    <dgm:pt modelId="{7D08E122-783A-4375-A2D8-522B4F061F0C}">
      <dgm:prSet phldrT="[Text]" custT="1"/>
      <dgm:spPr/>
      <dgm:t>
        <a:bodyPr/>
        <a:lstStyle/>
        <a:p>
          <a:r>
            <a:rPr lang="en-US" sz="1400" b="1" dirty="0" smtClean="0">
              <a:latin typeface="Calibri" pitchFamily="34" charset="0"/>
            </a:rPr>
            <a:t>Build out the business model &amp; draft plans for each area</a:t>
          </a:r>
          <a:endParaRPr lang="en-US" sz="1400" b="1" dirty="0">
            <a:latin typeface="Calibri" pitchFamily="34" charset="0"/>
          </a:endParaRPr>
        </a:p>
      </dgm:t>
    </dgm:pt>
    <dgm:pt modelId="{F6334F10-9AE4-41D8-88DC-A60CD35E04E5}" type="parTrans" cxnId="{875DB01A-ADD0-4E1E-89A9-F69509E0E557}">
      <dgm:prSet/>
      <dgm:spPr/>
      <dgm:t>
        <a:bodyPr/>
        <a:lstStyle/>
        <a:p>
          <a:endParaRPr lang="en-US" sz="2000"/>
        </a:p>
      </dgm:t>
    </dgm:pt>
    <dgm:pt modelId="{23537BFB-A81D-444B-A387-9EEDC20F5F53}" type="sibTrans" cxnId="{875DB01A-ADD0-4E1E-89A9-F69509E0E557}">
      <dgm:prSet/>
      <dgm:spPr/>
      <dgm:t>
        <a:bodyPr/>
        <a:lstStyle/>
        <a:p>
          <a:endParaRPr lang="en-US" sz="2000"/>
        </a:p>
      </dgm:t>
    </dgm:pt>
    <dgm:pt modelId="{FADCAADC-33DF-42FE-9902-FC6CAA4C4F60}">
      <dgm:prSet phldrT="[Text]" custT="1"/>
      <dgm:spPr/>
      <dgm:t>
        <a:bodyPr/>
        <a:lstStyle/>
        <a:p>
          <a:r>
            <a:rPr lang="en-US" sz="1400" b="1" dirty="0" smtClean="0">
              <a:latin typeface="Calibri" pitchFamily="34" charset="0"/>
            </a:rPr>
            <a:t>Begin work on the marketing plans to network with partners</a:t>
          </a:r>
          <a:endParaRPr lang="en-US" sz="1400" b="1" dirty="0">
            <a:latin typeface="Calibri" pitchFamily="34" charset="0"/>
          </a:endParaRPr>
        </a:p>
      </dgm:t>
    </dgm:pt>
    <dgm:pt modelId="{2DB99926-BE05-480A-962D-F7C08A1BD2D7}" type="parTrans" cxnId="{E00F1F3B-7B41-431F-8711-3771A6ECC1C6}">
      <dgm:prSet/>
      <dgm:spPr/>
      <dgm:t>
        <a:bodyPr/>
        <a:lstStyle/>
        <a:p>
          <a:endParaRPr lang="en-US" sz="2000"/>
        </a:p>
      </dgm:t>
    </dgm:pt>
    <dgm:pt modelId="{E3130A49-F3DA-485F-B6D3-7A76275AC7C6}" type="sibTrans" cxnId="{E00F1F3B-7B41-431F-8711-3771A6ECC1C6}">
      <dgm:prSet/>
      <dgm:spPr/>
      <dgm:t>
        <a:bodyPr/>
        <a:lstStyle/>
        <a:p>
          <a:endParaRPr lang="en-US" sz="2000"/>
        </a:p>
      </dgm:t>
    </dgm:pt>
    <dgm:pt modelId="{E6F61A93-F27D-4B40-B6DA-8D06A5950148}">
      <dgm:prSet phldrT="[Text]" custT="1"/>
      <dgm:spPr/>
      <dgm:t>
        <a:bodyPr/>
        <a:lstStyle/>
        <a:p>
          <a:r>
            <a:rPr lang="en-US" sz="1400" b="1" dirty="0" smtClean="0">
              <a:latin typeface="Calibri" pitchFamily="34" charset="0"/>
            </a:rPr>
            <a:t>Establish the portfolio of outcomes &amp; opportunities</a:t>
          </a:r>
          <a:endParaRPr lang="en-US" sz="1400" b="1" dirty="0">
            <a:latin typeface="Calibri" pitchFamily="34" charset="0"/>
          </a:endParaRPr>
        </a:p>
      </dgm:t>
    </dgm:pt>
    <dgm:pt modelId="{0FC3A8DC-AA8F-4CE3-987D-E8FE15B443FC}" type="parTrans" cxnId="{7FDE1E35-C893-439F-BBAC-9F057299D07E}">
      <dgm:prSet/>
      <dgm:spPr/>
      <dgm:t>
        <a:bodyPr/>
        <a:lstStyle/>
        <a:p>
          <a:endParaRPr lang="en-US" sz="2000"/>
        </a:p>
      </dgm:t>
    </dgm:pt>
    <dgm:pt modelId="{2BA0E2B4-0B3F-45B0-ADAB-E9102181BD9B}" type="sibTrans" cxnId="{7FDE1E35-C893-439F-BBAC-9F057299D07E}">
      <dgm:prSet/>
      <dgm:spPr/>
      <dgm:t>
        <a:bodyPr/>
        <a:lstStyle/>
        <a:p>
          <a:endParaRPr lang="en-US" sz="2000"/>
        </a:p>
      </dgm:t>
    </dgm:pt>
    <dgm:pt modelId="{AB7F39A4-0129-4AE0-BB2F-052BE7494B3D}">
      <dgm:prSet phldrT="[Text]" custT="1"/>
      <dgm:spPr/>
      <dgm:t>
        <a:bodyPr/>
        <a:lstStyle/>
        <a:p>
          <a:r>
            <a:rPr lang="en-US" sz="1400" b="1" dirty="0" smtClean="0">
              <a:latin typeface="Calibri" pitchFamily="34" charset="0"/>
            </a:rPr>
            <a:t>Develop the ideation model &amp; engage members</a:t>
          </a:r>
          <a:endParaRPr lang="en-US" sz="1400" b="1" dirty="0">
            <a:latin typeface="Calibri" pitchFamily="34" charset="0"/>
          </a:endParaRPr>
        </a:p>
      </dgm:t>
    </dgm:pt>
    <dgm:pt modelId="{D2470C46-4203-4300-B2A0-497869059EF4}" type="parTrans" cxnId="{D419AF4B-0AA8-4BC9-9ED9-052FD5A9333A}">
      <dgm:prSet/>
      <dgm:spPr/>
      <dgm:t>
        <a:bodyPr/>
        <a:lstStyle/>
        <a:p>
          <a:endParaRPr lang="en-US" sz="2000"/>
        </a:p>
      </dgm:t>
    </dgm:pt>
    <dgm:pt modelId="{87094444-148E-43CE-BBA0-18AD9A353A0D}" type="sibTrans" cxnId="{D419AF4B-0AA8-4BC9-9ED9-052FD5A9333A}">
      <dgm:prSet/>
      <dgm:spPr/>
      <dgm:t>
        <a:bodyPr/>
        <a:lstStyle/>
        <a:p>
          <a:endParaRPr lang="en-US" sz="2000"/>
        </a:p>
      </dgm:t>
    </dgm:pt>
    <dgm:pt modelId="{7D4622D7-4BEC-49CF-AA84-B1C1833F9141}">
      <dgm:prSet phldrT="[Text]" custT="1"/>
      <dgm:spPr/>
      <dgm:t>
        <a:bodyPr/>
        <a:lstStyle/>
        <a:p>
          <a:r>
            <a:rPr lang="en-US" sz="1400" b="1" dirty="0" smtClean="0">
              <a:latin typeface="Calibri" pitchFamily="34" charset="0"/>
            </a:rPr>
            <a:t>Begin work on the Product &amp; Services portfolio</a:t>
          </a:r>
          <a:endParaRPr lang="en-US" sz="1400" b="1" dirty="0">
            <a:latin typeface="Calibri" pitchFamily="34" charset="0"/>
          </a:endParaRPr>
        </a:p>
      </dgm:t>
    </dgm:pt>
    <dgm:pt modelId="{C8C29D87-9745-4BB4-96A5-83B2A2DABA44}" type="parTrans" cxnId="{CB836719-408F-4F22-A7A7-3302F92AF60F}">
      <dgm:prSet/>
      <dgm:spPr/>
      <dgm:t>
        <a:bodyPr/>
        <a:lstStyle/>
        <a:p>
          <a:endParaRPr lang="en-US" sz="2000"/>
        </a:p>
      </dgm:t>
    </dgm:pt>
    <dgm:pt modelId="{2265220D-D04D-4E22-93E0-53967AFBADF6}" type="sibTrans" cxnId="{CB836719-408F-4F22-A7A7-3302F92AF60F}">
      <dgm:prSet/>
      <dgm:spPr/>
      <dgm:t>
        <a:bodyPr/>
        <a:lstStyle/>
        <a:p>
          <a:endParaRPr lang="en-US" sz="2000"/>
        </a:p>
      </dgm:t>
    </dgm:pt>
    <dgm:pt modelId="{CB7ED4B2-B289-4460-B2D9-DEA38D7B577D}">
      <dgm:prSet phldrT="[Text]" custT="1"/>
      <dgm:spPr/>
      <dgm:t>
        <a:bodyPr/>
        <a:lstStyle/>
        <a:p>
          <a:r>
            <a:rPr lang="en-US" sz="1400" b="1" dirty="0" smtClean="0">
              <a:latin typeface="Calibri" pitchFamily="34" charset="0"/>
            </a:rPr>
            <a:t>Establish the concept development model</a:t>
          </a:r>
          <a:endParaRPr lang="en-US" sz="1400" b="1" dirty="0">
            <a:latin typeface="Calibri" pitchFamily="34" charset="0"/>
          </a:endParaRPr>
        </a:p>
      </dgm:t>
    </dgm:pt>
    <dgm:pt modelId="{F9436102-9A7D-475C-8A28-1034556F38F1}" type="parTrans" cxnId="{2EFD6AC4-ECDA-4F68-B073-0CCADACE65F5}">
      <dgm:prSet/>
      <dgm:spPr/>
      <dgm:t>
        <a:bodyPr/>
        <a:lstStyle/>
        <a:p>
          <a:endParaRPr lang="en-US" sz="2000"/>
        </a:p>
      </dgm:t>
    </dgm:pt>
    <dgm:pt modelId="{0AB65A5A-B93B-42E8-82E1-A6C497618F4B}" type="sibTrans" cxnId="{2EFD6AC4-ECDA-4F68-B073-0CCADACE65F5}">
      <dgm:prSet/>
      <dgm:spPr/>
      <dgm:t>
        <a:bodyPr/>
        <a:lstStyle/>
        <a:p>
          <a:endParaRPr lang="en-US" sz="2000"/>
        </a:p>
      </dgm:t>
    </dgm:pt>
    <dgm:pt modelId="{1B7A90A0-AF7F-4823-8CF3-78C6671A55A4}">
      <dgm:prSet phldrT="[Text]" custT="1"/>
      <dgm:spPr/>
      <dgm:t>
        <a:bodyPr/>
        <a:lstStyle/>
        <a:p>
          <a:r>
            <a:rPr lang="en-US" sz="1400" b="1" dirty="0" smtClean="0">
              <a:latin typeface="Calibri" pitchFamily="34" charset="0"/>
            </a:rPr>
            <a:t>Continue staffing up the teams to accelerate the pipeline</a:t>
          </a:r>
          <a:endParaRPr lang="en-US" sz="1400" b="1" dirty="0">
            <a:latin typeface="Calibri" pitchFamily="34" charset="0"/>
          </a:endParaRPr>
        </a:p>
      </dgm:t>
    </dgm:pt>
    <dgm:pt modelId="{9BC59B53-4CA9-4894-BF7D-34A1E6AE3EE8}" type="parTrans" cxnId="{BC820DF5-7E5B-4D99-9C6B-6EF7C603447A}">
      <dgm:prSet/>
      <dgm:spPr/>
      <dgm:t>
        <a:bodyPr/>
        <a:lstStyle/>
        <a:p>
          <a:endParaRPr lang="en-US" sz="2000"/>
        </a:p>
      </dgm:t>
    </dgm:pt>
    <dgm:pt modelId="{D4302D0C-9F80-4BD7-B6C6-41A90C703129}" type="sibTrans" cxnId="{BC820DF5-7E5B-4D99-9C6B-6EF7C603447A}">
      <dgm:prSet/>
      <dgm:spPr/>
      <dgm:t>
        <a:bodyPr/>
        <a:lstStyle/>
        <a:p>
          <a:endParaRPr lang="en-US" sz="2000"/>
        </a:p>
      </dgm:t>
    </dgm:pt>
    <dgm:pt modelId="{9A062E9C-B27D-4E1D-BB28-1154BE740047}">
      <dgm:prSet phldrT="[Text]" custT="1"/>
      <dgm:spPr/>
      <dgm:t>
        <a:bodyPr/>
        <a:lstStyle/>
        <a:p>
          <a:r>
            <a:rPr lang="en-US" sz="1400" b="1" dirty="0" smtClean="0">
              <a:latin typeface="Calibri" pitchFamily="34" charset="0"/>
            </a:rPr>
            <a:t>Initiate collaboration between members to deliver value</a:t>
          </a:r>
          <a:endParaRPr lang="en-US" sz="1400" b="1" dirty="0">
            <a:latin typeface="Calibri" pitchFamily="34" charset="0"/>
          </a:endParaRPr>
        </a:p>
      </dgm:t>
    </dgm:pt>
    <dgm:pt modelId="{2B82EADE-0EC4-4586-9B2C-2A8F8D35C883}" type="parTrans" cxnId="{D44AC500-BF0B-4FDB-8508-C03BD7370C70}">
      <dgm:prSet/>
      <dgm:spPr/>
      <dgm:t>
        <a:bodyPr/>
        <a:lstStyle/>
        <a:p>
          <a:endParaRPr lang="en-US" sz="2000"/>
        </a:p>
      </dgm:t>
    </dgm:pt>
    <dgm:pt modelId="{586A6521-CB73-4434-BEC0-E00DD1215BA7}" type="sibTrans" cxnId="{D44AC500-BF0B-4FDB-8508-C03BD7370C70}">
      <dgm:prSet/>
      <dgm:spPr/>
      <dgm:t>
        <a:bodyPr/>
        <a:lstStyle/>
        <a:p>
          <a:endParaRPr lang="en-US" sz="2000"/>
        </a:p>
      </dgm:t>
    </dgm:pt>
    <dgm:pt modelId="{BA88C339-28A4-47A4-837B-2058E2A8CD79}">
      <dgm:prSet phldrT="[Text]" custT="1"/>
      <dgm:spPr/>
      <dgm:t>
        <a:bodyPr/>
        <a:lstStyle/>
        <a:p>
          <a:r>
            <a:rPr lang="en-US" sz="1400" b="1" dirty="0" smtClean="0">
              <a:latin typeface="Calibri" pitchFamily="34" charset="0"/>
            </a:rPr>
            <a:t>Continue expanding the opportunity pipeline</a:t>
          </a:r>
          <a:endParaRPr lang="en-US" sz="1400" b="1" dirty="0">
            <a:latin typeface="Calibri" pitchFamily="34" charset="0"/>
          </a:endParaRPr>
        </a:p>
      </dgm:t>
    </dgm:pt>
    <dgm:pt modelId="{ABBEA6AD-7690-499F-80CD-526B2B9E595F}" type="parTrans" cxnId="{80CF583D-E0C2-4FC6-9DA5-A66FA7B1478B}">
      <dgm:prSet/>
      <dgm:spPr/>
      <dgm:t>
        <a:bodyPr/>
        <a:lstStyle/>
        <a:p>
          <a:endParaRPr lang="en-US" sz="2000"/>
        </a:p>
      </dgm:t>
    </dgm:pt>
    <dgm:pt modelId="{FB14B3D2-64A8-47C2-8BEF-5A53FB8BB006}" type="sibTrans" cxnId="{80CF583D-E0C2-4FC6-9DA5-A66FA7B1478B}">
      <dgm:prSet/>
      <dgm:spPr/>
      <dgm:t>
        <a:bodyPr/>
        <a:lstStyle/>
        <a:p>
          <a:endParaRPr lang="en-US" sz="2000"/>
        </a:p>
      </dgm:t>
    </dgm:pt>
    <dgm:pt modelId="{DBBBA12B-6D69-4B04-B056-7388F52DBB00}">
      <dgm:prSet phldrT="[Text]" custT="1"/>
      <dgm:spPr/>
      <dgm:t>
        <a:bodyPr/>
        <a:lstStyle/>
        <a:p>
          <a:r>
            <a:rPr lang="en-US" sz="1400" b="1" dirty="0" smtClean="0">
              <a:latin typeface="Calibri" pitchFamily="34" charset="0"/>
            </a:rPr>
            <a:t>Mature the operational models for Innovation, Transition, &amp; Execution</a:t>
          </a:r>
          <a:endParaRPr lang="en-US" sz="1400" b="1" dirty="0">
            <a:latin typeface="Calibri" pitchFamily="34" charset="0"/>
          </a:endParaRPr>
        </a:p>
      </dgm:t>
    </dgm:pt>
    <dgm:pt modelId="{FACDF133-2535-43E5-AFD0-460D918B0F62}" type="parTrans" cxnId="{4B2241F0-35EB-4FAD-910C-43A853E33781}">
      <dgm:prSet/>
      <dgm:spPr/>
      <dgm:t>
        <a:bodyPr/>
        <a:lstStyle/>
        <a:p>
          <a:endParaRPr lang="en-US" sz="2000"/>
        </a:p>
      </dgm:t>
    </dgm:pt>
    <dgm:pt modelId="{B728CB9E-CBE5-466C-97BF-07BB93EF7409}" type="sibTrans" cxnId="{4B2241F0-35EB-4FAD-910C-43A853E33781}">
      <dgm:prSet/>
      <dgm:spPr/>
      <dgm:t>
        <a:bodyPr/>
        <a:lstStyle/>
        <a:p>
          <a:endParaRPr lang="en-US" sz="2000"/>
        </a:p>
      </dgm:t>
    </dgm:pt>
    <dgm:pt modelId="{34BE6C02-AE2F-4DA7-9CD5-F0BE41342EEE}">
      <dgm:prSet phldrT="[Text]" custT="1"/>
      <dgm:spPr/>
      <dgm:t>
        <a:bodyPr/>
        <a:lstStyle/>
        <a:p>
          <a:r>
            <a:rPr lang="en-US" sz="1400" b="1" dirty="0" smtClean="0">
              <a:latin typeface="Calibri" pitchFamily="34" charset="0"/>
            </a:rPr>
            <a:t>Expand the marketing, the pipeline, and the investor base</a:t>
          </a:r>
          <a:endParaRPr lang="en-US" sz="1400" b="1" dirty="0">
            <a:latin typeface="Calibri" pitchFamily="34" charset="0"/>
          </a:endParaRPr>
        </a:p>
      </dgm:t>
    </dgm:pt>
    <dgm:pt modelId="{7968CCA9-0D0E-46D6-B46C-784DD34F25FA}" type="parTrans" cxnId="{D9D96762-60AB-41F5-A48B-603180D5798E}">
      <dgm:prSet/>
      <dgm:spPr/>
      <dgm:t>
        <a:bodyPr/>
        <a:lstStyle/>
        <a:p>
          <a:endParaRPr lang="en-US" sz="2000"/>
        </a:p>
      </dgm:t>
    </dgm:pt>
    <dgm:pt modelId="{D98ACFC0-2875-497A-BDA2-A1512789619F}" type="sibTrans" cxnId="{D9D96762-60AB-41F5-A48B-603180D5798E}">
      <dgm:prSet/>
      <dgm:spPr/>
      <dgm:t>
        <a:bodyPr/>
        <a:lstStyle/>
        <a:p>
          <a:endParaRPr lang="en-US" sz="2000"/>
        </a:p>
      </dgm:t>
    </dgm:pt>
    <dgm:pt modelId="{30ED7590-826C-4346-BDD2-5DF9E60908BA}" type="pres">
      <dgm:prSet presAssocID="{5AEE7B96-B445-4CA4-9494-35D8F79C276E}" presName="Name0" presStyleCnt="0">
        <dgm:presLayoutVars>
          <dgm:dir/>
          <dgm:animLvl val="lvl"/>
          <dgm:resizeHandles val="exact"/>
        </dgm:presLayoutVars>
      </dgm:prSet>
      <dgm:spPr/>
      <dgm:t>
        <a:bodyPr/>
        <a:lstStyle/>
        <a:p>
          <a:endParaRPr lang="en-US"/>
        </a:p>
      </dgm:t>
    </dgm:pt>
    <dgm:pt modelId="{15AC3FE3-E730-44CE-A422-C07B03E2376D}" type="pres">
      <dgm:prSet presAssocID="{96D8A90C-A5E1-4639-9D74-A9B1C8D78571}" presName="linNode" presStyleCnt="0"/>
      <dgm:spPr/>
      <dgm:t>
        <a:bodyPr/>
        <a:lstStyle/>
        <a:p>
          <a:endParaRPr lang="en-US"/>
        </a:p>
      </dgm:t>
    </dgm:pt>
    <dgm:pt modelId="{848D56A8-618E-4EE0-9BD0-5EF28A89B29D}" type="pres">
      <dgm:prSet presAssocID="{96D8A90C-A5E1-4639-9D74-A9B1C8D78571}" presName="parentText" presStyleLbl="node1" presStyleIdx="0" presStyleCnt="4" custScaleX="86839">
        <dgm:presLayoutVars>
          <dgm:chMax val="1"/>
          <dgm:bulletEnabled val="1"/>
        </dgm:presLayoutVars>
      </dgm:prSet>
      <dgm:spPr/>
      <dgm:t>
        <a:bodyPr/>
        <a:lstStyle/>
        <a:p>
          <a:endParaRPr lang="en-US"/>
        </a:p>
      </dgm:t>
    </dgm:pt>
    <dgm:pt modelId="{580AD4E6-F3E0-41B1-B759-ADE27C774755}" type="pres">
      <dgm:prSet presAssocID="{96D8A90C-A5E1-4639-9D74-A9B1C8D78571}" presName="descendantText" presStyleLbl="alignAccFollowNode1" presStyleIdx="0" presStyleCnt="4" custScaleY="121002">
        <dgm:presLayoutVars>
          <dgm:bulletEnabled val="1"/>
        </dgm:presLayoutVars>
      </dgm:prSet>
      <dgm:spPr/>
      <dgm:t>
        <a:bodyPr/>
        <a:lstStyle/>
        <a:p>
          <a:endParaRPr lang="en-US"/>
        </a:p>
      </dgm:t>
    </dgm:pt>
    <dgm:pt modelId="{804C9363-F602-47F7-90C0-724DF66395FC}" type="pres">
      <dgm:prSet presAssocID="{CCE6E5A3-A34E-49FB-AD99-CF6BCA7D25B5}" presName="sp" presStyleCnt="0"/>
      <dgm:spPr/>
      <dgm:t>
        <a:bodyPr/>
        <a:lstStyle/>
        <a:p>
          <a:endParaRPr lang="en-US"/>
        </a:p>
      </dgm:t>
    </dgm:pt>
    <dgm:pt modelId="{17258F9C-8B8E-47E5-BFF6-BFB575454707}" type="pres">
      <dgm:prSet presAssocID="{F1BFFD6F-DAF5-4917-9ABE-EB40FFA70D9B}" presName="linNode" presStyleCnt="0"/>
      <dgm:spPr/>
      <dgm:t>
        <a:bodyPr/>
        <a:lstStyle/>
        <a:p>
          <a:endParaRPr lang="en-US"/>
        </a:p>
      </dgm:t>
    </dgm:pt>
    <dgm:pt modelId="{2DCCA187-F438-43A0-9428-42FFF681F62D}" type="pres">
      <dgm:prSet presAssocID="{F1BFFD6F-DAF5-4917-9ABE-EB40FFA70D9B}" presName="parentText" presStyleLbl="node1" presStyleIdx="1" presStyleCnt="4" custScaleX="86839">
        <dgm:presLayoutVars>
          <dgm:chMax val="1"/>
          <dgm:bulletEnabled val="1"/>
        </dgm:presLayoutVars>
      </dgm:prSet>
      <dgm:spPr/>
      <dgm:t>
        <a:bodyPr/>
        <a:lstStyle/>
        <a:p>
          <a:endParaRPr lang="en-US"/>
        </a:p>
      </dgm:t>
    </dgm:pt>
    <dgm:pt modelId="{CCF51911-3FC3-4004-8DE1-2317351FEA93}" type="pres">
      <dgm:prSet presAssocID="{F1BFFD6F-DAF5-4917-9ABE-EB40FFA70D9B}" presName="descendantText" presStyleLbl="alignAccFollowNode1" presStyleIdx="1" presStyleCnt="4" custScaleY="126261">
        <dgm:presLayoutVars>
          <dgm:bulletEnabled val="1"/>
        </dgm:presLayoutVars>
      </dgm:prSet>
      <dgm:spPr/>
      <dgm:t>
        <a:bodyPr/>
        <a:lstStyle/>
        <a:p>
          <a:endParaRPr lang="en-US"/>
        </a:p>
      </dgm:t>
    </dgm:pt>
    <dgm:pt modelId="{60991503-452E-45AC-8099-60B4554FBE1F}" type="pres">
      <dgm:prSet presAssocID="{EF7FE965-A4F9-4F25-BF32-655CDB0CC2A8}" presName="sp" presStyleCnt="0"/>
      <dgm:spPr/>
      <dgm:t>
        <a:bodyPr/>
        <a:lstStyle/>
        <a:p>
          <a:endParaRPr lang="en-US"/>
        </a:p>
      </dgm:t>
    </dgm:pt>
    <dgm:pt modelId="{A6592293-96CB-468C-859A-FF6DB5B51E70}" type="pres">
      <dgm:prSet presAssocID="{6AF4F1A6-B1A0-408A-9CCD-B8666663E5B4}" presName="linNode" presStyleCnt="0"/>
      <dgm:spPr/>
      <dgm:t>
        <a:bodyPr/>
        <a:lstStyle/>
        <a:p>
          <a:endParaRPr lang="en-US"/>
        </a:p>
      </dgm:t>
    </dgm:pt>
    <dgm:pt modelId="{E8ED1B5E-60EB-4A55-BF24-5BD4BFFFF0AB}" type="pres">
      <dgm:prSet presAssocID="{6AF4F1A6-B1A0-408A-9CCD-B8666663E5B4}" presName="parentText" presStyleLbl="node1" presStyleIdx="2" presStyleCnt="4" custScaleX="86839">
        <dgm:presLayoutVars>
          <dgm:chMax val="1"/>
          <dgm:bulletEnabled val="1"/>
        </dgm:presLayoutVars>
      </dgm:prSet>
      <dgm:spPr/>
      <dgm:t>
        <a:bodyPr/>
        <a:lstStyle/>
        <a:p>
          <a:endParaRPr lang="en-US"/>
        </a:p>
      </dgm:t>
    </dgm:pt>
    <dgm:pt modelId="{6F259A6D-7C49-4854-B55B-3A514803020A}" type="pres">
      <dgm:prSet presAssocID="{6AF4F1A6-B1A0-408A-9CCD-B8666663E5B4}" presName="descendantText" presStyleLbl="alignAccFollowNode1" presStyleIdx="2" presStyleCnt="4" custScaleY="115273">
        <dgm:presLayoutVars>
          <dgm:bulletEnabled val="1"/>
        </dgm:presLayoutVars>
      </dgm:prSet>
      <dgm:spPr/>
      <dgm:t>
        <a:bodyPr/>
        <a:lstStyle/>
        <a:p>
          <a:endParaRPr lang="en-US"/>
        </a:p>
      </dgm:t>
    </dgm:pt>
    <dgm:pt modelId="{707EF1C6-BC6F-4EA0-BDCF-30A102FC7304}" type="pres">
      <dgm:prSet presAssocID="{0618857C-F949-41C2-95D3-75CE55C81D39}" presName="sp" presStyleCnt="0"/>
      <dgm:spPr/>
      <dgm:t>
        <a:bodyPr/>
        <a:lstStyle/>
        <a:p>
          <a:endParaRPr lang="en-US"/>
        </a:p>
      </dgm:t>
    </dgm:pt>
    <dgm:pt modelId="{51FA1DC2-2315-4378-85A5-BE280F0811E2}" type="pres">
      <dgm:prSet presAssocID="{D55998DE-5CF0-4963-822D-DFE6B8F466CE}" presName="linNode" presStyleCnt="0"/>
      <dgm:spPr/>
      <dgm:t>
        <a:bodyPr/>
        <a:lstStyle/>
        <a:p>
          <a:endParaRPr lang="en-US"/>
        </a:p>
      </dgm:t>
    </dgm:pt>
    <dgm:pt modelId="{697A3FB5-C77C-4A5C-9BD7-B6AF794B8ADF}" type="pres">
      <dgm:prSet presAssocID="{D55998DE-5CF0-4963-822D-DFE6B8F466CE}" presName="parentText" presStyleLbl="node1" presStyleIdx="3" presStyleCnt="4" custScaleX="86839">
        <dgm:presLayoutVars>
          <dgm:chMax val="1"/>
          <dgm:bulletEnabled val="1"/>
        </dgm:presLayoutVars>
      </dgm:prSet>
      <dgm:spPr/>
      <dgm:t>
        <a:bodyPr/>
        <a:lstStyle/>
        <a:p>
          <a:endParaRPr lang="en-US"/>
        </a:p>
      </dgm:t>
    </dgm:pt>
    <dgm:pt modelId="{0505FE9E-00CC-4561-AC5F-CDFA0A76FDD1}" type="pres">
      <dgm:prSet presAssocID="{D55998DE-5CF0-4963-822D-DFE6B8F466CE}" presName="descendantText" presStyleLbl="alignAccFollowNode1" presStyleIdx="3" presStyleCnt="4" custScaleY="134684">
        <dgm:presLayoutVars>
          <dgm:bulletEnabled val="1"/>
        </dgm:presLayoutVars>
      </dgm:prSet>
      <dgm:spPr/>
      <dgm:t>
        <a:bodyPr/>
        <a:lstStyle/>
        <a:p>
          <a:endParaRPr lang="en-US"/>
        </a:p>
      </dgm:t>
    </dgm:pt>
  </dgm:ptLst>
  <dgm:cxnLst>
    <dgm:cxn modelId="{D409F6AA-008F-40B2-9E83-DF48C5C28671}" type="presOf" srcId="{F1BFFD6F-DAF5-4917-9ABE-EB40FFA70D9B}" destId="{2DCCA187-F438-43A0-9428-42FFF681F62D}" srcOrd="0" destOrd="0" presId="urn:microsoft.com/office/officeart/2005/8/layout/vList5"/>
    <dgm:cxn modelId="{F910B3F7-465C-4D8D-8153-7CEDFF428FAC}" type="presOf" srcId="{CB7ED4B2-B289-4460-B2D9-DEA38D7B577D}" destId="{6F259A6D-7C49-4854-B55B-3A514803020A}" srcOrd="0" destOrd="1" presId="urn:microsoft.com/office/officeart/2005/8/layout/vList5"/>
    <dgm:cxn modelId="{E00F1F3B-7B41-431F-8711-3771A6ECC1C6}" srcId="{96D8A90C-A5E1-4639-9D74-A9B1C8D78571}" destId="{FADCAADC-33DF-42FE-9902-FC6CAA4C4F60}" srcOrd="3" destOrd="0" parTransId="{2DB99926-BE05-480A-962D-F7C08A1BD2D7}" sibTransId="{E3130A49-F3DA-485F-B6D3-7A76275AC7C6}"/>
    <dgm:cxn modelId="{6680326C-4D76-4F48-B848-ACE519611771}" type="presOf" srcId="{1B7A90A0-AF7F-4823-8CF3-78C6671A55A4}" destId="{6F259A6D-7C49-4854-B55B-3A514803020A}" srcOrd="0" destOrd="2" presId="urn:microsoft.com/office/officeart/2005/8/layout/vList5"/>
    <dgm:cxn modelId="{27FDF825-B7E0-4BB0-B482-337665452A35}" type="presOf" srcId="{96D8A90C-A5E1-4639-9D74-A9B1C8D78571}" destId="{848D56A8-618E-4EE0-9BD0-5EF28A89B29D}" srcOrd="0" destOrd="0" presId="urn:microsoft.com/office/officeart/2005/8/layout/vList5"/>
    <dgm:cxn modelId="{4B2241F0-35EB-4FAD-910C-43A853E33781}" srcId="{D55998DE-5CF0-4963-822D-DFE6B8F466CE}" destId="{DBBBA12B-6D69-4B04-B056-7388F52DBB00}" srcOrd="2" destOrd="0" parTransId="{FACDF133-2535-43E5-AFD0-460D918B0F62}" sibTransId="{B728CB9E-CBE5-466C-97BF-07BB93EF7409}"/>
    <dgm:cxn modelId="{B9F693DD-473C-475C-BA4B-A24AE86FA3E8}" type="presOf" srcId="{FADCAADC-33DF-42FE-9902-FC6CAA4C4F60}" destId="{580AD4E6-F3E0-41B1-B759-ADE27C774755}" srcOrd="0" destOrd="3" presId="urn:microsoft.com/office/officeart/2005/8/layout/vList5"/>
    <dgm:cxn modelId="{AF7663DE-3A47-4CA1-AADB-0B60B404886C}" srcId="{D55998DE-5CF0-4963-822D-DFE6B8F466CE}" destId="{8E4CADB4-4C98-48C5-A66E-F286BF6047C7}" srcOrd="0" destOrd="0" parTransId="{8261C806-4409-48B3-9AF9-D4535555B79A}" sibTransId="{C400CD33-D331-4EDD-9E2E-712C46ACA5F0}"/>
    <dgm:cxn modelId="{E959ADAD-B722-4E60-ADB8-E180290F7BA1}" type="presOf" srcId="{34BE6C02-AE2F-4DA7-9CD5-F0BE41342EEE}" destId="{0505FE9E-00CC-4561-AC5F-CDFA0A76FDD1}" srcOrd="0" destOrd="3" presId="urn:microsoft.com/office/officeart/2005/8/layout/vList5"/>
    <dgm:cxn modelId="{80CF583D-E0C2-4FC6-9DA5-A66FA7B1478B}" srcId="{D55998DE-5CF0-4963-822D-DFE6B8F466CE}" destId="{BA88C339-28A4-47A4-837B-2058E2A8CD79}" srcOrd="1" destOrd="0" parTransId="{ABBEA6AD-7690-499F-80CD-526B2B9E595F}" sibTransId="{FB14B3D2-64A8-47C2-8BEF-5A53FB8BB006}"/>
    <dgm:cxn modelId="{D44AC500-BF0B-4FDB-8508-C03BD7370C70}" srcId="{6AF4F1A6-B1A0-408A-9CCD-B8666663E5B4}" destId="{9A062E9C-B27D-4E1D-BB28-1154BE740047}" srcOrd="3" destOrd="0" parTransId="{2B82EADE-0EC4-4586-9B2C-2A8F8D35C883}" sibTransId="{586A6521-CB73-4434-BEC0-E00DD1215BA7}"/>
    <dgm:cxn modelId="{96B8C83B-DBDB-4415-A356-2A947609AA95}" type="presOf" srcId="{E4B803B3-CCCB-4393-8565-308117C1217A}" destId="{CCF51911-3FC3-4004-8DE1-2317351FEA93}" srcOrd="0" destOrd="0" presId="urn:microsoft.com/office/officeart/2005/8/layout/vList5"/>
    <dgm:cxn modelId="{1B159EFD-45A4-4BFF-A99E-CC21DF146487}" type="presOf" srcId="{5AEE7B96-B445-4CA4-9494-35D8F79C276E}" destId="{30ED7590-826C-4346-BDD2-5DF9E60908BA}" srcOrd="0" destOrd="0" presId="urn:microsoft.com/office/officeart/2005/8/layout/vList5"/>
    <dgm:cxn modelId="{776FB705-FA56-4EFD-8E12-712AA4D7CB42}" type="presOf" srcId="{780267AE-D774-4A99-AC28-BA7D6CEF0411}" destId="{580AD4E6-F3E0-41B1-B759-ADE27C774755}" srcOrd="0" destOrd="0" presId="urn:microsoft.com/office/officeart/2005/8/layout/vList5"/>
    <dgm:cxn modelId="{B6D44400-2C50-4A27-BA62-2B763E30423C}" type="presOf" srcId="{DBBBA12B-6D69-4B04-B056-7388F52DBB00}" destId="{0505FE9E-00CC-4561-AC5F-CDFA0A76FDD1}" srcOrd="0" destOrd="2" presId="urn:microsoft.com/office/officeart/2005/8/layout/vList5"/>
    <dgm:cxn modelId="{4EA5F901-EC6E-43DB-AB99-0B7A1475CC47}" srcId="{5AEE7B96-B445-4CA4-9494-35D8F79C276E}" destId="{96D8A90C-A5E1-4639-9D74-A9B1C8D78571}" srcOrd="0" destOrd="0" parTransId="{EA7B5A88-CFE9-4F60-B634-4073D766B3B1}" sibTransId="{CCE6E5A3-A34E-49FB-AD99-CF6BCA7D25B5}"/>
    <dgm:cxn modelId="{5E23AC03-3646-4ADF-8363-5CEE9F247F8C}" type="presOf" srcId="{6AF4F1A6-B1A0-408A-9CCD-B8666663E5B4}" destId="{E8ED1B5E-60EB-4A55-BF24-5BD4BFFFF0AB}" srcOrd="0" destOrd="0" presId="urn:microsoft.com/office/officeart/2005/8/layout/vList5"/>
    <dgm:cxn modelId="{BC820DF5-7E5B-4D99-9C6B-6EF7C603447A}" srcId="{6AF4F1A6-B1A0-408A-9CCD-B8666663E5B4}" destId="{1B7A90A0-AF7F-4823-8CF3-78C6671A55A4}" srcOrd="2" destOrd="0" parTransId="{9BC59B53-4CA9-4894-BF7D-34A1E6AE3EE8}" sibTransId="{D4302D0C-9F80-4BD7-B6C6-41A90C703129}"/>
    <dgm:cxn modelId="{D9D96762-60AB-41F5-A48B-603180D5798E}" srcId="{D55998DE-5CF0-4963-822D-DFE6B8F466CE}" destId="{34BE6C02-AE2F-4DA7-9CD5-F0BE41342EEE}" srcOrd="3" destOrd="0" parTransId="{7968CCA9-0D0E-46D6-B46C-784DD34F25FA}" sibTransId="{D98ACFC0-2875-497A-BDA2-A1512789619F}"/>
    <dgm:cxn modelId="{A974F440-49DE-4E41-BD97-E2B106EFC58F}" type="presOf" srcId="{1D1D43FF-578C-4E20-8D18-98EB13F73725}" destId="{580AD4E6-F3E0-41B1-B759-ADE27C774755}" srcOrd="0" destOrd="1" presId="urn:microsoft.com/office/officeart/2005/8/layout/vList5"/>
    <dgm:cxn modelId="{7FDE1E35-C893-439F-BBAC-9F057299D07E}" srcId="{F1BFFD6F-DAF5-4917-9ABE-EB40FFA70D9B}" destId="{E6F61A93-F27D-4B40-B6DA-8D06A5950148}" srcOrd="1" destOrd="0" parTransId="{0FC3A8DC-AA8F-4CE3-987D-E8FE15B443FC}" sibTransId="{2BA0E2B4-0B3F-45B0-ADAB-E9102181BD9B}"/>
    <dgm:cxn modelId="{BD7B2B36-5447-43DC-AEC0-C14ED88C01C3}" type="presOf" srcId="{7D4622D7-4BEC-49CF-AA84-B1C1833F9141}" destId="{CCF51911-3FC3-4004-8DE1-2317351FEA93}" srcOrd="0" destOrd="3" presId="urn:microsoft.com/office/officeart/2005/8/layout/vList5"/>
    <dgm:cxn modelId="{B370C24B-466C-4E1F-B0C7-06A3EFC46C9F}" srcId="{6AF4F1A6-B1A0-408A-9CCD-B8666663E5B4}" destId="{F35DB504-A6A6-42DD-AD0E-DF83061E8A45}" srcOrd="0" destOrd="0" parTransId="{BB2A6D52-8C1D-4B44-AA8F-69C139EFC4AA}" sibTransId="{4E85851E-4CC6-4725-8AE5-43A1C23CA560}"/>
    <dgm:cxn modelId="{0A25EC68-316C-4B12-AAE1-D1E692829C87}" type="presOf" srcId="{7D08E122-783A-4375-A2D8-522B4F061F0C}" destId="{580AD4E6-F3E0-41B1-B759-ADE27C774755}" srcOrd="0" destOrd="2" presId="urn:microsoft.com/office/officeart/2005/8/layout/vList5"/>
    <dgm:cxn modelId="{05B57A42-D3F3-4A39-8DC0-2C0CBC78CB8C}" type="presOf" srcId="{D55998DE-5CF0-4963-822D-DFE6B8F466CE}" destId="{697A3FB5-C77C-4A5C-9BD7-B6AF794B8ADF}" srcOrd="0" destOrd="0" presId="urn:microsoft.com/office/officeart/2005/8/layout/vList5"/>
    <dgm:cxn modelId="{0937D2C0-7F0E-490F-BF1C-9F0DBC7FE1EB}" type="presOf" srcId="{BA88C339-28A4-47A4-837B-2058E2A8CD79}" destId="{0505FE9E-00CC-4561-AC5F-CDFA0A76FDD1}" srcOrd="0" destOrd="1" presId="urn:microsoft.com/office/officeart/2005/8/layout/vList5"/>
    <dgm:cxn modelId="{875DB01A-ADD0-4E1E-89A9-F69509E0E557}" srcId="{96D8A90C-A5E1-4639-9D74-A9B1C8D78571}" destId="{7D08E122-783A-4375-A2D8-522B4F061F0C}" srcOrd="2" destOrd="0" parTransId="{F6334F10-9AE4-41D8-88DC-A60CD35E04E5}" sibTransId="{23537BFB-A81D-444B-A387-9EEDC20F5F53}"/>
    <dgm:cxn modelId="{B1C72AC6-D9D8-4147-9F33-303ABA3E8E9D}" srcId="{96D8A90C-A5E1-4639-9D74-A9B1C8D78571}" destId="{1D1D43FF-578C-4E20-8D18-98EB13F73725}" srcOrd="1" destOrd="0" parTransId="{6B7D910B-526D-492D-B8F0-6B10A4D0CAB6}" sibTransId="{1A799C51-6E55-4476-9242-C41974518292}"/>
    <dgm:cxn modelId="{2121B369-0850-4366-B302-EBA4EB6BFA37}" type="presOf" srcId="{F35DB504-A6A6-42DD-AD0E-DF83061E8A45}" destId="{6F259A6D-7C49-4854-B55B-3A514803020A}" srcOrd="0" destOrd="0" presId="urn:microsoft.com/office/officeart/2005/8/layout/vList5"/>
    <dgm:cxn modelId="{C61F1877-9942-4334-8A42-CFD12A76A4A1}" srcId="{5AEE7B96-B445-4CA4-9494-35D8F79C276E}" destId="{D55998DE-5CF0-4963-822D-DFE6B8F466CE}" srcOrd="3" destOrd="0" parTransId="{421732AF-0A09-41CC-AD94-ABF76CEA74E2}" sibTransId="{07497714-A361-4CC9-A47F-B76F982B2B77}"/>
    <dgm:cxn modelId="{2D3A045A-A880-464B-9836-A765AD118BD7}" srcId="{F1BFFD6F-DAF5-4917-9ABE-EB40FFA70D9B}" destId="{E4B803B3-CCCB-4393-8565-308117C1217A}" srcOrd="0" destOrd="0" parTransId="{068CAF8C-6928-4F2F-B35F-C950E89420BE}" sibTransId="{E963F02E-5ED5-4C15-9336-0DC73C739CE3}"/>
    <dgm:cxn modelId="{2EFD6AC4-ECDA-4F68-B073-0CCADACE65F5}" srcId="{6AF4F1A6-B1A0-408A-9CCD-B8666663E5B4}" destId="{CB7ED4B2-B289-4460-B2D9-DEA38D7B577D}" srcOrd="1" destOrd="0" parTransId="{F9436102-9A7D-475C-8A28-1034556F38F1}" sibTransId="{0AB65A5A-B93B-42E8-82E1-A6C497618F4B}"/>
    <dgm:cxn modelId="{880F701B-681F-4A5D-B294-8FCECA2D89B3}" srcId="{96D8A90C-A5E1-4639-9D74-A9B1C8D78571}" destId="{780267AE-D774-4A99-AC28-BA7D6CEF0411}" srcOrd="0" destOrd="0" parTransId="{6C1C5F65-7126-4A98-AA3A-C9EE25EFBDCB}" sibTransId="{FEA35F3F-9FB8-4F77-B1D9-44C46D5F174B}"/>
    <dgm:cxn modelId="{D419AF4B-0AA8-4BC9-9ED9-052FD5A9333A}" srcId="{F1BFFD6F-DAF5-4917-9ABE-EB40FFA70D9B}" destId="{AB7F39A4-0129-4AE0-BB2F-052BE7494B3D}" srcOrd="2" destOrd="0" parTransId="{D2470C46-4203-4300-B2A0-497869059EF4}" sibTransId="{87094444-148E-43CE-BBA0-18AD9A353A0D}"/>
    <dgm:cxn modelId="{D3AED0CF-88AB-436A-998F-8FF381ABA331}" type="presOf" srcId="{E6F61A93-F27D-4B40-B6DA-8D06A5950148}" destId="{CCF51911-3FC3-4004-8DE1-2317351FEA93}" srcOrd="0" destOrd="1" presId="urn:microsoft.com/office/officeart/2005/8/layout/vList5"/>
    <dgm:cxn modelId="{21AF852D-ABC5-485F-9E7F-6D19F54DA123}" type="presOf" srcId="{9A062E9C-B27D-4E1D-BB28-1154BE740047}" destId="{6F259A6D-7C49-4854-B55B-3A514803020A}" srcOrd="0" destOrd="3" presId="urn:microsoft.com/office/officeart/2005/8/layout/vList5"/>
    <dgm:cxn modelId="{572ABCDF-12D5-49ED-A21D-0DD7908D4A30}" srcId="{5AEE7B96-B445-4CA4-9494-35D8F79C276E}" destId="{F1BFFD6F-DAF5-4917-9ABE-EB40FFA70D9B}" srcOrd="1" destOrd="0" parTransId="{31E2ABE0-96D8-4944-AC1C-CEBFDD112F37}" sibTransId="{EF7FE965-A4F9-4F25-BF32-655CDB0CC2A8}"/>
    <dgm:cxn modelId="{1583B060-4FB3-4F5A-B3EC-CE0A606C803D}" srcId="{5AEE7B96-B445-4CA4-9494-35D8F79C276E}" destId="{6AF4F1A6-B1A0-408A-9CCD-B8666663E5B4}" srcOrd="2" destOrd="0" parTransId="{AD1E2542-BC2A-431A-9036-C8B2C0B2001E}" sibTransId="{0618857C-F949-41C2-95D3-75CE55C81D39}"/>
    <dgm:cxn modelId="{CB836719-408F-4F22-A7A7-3302F92AF60F}" srcId="{F1BFFD6F-DAF5-4917-9ABE-EB40FFA70D9B}" destId="{7D4622D7-4BEC-49CF-AA84-B1C1833F9141}" srcOrd="3" destOrd="0" parTransId="{C8C29D87-9745-4BB4-96A5-83B2A2DABA44}" sibTransId="{2265220D-D04D-4E22-93E0-53967AFBADF6}"/>
    <dgm:cxn modelId="{A81A2F3D-794C-4B78-A486-3A0CA8BE399D}" type="presOf" srcId="{AB7F39A4-0129-4AE0-BB2F-052BE7494B3D}" destId="{CCF51911-3FC3-4004-8DE1-2317351FEA93}" srcOrd="0" destOrd="2" presId="urn:microsoft.com/office/officeart/2005/8/layout/vList5"/>
    <dgm:cxn modelId="{83D8C3DD-B963-4EAD-B931-7A3CD71AE540}" type="presOf" srcId="{8E4CADB4-4C98-48C5-A66E-F286BF6047C7}" destId="{0505FE9E-00CC-4561-AC5F-CDFA0A76FDD1}" srcOrd="0" destOrd="0" presId="urn:microsoft.com/office/officeart/2005/8/layout/vList5"/>
    <dgm:cxn modelId="{7B695A1D-95A8-4BCB-9BA9-D82DE017D39F}" type="presParOf" srcId="{30ED7590-826C-4346-BDD2-5DF9E60908BA}" destId="{15AC3FE3-E730-44CE-A422-C07B03E2376D}" srcOrd="0" destOrd="0" presId="urn:microsoft.com/office/officeart/2005/8/layout/vList5"/>
    <dgm:cxn modelId="{067F6ACB-1432-467D-989D-BF645C5FB253}" type="presParOf" srcId="{15AC3FE3-E730-44CE-A422-C07B03E2376D}" destId="{848D56A8-618E-4EE0-9BD0-5EF28A89B29D}" srcOrd="0" destOrd="0" presId="urn:microsoft.com/office/officeart/2005/8/layout/vList5"/>
    <dgm:cxn modelId="{B91CCBEF-ED6A-4D44-9CC0-2C01D22309D9}" type="presParOf" srcId="{15AC3FE3-E730-44CE-A422-C07B03E2376D}" destId="{580AD4E6-F3E0-41B1-B759-ADE27C774755}" srcOrd="1" destOrd="0" presId="urn:microsoft.com/office/officeart/2005/8/layout/vList5"/>
    <dgm:cxn modelId="{31CDB47D-5933-4599-BFC7-811614A2D91F}" type="presParOf" srcId="{30ED7590-826C-4346-BDD2-5DF9E60908BA}" destId="{804C9363-F602-47F7-90C0-724DF66395FC}" srcOrd="1" destOrd="0" presId="urn:microsoft.com/office/officeart/2005/8/layout/vList5"/>
    <dgm:cxn modelId="{33AA144F-DAF9-436F-AF4C-A3729EE8D4AC}" type="presParOf" srcId="{30ED7590-826C-4346-BDD2-5DF9E60908BA}" destId="{17258F9C-8B8E-47E5-BFF6-BFB575454707}" srcOrd="2" destOrd="0" presId="urn:microsoft.com/office/officeart/2005/8/layout/vList5"/>
    <dgm:cxn modelId="{C00140E1-A43C-4E9E-A501-F1FBB5AA3266}" type="presParOf" srcId="{17258F9C-8B8E-47E5-BFF6-BFB575454707}" destId="{2DCCA187-F438-43A0-9428-42FFF681F62D}" srcOrd="0" destOrd="0" presId="urn:microsoft.com/office/officeart/2005/8/layout/vList5"/>
    <dgm:cxn modelId="{31259849-C722-4802-AB5E-3DD1764D58A4}" type="presParOf" srcId="{17258F9C-8B8E-47E5-BFF6-BFB575454707}" destId="{CCF51911-3FC3-4004-8DE1-2317351FEA93}" srcOrd="1" destOrd="0" presId="urn:microsoft.com/office/officeart/2005/8/layout/vList5"/>
    <dgm:cxn modelId="{946119F1-BEC6-449E-8030-ECD576B5DF18}" type="presParOf" srcId="{30ED7590-826C-4346-BDD2-5DF9E60908BA}" destId="{60991503-452E-45AC-8099-60B4554FBE1F}" srcOrd="3" destOrd="0" presId="urn:microsoft.com/office/officeart/2005/8/layout/vList5"/>
    <dgm:cxn modelId="{ED3E4FC6-3EC4-4D83-B943-555569DC9EE6}" type="presParOf" srcId="{30ED7590-826C-4346-BDD2-5DF9E60908BA}" destId="{A6592293-96CB-468C-859A-FF6DB5B51E70}" srcOrd="4" destOrd="0" presId="urn:microsoft.com/office/officeart/2005/8/layout/vList5"/>
    <dgm:cxn modelId="{0C12A853-A546-4324-BCA0-E543C46195D3}" type="presParOf" srcId="{A6592293-96CB-468C-859A-FF6DB5B51E70}" destId="{E8ED1B5E-60EB-4A55-BF24-5BD4BFFFF0AB}" srcOrd="0" destOrd="0" presId="urn:microsoft.com/office/officeart/2005/8/layout/vList5"/>
    <dgm:cxn modelId="{5F00FF88-7F26-4208-BF04-633628506F8F}" type="presParOf" srcId="{A6592293-96CB-468C-859A-FF6DB5B51E70}" destId="{6F259A6D-7C49-4854-B55B-3A514803020A}" srcOrd="1" destOrd="0" presId="urn:microsoft.com/office/officeart/2005/8/layout/vList5"/>
    <dgm:cxn modelId="{E2F42029-7E32-4751-8B00-3737DF31534E}" type="presParOf" srcId="{30ED7590-826C-4346-BDD2-5DF9E60908BA}" destId="{707EF1C6-BC6F-4EA0-BDCF-30A102FC7304}" srcOrd="5" destOrd="0" presId="urn:microsoft.com/office/officeart/2005/8/layout/vList5"/>
    <dgm:cxn modelId="{22B4F327-B9C8-4B0A-B805-5B597311E02D}" type="presParOf" srcId="{30ED7590-826C-4346-BDD2-5DF9E60908BA}" destId="{51FA1DC2-2315-4378-85A5-BE280F0811E2}" srcOrd="6" destOrd="0" presId="urn:microsoft.com/office/officeart/2005/8/layout/vList5"/>
    <dgm:cxn modelId="{BBE9B094-A399-4EC5-9D6A-B7DB7EB0A536}" type="presParOf" srcId="{51FA1DC2-2315-4378-85A5-BE280F0811E2}" destId="{697A3FB5-C77C-4A5C-9BD7-B6AF794B8ADF}" srcOrd="0" destOrd="0" presId="urn:microsoft.com/office/officeart/2005/8/layout/vList5"/>
    <dgm:cxn modelId="{7E513DDE-0731-4157-B9A1-2FFADEC2DED8}" type="presParOf" srcId="{51FA1DC2-2315-4378-85A5-BE280F0811E2}" destId="{0505FE9E-00CC-4561-AC5F-CDFA0A76FDD1}"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8238515-9204-498D-A411-6692F380F433}">
      <dsp:nvSpPr>
        <dsp:cNvPr id="0" name=""/>
        <dsp:cNvSpPr/>
      </dsp:nvSpPr>
      <dsp:spPr>
        <a:xfrm>
          <a:off x="0" y="0"/>
          <a:ext cx="3720828" cy="1117764"/>
        </a:xfrm>
        <a:prstGeom prst="rightArrow">
          <a:avLst/>
        </a:prstGeom>
        <a:gradFill flip="none" rotWithShape="1">
          <a:gsLst>
            <a:gs pos="6000">
              <a:srgbClr val="00B050">
                <a:shade val="30000"/>
                <a:satMod val="115000"/>
                <a:alpha val="0"/>
              </a:srgbClr>
            </a:gs>
            <a:gs pos="50000">
              <a:srgbClr val="00B050">
                <a:shade val="67500"/>
                <a:satMod val="115000"/>
              </a:srgbClr>
            </a:gs>
            <a:gs pos="100000">
              <a:srgbClr val="00B050">
                <a:shade val="100000"/>
                <a:satMod val="115000"/>
              </a:srgbClr>
            </a:gs>
          </a:gsLst>
          <a:lin ang="0" scaled="1"/>
          <a:tileRect/>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8238515-9204-498D-A411-6692F380F433}">
      <dsp:nvSpPr>
        <dsp:cNvPr id="0" name=""/>
        <dsp:cNvSpPr/>
      </dsp:nvSpPr>
      <dsp:spPr>
        <a:xfrm>
          <a:off x="1" y="0"/>
          <a:ext cx="7924796" cy="2514599"/>
        </a:xfrm>
        <a:prstGeom prst="rightArrow">
          <a:avLst/>
        </a:prstGeom>
        <a:gradFill flip="none" rotWithShape="1">
          <a:gsLst>
            <a:gs pos="6000">
              <a:srgbClr val="00B050">
                <a:shade val="30000"/>
                <a:satMod val="115000"/>
                <a:alpha val="30000"/>
              </a:srgbClr>
            </a:gs>
            <a:gs pos="50000">
              <a:srgbClr val="00B050">
                <a:shade val="67500"/>
                <a:satMod val="115000"/>
              </a:srgbClr>
            </a:gs>
            <a:gs pos="100000">
              <a:srgbClr val="00B050">
                <a:shade val="100000"/>
                <a:satMod val="115000"/>
              </a:srgbClr>
            </a:gs>
          </a:gsLst>
          <a:lin ang="0" scaled="1"/>
          <a:tileRect/>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BB5BFB49-DBF8-4AB3-A613-7FC187762450}">
      <dsp:nvSpPr>
        <dsp:cNvPr id="0" name=""/>
        <dsp:cNvSpPr/>
      </dsp:nvSpPr>
      <dsp:spPr>
        <a:xfrm>
          <a:off x="0" y="761999"/>
          <a:ext cx="1698609" cy="99060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Opportunities</a:t>
          </a:r>
          <a:endParaRPr lang="en-US" sz="1800" b="1" kern="1200" dirty="0"/>
        </a:p>
      </dsp:txBody>
      <dsp:txXfrm>
        <a:off x="0" y="761999"/>
        <a:ext cx="1698609" cy="990601"/>
      </dsp:txXfrm>
    </dsp:sp>
    <dsp:sp modelId="{F76E4E2D-E954-4707-8277-8E3676CC1DAE}">
      <dsp:nvSpPr>
        <dsp:cNvPr id="0" name=""/>
        <dsp:cNvSpPr/>
      </dsp:nvSpPr>
      <dsp:spPr>
        <a:xfrm>
          <a:off x="1815411" y="761999"/>
          <a:ext cx="1698609" cy="99060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Ideation</a:t>
          </a:r>
          <a:endParaRPr lang="en-US" sz="1800" b="1" kern="1200" dirty="0"/>
        </a:p>
      </dsp:txBody>
      <dsp:txXfrm>
        <a:off x="1815411" y="761999"/>
        <a:ext cx="1698609" cy="990601"/>
      </dsp:txXfrm>
    </dsp:sp>
    <dsp:sp modelId="{991CF760-5063-470B-BE31-DA18BEA1C0BC}">
      <dsp:nvSpPr>
        <dsp:cNvPr id="0" name=""/>
        <dsp:cNvSpPr/>
      </dsp:nvSpPr>
      <dsp:spPr>
        <a:xfrm>
          <a:off x="3641850" y="761999"/>
          <a:ext cx="1698609" cy="99060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Transition</a:t>
          </a:r>
          <a:endParaRPr lang="en-US" sz="1800" b="1" kern="1200" dirty="0"/>
        </a:p>
      </dsp:txBody>
      <dsp:txXfrm>
        <a:off x="3641850" y="761999"/>
        <a:ext cx="1698609" cy="990601"/>
      </dsp:txXfrm>
    </dsp:sp>
    <dsp:sp modelId="{2893A859-DC84-4113-8E71-37A03E73FB3C}">
      <dsp:nvSpPr>
        <dsp:cNvPr id="0" name=""/>
        <dsp:cNvSpPr/>
      </dsp:nvSpPr>
      <dsp:spPr>
        <a:xfrm>
          <a:off x="5547867" y="761999"/>
          <a:ext cx="1698609" cy="99060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Commercialize</a:t>
          </a:r>
          <a:endParaRPr lang="en-US" sz="1800" b="1" kern="1200" dirty="0"/>
        </a:p>
      </dsp:txBody>
      <dsp:txXfrm>
        <a:off x="5547867" y="761999"/>
        <a:ext cx="1698609" cy="990601"/>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395AC83-3105-4B7F-8072-ADC17D57DA63}">
      <dsp:nvSpPr>
        <dsp:cNvPr id="0" name=""/>
        <dsp:cNvSpPr/>
      </dsp:nvSpPr>
      <dsp:spPr>
        <a:xfrm>
          <a:off x="2057" y="0"/>
          <a:ext cx="2019002" cy="5029199"/>
        </a:xfrm>
        <a:prstGeom prst="roundRect">
          <a:avLst>
            <a:gd name="adj" fmla="val 10000"/>
          </a:avLst>
        </a:prstGeom>
        <a:gradFill rotWithShape="0">
          <a:gsLst>
            <a:gs pos="0">
              <a:schemeClr val="dk2">
                <a:tint val="40000"/>
                <a:hueOff val="0"/>
                <a:satOff val="0"/>
                <a:lumOff val="0"/>
                <a:alphaOff val="0"/>
                <a:shade val="51000"/>
                <a:satMod val="130000"/>
              </a:schemeClr>
            </a:gs>
            <a:gs pos="80000">
              <a:schemeClr val="dk2">
                <a:tint val="40000"/>
                <a:hueOff val="0"/>
                <a:satOff val="0"/>
                <a:lumOff val="0"/>
                <a:alphaOff val="0"/>
                <a:shade val="93000"/>
                <a:satMod val="130000"/>
              </a:schemeClr>
            </a:gs>
            <a:gs pos="100000">
              <a:schemeClr val="dk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latin typeface="Calibri" pitchFamily="34" charset="0"/>
            </a:rPr>
            <a:t>Collaboration</a:t>
          </a:r>
          <a:endParaRPr lang="en-US" sz="1600" kern="1200" dirty="0">
            <a:latin typeface="Calibri" pitchFamily="34" charset="0"/>
          </a:endParaRPr>
        </a:p>
      </dsp:txBody>
      <dsp:txXfrm>
        <a:off x="2057" y="0"/>
        <a:ext cx="2019002" cy="1508760"/>
      </dsp:txXfrm>
    </dsp:sp>
    <dsp:sp modelId="{5D2086E8-6B3B-40EF-9D8A-CC97943C3C4E}">
      <dsp:nvSpPr>
        <dsp:cNvPr id="0" name=""/>
        <dsp:cNvSpPr/>
      </dsp:nvSpPr>
      <dsp:spPr>
        <a:xfrm>
          <a:off x="203957" y="1509005"/>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itchFamily="34" charset="0"/>
            </a:rPr>
            <a:t>Monthly Events</a:t>
          </a:r>
          <a:endParaRPr lang="en-US" sz="1200" kern="1200" dirty="0">
            <a:latin typeface="Calibri" pitchFamily="34" charset="0"/>
          </a:endParaRPr>
        </a:p>
      </dsp:txBody>
      <dsp:txXfrm>
        <a:off x="203957" y="1509005"/>
        <a:ext cx="1615201" cy="482844"/>
      </dsp:txXfrm>
    </dsp:sp>
    <dsp:sp modelId="{66C6208C-2146-4FC1-9FF6-97C57449E84C}">
      <dsp:nvSpPr>
        <dsp:cNvPr id="0" name=""/>
        <dsp:cNvSpPr/>
      </dsp:nvSpPr>
      <dsp:spPr>
        <a:xfrm>
          <a:off x="203957" y="2066134"/>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Annual Summit</a:t>
          </a:r>
          <a:endParaRPr lang="en-US" sz="1200" kern="1200" dirty="0">
            <a:latin typeface="Calibri" pitchFamily="34" charset="0"/>
          </a:endParaRPr>
        </a:p>
      </dsp:txBody>
      <dsp:txXfrm>
        <a:off x="203957" y="2066134"/>
        <a:ext cx="1615201" cy="482844"/>
      </dsp:txXfrm>
    </dsp:sp>
    <dsp:sp modelId="{000FA8A9-0CA0-41DB-9F2B-650632892C88}">
      <dsp:nvSpPr>
        <dsp:cNvPr id="0" name=""/>
        <dsp:cNvSpPr/>
      </dsp:nvSpPr>
      <dsp:spPr>
        <a:xfrm>
          <a:off x="203957" y="2623263"/>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Monthly Newsletter</a:t>
          </a:r>
          <a:endParaRPr lang="en-US" sz="1200" kern="1200" dirty="0">
            <a:latin typeface="Calibri" pitchFamily="34" charset="0"/>
          </a:endParaRPr>
        </a:p>
      </dsp:txBody>
      <dsp:txXfrm>
        <a:off x="203957" y="2623263"/>
        <a:ext cx="1615201" cy="482844"/>
      </dsp:txXfrm>
    </dsp:sp>
    <dsp:sp modelId="{A01FF58A-11B7-4A67-8098-0E6BA679E0F6}">
      <dsp:nvSpPr>
        <dsp:cNvPr id="0" name=""/>
        <dsp:cNvSpPr/>
      </dsp:nvSpPr>
      <dsp:spPr>
        <a:xfrm>
          <a:off x="203957" y="3180391"/>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Social Networking</a:t>
          </a:r>
          <a:endParaRPr lang="en-US" sz="1200" kern="1200" dirty="0">
            <a:latin typeface="Calibri" pitchFamily="34" charset="0"/>
          </a:endParaRPr>
        </a:p>
      </dsp:txBody>
      <dsp:txXfrm>
        <a:off x="203957" y="3180391"/>
        <a:ext cx="1615201" cy="482844"/>
      </dsp:txXfrm>
    </dsp:sp>
    <dsp:sp modelId="{554DED63-660F-405B-97D6-0464A4D41D2D}">
      <dsp:nvSpPr>
        <dsp:cNvPr id="0" name=""/>
        <dsp:cNvSpPr/>
      </dsp:nvSpPr>
      <dsp:spPr>
        <a:xfrm>
          <a:off x="203957" y="3737520"/>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Collaboration Center</a:t>
          </a:r>
          <a:endParaRPr lang="en-US" sz="1200" kern="1200" dirty="0">
            <a:latin typeface="Calibri" pitchFamily="34" charset="0"/>
          </a:endParaRPr>
        </a:p>
      </dsp:txBody>
      <dsp:txXfrm>
        <a:off x="203957" y="3737520"/>
        <a:ext cx="1615201" cy="482844"/>
      </dsp:txXfrm>
    </dsp:sp>
    <dsp:sp modelId="{9C2AD0D4-8A95-4D87-96EF-B0FA9DCE0972}">
      <dsp:nvSpPr>
        <dsp:cNvPr id="0" name=""/>
        <dsp:cNvSpPr/>
      </dsp:nvSpPr>
      <dsp:spPr>
        <a:xfrm>
          <a:off x="203957" y="4294649"/>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Investor Roundtables</a:t>
          </a:r>
          <a:endParaRPr lang="en-US" sz="1200" kern="1200" dirty="0">
            <a:latin typeface="Calibri" pitchFamily="34" charset="0"/>
          </a:endParaRPr>
        </a:p>
      </dsp:txBody>
      <dsp:txXfrm>
        <a:off x="203957" y="4294649"/>
        <a:ext cx="1615201" cy="482844"/>
      </dsp:txXfrm>
    </dsp:sp>
    <dsp:sp modelId="{013E69AA-8588-4BA8-A478-761690B4C37A}">
      <dsp:nvSpPr>
        <dsp:cNvPr id="0" name=""/>
        <dsp:cNvSpPr/>
      </dsp:nvSpPr>
      <dsp:spPr>
        <a:xfrm>
          <a:off x="2172485" y="0"/>
          <a:ext cx="2019002" cy="5029199"/>
        </a:xfrm>
        <a:prstGeom prst="roundRect">
          <a:avLst>
            <a:gd name="adj" fmla="val 10000"/>
          </a:avLst>
        </a:prstGeom>
        <a:gradFill rotWithShape="0">
          <a:gsLst>
            <a:gs pos="0">
              <a:schemeClr val="dk2">
                <a:tint val="40000"/>
                <a:hueOff val="0"/>
                <a:satOff val="0"/>
                <a:lumOff val="0"/>
                <a:alphaOff val="0"/>
                <a:shade val="51000"/>
                <a:satMod val="130000"/>
              </a:schemeClr>
            </a:gs>
            <a:gs pos="80000">
              <a:schemeClr val="dk2">
                <a:tint val="40000"/>
                <a:hueOff val="0"/>
                <a:satOff val="0"/>
                <a:lumOff val="0"/>
                <a:alphaOff val="0"/>
                <a:shade val="93000"/>
                <a:satMod val="130000"/>
              </a:schemeClr>
            </a:gs>
            <a:gs pos="100000">
              <a:schemeClr val="dk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latin typeface="Calibri" pitchFamily="34" charset="0"/>
            </a:rPr>
            <a:t>Centers of Excellence</a:t>
          </a:r>
        </a:p>
      </dsp:txBody>
      <dsp:txXfrm>
        <a:off x="2172485" y="0"/>
        <a:ext cx="2019002" cy="1508760"/>
      </dsp:txXfrm>
    </dsp:sp>
    <dsp:sp modelId="{5DF1D485-BF62-47CA-94A8-1DE5E971D656}">
      <dsp:nvSpPr>
        <dsp:cNvPr id="0" name=""/>
        <dsp:cNvSpPr/>
      </dsp:nvSpPr>
      <dsp:spPr>
        <a:xfrm>
          <a:off x="2374385" y="1509005"/>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kern="1200" dirty="0" smtClean="0">
              <a:latin typeface="Calibri" pitchFamily="34" charset="0"/>
            </a:rPr>
            <a:t>Technology</a:t>
          </a:r>
          <a:endParaRPr lang="en-US" sz="1200" kern="1200" dirty="0">
            <a:latin typeface="Calibri" pitchFamily="34" charset="0"/>
          </a:endParaRPr>
        </a:p>
      </dsp:txBody>
      <dsp:txXfrm>
        <a:off x="2374385" y="1509005"/>
        <a:ext cx="1615201" cy="482844"/>
      </dsp:txXfrm>
    </dsp:sp>
    <dsp:sp modelId="{81713CD6-6597-4015-9553-D0D558E0DF5E}">
      <dsp:nvSpPr>
        <dsp:cNvPr id="0" name=""/>
        <dsp:cNvSpPr/>
      </dsp:nvSpPr>
      <dsp:spPr>
        <a:xfrm>
          <a:off x="2374385" y="2066134"/>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err="1" smtClean="0">
              <a:latin typeface="Calibri" pitchFamily="34" charset="0"/>
            </a:rPr>
            <a:t>BioTech</a:t>
          </a:r>
          <a:endParaRPr lang="en-US" sz="1200" kern="1200" dirty="0">
            <a:latin typeface="Calibri" pitchFamily="34" charset="0"/>
          </a:endParaRPr>
        </a:p>
      </dsp:txBody>
      <dsp:txXfrm>
        <a:off x="2374385" y="2066134"/>
        <a:ext cx="1615201" cy="482844"/>
      </dsp:txXfrm>
    </dsp:sp>
    <dsp:sp modelId="{C8D14B25-BD1E-4ACA-90BA-BE30D43AFD85}">
      <dsp:nvSpPr>
        <dsp:cNvPr id="0" name=""/>
        <dsp:cNvSpPr/>
      </dsp:nvSpPr>
      <dsp:spPr>
        <a:xfrm>
          <a:off x="2374385" y="2623263"/>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Education</a:t>
          </a:r>
          <a:endParaRPr lang="en-US" sz="1200" kern="1200" dirty="0">
            <a:latin typeface="Calibri" pitchFamily="34" charset="0"/>
          </a:endParaRPr>
        </a:p>
      </dsp:txBody>
      <dsp:txXfrm>
        <a:off x="2374385" y="2623263"/>
        <a:ext cx="1615201" cy="482844"/>
      </dsp:txXfrm>
    </dsp:sp>
    <dsp:sp modelId="{89111148-9DE7-4606-867D-5AAD0B5A565B}">
      <dsp:nvSpPr>
        <dsp:cNvPr id="0" name=""/>
        <dsp:cNvSpPr/>
      </dsp:nvSpPr>
      <dsp:spPr>
        <a:xfrm>
          <a:off x="2374385" y="3180391"/>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Green</a:t>
          </a:r>
          <a:endParaRPr lang="en-US" sz="1200" kern="1200" dirty="0">
            <a:latin typeface="Calibri" pitchFamily="34" charset="0"/>
          </a:endParaRPr>
        </a:p>
      </dsp:txBody>
      <dsp:txXfrm>
        <a:off x="2374385" y="3180391"/>
        <a:ext cx="1615201" cy="482844"/>
      </dsp:txXfrm>
    </dsp:sp>
    <dsp:sp modelId="{7AE870E3-C562-47C0-A2C0-52E159FBBBA3}">
      <dsp:nvSpPr>
        <dsp:cNvPr id="0" name=""/>
        <dsp:cNvSpPr/>
      </dsp:nvSpPr>
      <dsp:spPr>
        <a:xfrm>
          <a:off x="2374385" y="3737520"/>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Manufacturing</a:t>
          </a:r>
          <a:endParaRPr lang="en-US" sz="1200" kern="1200" dirty="0">
            <a:latin typeface="Calibri" pitchFamily="34" charset="0"/>
          </a:endParaRPr>
        </a:p>
      </dsp:txBody>
      <dsp:txXfrm>
        <a:off x="2374385" y="3737520"/>
        <a:ext cx="1615201" cy="482844"/>
      </dsp:txXfrm>
    </dsp:sp>
    <dsp:sp modelId="{C5A54FB1-4A63-4C61-9F64-66FF967A47C8}">
      <dsp:nvSpPr>
        <dsp:cNvPr id="0" name=""/>
        <dsp:cNvSpPr/>
      </dsp:nvSpPr>
      <dsp:spPr>
        <a:xfrm>
          <a:off x="2374385" y="4294649"/>
          <a:ext cx="1615201" cy="482844"/>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Open Innovation</a:t>
          </a:r>
          <a:endParaRPr lang="en-US" sz="1200" kern="1200" dirty="0">
            <a:latin typeface="Calibri" pitchFamily="34" charset="0"/>
          </a:endParaRPr>
        </a:p>
      </dsp:txBody>
      <dsp:txXfrm>
        <a:off x="2374385" y="4294649"/>
        <a:ext cx="1615201" cy="482844"/>
      </dsp:txXfrm>
    </dsp:sp>
    <dsp:sp modelId="{38A8E333-D359-4964-B151-D4009DB594C9}">
      <dsp:nvSpPr>
        <dsp:cNvPr id="0" name=""/>
        <dsp:cNvSpPr/>
      </dsp:nvSpPr>
      <dsp:spPr>
        <a:xfrm>
          <a:off x="4342912" y="0"/>
          <a:ext cx="2019002" cy="5029199"/>
        </a:xfrm>
        <a:prstGeom prst="roundRect">
          <a:avLst>
            <a:gd name="adj" fmla="val 10000"/>
          </a:avLst>
        </a:prstGeom>
        <a:gradFill rotWithShape="0">
          <a:gsLst>
            <a:gs pos="0">
              <a:schemeClr val="dk2">
                <a:tint val="40000"/>
                <a:hueOff val="0"/>
                <a:satOff val="0"/>
                <a:lumOff val="0"/>
                <a:alphaOff val="0"/>
                <a:shade val="51000"/>
                <a:satMod val="130000"/>
              </a:schemeClr>
            </a:gs>
            <a:gs pos="80000">
              <a:schemeClr val="dk2">
                <a:tint val="40000"/>
                <a:hueOff val="0"/>
                <a:satOff val="0"/>
                <a:lumOff val="0"/>
                <a:alphaOff val="0"/>
                <a:shade val="93000"/>
                <a:satMod val="130000"/>
              </a:schemeClr>
            </a:gs>
            <a:gs pos="100000">
              <a:schemeClr val="dk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latin typeface="Calibri" pitchFamily="34" charset="0"/>
            </a:rPr>
            <a:t>Education</a:t>
          </a:r>
          <a:endParaRPr lang="en-US" sz="1600" b="1" kern="1200" dirty="0">
            <a:latin typeface="Calibri" pitchFamily="34" charset="0"/>
          </a:endParaRPr>
        </a:p>
      </dsp:txBody>
      <dsp:txXfrm>
        <a:off x="4342912" y="0"/>
        <a:ext cx="2019002" cy="1508760"/>
      </dsp:txXfrm>
    </dsp:sp>
    <dsp:sp modelId="{4B53C037-2C75-4B35-86AA-291F9137A5FB}">
      <dsp:nvSpPr>
        <dsp:cNvPr id="0" name=""/>
        <dsp:cNvSpPr/>
      </dsp:nvSpPr>
      <dsp:spPr>
        <a:xfrm>
          <a:off x="4544812" y="1508882"/>
          <a:ext cx="1615201" cy="732647"/>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Training</a:t>
          </a:r>
          <a:endParaRPr lang="en-US" sz="1200" kern="1200" dirty="0">
            <a:latin typeface="Calibri" pitchFamily="34" charset="0"/>
          </a:endParaRPr>
        </a:p>
      </dsp:txBody>
      <dsp:txXfrm>
        <a:off x="4544812" y="1508882"/>
        <a:ext cx="1615201" cy="732647"/>
      </dsp:txXfrm>
    </dsp:sp>
    <dsp:sp modelId="{A31928E9-BF7E-4781-82A7-F37401153FF2}">
      <dsp:nvSpPr>
        <dsp:cNvPr id="0" name=""/>
        <dsp:cNvSpPr/>
      </dsp:nvSpPr>
      <dsp:spPr>
        <a:xfrm>
          <a:off x="4544812" y="2354245"/>
          <a:ext cx="1615201" cy="732647"/>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Mentoring / Coaching</a:t>
          </a:r>
          <a:endParaRPr lang="en-US" sz="1200" kern="1200" dirty="0">
            <a:latin typeface="Calibri" pitchFamily="34" charset="0"/>
          </a:endParaRPr>
        </a:p>
      </dsp:txBody>
      <dsp:txXfrm>
        <a:off x="4544812" y="2354245"/>
        <a:ext cx="1615201" cy="732647"/>
      </dsp:txXfrm>
    </dsp:sp>
    <dsp:sp modelId="{FF0E516F-081E-41C8-B8ED-64A38343E3E2}">
      <dsp:nvSpPr>
        <dsp:cNvPr id="0" name=""/>
        <dsp:cNvSpPr/>
      </dsp:nvSpPr>
      <dsp:spPr>
        <a:xfrm>
          <a:off x="4544812" y="3199607"/>
          <a:ext cx="1615201" cy="732647"/>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Seminars</a:t>
          </a:r>
          <a:endParaRPr lang="en-US" sz="1200" kern="1200" dirty="0">
            <a:latin typeface="Calibri" pitchFamily="34" charset="0"/>
          </a:endParaRPr>
        </a:p>
      </dsp:txBody>
      <dsp:txXfrm>
        <a:off x="4544812" y="3199607"/>
        <a:ext cx="1615201" cy="732647"/>
      </dsp:txXfrm>
    </dsp:sp>
    <dsp:sp modelId="{F8FAC9F1-8A8F-4322-B684-CB1ECA78F70D}">
      <dsp:nvSpPr>
        <dsp:cNvPr id="0" name=""/>
        <dsp:cNvSpPr/>
      </dsp:nvSpPr>
      <dsp:spPr>
        <a:xfrm>
          <a:off x="4544812" y="4044969"/>
          <a:ext cx="1615201" cy="732647"/>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Webinars</a:t>
          </a:r>
          <a:endParaRPr lang="en-US" sz="1200" kern="1200" dirty="0">
            <a:latin typeface="Calibri" pitchFamily="34" charset="0"/>
          </a:endParaRPr>
        </a:p>
      </dsp:txBody>
      <dsp:txXfrm>
        <a:off x="4544812" y="4044969"/>
        <a:ext cx="1615201" cy="732647"/>
      </dsp:txXfrm>
    </dsp:sp>
    <dsp:sp modelId="{0684E77E-ACF6-422C-A554-FE8B54494A3E}">
      <dsp:nvSpPr>
        <dsp:cNvPr id="0" name=""/>
        <dsp:cNvSpPr/>
      </dsp:nvSpPr>
      <dsp:spPr>
        <a:xfrm>
          <a:off x="6513340" y="0"/>
          <a:ext cx="2019002" cy="5029199"/>
        </a:xfrm>
        <a:prstGeom prst="roundRect">
          <a:avLst>
            <a:gd name="adj" fmla="val 10000"/>
          </a:avLst>
        </a:prstGeom>
        <a:gradFill rotWithShape="0">
          <a:gsLst>
            <a:gs pos="0">
              <a:schemeClr val="dk2">
                <a:tint val="40000"/>
                <a:hueOff val="0"/>
                <a:satOff val="0"/>
                <a:lumOff val="0"/>
                <a:alphaOff val="0"/>
                <a:shade val="51000"/>
                <a:satMod val="130000"/>
              </a:schemeClr>
            </a:gs>
            <a:gs pos="80000">
              <a:schemeClr val="dk2">
                <a:tint val="40000"/>
                <a:hueOff val="0"/>
                <a:satOff val="0"/>
                <a:lumOff val="0"/>
                <a:alphaOff val="0"/>
                <a:shade val="93000"/>
                <a:satMod val="130000"/>
              </a:schemeClr>
            </a:gs>
            <a:gs pos="100000">
              <a:schemeClr val="dk2">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latin typeface="Calibri" pitchFamily="34" charset="0"/>
            </a:rPr>
            <a:t>Advisory Services</a:t>
          </a:r>
          <a:endParaRPr lang="en-US" sz="1600" b="1" kern="1200" dirty="0">
            <a:latin typeface="Calibri" pitchFamily="34" charset="0"/>
          </a:endParaRPr>
        </a:p>
      </dsp:txBody>
      <dsp:txXfrm>
        <a:off x="6513340" y="0"/>
        <a:ext cx="2019002" cy="1508760"/>
      </dsp:txXfrm>
    </dsp:sp>
    <dsp:sp modelId="{7823F793-9DD6-4622-A34D-FAE1DB86A7B3}">
      <dsp:nvSpPr>
        <dsp:cNvPr id="0" name=""/>
        <dsp:cNvSpPr/>
      </dsp:nvSpPr>
      <dsp:spPr>
        <a:xfrm>
          <a:off x="6715240" y="1509189"/>
          <a:ext cx="1615201" cy="988036"/>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Consulting</a:t>
          </a:r>
          <a:endParaRPr lang="en-US" sz="1200" kern="1200" dirty="0">
            <a:latin typeface="Calibri" pitchFamily="34" charset="0"/>
          </a:endParaRPr>
        </a:p>
      </dsp:txBody>
      <dsp:txXfrm>
        <a:off x="6715240" y="1509189"/>
        <a:ext cx="1615201" cy="988036"/>
      </dsp:txXfrm>
    </dsp:sp>
    <dsp:sp modelId="{51E32F3A-3F09-4A25-B51D-51C7245B56CF}">
      <dsp:nvSpPr>
        <dsp:cNvPr id="0" name=""/>
        <dsp:cNvSpPr/>
      </dsp:nvSpPr>
      <dsp:spPr>
        <a:xfrm>
          <a:off x="6715240" y="2649231"/>
          <a:ext cx="1615201" cy="988036"/>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Executive Coaching</a:t>
          </a:r>
          <a:endParaRPr lang="en-US" sz="1200" kern="1200" dirty="0">
            <a:latin typeface="Calibri" pitchFamily="34" charset="0"/>
          </a:endParaRPr>
        </a:p>
      </dsp:txBody>
      <dsp:txXfrm>
        <a:off x="6715240" y="2649231"/>
        <a:ext cx="1615201" cy="988036"/>
      </dsp:txXfrm>
    </dsp:sp>
    <dsp:sp modelId="{2C3F6589-B354-4FBF-AE4E-61EF92645AF7}">
      <dsp:nvSpPr>
        <dsp:cNvPr id="0" name=""/>
        <dsp:cNvSpPr/>
      </dsp:nvSpPr>
      <dsp:spPr>
        <a:xfrm>
          <a:off x="6715240" y="3789273"/>
          <a:ext cx="1615201" cy="988036"/>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kern="1200" dirty="0" smtClean="0">
              <a:latin typeface="Calibri" pitchFamily="34" charset="0"/>
            </a:rPr>
            <a:t>Knowledge Center</a:t>
          </a:r>
          <a:endParaRPr lang="en-US" sz="1200" kern="1200" dirty="0">
            <a:latin typeface="Calibri" pitchFamily="34" charset="0"/>
          </a:endParaRPr>
        </a:p>
      </dsp:txBody>
      <dsp:txXfrm>
        <a:off x="6715240" y="3789273"/>
        <a:ext cx="1615201" cy="988036"/>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523900B-3BC9-411A-BCB4-D4352CC3F35B}">
      <dsp:nvSpPr>
        <dsp:cNvPr id="0" name=""/>
        <dsp:cNvSpPr/>
      </dsp:nvSpPr>
      <dsp:spPr>
        <a:xfrm>
          <a:off x="2875452" y="642"/>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Understand customer needs</a:t>
          </a:r>
          <a:endParaRPr lang="en-US" sz="1400" kern="1200" dirty="0"/>
        </a:p>
      </dsp:txBody>
      <dsp:txXfrm>
        <a:off x="2875452" y="642"/>
        <a:ext cx="1488095" cy="1488095"/>
      </dsp:txXfrm>
    </dsp:sp>
    <dsp:sp modelId="{A17E1B99-B19A-4C3E-8DE0-9CB2FBB8C7BB}">
      <dsp:nvSpPr>
        <dsp:cNvPr id="0" name=""/>
        <dsp:cNvSpPr/>
      </dsp:nvSpPr>
      <dsp:spPr>
        <a:xfrm rot="2160000">
          <a:off x="4316492" y="1143636"/>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2160000">
        <a:off x="4316492" y="1143636"/>
        <a:ext cx="395483" cy="502232"/>
      </dsp:txXfrm>
    </dsp:sp>
    <dsp:sp modelId="{86405B2D-B58C-4655-B231-296ECA2450B6}">
      <dsp:nvSpPr>
        <dsp:cNvPr id="0" name=""/>
        <dsp:cNvSpPr/>
      </dsp:nvSpPr>
      <dsp:spPr>
        <a:xfrm>
          <a:off x="4683031" y="1313925"/>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Identify Opportunities</a:t>
          </a:r>
        </a:p>
        <a:p>
          <a:pPr lvl="0" algn="ctr" defTabSz="622300">
            <a:lnSpc>
              <a:spcPct val="90000"/>
            </a:lnSpc>
            <a:spcBef>
              <a:spcPct val="0"/>
            </a:spcBef>
            <a:spcAft>
              <a:spcPct val="35000"/>
            </a:spcAft>
          </a:pPr>
          <a:r>
            <a:rPr lang="en-US" sz="1400" kern="1200" dirty="0" smtClean="0"/>
            <a:t>(Prioritize)</a:t>
          </a:r>
          <a:endParaRPr lang="en-US" sz="1400" kern="1200" dirty="0"/>
        </a:p>
      </dsp:txBody>
      <dsp:txXfrm>
        <a:off x="4683031" y="1313925"/>
        <a:ext cx="1488095" cy="1488095"/>
      </dsp:txXfrm>
    </dsp:sp>
    <dsp:sp modelId="{53D2E0CE-9118-435C-87FD-550896A6B06B}">
      <dsp:nvSpPr>
        <dsp:cNvPr id="0" name=""/>
        <dsp:cNvSpPr/>
      </dsp:nvSpPr>
      <dsp:spPr>
        <a:xfrm rot="6480000">
          <a:off x="4887579" y="2858680"/>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6480000">
        <a:off x="4887579" y="2858680"/>
        <a:ext cx="395483" cy="502232"/>
      </dsp:txXfrm>
    </dsp:sp>
    <dsp:sp modelId="{BB703441-137E-4A76-A2D8-4E06EDED0FB3}">
      <dsp:nvSpPr>
        <dsp:cNvPr id="0" name=""/>
        <dsp:cNvSpPr/>
      </dsp:nvSpPr>
      <dsp:spPr>
        <a:xfrm>
          <a:off x="3992597" y="3438862"/>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Generate ideas</a:t>
          </a:r>
        </a:p>
      </dsp:txBody>
      <dsp:txXfrm>
        <a:off x="3992597" y="3438862"/>
        <a:ext cx="1488095" cy="1488095"/>
      </dsp:txXfrm>
    </dsp:sp>
    <dsp:sp modelId="{3D22E680-3FFC-4306-8C17-CD647D2D1482}">
      <dsp:nvSpPr>
        <dsp:cNvPr id="0" name=""/>
        <dsp:cNvSpPr/>
      </dsp:nvSpPr>
      <dsp:spPr>
        <a:xfrm rot="10800000">
          <a:off x="3432951" y="3931793"/>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10800000">
        <a:off x="3432951" y="3931793"/>
        <a:ext cx="395483" cy="502232"/>
      </dsp:txXfrm>
    </dsp:sp>
    <dsp:sp modelId="{DE0E4490-5B6B-4DF6-8003-41A40346987B}">
      <dsp:nvSpPr>
        <dsp:cNvPr id="0" name=""/>
        <dsp:cNvSpPr/>
      </dsp:nvSpPr>
      <dsp:spPr>
        <a:xfrm>
          <a:off x="1758307" y="3438862"/>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Create new products &amp; services</a:t>
          </a:r>
          <a:endParaRPr lang="en-US" sz="1400" kern="1200" dirty="0"/>
        </a:p>
      </dsp:txBody>
      <dsp:txXfrm>
        <a:off x="1758307" y="3438862"/>
        <a:ext cx="1488095" cy="1488095"/>
      </dsp:txXfrm>
    </dsp:sp>
    <dsp:sp modelId="{6AD31225-DADC-4704-BF21-50E72B0837E2}">
      <dsp:nvSpPr>
        <dsp:cNvPr id="0" name=""/>
        <dsp:cNvSpPr/>
      </dsp:nvSpPr>
      <dsp:spPr>
        <a:xfrm rot="15120000">
          <a:off x="1962854" y="2879970"/>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15120000">
        <a:off x="1962854" y="2879970"/>
        <a:ext cx="395483" cy="502232"/>
      </dsp:txXfrm>
    </dsp:sp>
    <dsp:sp modelId="{3473AB72-C731-4197-97DD-DB412536D07B}">
      <dsp:nvSpPr>
        <dsp:cNvPr id="0" name=""/>
        <dsp:cNvSpPr/>
      </dsp:nvSpPr>
      <dsp:spPr>
        <a:xfrm>
          <a:off x="1067873" y="1313925"/>
          <a:ext cx="1488095" cy="1488095"/>
        </a:xfrm>
        <a:prstGeom prst="ellipse">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Deliver new value to customers</a:t>
          </a:r>
          <a:endParaRPr lang="en-US" sz="1400" kern="1200" dirty="0"/>
        </a:p>
      </dsp:txBody>
      <dsp:txXfrm>
        <a:off x="1067873" y="1313925"/>
        <a:ext cx="1488095" cy="1488095"/>
      </dsp:txXfrm>
    </dsp:sp>
    <dsp:sp modelId="{1B587B91-C2E4-40AC-8B45-43B723A1E6C7}">
      <dsp:nvSpPr>
        <dsp:cNvPr id="0" name=""/>
        <dsp:cNvSpPr/>
      </dsp:nvSpPr>
      <dsp:spPr>
        <a:xfrm rot="19440000">
          <a:off x="2508913" y="1156794"/>
          <a:ext cx="395483" cy="502232"/>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rot="19440000">
        <a:off x="2508913" y="1156794"/>
        <a:ext cx="395483" cy="502232"/>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BD7BB8E-D4CF-4C79-8395-302F5E6F22CF}">
      <dsp:nvSpPr>
        <dsp:cNvPr id="0" name=""/>
        <dsp:cNvSpPr/>
      </dsp:nvSpPr>
      <dsp:spPr>
        <a:xfrm>
          <a:off x="5582578" y="1472214"/>
          <a:ext cx="331565" cy="2287339"/>
        </a:xfrm>
        <a:custGeom>
          <a:avLst/>
          <a:gdLst/>
          <a:ahLst/>
          <a:cxnLst/>
          <a:rect l="0" t="0" r="0" b="0"/>
          <a:pathLst>
            <a:path>
              <a:moveTo>
                <a:pt x="0" y="0"/>
              </a:moveTo>
              <a:lnTo>
                <a:pt x="0" y="2287339"/>
              </a:lnTo>
              <a:lnTo>
                <a:pt x="331565" y="2287339"/>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7EE330D-2B90-42C6-AECA-0FB2F2925DC2}">
      <dsp:nvSpPr>
        <dsp:cNvPr id="0" name=""/>
        <dsp:cNvSpPr/>
      </dsp:nvSpPr>
      <dsp:spPr>
        <a:xfrm>
          <a:off x="5582578" y="1472214"/>
          <a:ext cx="331565" cy="1423503"/>
        </a:xfrm>
        <a:custGeom>
          <a:avLst/>
          <a:gdLst/>
          <a:ahLst/>
          <a:cxnLst/>
          <a:rect l="0" t="0" r="0" b="0"/>
          <a:pathLst>
            <a:path>
              <a:moveTo>
                <a:pt x="0" y="0"/>
              </a:moveTo>
              <a:lnTo>
                <a:pt x="0" y="1423503"/>
              </a:lnTo>
              <a:lnTo>
                <a:pt x="331565" y="1423503"/>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83B623C6-289B-44CE-A5AB-A62D28C89B63}">
      <dsp:nvSpPr>
        <dsp:cNvPr id="0" name=""/>
        <dsp:cNvSpPr/>
      </dsp:nvSpPr>
      <dsp:spPr>
        <a:xfrm>
          <a:off x="5582578" y="1472214"/>
          <a:ext cx="331565" cy="559668"/>
        </a:xfrm>
        <a:custGeom>
          <a:avLst/>
          <a:gdLst/>
          <a:ahLst/>
          <a:cxnLst/>
          <a:rect l="0" t="0" r="0" b="0"/>
          <a:pathLst>
            <a:path>
              <a:moveTo>
                <a:pt x="0" y="0"/>
              </a:moveTo>
              <a:lnTo>
                <a:pt x="0" y="559668"/>
              </a:lnTo>
              <a:lnTo>
                <a:pt x="331565" y="559668"/>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CD74E72-ED33-4008-AC91-4413AC92E259}">
      <dsp:nvSpPr>
        <dsp:cNvPr id="0" name=""/>
        <dsp:cNvSpPr/>
      </dsp:nvSpPr>
      <dsp:spPr>
        <a:xfrm>
          <a:off x="4000817" y="608378"/>
          <a:ext cx="2465934" cy="255500"/>
        </a:xfrm>
        <a:custGeom>
          <a:avLst/>
          <a:gdLst/>
          <a:ahLst/>
          <a:cxnLst/>
          <a:rect l="0" t="0" r="0" b="0"/>
          <a:pathLst>
            <a:path>
              <a:moveTo>
                <a:pt x="0" y="0"/>
              </a:moveTo>
              <a:lnTo>
                <a:pt x="0" y="127750"/>
              </a:lnTo>
              <a:lnTo>
                <a:pt x="2465934" y="127750"/>
              </a:lnTo>
              <a:lnTo>
                <a:pt x="2465934" y="255500"/>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DBB1914-3247-4A3E-B23E-5FBF15DC49C8}">
      <dsp:nvSpPr>
        <dsp:cNvPr id="0" name=""/>
        <dsp:cNvSpPr/>
      </dsp:nvSpPr>
      <dsp:spPr>
        <a:xfrm>
          <a:off x="3116644" y="1472214"/>
          <a:ext cx="331565" cy="3151175"/>
        </a:xfrm>
        <a:custGeom>
          <a:avLst/>
          <a:gdLst/>
          <a:ahLst/>
          <a:cxnLst/>
          <a:rect l="0" t="0" r="0" b="0"/>
          <a:pathLst>
            <a:path>
              <a:moveTo>
                <a:pt x="0" y="0"/>
              </a:moveTo>
              <a:lnTo>
                <a:pt x="0" y="3151175"/>
              </a:lnTo>
              <a:lnTo>
                <a:pt x="331565" y="3151175"/>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49B3F67-96D8-477D-B27B-C99A88013F88}">
      <dsp:nvSpPr>
        <dsp:cNvPr id="0" name=""/>
        <dsp:cNvSpPr/>
      </dsp:nvSpPr>
      <dsp:spPr>
        <a:xfrm>
          <a:off x="3116644" y="1472214"/>
          <a:ext cx="331565" cy="2287339"/>
        </a:xfrm>
        <a:custGeom>
          <a:avLst/>
          <a:gdLst/>
          <a:ahLst/>
          <a:cxnLst/>
          <a:rect l="0" t="0" r="0" b="0"/>
          <a:pathLst>
            <a:path>
              <a:moveTo>
                <a:pt x="0" y="0"/>
              </a:moveTo>
              <a:lnTo>
                <a:pt x="0" y="2287339"/>
              </a:lnTo>
              <a:lnTo>
                <a:pt x="331565" y="2287339"/>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ED1856A-FD0F-41A4-AF18-5780E128EF9B}">
      <dsp:nvSpPr>
        <dsp:cNvPr id="0" name=""/>
        <dsp:cNvSpPr/>
      </dsp:nvSpPr>
      <dsp:spPr>
        <a:xfrm>
          <a:off x="3116644" y="1472214"/>
          <a:ext cx="331565" cy="1423503"/>
        </a:xfrm>
        <a:custGeom>
          <a:avLst/>
          <a:gdLst/>
          <a:ahLst/>
          <a:cxnLst/>
          <a:rect l="0" t="0" r="0" b="0"/>
          <a:pathLst>
            <a:path>
              <a:moveTo>
                <a:pt x="0" y="0"/>
              </a:moveTo>
              <a:lnTo>
                <a:pt x="0" y="1423503"/>
              </a:lnTo>
              <a:lnTo>
                <a:pt x="331565" y="1423503"/>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D3140D6-41D1-4B26-8779-658A77553316}">
      <dsp:nvSpPr>
        <dsp:cNvPr id="0" name=""/>
        <dsp:cNvSpPr/>
      </dsp:nvSpPr>
      <dsp:spPr>
        <a:xfrm>
          <a:off x="3116644" y="1472214"/>
          <a:ext cx="331565" cy="559668"/>
        </a:xfrm>
        <a:custGeom>
          <a:avLst/>
          <a:gdLst/>
          <a:ahLst/>
          <a:cxnLst/>
          <a:rect l="0" t="0" r="0" b="0"/>
          <a:pathLst>
            <a:path>
              <a:moveTo>
                <a:pt x="0" y="0"/>
              </a:moveTo>
              <a:lnTo>
                <a:pt x="0" y="559668"/>
              </a:lnTo>
              <a:lnTo>
                <a:pt x="331565" y="559668"/>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31659875-53F8-485D-AB63-28DAA356BBF1}">
      <dsp:nvSpPr>
        <dsp:cNvPr id="0" name=""/>
        <dsp:cNvSpPr/>
      </dsp:nvSpPr>
      <dsp:spPr>
        <a:xfrm>
          <a:off x="3955097" y="608378"/>
          <a:ext cx="91440" cy="255500"/>
        </a:xfrm>
        <a:custGeom>
          <a:avLst/>
          <a:gdLst/>
          <a:ahLst/>
          <a:cxnLst/>
          <a:rect l="0" t="0" r="0" b="0"/>
          <a:pathLst>
            <a:path>
              <a:moveTo>
                <a:pt x="45720" y="0"/>
              </a:moveTo>
              <a:lnTo>
                <a:pt x="45720" y="255500"/>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87EB3074-CC85-418D-9BF3-3ECBE008EBA7}">
      <dsp:nvSpPr>
        <dsp:cNvPr id="0" name=""/>
        <dsp:cNvSpPr/>
      </dsp:nvSpPr>
      <dsp:spPr>
        <a:xfrm>
          <a:off x="650709" y="1472214"/>
          <a:ext cx="331565" cy="3151175"/>
        </a:xfrm>
        <a:custGeom>
          <a:avLst/>
          <a:gdLst/>
          <a:ahLst/>
          <a:cxnLst/>
          <a:rect l="0" t="0" r="0" b="0"/>
          <a:pathLst>
            <a:path>
              <a:moveTo>
                <a:pt x="0" y="0"/>
              </a:moveTo>
              <a:lnTo>
                <a:pt x="0" y="3151175"/>
              </a:lnTo>
              <a:lnTo>
                <a:pt x="331565" y="3151175"/>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7911AEB-FEAC-40AE-B26E-D8B2577DC263}">
      <dsp:nvSpPr>
        <dsp:cNvPr id="0" name=""/>
        <dsp:cNvSpPr/>
      </dsp:nvSpPr>
      <dsp:spPr>
        <a:xfrm>
          <a:off x="650709" y="1472214"/>
          <a:ext cx="331565" cy="2287339"/>
        </a:xfrm>
        <a:custGeom>
          <a:avLst/>
          <a:gdLst/>
          <a:ahLst/>
          <a:cxnLst/>
          <a:rect l="0" t="0" r="0" b="0"/>
          <a:pathLst>
            <a:path>
              <a:moveTo>
                <a:pt x="0" y="0"/>
              </a:moveTo>
              <a:lnTo>
                <a:pt x="0" y="2287339"/>
              </a:lnTo>
              <a:lnTo>
                <a:pt x="331565" y="2287339"/>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1CC0BF1-43E7-4731-B6A5-EF921AD1567F}">
      <dsp:nvSpPr>
        <dsp:cNvPr id="0" name=""/>
        <dsp:cNvSpPr/>
      </dsp:nvSpPr>
      <dsp:spPr>
        <a:xfrm>
          <a:off x="650709" y="1472214"/>
          <a:ext cx="331565" cy="1423503"/>
        </a:xfrm>
        <a:custGeom>
          <a:avLst/>
          <a:gdLst/>
          <a:ahLst/>
          <a:cxnLst/>
          <a:rect l="0" t="0" r="0" b="0"/>
          <a:pathLst>
            <a:path>
              <a:moveTo>
                <a:pt x="0" y="0"/>
              </a:moveTo>
              <a:lnTo>
                <a:pt x="0" y="1423503"/>
              </a:lnTo>
              <a:lnTo>
                <a:pt x="331565" y="1423503"/>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D37F976-FD58-46EB-B68C-A2EDDEB73561}">
      <dsp:nvSpPr>
        <dsp:cNvPr id="0" name=""/>
        <dsp:cNvSpPr/>
      </dsp:nvSpPr>
      <dsp:spPr>
        <a:xfrm>
          <a:off x="650709" y="1472214"/>
          <a:ext cx="331565" cy="559668"/>
        </a:xfrm>
        <a:custGeom>
          <a:avLst/>
          <a:gdLst/>
          <a:ahLst/>
          <a:cxnLst/>
          <a:rect l="0" t="0" r="0" b="0"/>
          <a:pathLst>
            <a:path>
              <a:moveTo>
                <a:pt x="0" y="0"/>
              </a:moveTo>
              <a:lnTo>
                <a:pt x="0" y="559668"/>
              </a:lnTo>
              <a:lnTo>
                <a:pt x="331565" y="559668"/>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F6F6CCF-52BA-4F62-97BA-AE693AB2136D}">
      <dsp:nvSpPr>
        <dsp:cNvPr id="0" name=""/>
        <dsp:cNvSpPr/>
      </dsp:nvSpPr>
      <dsp:spPr>
        <a:xfrm>
          <a:off x="1534883" y="608378"/>
          <a:ext cx="2465934" cy="255500"/>
        </a:xfrm>
        <a:custGeom>
          <a:avLst/>
          <a:gdLst/>
          <a:ahLst/>
          <a:cxnLst/>
          <a:rect l="0" t="0" r="0" b="0"/>
          <a:pathLst>
            <a:path>
              <a:moveTo>
                <a:pt x="2465934" y="0"/>
              </a:moveTo>
              <a:lnTo>
                <a:pt x="2465934" y="127750"/>
              </a:lnTo>
              <a:lnTo>
                <a:pt x="0" y="127750"/>
              </a:lnTo>
              <a:lnTo>
                <a:pt x="0" y="255500"/>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206AE7D-A4AD-41E8-91E9-5EDB0DC9EEB3}">
      <dsp:nvSpPr>
        <dsp:cNvPr id="0" name=""/>
        <dsp:cNvSpPr/>
      </dsp:nvSpPr>
      <dsp:spPr>
        <a:xfrm>
          <a:off x="2895600" y="43"/>
          <a:ext cx="2210433"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Board of Directors</a:t>
          </a:r>
          <a:endParaRPr lang="en-US" sz="1400" b="1" kern="1200" dirty="0"/>
        </a:p>
      </dsp:txBody>
      <dsp:txXfrm>
        <a:off x="2895600" y="43"/>
        <a:ext cx="2210433" cy="608334"/>
      </dsp:txXfrm>
    </dsp:sp>
    <dsp:sp modelId="{B9642F12-E7E7-4619-BBE1-ED1F90D58389}">
      <dsp:nvSpPr>
        <dsp:cNvPr id="0" name=""/>
        <dsp:cNvSpPr/>
      </dsp:nvSpPr>
      <dsp:spPr>
        <a:xfrm>
          <a:off x="429666" y="863879"/>
          <a:ext cx="2210433"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Management Team</a:t>
          </a:r>
          <a:endParaRPr lang="en-US" sz="1400" b="1" kern="1200" dirty="0"/>
        </a:p>
      </dsp:txBody>
      <dsp:txXfrm>
        <a:off x="429666" y="863879"/>
        <a:ext cx="2210433" cy="608334"/>
      </dsp:txXfrm>
    </dsp:sp>
    <dsp:sp modelId="{21598F20-B12C-49EB-86CD-64B566F15335}">
      <dsp:nvSpPr>
        <dsp:cNvPr id="0" name=""/>
        <dsp:cNvSpPr/>
      </dsp:nvSpPr>
      <dsp:spPr>
        <a:xfrm>
          <a:off x="982274" y="1727714"/>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Ideation Team</a:t>
          </a:r>
          <a:endParaRPr lang="en-US" sz="1400" b="1" kern="1200" dirty="0"/>
        </a:p>
      </dsp:txBody>
      <dsp:txXfrm>
        <a:off x="982274" y="1727714"/>
        <a:ext cx="1961989" cy="608334"/>
      </dsp:txXfrm>
    </dsp:sp>
    <dsp:sp modelId="{C9B1FC20-5C8B-4356-B3CA-986E870E4817}">
      <dsp:nvSpPr>
        <dsp:cNvPr id="0" name=""/>
        <dsp:cNvSpPr/>
      </dsp:nvSpPr>
      <dsp:spPr>
        <a:xfrm>
          <a:off x="982274" y="2591550"/>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Portfolio </a:t>
          </a:r>
        </a:p>
        <a:p>
          <a:pPr lvl="0" algn="ctr" defTabSz="622300">
            <a:lnSpc>
              <a:spcPct val="90000"/>
            </a:lnSpc>
            <a:spcBef>
              <a:spcPct val="0"/>
            </a:spcBef>
            <a:spcAft>
              <a:spcPct val="35000"/>
            </a:spcAft>
          </a:pPr>
          <a:r>
            <a:rPr lang="en-US" sz="1400" b="1" kern="1200" dirty="0" smtClean="0"/>
            <a:t>Planning</a:t>
          </a:r>
          <a:endParaRPr lang="en-US" sz="1400" b="1" kern="1200" dirty="0"/>
        </a:p>
      </dsp:txBody>
      <dsp:txXfrm>
        <a:off x="982274" y="2591550"/>
        <a:ext cx="1961989" cy="608334"/>
      </dsp:txXfrm>
    </dsp:sp>
    <dsp:sp modelId="{25F5ED7E-FEA3-4058-92EC-8A3606BEAEF1}">
      <dsp:nvSpPr>
        <dsp:cNvPr id="0" name=""/>
        <dsp:cNvSpPr/>
      </dsp:nvSpPr>
      <dsp:spPr>
        <a:xfrm>
          <a:off x="982274" y="3455385"/>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Transition Team</a:t>
          </a:r>
          <a:endParaRPr lang="en-US" sz="1400" b="1" kern="1200" dirty="0"/>
        </a:p>
      </dsp:txBody>
      <dsp:txXfrm>
        <a:off x="982274" y="3455385"/>
        <a:ext cx="1961989" cy="608334"/>
      </dsp:txXfrm>
    </dsp:sp>
    <dsp:sp modelId="{068C76DF-68E7-42F4-B95E-37DEC645FBDC}">
      <dsp:nvSpPr>
        <dsp:cNvPr id="0" name=""/>
        <dsp:cNvSpPr/>
      </dsp:nvSpPr>
      <dsp:spPr>
        <a:xfrm>
          <a:off x="982274" y="4319221"/>
          <a:ext cx="1944031"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Service Delivery Team</a:t>
          </a:r>
          <a:endParaRPr lang="en-US" sz="1400" b="1" kern="1200" dirty="0"/>
        </a:p>
      </dsp:txBody>
      <dsp:txXfrm>
        <a:off x="982274" y="4319221"/>
        <a:ext cx="1944031" cy="608334"/>
      </dsp:txXfrm>
    </dsp:sp>
    <dsp:sp modelId="{2415EC65-6D3C-46A4-B04E-5811D1C68C58}">
      <dsp:nvSpPr>
        <dsp:cNvPr id="0" name=""/>
        <dsp:cNvSpPr/>
      </dsp:nvSpPr>
      <dsp:spPr>
        <a:xfrm>
          <a:off x="2895600" y="863879"/>
          <a:ext cx="2210433"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Marketing</a:t>
          </a:r>
          <a:endParaRPr lang="en-US" sz="1400" b="1" kern="1200" dirty="0"/>
        </a:p>
      </dsp:txBody>
      <dsp:txXfrm>
        <a:off x="2895600" y="863879"/>
        <a:ext cx="2210433" cy="608334"/>
      </dsp:txXfrm>
    </dsp:sp>
    <dsp:sp modelId="{8BE52796-6D13-4437-9075-788AB2DE7AD1}">
      <dsp:nvSpPr>
        <dsp:cNvPr id="0" name=""/>
        <dsp:cNvSpPr/>
      </dsp:nvSpPr>
      <dsp:spPr>
        <a:xfrm>
          <a:off x="3448209" y="1727714"/>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Opportunity Planning</a:t>
          </a:r>
          <a:endParaRPr lang="en-US" sz="1400" b="1" kern="1200" dirty="0"/>
        </a:p>
      </dsp:txBody>
      <dsp:txXfrm>
        <a:off x="3448209" y="1727714"/>
        <a:ext cx="1961989" cy="608334"/>
      </dsp:txXfrm>
    </dsp:sp>
    <dsp:sp modelId="{8956AA3C-930E-4D6B-AEBE-16B9D63E2307}">
      <dsp:nvSpPr>
        <dsp:cNvPr id="0" name=""/>
        <dsp:cNvSpPr/>
      </dsp:nvSpPr>
      <dsp:spPr>
        <a:xfrm>
          <a:off x="3448209" y="2591550"/>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Promotion &amp; Branding</a:t>
          </a:r>
          <a:endParaRPr lang="en-US" sz="1400" b="1" kern="1200" dirty="0"/>
        </a:p>
      </dsp:txBody>
      <dsp:txXfrm>
        <a:off x="3448209" y="2591550"/>
        <a:ext cx="1961989" cy="608334"/>
      </dsp:txXfrm>
    </dsp:sp>
    <dsp:sp modelId="{DC81DFB2-8672-4B96-A646-A3076CCE6DF9}">
      <dsp:nvSpPr>
        <dsp:cNvPr id="0" name=""/>
        <dsp:cNvSpPr/>
      </dsp:nvSpPr>
      <dsp:spPr>
        <a:xfrm>
          <a:off x="3448209" y="3455385"/>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IP Management</a:t>
          </a:r>
          <a:endParaRPr lang="en-US" sz="1400" b="1" kern="1200" dirty="0"/>
        </a:p>
      </dsp:txBody>
      <dsp:txXfrm>
        <a:off x="3448209" y="3455385"/>
        <a:ext cx="1961989" cy="608334"/>
      </dsp:txXfrm>
    </dsp:sp>
    <dsp:sp modelId="{53D7B2FE-518E-4E0A-A9BB-172A202CDFE8}">
      <dsp:nvSpPr>
        <dsp:cNvPr id="0" name=""/>
        <dsp:cNvSpPr/>
      </dsp:nvSpPr>
      <dsp:spPr>
        <a:xfrm>
          <a:off x="3448209" y="4319221"/>
          <a:ext cx="2018345"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Website &amp; </a:t>
          </a:r>
        </a:p>
        <a:p>
          <a:pPr lvl="0" algn="ctr" defTabSz="622300">
            <a:lnSpc>
              <a:spcPct val="90000"/>
            </a:lnSpc>
            <a:spcBef>
              <a:spcPct val="0"/>
            </a:spcBef>
            <a:spcAft>
              <a:spcPct val="35000"/>
            </a:spcAft>
          </a:pPr>
          <a:r>
            <a:rPr lang="en-US" sz="1400" b="1" kern="1200" dirty="0" smtClean="0"/>
            <a:t>Social Networking</a:t>
          </a:r>
          <a:endParaRPr lang="en-US" sz="1400" b="1" kern="1200" dirty="0"/>
        </a:p>
      </dsp:txBody>
      <dsp:txXfrm>
        <a:off x="3448209" y="4319221"/>
        <a:ext cx="2018345" cy="608334"/>
      </dsp:txXfrm>
    </dsp:sp>
    <dsp:sp modelId="{D99B171D-B2C1-4E9D-8A09-F347F0CD095D}">
      <dsp:nvSpPr>
        <dsp:cNvPr id="0" name=""/>
        <dsp:cNvSpPr/>
      </dsp:nvSpPr>
      <dsp:spPr>
        <a:xfrm>
          <a:off x="5361535" y="863879"/>
          <a:ext cx="2210433"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Capital </a:t>
          </a:r>
        </a:p>
        <a:p>
          <a:pPr lvl="0" algn="ctr" defTabSz="622300">
            <a:lnSpc>
              <a:spcPct val="90000"/>
            </a:lnSpc>
            <a:spcBef>
              <a:spcPct val="0"/>
            </a:spcBef>
            <a:spcAft>
              <a:spcPct val="35000"/>
            </a:spcAft>
          </a:pPr>
          <a:r>
            <a:rPr lang="en-US" sz="1400" b="1" kern="1200" dirty="0" smtClean="0"/>
            <a:t>Planning</a:t>
          </a:r>
          <a:endParaRPr lang="en-US" sz="1400" b="1" kern="1200" dirty="0"/>
        </a:p>
      </dsp:txBody>
      <dsp:txXfrm>
        <a:off x="5361535" y="863879"/>
        <a:ext cx="2210433" cy="608334"/>
      </dsp:txXfrm>
    </dsp:sp>
    <dsp:sp modelId="{FA39D8D5-AD68-4E25-93CB-51916A716886}">
      <dsp:nvSpPr>
        <dsp:cNvPr id="0" name=""/>
        <dsp:cNvSpPr/>
      </dsp:nvSpPr>
      <dsp:spPr>
        <a:xfrm>
          <a:off x="5914143" y="1727714"/>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Fundraising</a:t>
          </a:r>
          <a:endParaRPr lang="en-US" sz="1400" b="1" kern="1200" dirty="0"/>
        </a:p>
      </dsp:txBody>
      <dsp:txXfrm>
        <a:off x="5914143" y="1727714"/>
        <a:ext cx="1961989" cy="608334"/>
      </dsp:txXfrm>
    </dsp:sp>
    <dsp:sp modelId="{DD755F1B-F28D-44B3-840F-BDCB4797FDB1}">
      <dsp:nvSpPr>
        <dsp:cNvPr id="0" name=""/>
        <dsp:cNvSpPr/>
      </dsp:nvSpPr>
      <dsp:spPr>
        <a:xfrm>
          <a:off x="5914143" y="2591550"/>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Investor </a:t>
          </a:r>
        </a:p>
        <a:p>
          <a:pPr lvl="0" algn="ctr" defTabSz="622300">
            <a:lnSpc>
              <a:spcPct val="90000"/>
            </a:lnSpc>
            <a:spcBef>
              <a:spcPct val="0"/>
            </a:spcBef>
            <a:spcAft>
              <a:spcPct val="35000"/>
            </a:spcAft>
          </a:pPr>
          <a:r>
            <a:rPr lang="en-US" sz="1400" b="1" kern="1200" dirty="0" smtClean="0"/>
            <a:t>Planning</a:t>
          </a:r>
        </a:p>
      </dsp:txBody>
      <dsp:txXfrm>
        <a:off x="5914143" y="2591550"/>
        <a:ext cx="1961989" cy="608334"/>
      </dsp:txXfrm>
    </dsp:sp>
    <dsp:sp modelId="{6A7C03FD-9CE6-45E0-8DD1-0C96860675D9}">
      <dsp:nvSpPr>
        <dsp:cNvPr id="0" name=""/>
        <dsp:cNvSpPr/>
      </dsp:nvSpPr>
      <dsp:spPr>
        <a:xfrm>
          <a:off x="5914143" y="3455385"/>
          <a:ext cx="1961989" cy="60833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b="1" kern="1200" dirty="0" smtClean="0"/>
            <a:t>Partnerships</a:t>
          </a:r>
        </a:p>
      </dsp:txBody>
      <dsp:txXfrm>
        <a:off x="5914143" y="3455385"/>
        <a:ext cx="1961989" cy="608334"/>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80AD4E6-F3E0-41B1-B759-ADE27C774755}">
      <dsp:nvSpPr>
        <dsp:cNvPr id="0" name=""/>
        <dsp:cNvSpPr/>
      </dsp:nvSpPr>
      <dsp:spPr>
        <a:xfrm rot="5400000">
          <a:off x="5027138" y="-2136419"/>
          <a:ext cx="1148149" cy="5462016"/>
        </a:xfrm>
        <a:prstGeom prst="round2Same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b="1" kern="1200" dirty="0" smtClean="0">
              <a:latin typeface="Calibri" pitchFamily="34" charset="0"/>
            </a:rPr>
            <a:t>Establish a Board of Directors</a:t>
          </a:r>
          <a:endParaRPr lang="en-US" sz="1400"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Establish Management Team &amp; staff up the lead positions</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Build out the business model &amp; draft plans for each area</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Begin work on the marketing plans to network with partners</a:t>
          </a:r>
          <a:endParaRPr lang="en-US" sz="1400" b="1" kern="1200" dirty="0">
            <a:latin typeface="Calibri" pitchFamily="34" charset="0"/>
          </a:endParaRPr>
        </a:p>
      </dsp:txBody>
      <dsp:txXfrm rot="5400000">
        <a:off x="5027138" y="-2136419"/>
        <a:ext cx="1148149" cy="5462016"/>
      </dsp:txXfrm>
    </dsp:sp>
    <dsp:sp modelId="{848D56A8-618E-4EE0-9BD0-5EF28A89B29D}">
      <dsp:nvSpPr>
        <dsp:cNvPr id="0" name=""/>
        <dsp:cNvSpPr/>
      </dsp:nvSpPr>
      <dsp:spPr>
        <a:xfrm>
          <a:off x="202178" y="1545"/>
          <a:ext cx="2668027" cy="1186085"/>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en-US" sz="1800" b="1" kern="1200" dirty="0" smtClean="0">
              <a:latin typeface="Calibri" pitchFamily="34" charset="0"/>
            </a:rPr>
            <a:t>Establishing Framework</a:t>
          </a:r>
        </a:p>
      </dsp:txBody>
      <dsp:txXfrm>
        <a:off x="202178" y="1545"/>
        <a:ext cx="2668027" cy="1186085"/>
      </dsp:txXfrm>
    </dsp:sp>
    <dsp:sp modelId="{CCF51911-3FC3-4004-8DE1-2317351FEA93}">
      <dsp:nvSpPr>
        <dsp:cNvPr id="0" name=""/>
        <dsp:cNvSpPr/>
      </dsp:nvSpPr>
      <dsp:spPr>
        <a:xfrm rot="5400000">
          <a:off x="4996915" y="-882380"/>
          <a:ext cx="1198050" cy="5456681"/>
        </a:xfrm>
        <a:prstGeom prst="round2Same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b="1" kern="1200" dirty="0" smtClean="0">
              <a:latin typeface="Calibri" pitchFamily="34" charset="0"/>
            </a:rPr>
            <a:t>Secure investors &amp; funding plans</a:t>
          </a:r>
          <a:endParaRPr lang="en-US" sz="1400"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Establish the portfolio of outcomes &amp; opportunities</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Develop the ideation model &amp; engage members</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Begin work on the Product &amp; Services portfolio</a:t>
          </a:r>
          <a:endParaRPr lang="en-US" sz="1400" b="1" kern="1200" dirty="0">
            <a:latin typeface="Calibri" pitchFamily="34" charset="0"/>
          </a:endParaRPr>
        </a:p>
      </dsp:txBody>
      <dsp:txXfrm rot="5400000">
        <a:off x="4996915" y="-882380"/>
        <a:ext cx="1198050" cy="5456681"/>
      </dsp:txXfrm>
    </dsp:sp>
    <dsp:sp modelId="{2DCCA187-F438-43A0-9428-42FFF681F62D}">
      <dsp:nvSpPr>
        <dsp:cNvPr id="0" name=""/>
        <dsp:cNvSpPr/>
      </dsp:nvSpPr>
      <dsp:spPr>
        <a:xfrm>
          <a:off x="202178" y="1252917"/>
          <a:ext cx="2665422" cy="1186085"/>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en-US" sz="1800" b="1" kern="1200" dirty="0" smtClean="0">
              <a:latin typeface="Calibri" pitchFamily="34" charset="0"/>
            </a:rPr>
            <a:t>Building the Portfolio</a:t>
          </a:r>
        </a:p>
      </dsp:txBody>
      <dsp:txXfrm>
        <a:off x="202178" y="1252917"/>
        <a:ext cx="2665422" cy="1186085"/>
      </dsp:txXfrm>
    </dsp:sp>
    <dsp:sp modelId="{6F259A6D-7C49-4854-B55B-3A514803020A}">
      <dsp:nvSpPr>
        <dsp:cNvPr id="0" name=""/>
        <dsp:cNvSpPr/>
      </dsp:nvSpPr>
      <dsp:spPr>
        <a:xfrm rot="5400000">
          <a:off x="5054319" y="366325"/>
          <a:ext cx="1093789" cy="5462016"/>
        </a:xfrm>
        <a:prstGeom prst="round2Same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b="1" kern="1200" dirty="0" smtClean="0">
              <a:latin typeface="Calibri" pitchFamily="34" charset="0"/>
            </a:rPr>
            <a:t>Ramp up the Transition Team</a:t>
          </a:r>
          <a:endParaRPr lang="en-US" sz="1400"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Establish the concept development model</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Continue staffing up the teams to accelerate the pipeline</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Initiate collaboration between members to deliver value</a:t>
          </a:r>
          <a:endParaRPr lang="en-US" sz="1400" b="1" kern="1200" dirty="0">
            <a:latin typeface="Calibri" pitchFamily="34" charset="0"/>
          </a:endParaRPr>
        </a:p>
      </dsp:txBody>
      <dsp:txXfrm rot="5400000">
        <a:off x="5054319" y="366325"/>
        <a:ext cx="1093789" cy="5462016"/>
      </dsp:txXfrm>
    </dsp:sp>
    <dsp:sp modelId="{E8ED1B5E-60EB-4A55-BF24-5BD4BFFFF0AB}">
      <dsp:nvSpPr>
        <dsp:cNvPr id="0" name=""/>
        <dsp:cNvSpPr/>
      </dsp:nvSpPr>
      <dsp:spPr>
        <a:xfrm>
          <a:off x="202178" y="2504290"/>
          <a:ext cx="2668027" cy="1186085"/>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en-US" sz="1800" b="1" kern="1200" dirty="0" smtClean="0">
              <a:latin typeface="Calibri" pitchFamily="34" charset="0"/>
            </a:rPr>
            <a:t>Filling the Pipeline</a:t>
          </a:r>
          <a:endParaRPr lang="en-US" sz="1800" kern="1200" dirty="0">
            <a:latin typeface="Calibri" pitchFamily="34" charset="0"/>
          </a:endParaRPr>
        </a:p>
      </dsp:txBody>
      <dsp:txXfrm>
        <a:off x="202178" y="2504290"/>
        <a:ext cx="2668027" cy="1186085"/>
      </dsp:txXfrm>
    </dsp:sp>
    <dsp:sp modelId="{0505FE9E-00CC-4561-AC5F-CDFA0A76FDD1}">
      <dsp:nvSpPr>
        <dsp:cNvPr id="0" name=""/>
        <dsp:cNvSpPr/>
      </dsp:nvSpPr>
      <dsp:spPr>
        <a:xfrm rot="5400000">
          <a:off x="4956954" y="1660326"/>
          <a:ext cx="1277974" cy="5456681"/>
        </a:xfrm>
        <a:prstGeom prst="round2Same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b="1" kern="1200" dirty="0" smtClean="0">
              <a:latin typeface="Calibri" pitchFamily="34" charset="0"/>
            </a:rPr>
            <a:t>Continue building out the portfolio of products &amp; services</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Continue expanding the opportunity pipeline</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Mature the operational models for Innovation, Transition, &amp; Execution</a:t>
          </a:r>
          <a:endParaRPr lang="en-US" sz="1400" b="1" kern="1200" dirty="0">
            <a:latin typeface="Calibri" pitchFamily="34" charset="0"/>
          </a:endParaRPr>
        </a:p>
        <a:p>
          <a:pPr marL="114300" lvl="1" indent="-114300" algn="l" defTabSz="622300">
            <a:lnSpc>
              <a:spcPct val="90000"/>
            </a:lnSpc>
            <a:spcBef>
              <a:spcPct val="0"/>
            </a:spcBef>
            <a:spcAft>
              <a:spcPct val="15000"/>
            </a:spcAft>
            <a:buChar char="••"/>
          </a:pPr>
          <a:r>
            <a:rPr lang="en-US" sz="1400" b="1" kern="1200" dirty="0" smtClean="0">
              <a:latin typeface="Calibri" pitchFamily="34" charset="0"/>
            </a:rPr>
            <a:t>Expand the marketing, the pipeline, and the investor base</a:t>
          </a:r>
          <a:endParaRPr lang="en-US" sz="1400" b="1" kern="1200" dirty="0">
            <a:latin typeface="Calibri" pitchFamily="34" charset="0"/>
          </a:endParaRPr>
        </a:p>
      </dsp:txBody>
      <dsp:txXfrm rot="5400000">
        <a:off x="4956954" y="1660326"/>
        <a:ext cx="1277974" cy="5456681"/>
      </dsp:txXfrm>
    </dsp:sp>
    <dsp:sp modelId="{697A3FB5-C77C-4A5C-9BD7-B6AF794B8ADF}">
      <dsp:nvSpPr>
        <dsp:cNvPr id="0" name=""/>
        <dsp:cNvSpPr/>
      </dsp:nvSpPr>
      <dsp:spPr>
        <a:xfrm>
          <a:off x="202178" y="3795624"/>
          <a:ext cx="2665422" cy="1186085"/>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en-US" sz="1800" b="1" kern="1200" dirty="0" smtClean="0">
              <a:latin typeface="Calibri" pitchFamily="34" charset="0"/>
            </a:rPr>
            <a:t>Delivering Value</a:t>
          </a:r>
          <a:endParaRPr lang="en-US" sz="1800" kern="1200" dirty="0">
            <a:latin typeface="Calibri" pitchFamily="34" charset="0"/>
          </a:endParaRPr>
        </a:p>
      </dsp:txBody>
      <dsp:txXfrm>
        <a:off x="202178" y="3795624"/>
        <a:ext cx="2665422" cy="118608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8F0DB8C4-3BD2-47FE-B88A-0472FB3FC17F}" type="datetimeFigureOut">
              <a:rPr lang="en-US"/>
              <a:pPr>
                <a:defRPr/>
              </a:pPr>
              <a:t>12/13/2009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B3D4289C-8493-4E63-AF53-D90E3BD50D01}"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6EE55AA-28B4-4551-B527-B786BD651246}" type="datetimeFigureOut">
              <a:rPr lang="en-US"/>
              <a:pPr>
                <a:defRPr/>
              </a:pPr>
              <a:t>12/13/2009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2FDE667A-B541-42EB-AFA1-818156A26A95}"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FDE667A-B541-42EB-AFA1-818156A26A95}" type="slidenum">
              <a:rPr lang="en-US" smtClean="0"/>
              <a:pPr>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p:spPr>
      </p:sp>
      <p:sp>
        <p:nvSpPr>
          <p:cNvPr id="65539" name="Notes Placeholder 2"/>
          <p:cNvSpPr>
            <a:spLocks noGrp="1"/>
          </p:cNvSpPr>
          <p:nvPr>
            <p:ph type="body" idx="1"/>
          </p:nvPr>
        </p:nvSpPr>
        <p:spPr bwMode="auto">
          <a:noFill/>
        </p:spPr>
        <p:txBody>
          <a:bodyPr/>
          <a:lstStyle/>
          <a:p>
            <a:endParaRPr lang="en-US" smtClean="0">
              <a:ea typeface="ＭＳ Ｐゴシック" pitchFamily="34" charset="-128"/>
            </a:endParaRPr>
          </a:p>
        </p:txBody>
      </p:sp>
      <p:sp>
        <p:nvSpPr>
          <p:cNvPr id="65540" name="Slide Number Placeholder 3"/>
          <p:cNvSpPr>
            <a:spLocks noGrp="1"/>
          </p:cNvSpPr>
          <p:nvPr>
            <p:ph type="sldNum" sz="quarter" idx="5"/>
          </p:nvPr>
        </p:nvSpPr>
        <p:spPr bwMode="auto">
          <a:noFill/>
          <a:ln>
            <a:miter lim="800000"/>
            <a:headEnd/>
            <a:tailEnd/>
          </a:ln>
        </p:spPr>
        <p:txBody>
          <a:bodyPr/>
          <a:lstStyle/>
          <a:p>
            <a:fld id="{FF1AF67C-D2CD-4594-AF10-4A5A19833DD6}" type="slidenum">
              <a:rPr lang="en-US" smtClean="0">
                <a:latin typeface="Calibri" pitchFamily="34" charset="0"/>
              </a:rPr>
              <a:pPr/>
              <a:t>17</a:t>
            </a:fld>
            <a:endParaRPr lang="en-US" smtClean="0">
              <a:latin typeface="Calibri"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5376A3B-4A46-47C2-B481-A4F6F8DE9E1D}" type="slidenum">
              <a:rPr lang="en-US" smtClean="0"/>
              <a:pPr>
                <a:defRPr/>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E5376A3B-4A46-47C2-B481-A4F6F8DE9E1D}" type="slidenum">
              <a:rPr lang="en-US" smtClean="0"/>
              <a:pPr>
                <a:defRPr/>
              </a:pPr>
              <a:t>19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Grassy Ridgelines, Briones Regional Park, California.jpg"/>
          <p:cNvPicPr>
            <a:picLocks noChangeAspect="1"/>
          </p:cNvPicPr>
          <p:nvPr/>
        </p:nvPicPr>
        <p:blipFill>
          <a:blip r:embed="rId2" cstate="print">
            <a:lum bright="20000"/>
          </a:blip>
          <a:srcRect/>
          <a:stretch>
            <a:fillRect/>
          </a:stretch>
        </p:blipFill>
        <p:spPr bwMode="auto">
          <a:xfrm>
            <a:off x="0" y="0"/>
            <a:ext cx="9144000" cy="6858000"/>
          </a:xfrm>
          <a:prstGeom prst="rect">
            <a:avLst/>
          </a:prstGeom>
          <a:solidFill>
            <a:schemeClr val="bg1"/>
          </a:solidFill>
          <a:ln w="9525">
            <a:noFill/>
            <a:miter lim="800000"/>
            <a:headEnd/>
            <a:tailEnd/>
          </a:ln>
        </p:spPr>
      </p:pic>
      <p:sp>
        <p:nvSpPr>
          <p:cNvPr id="5" name="Rectangle 4"/>
          <p:cNvSpPr/>
          <p:nvPr/>
        </p:nvSpPr>
        <p:spPr>
          <a:xfrm>
            <a:off x="1219200" y="0"/>
            <a:ext cx="7924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8" descr="small VEG  logo.png"/>
          <p:cNvPicPr>
            <a:picLocks noChangeAspect="1"/>
          </p:cNvPicPr>
          <p:nvPr/>
        </p:nvPicPr>
        <p:blipFill>
          <a:blip r:embed="rId3" cstate="print"/>
          <a:srcRect/>
          <a:stretch>
            <a:fillRect/>
          </a:stretch>
        </p:blipFill>
        <p:spPr bwMode="auto">
          <a:xfrm>
            <a:off x="2590800" y="457200"/>
            <a:ext cx="4008438" cy="1066800"/>
          </a:xfrm>
          <a:prstGeom prst="rect">
            <a:avLst/>
          </a:prstGeom>
          <a:noFill/>
          <a:ln w="9525">
            <a:noFill/>
            <a:miter lim="800000"/>
            <a:headEnd/>
            <a:tailEnd/>
          </a:ln>
        </p:spPr>
      </p:pic>
      <p:sp>
        <p:nvSpPr>
          <p:cNvPr id="7" name="TextBox 6"/>
          <p:cNvSpPr txBox="1"/>
          <p:nvPr/>
        </p:nvSpPr>
        <p:spPr>
          <a:xfrm>
            <a:off x="2200275" y="6478588"/>
            <a:ext cx="4722813" cy="215900"/>
          </a:xfrm>
          <a:prstGeom prst="rect">
            <a:avLst/>
          </a:prstGeom>
          <a:noFill/>
        </p:spPr>
        <p:txBody>
          <a:bodyPr wrap="none">
            <a:spAutoFit/>
          </a:bodyPr>
          <a:lstStyle/>
          <a:p>
            <a:pPr algn="ctr">
              <a:defRPr/>
            </a:pPr>
            <a:r>
              <a:rPr lang="en-US" sz="800" dirty="0">
                <a:cs typeface="Arial" pitchFamily="34" charset="0"/>
              </a:rPr>
              <a:t>Privileged and Confidential..Copyright The Value Enablement Group, LLC 2009, All rights reserved.</a:t>
            </a:r>
          </a:p>
        </p:txBody>
      </p:sp>
      <p:sp>
        <p:nvSpPr>
          <p:cNvPr id="8" name="TextBox 7"/>
          <p:cNvSpPr txBox="1"/>
          <p:nvPr userDrawn="1"/>
        </p:nvSpPr>
        <p:spPr>
          <a:xfrm>
            <a:off x="2200275" y="6478588"/>
            <a:ext cx="4722813" cy="215900"/>
          </a:xfrm>
          <a:prstGeom prst="rect">
            <a:avLst/>
          </a:prstGeom>
          <a:noFill/>
        </p:spPr>
        <p:txBody>
          <a:bodyPr wrap="none">
            <a:spAutoFit/>
          </a:bodyPr>
          <a:lstStyle/>
          <a:p>
            <a:pPr algn="ctr" fontAlgn="auto">
              <a:spcBef>
                <a:spcPts val="0"/>
              </a:spcBef>
              <a:spcAft>
                <a:spcPts val="0"/>
              </a:spcAft>
              <a:defRPr/>
            </a:pPr>
            <a:r>
              <a:rPr lang="en-US" sz="800" dirty="0">
                <a:cs typeface="+mn-cs"/>
              </a:rPr>
              <a:t>Privileged and Confidential..Copyright The Value Enablement Group, LLC 2009, All rights reserved.</a:t>
            </a:r>
          </a:p>
        </p:txBody>
      </p: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9" name="Date Placeholder 3"/>
          <p:cNvSpPr>
            <a:spLocks noGrp="1"/>
          </p:cNvSpPr>
          <p:nvPr>
            <p:ph type="dt" sz="half" idx="10"/>
          </p:nvPr>
        </p:nvSpPr>
        <p:spPr/>
        <p:txBody>
          <a:bodyPr/>
          <a:lstStyle>
            <a:lvl1pPr algn="l">
              <a:defRPr/>
            </a:lvl1pPr>
          </a:lstStyle>
          <a:p>
            <a:pPr>
              <a:defRPr/>
            </a:pPr>
            <a:fld id="{B9F18F26-F0A7-4867-9B50-B61B56729298}" type="datetimeFigureOut">
              <a:rPr lang="en-US"/>
              <a:pPr>
                <a:defRPr/>
              </a:pPr>
              <a:t>12/13/2009</a:t>
            </a:fld>
            <a:endParaRPr lang="en-US"/>
          </a:p>
        </p:txBody>
      </p:sp>
      <p:sp>
        <p:nvSpPr>
          <p:cNvPr id="10" name="Footer Placeholder 4"/>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11" name="Slide Number Placeholder 5"/>
          <p:cNvSpPr>
            <a:spLocks noGrp="1"/>
          </p:cNvSpPr>
          <p:nvPr>
            <p:ph type="sldNum" sz="quarter" idx="12"/>
          </p:nvPr>
        </p:nvSpPr>
        <p:spPr/>
        <p:txBody>
          <a:bodyPr/>
          <a:lstStyle>
            <a:lvl1pPr algn="r">
              <a:defRPr/>
            </a:lvl1pPr>
          </a:lstStyle>
          <a:p>
            <a:pPr>
              <a:defRPr/>
            </a:pPr>
            <a:fld id="{69B1A13B-7143-457F-9A83-279316F5E1E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small VEG  logo.png"/>
          <p:cNvPicPr>
            <a:picLocks noChangeAspect="1"/>
          </p:cNvPicPr>
          <p:nvPr/>
        </p:nvPicPr>
        <p:blipFill>
          <a:blip r:embed="rId2" cstate="print"/>
          <a:srcRect/>
          <a:stretch>
            <a:fillRect/>
          </a:stretch>
        </p:blipFill>
        <p:spPr bwMode="auto">
          <a:xfrm>
            <a:off x="9525" y="0"/>
            <a:ext cx="3038475" cy="808038"/>
          </a:xfrm>
          <a:prstGeom prst="rect">
            <a:avLst/>
          </a:prstGeom>
          <a:noFill/>
          <a:ln w="9525">
            <a:noFill/>
            <a:miter lim="800000"/>
            <a:headEnd/>
            <a:tailEnd/>
          </a:ln>
        </p:spPr>
      </p:pic>
      <p:cxnSp>
        <p:nvCxnSpPr>
          <p:cNvPr id="5" name="Straight Connector 4"/>
          <p:cNvCxnSpPr/>
          <p:nvPr/>
        </p:nvCxnSpPr>
        <p:spPr>
          <a:xfrm>
            <a:off x="457200" y="1219200"/>
            <a:ext cx="8229600" cy="0"/>
          </a:xfrm>
          <a:prstGeom prst="line">
            <a:avLst/>
          </a:prstGeom>
          <a:ln w="82550" cap="rnd">
            <a:solidFill>
              <a:srgbClr val="216778"/>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200275" y="6478588"/>
            <a:ext cx="4722813" cy="215900"/>
          </a:xfrm>
          <a:prstGeom prst="rect">
            <a:avLst/>
          </a:prstGeom>
          <a:noFill/>
        </p:spPr>
        <p:txBody>
          <a:bodyPr wrap="none">
            <a:spAutoFit/>
          </a:bodyPr>
          <a:lstStyle/>
          <a:p>
            <a:pPr algn="ctr">
              <a:defRPr/>
            </a:pPr>
            <a:r>
              <a:rPr lang="en-US" sz="800" dirty="0">
                <a:cs typeface="Arial" pitchFamily="34" charset="0"/>
              </a:rPr>
              <a:t>Privileged and Confidential..Copyright The Value Enablement Group, LLC 2009, All rights reserved.</a:t>
            </a:r>
          </a:p>
        </p:txBody>
      </p:sp>
      <p:sp>
        <p:nvSpPr>
          <p:cNvPr id="2" name="Title 1"/>
          <p:cNvSpPr>
            <a:spLocks noGrp="1"/>
          </p:cNvSpPr>
          <p:nvPr>
            <p:ph type="title"/>
          </p:nvPr>
        </p:nvSpPr>
        <p:spPr>
          <a:xfrm>
            <a:off x="457200" y="762000"/>
            <a:ext cx="8229600" cy="350838"/>
          </a:xfrm>
        </p:spPr>
        <p:txBody>
          <a:bodyPr>
            <a:noAutofit/>
          </a:bodyPr>
          <a:lstStyle>
            <a:lvl1pPr>
              <a:defRPr sz="2800" b="1"/>
            </a:lvl1pPr>
          </a:lstStyle>
          <a:p>
            <a:r>
              <a:rPr lang="en-US" smtClean="0"/>
              <a:t>Click to edit Master title style</a:t>
            </a:r>
            <a:endParaRPr lang="en-US" dirty="0"/>
          </a:p>
        </p:txBody>
      </p:sp>
      <p:sp>
        <p:nvSpPr>
          <p:cNvPr id="3" name="Content Placeholder 2"/>
          <p:cNvSpPr>
            <a:spLocks noGrp="1"/>
          </p:cNvSpPr>
          <p:nvPr>
            <p:ph idx="1"/>
          </p:nvPr>
        </p:nvSpPr>
        <p:spPr>
          <a:xfrm>
            <a:off x="457200" y="1295400"/>
            <a:ext cx="8229600" cy="4830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lgn="l">
              <a:defRPr/>
            </a:lvl1pPr>
          </a:lstStyle>
          <a:p>
            <a:pPr>
              <a:defRPr/>
            </a:pPr>
            <a:fld id="{F4761283-92D1-465A-A9DE-39C1FE64F1B0}" type="datetimeFigureOut">
              <a:rPr lang="en-US"/>
              <a:pPr>
                <a:defRPr/>
              </a:pPr>
              <a:t>12/13/2009</a:t>
            </a:fld>
            <a:endParaRPr lang="en-US"/>
          </a:p>
        </p:txBody>
      </p:sp>
      <p:sp>
        <p:nvSpPr>
          <p:cNvPr id="8" name="Footer Placeholder 4"/>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9" name="Slide Number Placeholder 5"/>
          <p:cNvSpPr>
            <a:spLocks noGrp="1"/>
          </p:cNvSpPr>
          <p:nvPr>
            <p:ph type="sldNum" sz="quarter" idx="12"/>
          </p:nvPr>
        </p:nvSpPr>
        <p:spPr/>
        <p:txBody>
          <a:bodyPr/>
          <a:lstStyle>
            <a:lvl1pPr algn="r">
              <a:defRPr/>
            </a:lvl1pPr>
          </a:lstStyle>
          <a:p>
            <a:pPr>
              <a:defRPr/>
            </a:pPr>
            <a:fld id="{7EA57725-A5CD-4197-8D5F-07A59FCA787D}"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lgn="l">
              <a:defRPr/>
            </a:lvl1pPr>
          </a:lstStyle>
          <a:p>
            <a:pPr>
              <a:defRPr/>
            </a:pPr>
            <a:fld id="{5DB4570B-824E-4710-9FE7-4999F7678D30}" type="datetimeFigureOut">
              <a:rPr lang="en-US"/>
              <a:pPr>
                <a:defRPr/>
              </a:pPr>
              <a:t>12/13/2009</a:t>
            </a:fld>
            <a:endParaRPr lang="en-US"/>
          </a:p>
        </p:txBody>
      </p:sp>
      <p:sp>
        <p:nvSpPr>
          <p:cNvPr id="6" name="Footer Placeholder 5"/>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lgn="r">
              <a:defRPr/>
            </a:lvl1pPr>
          </a:lstStyle>
          <a:p>
            <a:pPr>
              <a:defRPr/>
            </a:pPr>
            <a:fld id="{8D5D752D-DB20-4E61-9C42-04CC536BC0A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lgn="l">
              <a:defRPr/>
            </a:lvl1pPr>
          </a:lstStyle>
          <a:p>
            <a:pPr>
              <a:defRPr/>
            </a:pPr>
            <a:fld id="{3118F216-1DCA-4CBA-98DA-01F0A8D357B0}" type="datetimeFigureOut">
              <a:rPr lang="en-US"/>
              <a:pPr>
                <a:defRPr/>
              </a:pPr>
              <a:t>12/13/2009</a:t>
            </a:fld>
            <a:endParaRPr lang="en-US"/>
          </a:p>
        </p:txBody>
      </p:sp>
      <p:sp>
        <p:nvSpPr>
          <p:cNvPr id="8" name="Footer Placeholder 7"/>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9" name="Slide Number Placeholder 8"/>
          <p:cNvSpPr>
            <a:spLocks noGrp="1"/>
          </p:cNvSpPr>
          <p:nvPr>
            <p:ph type="sldNum" sz="quarter" idx="12"/>
          </p:nvPr>
        </p:nvSpPr>
        <p:spPr/>
        <p:txBody>
          <a:bodyPr/>
          <a:lstStyle>
            <a:lvl1pPr algn="r">
              <a:defRPr/>
            </a:lvl1pPr>
          </a:lstStyle>
          <a:p>
            <a:pPr>
              <a:defRPr/>
            </a:pPr>
            <a:fld id="{86D9F4F0-59D6-4DAE-9DC1-E2C1EA9AEE6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lgn="l">
              <a:defRPr/>
            </a:lvl1pPr>
          </a:lstStyle>
          <a:p>
            <a:pPr>
              <a:defRPr/>
            </a:pPr>
            <a:fld id="{09276F0D-77EE-4E97-972A-77DC7C07586C}" type="datetimeFigureOut">
              <a:rPr lang="en-US"/>
              <a:pPr>
                <a:defRPr/>
              </a:pPr>
              <a:t>12/13/2009</a:t>
            </a:fld>
            <a:endParaRPr lang="en-US"/>
          </a:p>
        </p:txBody>
      </p:sp>
      <p:sp>
        <p:nvSpPr>
          <p:cNvPr id="4" name="Footer Placeholder 3"/>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5" name="Slide Number Placeholder 4"/>
          <p:cNvSpPr>
            <a:spLocks noGrp="1"/>
          </p:cNvSpPr>
          <p:nvPr>
            <p:ph type="sldNum" sz="quarter" idx="12"/>
          </p:nvPr>
        </p:nvSpPr>
        <p:spPr/>
        <p:txBody>
          <a:bodyPr/>
          <a:lstStyle>
            <a:lvl1pPr algn="r">
              <a:defRPr/>
            </a:lvl1pPr>
          </a:lstStyle>
          <a:p>
            <a:pPr>
              <a:defRPr/>
            </a:pPr>
            <a:fld id="{9F7AB826-232E-4629-97E5-A4AD76A0535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lgn="l">
              <a:defRPr/>
            </a:lvl1pPr>
          </a:lstStyle>
          <a:p>
            <a:pPr>
              <a:defRPr/>
            </a:pPr>
            <a:fld id="{D8403592-4301-49FE-AB1B-72F22E9A6758}" type="datetimeFigureOut">
              <a:rPr lang="en-US"/>
              <a:pPr>
                <a:defRPr/>
              </a:pPr>
              <a:t>12/13/2009</a:t>
            </a:fld>
            <a:endParaRPr lang="en-US"/>
          </a:p>
        </p:txBody>
      </p:sp>
      <p:sp>
        <p:nvSpPr>
          <p:cNvPr id="3" name="Footer Placeholder 2"/>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4" name="Slide Number Placeholder 3"/>
          <p:cNvSpPr>
            <a:spLocks noGrp="1"/>
          </p:cNvSpPr>
          <p:nvPr>
            <p:ph type="sldNum" sz="quarter" idx="12"/>
          </p:nvPr>
        </p:nvSpPr>
        <p:spPr/>
        <p:txBody>
          <a:bodyPr/>
          <a:lstStyle>
            <a:lvl1pPr algn="r">
              <a:defRPr/>
            </a:lvl1pPr>
          </a:lstStyle>
          <a:p>
            <a:pPr>
              <a:defRPr/>
            </a:pPr>
            <a:fld id="{100D9CA1-F449-4B62-9FEE-53124E9D81F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lgn="l">
              <a:defRPr/>
            </a:lvl1pPr>
          </a:lstStyle>
          <a:p>
            <a:pPr>
              <a:defRPr/>
            </a:pPr>
            <a:fld id="{90ED000F-6DD7-4B8F-B405-AB2F688E2F27}" type="datetimeFigureOut">
              <a:rPr lang="en-US"/>
              <a:pPr>
                <a:defRPr/>
              </a:pPr>
              <a:t>12/13/2009</a:t>
            </a:fld>
            <a:endParaRPr lang="en-US"/>
          </a:p>
        </p:txBody>
      </p:sp>
      <p:sp>
        <p:nvSpPr>
          <p:cNvPr id="6" name="Footer Placeholder 5"/>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lgn="r">
              <a:defRPr/>
            </a:lvl1pPr>
          </a:lstStyle>
          <a:p>
            <a:pPr>
              <a:defRPr/>
            </a:pPr>
            <a:fld id="{1EDD0FC1-BF73-4473-9C32-E5565BB691F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lgn="l">
              <a:defRPr/>
            </a:lvl1pPr>
          </a:lstStyle>
          <a:p>
            <a:pPr>
              <a:defRPr/>
            </a:pPr>
            <a:fld id="{A3246C29-74FE-4BDE-BB7E-48B722A004D5}" type="datetimeFigureOut">
              <a:rPr lang="en-US"/>
              <a:pPr>
                <a:defRPr/>
              </a:pPr>
              <a:t>12/13/2009</a:t>
            </a:fld>
            <a:endParaRPr lang="en-US"/>
          </a:p>
        </p:txBody>
      </p:sp>
      <p:sp>
        <p:nvSpPr>
          <p:cNvPr id="6" name="Footer Placeholder 5"/>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lgn="r">
              <a:defRPr/>
            </a:lvl1pPr>
          </a:lstStyle>
          <a:p>
            <a:pPr>
              <a:defRPr/>
            </a:pPr>
            <a:fld id="{D638F575-5C92-4641-AC7D-93565BB5F4E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lgn="l">
              <a:defRPr/>
            </a:lvl1pPr>
          </a:lstStyle>
          <a:p>
            <a:pPr>
              <a:defRPr/>
            </a:pPr>
            <a:fld id="{31E62F3E-EB45-4360-8B66-20490B5DFFFD}" type="datetimeFigureOut">
              <a:rPr lang="en-US"/>
              <a:pPr>
                <a:defRPr/>
              </a:pPr>
              <a:t>12/13/2009</a:t>
            </a:fld>
            <a:endParaRPr lang="en-US"/>
          </a:p>
        </p:txBody>
      </p:sp>
      <p:sp>
        <p:nvSpPr>
          <p:cNvPr id="5" name="Footer Placeholder 4"/>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lgn="r">
              <a:defRPr/>
            </a:lvl1pPr>
          </a:lstStyle>
          <a:p>
            <a:pPr>
              <a:defRPr/>
            </a:pPr>
            <a:fld id="{76879031-AAC8-4347-9B22-77655808634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lgn="l">
              <a:defRPr/>
            </a:lvl1pPr>
          </a:lstStyle>
          <a:p>
            <a:pPr>
              <a:defRPr/>
            </a:pPr>
            <a:fld id="{8B29E5D2-6DAA-4C51-856A-06DF7B1863BD}" type="datetimeFigureOut">
              <a:rPr lang="en-US"/>
              <a:pPr>
                <a:defRPr/>
              </a:pPr>
              <a:t>12/13/2009</a:t>
            </a:fld>
            <a:endParaRPr lang="en-US"/>
          </a:p>
        </p:txBody>
      </p:sp>
      <p:sp>
        <p:nvSpPr>
          <p:cNvPr id="5" name="Footer Placeholder 4"/>
          <p:cNvSpPr>
            <a:spLocks noGrp="1"/>
          </p:cNvSpPr>
          <p:nvPr>
            <p:ph type="ftr" sz="quarter" idx="11"/>
          </p:nvPr>
        </p:nvSpPr>
        <p:spPr/>
        <p:txBody>
          <a:bodyPr/>
          <a:lstStyle>
            <a:lvl1pPr>
              <a:defRPr>
                <a:solidFill>
                  <a:schemeClr val="tx1">
                    <a:tint val="7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lgn="r">
              <a:defRPr/>
            </a:lvl1pPr>
          </a:lstStyle>
          <a:p>
            <a:pPr>
              <a:defRPr/>
            </a:pPr>
            <a:fld id="{09003868-752D-4AF2-80DC-EFC2BFBF8C7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42C23AB1-A186-4D17-B0BE-DBDC6EFF55B7}" type="datetimeFigureOut">
              <a:rPr lang="en-US"/>
              <a:pPr>
                <a:defRPr/>
              </a:pPr>
              <a:t>12/13/2009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2">
                    <a:shade val="50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fld id="{F40CFA1D-0092-447C-A60E-2973D07A725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ctrTitle"/>
          </p:nvPr>
        </p:nvSpPr>
        <p:spPr>
          <a:xfrm>
            <a:off x="1447800" y="2133600"/>
            <a:ext cx="7239000" cy="1470025"/>
          </a:xfrm>
        </p:spPr>
        <p:txBody>
          <a:bodyPr/>
          <a:lstStyle/>
          <a:p>
            <a:pPr eaLnBrk="1" hangingPunct="1"/>
            <a:r>
              <a:rPr lang="en-US" b="1" dirty="0" smtClean="0"/>
              <a:t>Midwest Business Consortium</a:t>
            </a:r>
            <a:br>
              <a:rPr lang="en-US" b="1" dirty="0" smtClean="0"/>
            </a:br>
            <a:r>
              <a:rPr lang="en-US" b="1" dirty="0" smtClean="0"/>
              <a:t>(MBC)</a:t>
            </a:r>
          </a:p>
        </p:txBody>
      </p:sp>
      <p:grpSp>
        <p:nvGrpSpPr>
          <p:cNvPr id="4" name="Group 3"/>
          <p:cNvGrpSpPr>
            <a:grpSpLocks noChangeAspect="1"/>
          </p:cNvGrpSpPr>
          <p:nvPr/>
        </p:nvGrpSpPr>
        <p:grpSpPr>
          <a:xfrm>
            <a:off x="3429000" y="3655062"/>
            <a:ext cx="4114800" cy="2568325"/>
            <a:chOff x="914400" y="1752600"/>
            <a:chExt cx="7162800" cy="4470788"/>
          </a:xfrm>
        </p:grpSpPr>
        <p:pic>
          <p:nvPicPr>
            <p:cNvPr id="6" name="Picture 5" descr="words.png"/>
            <p:cNvPicPr>
              <a:picLocks noChangeAspect="1"/>
            </p:cNvPicPr>
            <p:nvPr/>
          </p:nvPicPr>
          <p:blipFill>
            <a:blip r:embed="rId3" cstate="print"/>
            <a:stretch>
              <a:fillRect/>
            </a:stretch>
          </p:blipFill>
          <p:spPr>
            <a:xfrm>
              <a:off x="914400" y="1752600"/>
              <a:ext cx="4684166" cy="4470788"/>
            </a:xfrm>
            <a:prstGeom prst="rect">
              <a:avLst/>
            </a:prstGeom>
          </p:spPr>
        </p:pic>
        <p:pic>
          <p:nvPicPr>
            <p:cNvPr id="7" name="Picture 6" descr="Vision 2020 Logo.png"/>
            <p:cNvPicPr>
              <a:picLocks noChangeAspect="1"/>
            </p:cNvPicPr>
            <p:nvPr/>
          </p:nvPicPr>
          <p:blipFill>
            <a:blip r:embed="rId4" cstate="print"/>
            <a:stretch>
              <a:fillRect/>
            </a:stretch>
          </p:blipFill>
          <p:spPr>
            <a:xfrm>
              <a:off x="1600200" y="2362200"/>
              <a:ext cx="3200664" cy="3200664"/>
            </a:xfrm>
            <a:prstGeom prst="rect">
              <a:avLst/>
            </a:prstGeom>
          </p:spPr>
        </p:pic>
        <p:graphicFrame>
          <p:nvGraphicFramePr>
            <p:cNvPr id="8" name="Diagram 7"/>
            <p:cNvGraphicFramePr/>
            <p:nvPr/>
          </p:nvGraphicFramePr>
          <p:xfrm>
            <a:off x="1600200" y="3083464"/>
            <a:ext cx="6477000" cy="19457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Rectangle 8"/>
            <p:cNvSpPr/>
            <p:nvPr/>
          </p:nvSpPr>
          <p:spPr>
            <a:xfrm>
              <a:off x="2210061" y="3524610"/>
              <a:ext cx="4841590" cy="1017942"/>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dirty="0" smtClean="0">
                  <a:ln w="11430"/>
                  <a:solidFill>
                    <a:schemeClr val="bg1">
                      <a:lumMod val="85000"/>
                    </a:schemeClr>
                  </a:solidFill>
                  <a:effectLst>
                    <a:outerShdw blurRad="50800" dist="39000" dir="5460000" algn="tl">
                      <a:srgbClr val="000000">
                        <a:alpha val="38000"/>
                      </a:srgbClr>
                    </a:outerShdw>
                  </a:effectLst>
                </a:rPr>
                <a:t>Driving Value</a:t>
              </a:r>
              <a:endParaRPr lang="en-US" sz="3200" b="1" cap="none" spc="0" dirty="0">
                <a:ln w="11430"/>
                <a:solidFill>
                  <a:schemeClr val="bg1">
                    <a:lumMod val="85000"/>
                  </a:schemeClr>
                </a:solidFill>
                <a:effectLst>
                  <a:outerShdw blurRad="50800" dist="39000" dir="5460000" algn="tl">
                    <a:srgbClr val="000000">
                      <a:alpha val="38000"/>
                    </a:srgbClr>
                  </a:outerShdw>
                </a:effectLst>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Proposal</a:t>
            </a:r>
            <a:endParaRPr lang="en-US" dirty="0"/>
          </a:p>
        </p:txBody>
      </p:sp>
      <p:sp>
        <p:nvSpPr>
          <p:cNvPr id="3" name="Content Placeholder 2"/>
          <p:cNvSpPr>
            <a:spLocks noGrp="1"/>
          </p:cNvSpPr>
          <p:nvPr>
            <p:ph idx="1"/>
          </p:nvPr>
        </p:nvSpPr>
        <p:spPr>
          <a:xfrm>
            <a:off x="457200" y="1295401"/>
            <a:ext cx="8229600" cy="2286000"/>
          </a:xfrm>
        </p:spPr>
        <p:txBody>
          <a:bodyPr/>
          <a:lstStyle/>
          <a:p>
            <a:pPr>
              <a:buNone/>
            </a:pPr>
            <a:endParaRPr lang="en-US" sz="1600" b="1" i="1" dirty="0" smtClean="0">
              <a:solidFill>
                <a:schemeClr val="tx2">
                  <a:lumMod val="75000"/>
                </a:schemeClr>
              </a:solidFill>
            </a:endParaRPr>
          </a:p>
          <a:p>
            <a:pPr marL="457200" lvl="1" indent="0">
              <a:buNone/>
            </a:pPr>
            <a:r>
              <a:rPr lang="en-US" b="1" i="1" dirty="0" smtClean="0">
                <a:solidFill>
                  <a:schemeClr val="tx2">
                    <a:lumMod val="75000"/>
                  </a:schemeClr>
                </a:solidFill>
                <a:latin typeface="Calibri" pitchFamily="34" charset="0"/>
                <a:cs typeface="Calibri" pitchFamily="34" charset="0"/>
              </a:rPr>
              <a:t>Implementing a value-driven platform that results in delivering value to customers &amp; communities, expanding the impact and relevancy of JVS, and increasing revenue potential for the JUF.   </a:t>
            </a:r>
          </a:p>
          <a:p>
            <a:pPr marL="457200" lvl="1" indent="0">
              <a:buNone/>
            </a:pPr>
            <a:endParaRPr lang="en-US" sz="2000" b="1" i="1" dirty="0" smtClean="0">
              <a:solidFill>
                <a:schemeClr val="tx2">
                  <a:lumMod val="75000"/>
                </a:schemeClr>
              </a:solidFill>
              <a:latin typeface="Calibri" pitchFamily="34" charset="0"/>
              <a:cs typeface="Calibri" pitchFamily="34" charset="0"/>
            </a:endParaRPr>
          </a:p>
          <a:p>
            <a:pPr>
              <a:buNone/>
            </a:pPr>
            <a:endParaRPr lang="en-US" sz="1600" b="1" i="1" dirty="0">
              <a:solidFill>
                <a:schemeClr val="tx2">
                  <a:lumMod val="75000"/>
                </a:schemeClr>
              </a:solidFill>
            </a:endParaRPr>
          </a:p>
        </p:txBody>
      </p:sp>
      <p:pic>
        <p:nvPicPr>
          <p:cNvPr id="1026" name="Picture 2"/>
          <p:cNvPicPr>
            <a:picLocks noChangeAspect="1" noChangeArrowheads="1"/>
          </p:cNvPicPr>
          <p:nvPr/>
        </p:nvPicPr>
        <p:blipFill>
          <a:blip r:embed="rId3" cstate="print"/>
          <a:srcRect/>
          <a:stretch>
            <a:fillRect/>
          </a:stretch>
        </p:blipFill>
        <p:spPr bwMode="auto">
          <a:xfrm>
            <a:off x="7239000" y="4800600"/>
            <a:ext cx="1382690" cy="1438275"/>
          </a:xfrm>
          <a:prstGeom prst="rect">
            <a:avLst/>
          </a:prstGeom>
          <a:noFill/>
          <a:ln w="9525">
            <a:noFill/>
            <a:miter lim="800000"/>
            <a:headEnd/>
            <a:tailEnd/>
          </a:ln>
        </p:spPr>
      </p:pic>
      <p:sp>
        <p:nvSpPr>
          <p:cNvPr id="5" name="Content Placeholder 2"/>
          <p:cNvSpPr txBox="1">
            <a:spLocks/>
          </p:cNvSpPr>
          <p:nvPr/>
        </p:nvSpPr>
        <p:spPr bwMode="auto">
          <a:xfrm>
            <a:off x="838200" y="3657600"/>
            <a:ext cx="6400800" cy="2590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457200" marR="0" lvl="1"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000" b="1" i="1" u="none" strike="noStrike" kern="1200" cap="none" spc="0" normalizeH="0" baseline="0" noProof="0" dirty="0" smtClean="0">
                <a:ln>
                  <a:noFill/>
                </a:ln>
                <a:effectLst/>
                <a:uLnTx/>
                <a:uFillTx/>
                <a:latin typeface="Calibri" pitchFamily="34" charset="0"/>
                <a:ea typeface="+mn-ea"/>
                <a:cs typeface="Calibri" pitchFamily="34" charset="0"/>
              </a:rPr>
              <a:t>Value-Driven platform deliverables include:</a:t>
            </a:r>
            <a:endParaRPr kumimoji="0" lang="en-US" sz="2400" b="1" i="0" u="none" strike="noStrike" kern="1200" cap="none" spc="0" normalizeH="0" baseline="0" noProof="0" dirty="0" smtClean="0">
              <a:ln>
                <a:noFill/>
              </a:ln>
              <a:effectLst/>
              <a:uLnTx/>
              <a:uFillTx/>
              <a:latin typeface="Calibri" pitchFamily="34" charset="0"/>
              <a:ea typeface="+mn-ea"/>
              <a:cs typeface="Calibri" pitchFamily="34" charset="0"/>
            </a:endParaRPr>
          </a:p>
          <a:p>
            <a:pPr marL="742950" marR="0" lvl="1" indent="-285750" algn="l" defTabSz="914400" rtl="0" eaLnBrk="0" fontAlgn="base" latinLnBrk="0" hangingPunct="0">
              <a:lnSpc>
                <a:spcPct val="100000"/>
              </a:lnSpc>
              <a:spcBef>
                <a:spcPct val="20000"/>
              </a:spcBef>
              <a:spcAft>
                <a:spcPct val="0"/>
              </a:spcAft>
              <a:buClrTx/>
              <a:buSzTx/>
              <a:buFont typeface="Wingdings" pitchFamily="2" charset="2"/>
              <a:buChar char="Ø"/>
              <a:tabLst/>
              <a:defRPr/>
            </a:pPr>
            <a:r>
              <a:rPr kumimoji="0" lang="en-US" sz="2000" b="1" i="0" u="none" strike="noStrike" kern="1200" cap="none" spc="0" normalizeH="0" baseline="0" noProof="0" dirty="0" smtClean="0">
                <a:ln>
                  <a:noFill/>
                </a:ln>
                <a:solidFill>
                  <a:schemeClr val="tx2"/>
                </a:solidFill>
                <a:effectLst/>
                <a:uLnTx/>
                <a:uFillTx/>
                <a:latin typeface="Calibri" pitchFamily="34" charset="0"/>
                <a:ea typeface="+mn-ea"/>
                <a:cs typeface="Calibri" pitchFamily="34" charset="0"/>
              </a:rPr>
              <a:t>Providing jobs </a:t>
            </a:r>
            <a:r>
              <a:rPr kumimoji="0" lang="en-US" sz="2000" b="1" i="0" u="none" strike="noStrike" kern="1200" cap="none" spc="0" normalizeH="0" baseline="0" noProof="0" dirty="0" smtClean="0">
                <a:ln>
                  <a:noFill/>
                </a:ln>
                <a:solidFill>
                  <a:schemeClr val="tx1"/>
                </a:solidFill>
                <a:effectLst/>
                <a:uLnTx/>
                <a:uFillTx/>
                <a:latin typeface="Calibri" pitchFamily="34" charset="0"/>
                <a:ea typeface="+mn-ea"/>
                <a:cs typeface="Calibri" pitchFamily="34" charset="0"/>
              </a:rPr>
              <a:t>for local economies.</a:t>
            </a:r>
          </a:p>
          <a:p>
            <a:pPr marL="742950" marR="0" lvl="1" indent="-285750" algn="l" defTabSz="914400" rtl="0" eaLnBrk="0" fontAlgn="base" latinLnBrk="0" hangingPunct="0">
              <a:lnSpc>
                <a:spcPct val="100000"/>
              </a:lnSpc>
              <a:spcBef>
                <a:spcPct val="20000"/>
              </a:spcBef>
              <a:spcAft>
                <a:spcPct val="0"/>
              </a:spcAft>
              <a:buClrTx/>
              <a:buSzTx/>
              <a:buFont typeface="Wingdings" pitchFamily="2" charset="2"/>
              <a:buChar char="Ø"/>
              <a:tabLst/>
              <a:defRPr/>
            </a:pPr>
            <a:r>
              <a:rPr kumimoji="0" lang="en-US" sz="2000" b="1" i="0" u="none" strike="noStrike" kern="1200" cap="none" spc="0" normalizeH="0" baseline="0" noProof="0" dirty="0" smtClean="0">
                <a:ln>
                  <a:noFill/>
                </a:ln>
                <a:solidFill>
                  <a:schemeClr val="tx2"/>
                </a:solidFill>
                <a:effectLst/>
                <a:uLnTx/>
                <a:uFillTx/>
                <a:latin typeface="Calibri" pitchFamily="34" charset="0"/>
                <a:ea typeface="ＭＳ Ｐゴシック" pitchFamily="34" charset="-128"/>
                <a:cs typeface="Calibri" pitchFamily="34" charset="0"/>
              </a:rPr>
              <a:t>Driving innovation &amp; collaboration </a:t>
            </a:r>
            <a:r>
              <a:rPr kumimoji="0" lang="en-US" sz="2000" b="1" i="0" u="none" strike="noStrike" kern="1200" cap="none" spc="0" normalizeH="0" baseline="0" noProof="0" dirty="0" smtClean="0">
                <a:ln>
                  <a:noFill/>
                </a:ln>
                <a:solidFill>
                  <a:schemeClr val="tx1"/>
                </a:solidFill>
                <a:effectLst/>
                <a:uLnTx/>
                <a:uFillTx/>
                <a:latin typeface="Calibri" pitchFamily="34" charset="0"/>
                <a:ea typeface="ＭＳ Ｐゴシック" pitchFamily="34" charset="-128"/>
                <a:cs typeface="Calibri" pitchFamily="34" charset="0"/>
              </a:rPr>
              <a:t>amongst small business owners and entrepreneurs in communities.</a:t>
            </a:r>
          </a:p>
          <a:p>
            <a:pPr marL="742950" lvl="1" indent="-285750" eaLnBrk="0" hangingPunct="0">
              <a:spcBef>
                <a:spcPct val="20000"/>
              </a:spcBef>
              <a:buFont typeface="Wingdings" pitchFamily="2" charset="2"/>
              <a:buChar char="Ø"/>
            </a:pPr>
            <a:r>
              <a:rPr lang="en-US" sz="2000" b="1" dirty="0" smtClean="0">
                <a:solidFill>
                  <a:schemeClr val="tx2"/>
                </a:solidFill>
                <a:latin typeface="Calibri" pitchFamily="34" charset="0"/>
                <a:ea typeface="ＭＳ Ｐゴシック" pitchFamily="34" charset="-128"/>
                <a:cs typeface="Calibri" pitchFamily="34" charset="0"/>
              </a:rPr>
              <a:t>Building a sustainable pipeline </a:t>
            </a:r>
            <a:r>
              <a:rPr lang="en-US" sz="2000" b="1" dirty="0" smtClean="0">
                <a:latin typeface="Calibri" pitchFamily="34" charset="0"/>
                <a:ea typeface="ＭＳ Ｐゴシック" pitchFamily="34" charset="-128"/>
                <a:cs typeface="Calibri" pitchFamily="34" charset="0"/>
              </a:rPr>
              <a:t>of opportunities for delivering new </a:t>
            </a:r>
            <a:r>
              <a:rPr kumimoji="0" lang="en-US" sz="2000" b="1" i="0" u="none" strike="noStrike" kern="1200" cap="none" spc="0" normalizeH="0" baseline="0" noProof="0" dirty="0" smtClean="0">
                <a:ln>
                  <a:noFill/>
                </a:ln>
                <a:solidFill>
                  <a:schemeClr val="tx1"/>
                </a:solidFill>
                <a:effectLst/>
                <a:uLnTx/>
                <a:uFillTx/>
                <a:latin typeface="Calibri" pitchFamily="34" charset="0"/>
                <a:ea typeface="ＭＳ Ｐゴシック" pitchFamily="34" charset="-128"/>
                <a:cs typeface="Calibri" pitchFamily="34" charset="0"/>
              </a:rPr>
              <a:t>products &amp; services</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1600" b="1" i="1" u="none" strike="noStrike" kern="1200" cap="none" spc="0" normalizeH="0" baseline="0" noProof="0" dirty="0">
              <a:ln>
                <a:noFill/>
              </a:ln>
              <a:solidFill>
                <a:schemeClr val="tx2">
                  <a:lumMod val="75000"/>
                </a:schemeClr>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a:t>
            </a:r>
            <a:endParaRPr lang="en-US" dirty="0"/>
          </a:p>
        </p:txBody>
      </p:sp>
      <p:grpSp>
        <p:nvGrpSpPr>
          <p:cNvPr id="5" name="Group 17"/>
          <p:cNvGrpSpPr/>
          <p:nvPr/>
        </p:nvGrpSpPr>
        <p:grpSpPr>
          <a:xfrm>
            <a:off x="1219200" y="1524000"/>
            <a:ext cx="7010400" cy="4876800"/>
            <a:chOff x="1756811" y="685800"/>
            <a:chExt cx="5630378" cy="5335554"/>
          </a:xfrm>
          <a:effectLst>
            <a:outerShdw blurRad="190500" dist="190500" dir="2700000" algn="tl" rotWithShape="0">
              <a:prstClr val="black">
                <a:alpha val="20000"/>
              </a:prstClr>
            </a:outerShdw>
          </a:effectLst>
        </p:grpSpPr>
        <p:sp>
          <p:nvSpPr>
            <p:cNvPr id="33" name="Freeform 5"/>
            <p:cNvSpPr>
              <a:spLocks/>
            </p:cNvSpPr>
            <p:nvPr/>
          </p:nvSpPr>
          <p:spPr bwMode="auto">
            <a:xfrm>
              <a:off x="1756811" y="685800"/>
              <a:ext cx="2815189" cy="3430931"/>
            </a:xfrm>
            <a:custGeom>
              <a:avLst/>
              <a:gdLst/>
              <a:ahLst/>
              <a:cxnLst>
                <a:cxn ang="0">
                  <a:pos x="1296" y="2160"/>
                </a:cxn>
                <a:cxn ang="0">
                  <a:pos x="1234" y="2182"/>
                </a:cxn>
                <a:cxn ang="0">
                  <a:pos x="1188" y="2220"/>
                </a:cxn>
                <a:cxn ang="0">
                  <a:pos x="1162" y="2268"/>
                </a:cxn>
                <a:cxn ang="0">
                  <a:pos x="1160" y="2310"/>
                </a:cxn>
                <a:cxn ang="0">
                  <a:pos x="1192" y="2372"/>
                </a:cxn>
                <a:cxn ang="0">
                  <a:pos x="1254" y="2450"/>
                </a:cxn>
                <a:cxn ang="0">
                  <a:pos x="1264" y="2492"/>
                </a:cxn>
                <a:cxn ang="0">
                  <a:pos x="1250" y="2546"/>
                </a:cxn>
                <a:cxn ang="0">
                  <a:pos x="1210" y="2590"/>
                </a:cxn>
                <a:cxn ang="0">
                  <a:pos x="1152" y="2620"/>
                </a:cxn>
                <a:cxn ang="0">
                  <a:pos x="1080" y="2630"/>
                </a:cxn>
                <a:cxn ang="0">
                  <a:pos x="1024" y="2624"/>
                </a:cxn>
                <a:cxn ang="0">
                  <a:pos x="962" y="2598"/>
                </a:cxn>
                <a:cxn ang="0">
                  <a:pos x="918" y="2558"/>
                </a:cxn>
                <a:cxn ang="0">
                  <a:pos x="896" y="2506"/>
                </a:cxn>
                <a:cxn ang="0">
                  <a:pos x="900" y="2464"/>
                </a:cxn>
                <a:cxn ang="0">
                  <a:pos x="948" y="2394"/>
                </a:cxn>
                <a:cxn ang="0">
                  <a:pos x="996" y="2324"/>
                </a:cxn>
                <a:cxn ang="0">
                  <a:pos x="1000" y="2280"/>
                </a:cxn>
                <a:cxn ang="0">
                  <a:pos x="980" y="2230"/>
                </a:cxn>
                <a:cxn ang="0">
                  <a:pos x="938" y="2190"/>
                </a:cxn>
                <a:cxn ang="0">
                  <a:pos x="880" y="2164"/>
                </a:cxn>
                <a:cxn ang="0">
                  <a:pos x="0" y="2156"/>
                </a:cxn>
                <a:cxn ang="0">
                  <a:pos x="2158" y="836"/>
                </a:cxn>
                <a:cxn ang="0">
                  <a:pos x="2144" y="900"/>
                </a:cxn>
                <a:cxn ang="0">
                  <a:pos x="2114" y="952"/>
                </a:cxn>
                <a:cxn ang="0">
                  <a:pos x="2072" y="986"/>
                </a:cxn>
                <a:cxn ang="0">
                  <a:pos x="2020" y="1000"/>
                </a:cxn>
                <a:cxn ang="0">
                  <a:pos x="1980" y="990"/>
                </a:cxn>
                <a:cxn ang="0">
                  <a:pos x="1900" y="926"/>
                </a:cxn>
                <a:cxn ang="0">
                  <a:pos x="1838" y="894"/>
                </a:cxn>
                <a:cxn ang="0">
                  <a:pos x="1796" y="898"/>
                </a:cxn>
                <a:cxn ang="0">
                  <a:pos x="1746" y="926"/>
                </a:cxn>
                <a:cxn ang="0">
                  <a:pos x="1708" y="974"/>
                </a:cxn>
                <a:cxn ang="0">
                  <a:pos x="1688" y="1040"/>
                </a:cxn>
                <a:cxn ang="0">
                  <a:pos x="1686" y="1096"/>
                </a:cxn>
                <a:cxn ang="0">
                  <a:pos x="1702" y="1166"/>
                </a:cxn>
                <a:cxn ang="0">
                  <a:pos x="1736" y="1220"/>
                </a:cxn>
                <a:cxn ang="0">
                  <a:pos x="1782" y="1254"/>
                </a:cxn>
                <a:cxn ang="0">
                  <a:pos x="1824" y="1262"/>
                </a:cxn>
                <a:cxn ang="0">
                  <a:pos x="1878" y="1246"/>
                </a:cxn>
                <a:cxn ang="0">
                  <a:pos x="1966" y="1174"/>
                </a:cxn>
                <a:cxn ang="0">
                  <a:pos x="2020" y="1158"/>
                </a:cxn>
                <a:cxn ang="0">
                  <a:pos x="2060" y="1164"/>
                </a:cxn>
                <a:cxn ang="0">
                  <a:pos x="2104" y="1194"/>
                </a:cxn>
                <a:cxn ang="0">
                  <a:pos x="2144" y="1256"/>
                </a:cxn>
                <a:cxn ang="0">
                  <a:pos x="2158" y="1330"/>
                </a:cxn>
              </a:cxnLst>
              <a:rect l="0" t="0" r="r" b="b"/>
              <a:pathLst>
                <a:path w="2158" h="2630">
                  <a:moveTo>
                    <a:pt x="1330" y="2156"/>
                  </a:moveTo>
                  <a:lnTo>
                    <a:pt x="1330" y="2156"/>
                  </a:lnTo>
                  <a:lnTo>
                    <a:pt x="1312" y="2158"/>
                  </a:lnTo>
                  <a:lnTo>
                    <a:pt x="1296" y="2160"/>
                  </a:lnTo>
                  <a:lnTo>
                    <a:pt x="1280" y="2164"/>
                  </a:lnTo>
                  <a:lnTo>
                    <a:pt x="1264" y="2170"/>
                  </a:lnTo>
                  <a:lnTo>
                    <a:pt x="1248" y="2176"/>
                  </a:lnTo>
                  <a:lnTo>
                    <a:pt x="1234" y="2182"/>
                  </a:lnTo>
                  <a:lnTo>
                    <a:pt x="1220" y="2190"/>
                  </a:lnTo>
                  <a:lnTo>
                    <a:pt x="1208" y="2200"/>
                  </a:lnTo>
                  <a:lnTo>
                    <a:pt x="1198" y="2210"/>
                  </a:lnTo>
                  <a:lnTo>
                    <a:pt x="1188" y="2220"/>
                  </a:lnTo>
                  <a:lnTo>
                    <a:pt x="1180" y="2230"/>
                  </a:lnTo>
                  <a:lnTo>
                    <a:pt x="1172" y="2242"/>
                  </a:lnTo>
                  <a:lnTo>
                    <a:pt x="1166" y="2254"/>
                  </a:lnTo>
                  <a:lnTo>
                    <a:pt x="1162" y="2268"/>
                  </a:lnTo>
                  <a:lnTo>
                    <a:pt x="1160" y="2280"/>
                  </a:lnTo>
                  <a:lnTo>
                    <a:pt x="1158" y="2294"/>
                  </a:lnTo>
                  <a:lnTo>
                    <a:pt x="1158" y="2294"/>
                  </a:lnTo>
                  <a:lnTo>
                    <a:pt x="1160" y="2310"/>
                  </a:lnTo>
                  <a:lnTo>
                    <a:pt x="1164" y="2324"/>
                  </a:lnTo>
                  <a:lnTo>
                    <a:pt x="1168" y="2336"/>
                  </a:lnTo>
                  <a:lnTo>
                    <a:pt x="1176" y="2348"/>
                  </a:lnTo>
                  <a:lnTo>
                    <a:pt x="1192" y="2372"/>
                  </a:lnTo>
                  <a:lnTo>
                    <a:pt x="1212" y="2394"/>
                  </a:lnTo>
                  <a:lnTo>
                    <a:pt x="1230" y="2416"/>
                  </a:lnTo>
                  <a:lnTo>
                    <a:pt x="1248" y="2438"/>
                  </a:lnTo>
                  <a:lnTo>
                    <a:pt x="1254" y="2450"/>
                  </a:lnTo>
                  <a:lnTo>
                    <a:pt x="1260" y="2464"/>
                  </a:lnTo>
                  <a:lnTo>
                    <a:pt x="1262" y="2478"/>
                  </a:lnTo>
                  <a:lnTo>
                    <a:pt x="1264" y="2492"/>
                  </a:lnTo>
                  <a:lnTo>
                    <a:pt x="1264" y="2492"/>
                  </a:lnTo>
                  <a:lnTo>
                    <a:pt x="1264" y="2506"/>
                  </a:lnTo>
                  <a:lnTo>
                    <a:pt x="1260" y="2520"/>
                  </a:lnTo>
                  <a:lnTo>
                    <a:pt x="1256" y="2534"/>
                  </a:lnTo>
                  <a:lnTo>
                    <a:pt x="1250" y="2546"/>
                  </a:lnTo>
                  <a:lnTo>
                    <a:pt x="1242" y="2558"/>
                  </a:lnTo>
                  <a:lnTo>
                    <a:pt x="1232" y="2570"/>
                  </a:lnTo>
                  <a:lnTo>
                    <a:pt x="1222" y="2580"/>
                  </a:lnTo>
                  <a:lnTo>
                    <a:pt x="1210" y="2590"/>
                  </a:lnTo>
                  <a:lnTo>
                    <a:pt x="1196" y="2598"/>
                  </a:lnTo>
                  <a:lnTo>
                    <a:pt x="1182" y="2606"/>
                  </a:lnTo>
                  <a:lnTo>
                    <a:pt x="1168" y="2614"/>
                  </a:lnTo>
                  <a:lnTo>
                    <a:pt x="1152" y="2620"/>
                  </a:lnTo>
                  <a:lnTo>
                    <a:pt x="1134" y="2624"/>
                  </a:lnTo>
                  <a:lnTo>
                    <a:pt x="1116" y="2628"/>
                  </a:lnTo>
                  <a:lnTo>
                    <a:pt x="1098" y="2630"/>
                  </a:lnTo>
                  <a:lnTo>
                    <a:pt x="1080" y="2630"/>
                  </a:lnTo>
                  <a:lnTo>
                    <a:pt x="1080" y="2630"/>
                  </a:lnTo>
                  <a:lnTo>
                    <a:pt x="1060" y="2630"/>
                  </a:lnTo>
                  <a:lnTo>
                    <a:pt x="1042" y="2628"/>
                  </a:lnTo>
                  <a:lnTo>
                    <a:pt x="1024" y="2624"/>
                  </a:lnTo>
                  <a:lnTo>
                    <a:pt x="1008" y="2620"/>
                  </a:lnTo>
                  <a:lnTo>
                    <a:pt x="992" y="2614"/>
                  </a:lnTo>
                  <a:lnTo>
                    <a:pt x="976" y="2606"/>
                  </a:lnTo>
                  <a:lnTo>
                    <a:pt x="962" y="2598"/>
                  </a:lnTo>
                  <a:lnTo>
                    <a:pt x="950" y="2590"/>
                  </a:lnTo>
                  <a:lnTo>
                    <a:pt x="938" y="2580"/>
                  </a:lnTo>
                  <a:lnTo>
                    <a:pt x="926" y="2570"/>
                  </a:lnTo>
                  <a:lnTo>
                    <a:pt x="918" y="2558"/>
                  </a:lnTo>
                  <a:lnTo>
                    <a:pt x="910" y="2546"/>
                  </a:lnTo>
                  <a:lnTo>
                    <a:pt x="904" y="2534"/>
                  </a:lnTo>
                  <a:lnTo>
                    <a:pt x="900" y="2520"/>
                  </a:lnTo>
                  <a:lnTo>
                    <a:pt x="896" y="2506"/>
                  </a:lnTo>
                  <a:lnTo>
                    <a:pt x="896" y="2492"/>
                  </a:lnTo>
                  <a:lnTo>
                    <a:pt x="896" y="2492"/>
                  </a:lnTo>
                  <a:lnTo>
                    <a:pt x="896" y="2478"/>
                  </a:lnTo>
                  <a:lnTo>
                    <a:pt x="900" y="2464"/>
                  </a:lnTo>
                  <a:lnTo>
                    <a:pt x="906" y="2450"/>
                  </a:lnTo>
                  <a:lnTo>
                    <a:pt x="912" y="2438"/>
                  </a:lnTo>
                  <a:lnTo>
                    <a:pt x="928" y="2416"/>
                  </a:lnTo>
                  <a:lnTo>
                    <a:pt x="948" y="2394"/>
                  </a:lnTo>
                  <a:lnTo>
                    <a:pt x="968" y="2372"/>
                  </a:lnTo>
                  <a:lnTo>
                    <a:pt x="984" y="2348"/>
                  </a:lnTo>
                  <a:lnTo>
                    <a:pt x="990" y="2336"/>
                  </a:lnTo>
                  <a:lnTo>
                    <a:pt x="996" y="2324"/>
                  </a:lnTo>
                  <a:lnTo>
                    <a:pt x="1000" y="2310"/>
                  </a:lnTo>
                  <a:lnTo>
                    <a:pt x="1000" y="2294"/>
                  </a:lnTo>
                  <a:lnTo>
                    <a:pt x="1000" y="2294"/>
                  </a:lnTo>
                  <a:lnTo>
                    <a:pt x="1000" y="2280"/>
                  </a:lnTo>
                  <a:lnTo>
                    <a:pt x="998" y="2268"/>
                  </a:lnTo>
                  <a:lnTo>
                    <a:pt x="992" y="2254"/>
                  </a:lnTo>
                  <a:lnTo>
                    <a:pt x="988" y="2242"/>
                  </a:lnTo>
                  <a:lnTo>
                    <a:pt x="980" y="2230"/>
                  </a:lnTo>
                  <a:lnTo>
                    <a:pt x="972" y="2220"/>
                  </a:lnTo>
                  <a:lnTo>
                    <a:pt x="962" y="2210"/>
                  </a:lnTo>
                  <a:lnTo>
                    <a:pt x="950" y="2200"/>
                  </a:lnTo>
                  <a:lnTo>
                    <a:pt x="938" y="2190"/>
                  </a:lnTo>
                  <a:lnTo>
                    <a:pt x="926" y="2182"/>
                  </a:lnTo>
                  <a:lnTo>
                    <a:pt x="910" y="2176"/>
                  </a:lnTo>
                  <a:lnTo>
                    <a:pt x="896" y="2170"/>
                  </a:lnTo>
                  <a:lnTo>
                    <a:pt x="880" y="2164"/>
                  </a:lnTo>
                  <a:lnTo>
                    <a:pt x="864" y="2160"/>
                  </a:lnTo>
                  <a:lnTo>
                    <a:pt x="846" y="2158"/>
                  </a:lnTo>
                  <a:lnTo>
                    <a:pt x="828" y="2156"/>
                  </a:lnTo>
                  <a:lnTo>
                    <a:pt x="0" y="2156"/>
                  </a:lnTo>
                  <a:lnTo>
                    <a:pt x="0" y="0"/>
                  </a:lnTo>
                  <a:lnTo>
                    <a:pt x="2158" y="0"/>
                  </a:lnTo>
                  <a:lnTo>
                    <a:pt x="2158" y="826"/>
                  </a:lnTo>
                  <a:lnTo>
                    <a:pt x="2158" y="836"/>
                  </a:lnTo>
                  <a:lnTo>
                    <a:pt x="2158" y="836"/>
                  </a:lnTo>
                  <a:lnTo>
                    <a:pt x="2156" y="852"/>
                  </a:lnTo>
                  <a:lnTo>
                    <a:pt x="2154" y="868"/>
                  </a:lnTo>
                  <a:lnTo>
                    <a:pt x="2144" y="900"/>
                  </a:lnTo>
                  <a:lnTo>
                    <a:pt x="2138" y="914"/>
                  </a:lnTo>
                  <a:lnTo>
                    <a:pt x="2130" y="928"/>
                  </a:lnTo>
                  <a:lnTo>
                    <a:pt x="2122" y="940"/>
                  </a:lnTo>
                  <a:lnTo>
                    <a:pt x="2114" y="952"/>
                  </a:lnTo>
                  <a:lnTo>
                    <a:pt x="2104" y="962"/>
                  </a:lnTo>
                  <a:lnTo>
                    <a:pt x="2094" y="972"/>
                  </a:lnTo>
                  <a:lnTo>
                    <a:pt x="2082" y="980"/>
                  </a:lnTo>
                  <a:lnTo>
                    <a:pt x="2072" y="986"/>
                  </a:lnTo>
                  <a:lnTo>
                    <a:pt x="2060" y="992"/>
                  </a:lnTo>
                  <a:lnTo>
                    <a:pt x="2046" y="996"/>
                  </a:lnTo>
                  <a:lnTo>
                    <a:pt x="2034" y="998"/>
                  </a:lnTo>
                  <a:lnTo>
                    <a:pt x="2020" y="1000"/>
                  </a:lnTo>
                  <a:lnTo>
                    <a:pt x="2020" y="1000"/>
                  </a:lnTo>
                  <a:lnTo>
                    <a:pt x="2006" y="998"/>
                  </a:lnTo>
                  <a:lnTo>
                    <a:pt x="1992" y="994"/>
                  </a:lnTo>
                  <a:lnTo>
                    <a:pt x="1980" y="990"/>
                  </a:lnTo>
                  <a:lnTo>
                    <a:pt x="1966" y="982"/>
                  </a:lnTo>
                  <a:lnTo>
                    <a:pt x="1944" y="966"/>
                  </a:lnTo>
                  <a:lnTo>
                    <a:pt x="1922" y="946"/>
                  </a:lnTo>
                  <a:lnTo>
                    <a:pt x="1900" y="926"/>
                  </a:lnTo>
                  <a:lnTo>
                    <a:pt x="1878" y="910"/>
                  </a:lnTo>
                  <a:lnTo>
                    <a:pt x="1864" y="904"/>
                  </a:lnTo>
                  <a:lnTo>
                    <a:pt x="1852" y="898"/>
                  </a:lnTo>
                  <a:lnTo>
                    <a:pt x="1838" y="894"/>
                  </a:lnTo>
                  <a:lnTo>
                    <a:pt x="1824" y="894"/>
                  </a:lnTo>
                  <a:lnTo>
                    <a:pt x="1824" y="894"/>
                  </a:lnTo>
                  <a:lnTo>
                    <a:pt x="1808" y="894"/>
                  </a:lnTo>
                  <a:lnTo>
                    <a:pt x="1796" y="898"/>
                  </a:lnTo>
                  <a:lnTo>
                    <a:pt x="1782" y="902"/>
                  </a:lnTo>
                  <a:lnTo>
                    <a:pt x="1770" y="908"/>
                  </a:lnTo>
                  <a:lnTo>
                    <a:pt x="1758" y="916"/>
                  </a:lnTo>
                  <a:lnTo>
                    <a:pt x="1746" y="926"/>
                  </a:lnTo>
                  <a:lnTo>
                    <a:pt x="1736" y="936"/>
                  </a:lnTo>
                  <a:lnTo>
                    <a:pt x="1726" y="948"/>
                  </a:lnTo>
                  <a:lnTo>
                    <a:pt x="1716" y="960"/>
                  </a:lnTo>
                  <a:lnTo>
                    <a:pt x="1708" y="974"/>
                  </a:lnTo>
                  <a:lnTo>
                    <a:pt x="1702" y="990"/>
                  </a:lnTo>
                  <a:lnTo>
                    <a:pt x="1696" y="1006"/>
                  </a:lnTo>
                  <a:lnTo>
                    <a:pt x="1690" y="1024"/>
                  </a:lnTo>
                  <a:lnTo>
                    <a:pt x="1688" y="1040"/>
                  </a:lnTo>
                  <a:lnTo>
                    <a:pt x="1686" y="1060"/>
                  </a:lnTo>
                  <a:lnTo>
                    <a:pt x="1684" y="1078"/>
                  </a:lnTo>
                  <a:lnTo>
                    <a:pt x="1684" y="1078"/>
                  </a:lnTo>
                  <a:lnTo>
                    <a:pt x="1686" y="1096"/>
                  </a:lnTo>
                  <a:lnTo>
                    <a:pt x="1688" y="1116"/>
                  </a:lnTo>
                  <a:lnTo>
                    <a:pt x="1690" y="1132"/>
                  </a:lnTo>
                  <a:lnTo>
                    <a:pt x="1696" y="1150"/>
                  </a:lnTo>
                  <a:lnTo>
                    <a:pt x="1702" y="1166"/>
                  </a:lnTo>
                  <a:lnTo>
                    <a:pt x="1708" y="1182"/>
                  </a:lnTo>
                  <a:lnTo>
                    <a:pt x="1716" y="1196"/>
                  </a:lnTo>
                  <a:lnTo>
                    <a:pt x="1726" y="1208"/>
                  </a:lnTo>
                  <a:lnTo>
                    <a:pt x="1736" y="1220"/>
                  </a:lnTo>
                  <a:lnTo>
                    <a:pt x="1746" y="1232"/>
                  </a:lnTo>
                  <a:lnTo>
                    <a:pt x="1758" y="1240"/>
                  </a:lnTo>
                  <a:lnTo>
                    <a:pt x="1770" y="1248"/>
                  </a:lnTo>
                  <a:lnTo>
                    <a:pt x="1782" y="1254"/>
                  </a:lnTo>
                  <a:lnTo>
                    <a:pt x="1796" y="1258"/>
                  </a:lnTo>
                  <a:lnTo>
                    <a:pt x="1808" y="1262"/>
                  </a:lnTo>
                  <a:lnTo>
                    <a:pt x="1824" y="1262"/>
                  </a:lnTo>
                  <a:lnTo>
                    <a:pt x="1824" y="1262"/>
                  </a:lnTo>
                  <a:lnTo>
                    <a:pt x="1838" y="1262"/>
                  </a:lnTo>
                  <a:lnTo>
                    <a:pt x="1852" y="1258"/>
                  </a:lnTo>
                  <a:lnTo>
                    <a:pt x="1864" y="1252"/>
                  </a:lnTo>
                  <a:lnTo>
                    <a:pt x="1878" y="1246"/>
                  </a:lnTo>
                  <a:lnTo>
                    <a:pt x="1900" y="1230"/>
                  </a:lnTo>
                  <a:lnTo>
                    <a:pt x="1922" y="1210"/>
                  </a:lnTo>
                  <a:lnTo>
                    <a:pt x="1944" y="1190"/>
                  </a:lnTo>
                  <a:lnTo>
                    <a:pt x="1966" y="1174"/>
                  </a:lnTo>
                  <a:lnTo>
                    <a:pt x="1980" y="1166"/>
                  </a:lnTo>
                  <a:lnTo>
                    <a:pt x="1992" y="1162"/>
                  </a:lnTo>
                  <a:lnTo>
                    <a:pt x="2006" y="1158"/>
                  </a:lnTo>
                  <a:lnTo>
                    <a:pt x="2020" y="1158"/>
                  </a:lnTo>
                  <a:lnTo>
                    <a:pt x="2020" y="1158"/>
                  </a:lnTo>
                  <a:lnTo>
                    <a:pt x="2034" y="1158"/>
                  </a:lnTo>
                  <a:lnTo>
                    <a:pt x="2046" y="1160"/>
                  </a:lnTo>
                  <a:lnTo>
                    <a:pt x="2060" y="1164"/>
                  </a:lnTo>
                  <a:lnTo>
                    <a:pt x="2072" y="1170"/>
                  </a:lnTo>
                  <a:lnTo>
                    <a:pt x="2082" y="1176"/>
                  </a:lnTo>
                  <a:lnTo>
                    <a:pt x="2094" y="1184"/>
                  </a:lnTo>
                  <a:lnTo>
                    <a:pt x="2104" y="1194"/>
                  </a:lnTo>
                  <a:lnTo>
                    <a:pt x="2114" y="1204"/>
                  </a:lnTo>
                  <a:lnTo>
                    <a:pt x="2122" y="1216"/>
                  </a:lnTo>
                  <a:lnTo>
                    <a:pt x="2130" y="1228"/>
                  </a:lnTo>
                  <a:lnTo>
                    <a:pt x="2144" y="1256"/>
                  </a:lnTo>
                  <a:lnTo>
                    <a:pt x="2154" y="1288"/>
                  </a:lnTo>
                  <a:lnTo>
                    <a:pt x="2156" y="1304"/>
                  </a:lnTo>
                  <a:lnTo>
                    <a:pt x="2158" y="1320"/>
                  </a:lnTo>
                  <a:lnTo>
                    <a:pt x="2158" y="1330"/>
                  </a:lnTo>
                  <a:lnTo>
                    <a:pt x="2158" y="2146"/>
                  </a:lnTo>
                  <a:lnTo>
                    <a:pt x="2158" y="2156"/>
                  </a:lnTo>
                  <a:lnTo>
                    <a:pt x="1330" y="2156"/>
                  </a:lnTo>
                  <a:close/>
                </a:path>
              </a:pathLst>
            </a:custGeom>
            <a:ln>
              <a:headEnd/>
              <a:tailEnd/>
            </a:ln>
          </p:spPr>
          <p:style>
            <a:lnRef idx="0">
              <a:schemeClr val="accent1"/>
            </a:lnRef>
            <a:fillRef idx="3">
              <a:schemeClr val="accent1"/>
            </a:fillRef>
            <a:effectRef idx="3">
              <a:schemeClr val="accent1"/>
            </a:effectRef>
            <a:fontRef idx="minor">
              <a:schemeClr val="lt1"/>
            </a:fontRef>
          </p:style>
          <p:txBody>
            <a:bodyPr lIns="18288" tIns="18288" rIns="18288" bIns="18288" anchor="ctr" anchorCtr="1"/>
            <a:lstStyle/>
            <a:p>
              <a:pPr algn="ctr">
                <a:lnSpc>
                  <a:spcPct val="85000"/>
                </a:lnSpc>
                <a:spcBef>
                  <a:spcPts val="20"/>
                </a:spcBef>
              </a:pPr>
              <a:endParaRPr lang="en-US" dirty="0">
                <a:latin typeface="Times New Roman" pitchFamily="18" charset="0"/>
                <a:cs typeface="Times New Roman" pitchFamily="18" charset="0"/>
              </a:endParaRPr>
            </a:p>
          </p:txBody>
        </p:sp>
        <p:sp>
          <p:nvSpPr>
            <p:cNvPr id="34" name="Freeform 7"/>
            <p:cNvSpPr>
              <a:spLocks/>
            </p:cNvSpPr>
            <p:nvPr/>
          </p:nvSpPr>
          <p:spPr bwMode="auto">
            <a:xfrm>
              <a:off x="3953650" y="685800"/>
              <a:ext cx="3433539" cy="2812581"/>
            </a:xfrm>
            <a:custGeom>
              <a:avLst/>
              <a:gdLst/>
              <a:ahLst/>
              <a:cxnLst>
                <a:cxn ang="0">
                  <a:pos x="470" y="1294"/>
                </a:cxn>
                <a:cxn ang="0">
                  <a:pos x="448" y="1232"/>
                </a:cxn>
                <a:cxn ang="0">
                  <a:pos x="410" y="1186"/>
                </a:cxn>
                <a:cxn ang="0">
                  <a:pos x="364" y="1160"/>
                </a:cxn>
                <a:cxn ang="0">
                  <a:pos x="322" y="1158"/>
                </a:cxn>
                <a:cxn ang="0">
                  <a:pos x="260" y="1190"/>
                </a:cxn>
                <a:cxn ang="0">
                  <a:pos x="180" y="1252"/>
                </a:cxn>
                <a:cxn ang="0">
                  <a:pos x="138" y="1262"/>
                </a:cxn>
                <a:cxn ang="0">
                  <a:pos x="86" y="1248"/>
                </a:cxn>
                <a:cxn ang="0">
                  <a:pos x="42" y="1208"/>
                </a:cxn>
                <a:cxn ang="0">
                  <a:pos x="12" y="1150"/>
                </a:cxn>
                <a:cxn ang="0">
                  <a:pos x="0" y="1078"/>
                </a:cxn>
                <a:cxn ang="0">
                  <a:pos x="6" y="1024"/>
                </a:cxn>
                <a:cxn ang="0">
                  <a:pos x="32" y="960"/>
                </a:cxn>
                <a:cxn ang="0">
                  <a:pos x="72" y="916"/>
                </a:cxn>
                <a:cxn ang="0">
                  <a:pos x="124" y="894"/>
                </a:cxn>
                <a:cxn ang="0">
                  <a:pos x="168" y="898"/>
                </a:cxn>
                <a:cxn ang="0">
                  <a:pos x="238" y="946"/>
                </a:cxn>
                <a:cxn ang="0">
                  <a:pos x="308" y="994"/>
                </a:cxn>
                <a:cxn ang="0">
                  <a:pos x="350" y="998"/>
                </a:cxn>
                <a:cxn ang="0">
                  <a:pos x="400" y="978"/>
                </a:cxn>
                <a:cxn ang="0">
                  <a:pos x="440" y="936"/>
                </a:cxn>
                <a:cxn ang="0">
                  <a:pos x="466" y="878"/>
                </a:cxn>
                <a:cxn ang="0">
                  <a:pos x="474" y="0"/>
                </a:cxn>
                <a:cxn ang="0">
                  <a:pos x="1796" y="2156"/>
                </a:cxn>
                <a:cxn ang="0">
                  <a:pos x="1732" y="2142"/>
                </a:cxn>
                <a:cxn ang="0">
                  <a:pos x="1680" y="2112"/>
                </a:cxn>
                <a:cxn ang="0">
                  <a:pos x="1644" y="2070"/>
                </a:cxn>
                <a:cxn ang="0">
                  <a:pos x="1632" y="2018"/>
                </a:cxn>
                <a:cxn ang="0">
                  <a:pos x="1642" y="1978"/>
                </a:cxn>
                <a:cxn ang="0">
                  <a:pos x="1704" y="1898"/>
                </a:cxn>
                <a:cxn ang="0">
                  <a:pos x="1736" y="1836"/>
                </a:cxn>
                <a:cxn ang="0">
                  <a:pos x="1734" y="1794"/>
                </a:cxn>
                <a:cxn ang="0">
                  <a:pos x="1706" y="1744"/>
                </a:cxn>
                <a:cxn ang="0">
                  <a:pos x="1656" y="1706"/>
                </a:cxn>
                <a:cxn ang="0">
                  <a:pos x="1590" y="1686"/>
                </a:cxn>
                <a:cxn ang="0">
                  <a:pos x="1534" y="1684"/>
                </a:cxn>
                <a:cxn ang="0">
                  <a:pos x="1464" y="1700"/>
                </a:cxn>
                <a:cxn ang="0">
                  <a:pos x="1410" y="1734"/>
                </a:cxn>
                <a:cxn ang="0">
                  <a:pos x="1376" y="1780"/>
                </a:cxn>
                <a:cxn ang="0">
                  <a:pos x="1368" y="1822"/>
                </a:cxn>
                <a:cxn ang="0">
                  <a:pos x="1384" y="1876"/>
                </a:cxn>
                <a:cxn ang="0">
                  <a:pos x="1458" y="1964"/>
                </a:cxn>
                <a:cxn ang="0">
                  <a:pos x="1474" y="2018"/>
                </a:cxn>
                <a:cxn ang="0">
                  <a:pos x="1466" y="2058"/>
                </a:cxn>
                <a:cxn ang="0">
                  <a:pos x="1436" y="2102"/>
                </a:cxn>
                <a:cxn ang="0">
                  <a:pos x="1374" y="2142"/>
                </a:cxn>
                <a:cxn ang="0">
                  <a:pos x="1302" y="2156"/>
                </a:cxn>
              </a:cxnLst>
              <a:rect l="0" t="0" r="r" b="b"/>
              <a:pathLst>
                <a:path w="2632" h="2156">
                  <a:moveTo>
                    <a:pt x="474" y="1328"/>
                  </a:moveTo>
                  <a:lnTo>
                    <a:pt x="474" y="1328"/>
                  </a:lnTo>
                  <a:lnTo>
                    <a:pt x="472" y="1312"/>
                  </a:lnTo>
                  <a:lnTo>
                    <a:pt x="470" y="1294"/>
                  </a:lnTo>
                  <a:lnTo>
                    <a:pt x="466" y="1278"/>
                  </a:lnTo>
                  <a:lnTo>
                    <a:pt x="462" y="1262"/>
                  </a:lnTo>
                  <a:lnTo>
                    <a:pt x="454" y="1246"/>
                  </a:lnTo>
                  <a:lnTo>
                    <a:pt x="448" y="1232"/>
                  </a:lnTo>
                  <a:lnTo>
                    <a:pt x="440" y="1218"/>
                  </a:lnTo>
                  <a:lnTo>
                    <a:pt x="432" y="1206"/>
                  </a:lnTo>
                  <a:lnTo>
                    <a:pt x="422" y="1196"/>
                  </a:lnTo>
                  <a:lnTo>
                    <a:pt x="410" y="1186"/>
                  </a:lnTo>
                  <a:lnTo>
                    <a:pt x="400" y="1178"/>
                  </a:lnTo>
                  <a:lnTo>
                    <a:pt x="388" y="1170"/>
                  </a:lnTo>
                  <a:lnTo>
                    <a:pt x="376" y="1164"/>
                  </a:lnTo>
                  <a:lnTo>
                    <a:pt x="364" y="1160"/>
                  </a:lnTo>
                  <a:lnTo>
                    <a:pt x="350" y="1158"/>
                  </a:lnTo>
                  <a:lnTo>
                    <a:pt x="336" y="1156"/>
                  </a:lnTo>
                  <a:lnTo>
                    <a:pt x="336" y="1156"/>
                  </a:lnTo>
                  <a:lnTo>
                    <a:pt x="322" y="1158"/>
                  </a:lnTo>
                  <a:lnTo>
                    <a:pt x="308" y="1162"/>
                  </a:lnTo>
                  <a:lnTo>
                    <a:pt x="294" y="1166"/>
                  </a:lnTo>
                  <a:lnTo>
                    <a:pt x="282" y="1174"/>
                  </a:lnTo>
                  <a:lnTo>
                    <a:pt x="260" y="1190"/>
                  </a:lnTo>
                  <a:lnTo>
                    <a:pt x="238" y="1210"/>
                  </a:lnTo>
                  <a:lnTo>
                    <a:pt x="216" y="1228"/>
                  </a:lnTo>
                  <a:lnTo>
                    <a:pt x="192" y="1246"/>
                  </a:lnTo>
                  <a:lnTo>
                    <a:pt x="180" y="1252"/>
                  </a:lnTo>
                  <a:lnTo>
                    <a:pt x="168" y="1258"/>
                  </a:lnTo>
                  <a:lnTo>
                    <a:pt x="154" y="1260"/>
                  </a:lnTo>
                  <a:lnTo>
                    <a:pt x="138" y="1262"/>
                  </a:lnTo>
                  <a:lnTo>
                    <a:pt x="138" y="1262"/>
                  </a:lnTo>
                  <a:lnTo>
                    <a:pt x="124" y="1262"/>
                  </a:lnTo>
                  <a:lnTo>
                    <a:pt x="110" y="1258"/>
                  </a:lnTo>
                  <a:lnTo>
                    <a:pt x="98" y="1254"/>
                  </a:lnTo>
                  <a:lnTo>
                    <a:pt x="86" y="1248"/>
                  </a:lnTo>
                  <a:lnTo>
                    <a:pt x="72" y="1240"/>
                  </a:lnTo>
                  <a:lnTo>
                    <a:pt x="62" y="1230"/>
                  </a:lnTo>
                  <a:lnTo>
                    <a:pt x="50" y="1220"/>
                  </a:lnTo>
                  <a:lnTo>
                    <a:pt x="42" y="1208"/>
                  </a:lnTo>
                  <a:lnTo>
                    <a:pt x="32" y="1196"/>
                  </a:lnTo>
                  <a:lnTo>
                    <a:pt x="24" y="1180"/>
                  </a:lnTo>
                  <a:lnTo>
                    <a:pt x="18" y="1166"/>
                  </a:lnTo>
                  <a:lnTo>
                    <a:pt x="12" y="1150"/>
                  </a:lnTo>
                  <a:lnTo>
                    <a:pt x="6" y="1132"/>
                  </a:lnTo>
                  <a:lnTo>
                    <a:pt x="4" y="1114"/>
                  </a:lnTo>
                  <a:lnTo>
                    <a:pt x="2" y="1096"/>
                  </a:lnTo>
                  <a:lnTo>
                    <a:pt x="0" y="1078"/>
                  </a:lnTo>
                  <a:lnTo>
                    <a:pt x="0" y="1078"/>
                  </a:lnTo>
                  <a:lnTo>
                    <a:pt x="2" y="1058"/>
                  </a:lnTo>
                  <a:lnTo>
                    <a:pt x="4" y="1040"/>
                  </a:lnTo>
                  <a:lnTo>
                    <a:pt x="6" y="1024"/>
                  </a:lnTo>
                  <a:lnTo>
                    <a:pt x="12" y="1006"/>
                  </a:lnTo>
                  <a:lnTo>
                    <a:pt x="18" y="990"/>
                  </a:lnTo>
                  <a:lnTo>
                    <a:pt x="24" y="974"/>
                  </a:lnTo>
                  <a:lnTo>
                    <a:pt x="32" y="960"/>
                  </a:lnTo>
                  <a:lnTo>
                    <a:pt x="42" y="948"/>
                  </a:lnTo>
                  <a:lnTo>
                    <a:pt x="50" y="936"/>
                  </a:lnTo>
                  <a:lnTo>
                    <a:pt x="62" y="924"/>
                  </a:lnTo>
                  <a:lnTo>
                    <a:pt x="72" y="916"/>
                  </a:lnTo>
                  <a:lnTo>
                    <a:pt x="86" y="908"/>
                  </a:lnTo>
                  <a:lnTo>
                    <a:pt x="98" y="902"/>
                  </a:lnTo>
                  <a:lnTo>
                    <a:pt x="110" y="898"/>
                  </a:lnTo>
                  <a:lnTo>
                    <a:pt x="124" y="894"/>
                  </a:lnTo>
                  <a:lnTo>
                    <a:pt x="138" y="894"/>
                  </a:lnTo>
                  <a:lnTo>
                    <a:pt x="138" y="894"/>
                  </a:lnTo>
                  <a:lnTo>
                    <a:pt x="154" y="894"/>
                  </a:lnTo>
                  <a:lnTo>
                    <a:pt x="168" y="898"/>
                  </a:lnTo>
                  <a:lnTo>
                    <a:pt x="180" y="904"/>
                  </a:lnTo>
                  <a:lnTo>
                    <a:pt x="192" y="910"/>
                  </a:lnTo>
                  <a:lnTo>
                    <a:pt x="216" y="926"/>
                  </a:lnTo>
                  <a:lnTo>
                    <a:pt x="238" y="946"/>
                  </a:lnTo>
                  <a:lnTo>
                    <a:pt x="260" y="966"/>
                  </a:lnTo>
                  <a:lnTo>
                    <a:pt x="282" y="982"/>
                  </a:lnTo>
                  <a:lnTo>
                    <a:pt x="294" y="990"/>
                  </a:lnTo>
                  <a:lnTo>
                    <a:pt x="308" y="994"/>
                  </a:lnTo>
                  <a:lnTo>
                    <a:pt x="322" y="998"/>
                  </a:lnTo>
                  <a:lnTo>
                    <a:pt x="336" y="998"/>
                  </a:lnTo>
                  <a:lnTo>
                    <a:pt x="336" y="998"/>
                  </a:lnTo>
                  <a:lnTo>
                    <a:pt x="350" y="998"/>
                  </a:lnTo>
                  <a:lnTo>
                    <a:pt x="364" y="996"/>
                  </a:lnTo>
                  <a:lnTo>
                    <a:pt x="376" y="992"/>
                  </a:lnTo>
                  <a:lnTo>
                    <a:pt x="388" y="986"/>
                  </a:lnTo>
                  <a:lnTo>
                    <a:pt x="400" y="978"/>
                  </a:lnTo>
                  <a:lnTo>
                    <a:pt x="412" y="970"/>
                  </a:lnTo>
                  <a:lnTo>
                    <a:pt x="422" y="960"/>
                  </a:lnTo>
                  <a:lnTo>
                    <a:pt x="432" y="948"/>
                  </a:lnTo>
                  <a:lnTo>
                    <a:pt x="440" y="936"/>
                  </a:lnTo>
                  <a:lnTo>
                    <a:pt x="448" y="924"/>
                  </a:lnTo>
                  <a:lnTo>
                    <a:pt x="456" y="908"/>
                  </a:lnTo>
                  <a:lnTo>
                    <a:pt x="462" y="894"/>
                  </a:lnTo>
                  <a:lnTo>
                    <a:pt x="466" y="878"/>
                  </a:lnTo>
                  <a:lnTo>
                    <a:pt x="470" y="862"/>
                  </a:lnTo>
                  <a:lnTo>
                    <a:pt x="472" y="844"/>
                  </a:lnTo>
                  <a:lnTo>
                    <a:pt x="474" y="826"/>
                  </a:lnTo>
                  <a:lnTo>
                    <a:pt x="474" y="0"/>
                  </a:lnTo>
                  <a:lnTo>
                    <a:pt x="2632" y="0"/>
                  </a:lnTo>
                  <a:lnTo>
                    <a:pt x="2632" y="2156"/>
                  </a:lnTo>
                  <a:lnTo>
                    <a:pt x="1804" y="2156"/>
                  </a:lnTo>
                  <a:lnTo>
                    <a:pt x="1796" y="2156"/>
                  </a:lnTo>
                  <a:lnTo>
                    <a:pt x="1796" y="2156"/>
                  </a:lnTo>
                  <a:lnTo>
                    <a:pt x="1778" y="2154"/>
                  </a:lnTo>
                  <a:lnTo>
                    <a:pt x="1762" y="2152"/>
                  </a:lnTo>
                  <a:lnTo>
                    <a:pt x="1732" y="2142"/>
                  </a:lnTo>
                  <a:lnTo>
                    <a:pt x="1716" y="2136"/>
                  </a:lnTo>
                  <a:lnTo>
                    <a:pt x="1704" y="2128"/>
                  </a:lnTo>
                  <a:lnTo>
                    <a:pt x="1690" y="2120"/>
                  </a:lnTo>
                  <a:lnTo>
                    <a:pt x="1680" y="2112"/>
                  </a:lnTo>
                  <a:lnTo>
                    <a:pt x="1668" y="2102"/>
                  </a:lnTo>
                  <a:lnTo>
                    <a:pt x="1660" y="2092"/>
                  </a:lnTo>
                  <a:lnTo>
                    <a:pt x="1652" y="2080"/>
                  </a:lnTo>
                  <a:lnTo>
                    <a:pt x="1644" y="2070"/>
                  </a:lnTo>
                  <a:lnTo>
                    <a:pt x="1640" y="2058"/>
                  </a:lnTo>
                  <a:lnTo>
                    <a:pt x="1636" y="2046"/>
                  </a:lnTo>
                  <a:lnTo>
                    <a:pt x="1632" y="2032"/>
                  </a:lnTo>
                  <a:lnTo>
                    <a:pt x="1632" y="2018"/>
                  </a:lnTo>
                  <a:lnTo>
                    <a:pt x="1632" y="2018"/>
                  </a:lnTo>
                  <a:lnTo>
                    <a:pt x="1634" y="2004"/>
                  </a:lnTo>
                  <a:lnTo>
                    <a:pt x="1636" y="1990"/>
                  </a:lnTo>
                  <a:lnTo>
                    <a:pt x="1642" y="1978"/>
                  </a:lnTo>
                  <a:lnTo>
                    <a:pt x="1648" y="1964"/>
                  </a:lnTo>
                  <a:lnTo>
                    <a:pt x="1666" y="1942"/>
                  </a:lnTo>
                  <a:lnTo>
                    <a:pt x="1684" y="1920"/>
                  </a:lnTo>
                  <a:lnTo>
                    <a:pt x="1704" y="1898"/>
                  </a:lnTo>
                  <a:lnTo>
                    <a:pt x="1720" y="1876"/>
                  </a:lnTo>
                  <a:lnTo>
                    <a:pt x="1728" y="1862"/>
                  </a:lnTo>
                  <a:lnTo>
                    <a:pt x="1732" y="1850"/>
                  </a:lnTo>
                  <a:lnTo>
                    <a:pt x="1736" y="1836"/>
                  </a:lnTo>
                  <a:lnTo>
                    <a:pt x="1738" y="1822"/>
                  </a:lnTo>
                  <a:lnTo>
                    <a:pt x="1738" y="1822"/>
                  </a:lnTo>
                  <a:lnTo>
                    <a:pt x="1736" y="1808"/>
                  </a:lnTo>
                  <a:lnTo>
                    <a:pt x="1734" y="1794"/>
                  </a:lnTo>
                  <a:lnTo>
                    <a:pt x="1728" y="1780"/>
                  </a:lnTo>
                  <a:lnTo>
                    <a:pt x="1722" y="1768"/>
                  </a:lnTo>
                  <a:lnTo>
                    <a:pt x="1714" y="1756"/>
                  </a:lnTo>
                  <a:lnTo>
                    <a:pt x="1706" y="1744"/>
                  </a:lnTo>
                  <a:lnTo>
                    <a:pt x="1696" y="1734"/>
                  </a:lnTo>
                  <a:lnTo>
                    <a:pt x="1684" y="1724"/>
                  </a:lnTo>
                  <a:lnTo>
                    <a:pt x="1670" y="1714"/>
                  </a:lnTo>
                  <a:lnTo>
                    <a:pt x="1656" y="1706"/>
                  </a:lnTo>
                  <a:lnTo>
                    <a:pt x="1640" y="1700"/>
                  </a:lnTo>
                  <a:lnTo>
                    <a:pt x="1624" y="1694"/>
                  </a:lnTo>
                  <a:lnTo>
                    <a:pt x="1608" y="1690"/>
                  </a:lnTo>
                  <a:lnTo>
                    <a:pt x="1590" y="1686"/>
                  </a:lnTo>
                  <a:lnTo>
                    <a:pt x="1572" y="1684"/>
                  </a:lnTo>
                  <a:lnTo>
                    <a:pt x="1552" y="1682"/>
                  </a:lnTo>
                  <a:lnTo>
                    <a:pt x="1552" y="1682"/>
                  </a:lnTo>
                  <a:lnTo>
                    <a:pt x="1534" y="1684"/>
                  </a:lnTo>
                  <a:lnTo>
                    <a:pt x="1516" y="1686"/>
                  </a:lnTo>
                  <a:lnTo>
                    <a:pt x="1498" y="1690"/>
                  </a:lnTo>
                  <a:lnTo>
                    <a:pt x="1480" y="1694"/>
                  </a:lnTo>
                  <a:lnTo>
                    <a:pt x="1464" y="1700"/>
                  </a:lnTo>
                  <a:lnTo>
                    <a:pt x="1450" y="1706"/>
                  </a:lnTo>
                  <a:lnTo>
                    <a:pt x="1436" y="1714"/>
                  </a:lnTo>
                  <a:lnTo>
                    <a:pt x="1422" y="1724"/>
                  </a:lnTo>
                  <a:lnTo>
                    <a:pt x="1410" y="1734"/>
                  </a:lnTo>
                  <a:lnTo>
                    <a:pt x="1400" y="1744"/>
                  </a:lnTo>
                  <a:lnTo>
                    <a:pt x="1390" y="1756"/>
                  </a:lnTo>
                  <a:lnTo>
                    <a:pt x="1382" y="1768"/>
                  </a:lnTo>
                  <a:lnTo>
                    <a:pt x="1376" y="1780"/>
                  </a:lnTo>
                  <a:lnTo>
                    <a:pt x="1372" y="1794"/>
                  </a:lnTo>
                  <a:lnTo>
                    <a:pt x="1370" y="1808"/>
                  </a:lnTo>
                  <a:lnTo>
                    <a:pt x="1368" y="1822"/>
                  </a:lnTo>
                  <a:lnTo>
                    <a:pt x="1368" y="1822"/>
                  </a:lnTo>
                  <a:lnTo>
                    <a:pt x="1370" y="1836"/>
                  </a:lnTo>
                  <a:lnTo>
                    <a:pt x="1372" y="1850"/>
                  </a:lnTo>
                  <a:lnTo>
                    <a:pt x="1378" y="1862"/>
                  </a:lnTo>
                  <a:lnTo>
                    <a:pt x="1384" y="1876"/>
                  </a:lnTo>
                  <a:lnTo>
                    <a:pt x="1402" y="1898"/>
                  </a:lnTo>
                  <a:lnTo>
                    <a:pt x="1420" y="1920"/>
                  </a:lnTo>
                  <a:lnTo>
                    <a:pt x="1440" y="1942"/>
                  </a:lnTo>
                  <a:lnTo>
                    <a:pt x="1458" y="1964"/>
                  </a:lnTo>
                  <a:lnTo>
                    <a:pt x="1464" y="1978"/>
                  </a:lnTo>
                  <a:lnTo>
                    <a:pt x="1470" y="1990"/>
                  </a:lnTo>
                  <a:lnTo>
                    <a:pt x="1472" y="2004"/>
                  </a:lnTo>
                  <a:lnTo>
                    <a:pt x="1474" y="2018"/>
                  </a:lnTo>
                  <a:lnTo>
                    <a:pt x="1474" y="2018"/>
                  </a:lnTo>
                  <a:lnTo>
                    <a:pt x="1472" y="2032"/>
                  </a:lnTo>
                  <a:lnTo>
                    <a:pt x="1470" y="2046"/>
                  </a:lnTo>
                  <a:lnTo>
                    <a:pt x="1466" y="2058"/>
                  </a:lnTo>
                  <a:lnTo>
                    <a:pt x="1462" y="2070"/>
                  </a:lnTo>
                  <a:lnTo>
                    <a:pt x="1454" y="2080"/>
                  </a:lnTo>
                  <a:lnTo>
                    <a:pt x="1446" y="2092"/>
                  </a:lnTo>
                  <a:lnTo>
                    <a:pt x="1436" y="2102"/>
                  </a:lnTo>
                  <a:lnTo>
                    <a:pt x="1426" y="2112"/>
                  </a:lnTo>
                  <a:lnTo>
                    <a:pt x="1414" y="2120"/>
                  </a:lnTo>
                  <a:lnTo>
                    <a:pt x="1402" y="2128"/>
                  </a:lnTo>
                  <a:lnTo>
                    <a:pt x="1374" y="2142"/>
                  </a:lnTo>
                  <a:lnTo>
                    <a:pt x="1344" y="2152"/>
                  </a:lnTo>
                  <a:lnTo>
                    <a:pt x="1326" y="2154"/>
                  </a:lnTo>
                  <a:lnTo>
                    <a:pt x="1310" y="2156"/>
                  </a:lnTo>
                  <a:lnTo>
                    <a:pt x="1302" y="2156"/>
                  </a:lnTo>
                  <a:lnTo>
                    <a:pt x="484" y="2156"/>
                  </a:lnTo>
                  <a:lnTo>
                    <a:pt x="474" y="2156"/>
                  </a:lnTo>
                  <a:lnTo>
                    <a:pt x="474" y="1328"/>
                  </a:lnTo>
                  <a:close/>
                </a:path>
              </a:pathLst>
            </a:custGeom>
            <a:solidFill>
              <a:schemeClr val="accent1">
                <a:lumMod val="75000"/>
              </a:schemeClr>
            </a:solidFill>
            <a:ln w="19050">
              <a:solidFill>
                <a:srgbClr val="061F4C"/>
              </a:solidFill>
              <a:miter lim="800000"/>
              <a:headEnd/>
              <a:tailEnd/>
            </a:ln>
            <a:effectLst>
              <a:outerShdw blurRad="25400" dist="12700" dir="5400000" algn="tl" rotWithShape="0">
                <a:prstClr val="black">
                  <a:alpha val="20000"/>
                </a:prstClr>
              </a:outerShdw>
            </a:effectLst>
            <a:scene3d>
              <a:camera prst="orthographicFront"/>
              <a:lightRig rig="threePt" dir="t"/>
            </a:scene3d>
            <a:sp3d>
              <a:bevelT w="38100" h="12700"/>
              <a:bevelB w="38100" h="12700"/>
              <a:extrusionClr>
                <a:schemeClr val="tx2">
                  <a:lumMod val="60000"/>
                  <a:lumOff val="40000"/>
                </a:schemeClr>
              </a:extrusionClr>
            </a:sp3d>
          </p:spPr>
          <p:txBody>
            <a:bodyPr lIns="18288" tIns="18288" rIns="18288" bIns="18288" anchor="ctr" anchorCtr="1"/>
            <a:lstStyle/>
            <a:p>
              <a:pPr algn="ctr">
                <a:lnSpc>
                  <a:spcPct val="85000"/>
                </a:lnSpc>
                <a:spcBef>
                  <a:spcPts val="20"/>
                </a:spcBef>
              </a:pPr>
              <a:endParaRPr lang="en-US" dirty="0">
                <a:latin typeface="Times New Roman" pitchFamily="18" charset="0"/>
                <a:cs typeface="Times New Roman" pitchFamily="18" charset="0"/>
              </a:endParaRPr>
            </a:p>
          </p:txBody>
        </p:sp>
        <p:sp>
          <p:nvSpPr>
            <p:cNvPr id="35" name="Freeform 6"/>
            <p:cNvSpPr>
              <a:spLocks noEditPoints="1"/>
            </p:cNvSpPr>
            <p:nvPr/>
          </p:nvSpPr>
          <p:spPr bwMode="auto">
            <a:xfrm>
              <a:off x="1756811" y="2895600"/>
              <a:ext cx="5630378" cy="3125754"/>
            </a:xfrm>
            <a:custGeom>
              <a:avLst/>
              <a:gdLst/>
              <a:ahLst/>
              <a:cxnLst>
                <a:cxn ang="0">
                  <a:pos x="3454" y="470"/>
                </a:cxn>
                <a:cxn ang="0">
                  <a:pos x="3392" y="448"/>
                </a:cxn>
                <a:cxn ang="0">
                  <a:pos x="3346" y="412"/>
                </a:cxn>
                <a:cxn ang="0">
                  <a:pos x="3320" y="364"/>
                </a:cxn>
                <a:cxn ang="0">
                  <a:pos x="3318" y="322"/>
                </a:cxn>
                <a:cxn ang="0">
                  <a:pos x="3350" y="260"/>
                </a:cxn>
                <a:cxn ang="0">
                  <a:pos x="3412" y="180"/>
                </a:cxn>
                <a:cxn ang="0">
                  <a:pos x="3422" y="138"/>
                </a:cxn>
                <a:cxn ang="0">
                  <a:pos x="3406" y="86"/>
                </a:cxn>
                <a:cxn ang="0">
                  <a:pos x="3368" y="42"/>
                </a:cxn>
                <a:cxn ang="0">
                  <a:pos x="3308" y="12"/>
                </a:cxn>
                <a:cxn ang="0">
                  <a:pos x="3236" y="0"/>
                </a:cxn>
                <a:cxn ang="0">
                  <a:pos x="3182" y="6"/>
                </a:cxn>
                <a:cxn ang="0">
                  <a:pos x="3120" y="32"/>
                </a:cxn>
                <a:cxn ang="0">
                  <a:pos x="3074" y="74"/>
                </a:cxn>
                <a:cxn ang="0">
                  <a:pos x="3054" y="124"/>
                </a:cxn>
                <a:cxn ang="0">
                  <a:pos x="3058" y="168"/>
                </a:cxn>
                <a:cxn ang="0">
                  <a:pos x="3106" y="238"/>
                </a:cxn>
                <a:cxn ang="0">
                  <a:pos x="3154" y="308"/>
                </a:cxn>
                <a:cxn ang="0">
                  <a:pos x="3158" y="350"/>
                </a:cxn>
                <a:cxn ang="0">
                  <a:pos x="3138" y="400"/>
                </a:cxn>
                <a:cxn ang="0">
                  <a:pos x="3096" y="440"/>
                </a:cxn>
                <a:cxn ang="0">
                  <a:pos x="3038" y="466"/>
                </a:cxn>
                <a:cxn ang="0">
                  <a:pos x="2162" y="474"/>
                </a:cxn>
                <a:cxn ang="0">
                  <a:pos x="1306" y="476"/>
                </a:cxn>
                <a:cxn ang="0">
                  <a:pos x="1218" y="510"/>
                </a:cxn>
                <a:cxn ang="0">
                  <a:pos x="1178" y="550"/>
                </a:cxn>
                <a:cxn ang="0">
                  <a:pos x="1160" y="598"/>
                </a:cxn>
                <a:cxn ang="0">
                  <a:pos x="1164" y="640"/>
                </a:cxn>
                <a:cxn ang="0">
                  <a:pos x="1212" y="710"/>
                </a:cxn>
                <a:cxn ang="0">
                  <a:pos x="1260" y="780"/>
                </a:cxn>
                <a:cxn ang="0">
                  <a:pos x="1264" y="824"/>
                </a:cxn>
                <a:cxn ang="0">
                  <a:pos x="1242" y="876"/>
                </a:cxn>
                <a:cxn ang="0">
                  <a:pos x="1198" y="916"/>
                </a:cxn>
                <a:cxn ang="0">
                  <a:pos x="1134" y="942"/>
                </a:cxn>
                <a:cxn ang="0">
                  <a:pos x="1080" y="948"/>
                </a:cxn>
                <a:cxn ang="0">
                  <a:pos x="1008" y="938"/>
                </a:cxn>
                <a:cxn ang="0">
                  <a:pos x="950" y="908"/>
                </a:cxn>
                <a:cxn ang="0">
                  <a:pos x="910" y="864"/>
                </a:cxn>
                <a:cxn ang="0">
                  <a:pos x="896" y="810"/>
                </a:cxn>
                <a:cxn ang="0">
                  <a:pos x="906" y="768"/>
                </a:cxn>
                <a:cxn ang="0">
                  <a:pos x="968" y="688"/>
                </a:cxn>
                <a:cxn ang="0">
                  <a:pos x="1000" y="626"/>
                </a:cxn>
                <a:cxn ang="0">
                  <a:pos x="998" y="586"/>
                </a:cxn>
                <a:cxn ang="0">
                  <a:pos x="974" y="540"/>
                </a:cxn>
                <a:cxn ang="0">
                  <a:pos x="930" y="502"/>
                </a:cxn>
                <a:cxn ang="0">
                  <a:pos x="854" y="476"/>
                </a:cxn>
                <a:cxn ang="0">
                  <a:pos x="2158" y="2408"/>
                </a:cxn>
                <a:cxn ang="0">
                  <a:pos x="2220" y="998"/>
                </a:cxn>
                <a:cxn ang="0">
                  <a:pos x="2220" y="998"/>
                </a:cxn>
                <a:cxn ang="0">
                  <a:pos x="2234" y="1008"/>
                </a:cxn>
              </a:cxnLst>
              <a:rect l="0" t="0" r="r" b="b"/>
              <a:pathLst>
                <a:path w="4316" h="2408">
                  <a:moveTo>
                    <a:pt x="3488" y="474"/>
                  </a:moveTo>
                  <a:lnTo>
                    <a:pt x="3488" y="474"/>
                  </a:lnTo>
                  <a:lnTo>
                    <a:pt x="3470" y="474"/>
                  </a:lnTo>
                  <a:lnTo>
                    <a:pt x="3454" y="470"/>
                  </a:lnTo>
                  <a:lnTo>
                    <a:pt x="3436" y="466"/>
                  </a:lnTo>
                  <a:lnTo>
                    <a:pt x="3420" y="462"/>
                  </a:lnTo>
                  <a:lnTo>
                    <a:pt x="3406" y="456"/>
                  </a:lnTo>
                  <a:lnTo>
                    <a:pt x="3392" y="448"/>
                  </a:lnTo>
                  <a:lnTo>
                    <a:pt x="3378" y="440"/>
                  </a:lnTo>
                  <a:lnTo>
                    <a:pt x="3366" y="432"/>
                  </a:lnTo>
                  <a:lnTo>
                    <a:pt x="3356" y="422"/>
                  </a:lnTo>
                  <a:lnTo>
                    <a:pt x="3346" y="412"/>
                  </a:lnTo>
                  <a:lnTo>
                    <a:pt x="3336" y="400"/>
                  </a:lnTo>
                  <a:lnTo>
                    <a:pt x="3330" y="388"/>
                  </a:lnTo>
                  <a:lnTo>
                    <a:pt x="3324" y="376"/>
                  </a:lnTo>
                  <a:lnTo>
                    <a:pt x="3320" y="364"/>
                  </a:lnTo>
                  <a:lnTo>
                    <a:pt x="3316" y="350"/>
                  </a:lnTo>
                  <a:lnTo>
                    <a:pt x="3316" y="336"/>
                  </a:lnTo>
                  <a:lnTo>
                    <a:pt x="3316" y="336"/>
                  </a:lnTo>
                  <a:lnTo>
                    <a:pt x="3318" y="322"/>
                  </a:lnTo>
                  <a:lnTo>
                    <a:pt x="3320" y="308"/>
                  </a:lnTo>
                  <a:lnTo>
                    <a:pt x="3326" y="294"/>
                  </a:lnTo>
                  <a:lnTo>
                    <a:pt x="3332" y="282"/>
                  </a:lnTo>
                  <a:lnTo>
                    <a:pt x="3350" y="260"/>
                  </a:lnTo>
                  <a:lnTo>
                    <a:pt x="3368" y="238"/>
                  </a:lnTo>
                  <a:lnTo>
                    <a:pt x="3388" y="216"/>
                  </a:lnTo>
                  <a:lnTo>
                    <a:pt x="3404" y="192"/>
                  </a:lnTo>
                  <a:lnTo>
                    <a:pt x="3412" y="180"/>
                  </a:lnTo>
                  <a:lnTo>
                    <a:pt x="3416" y="168"/>
                  </a:lnTo>
                  <a:lnTo>
                    <a:pt x="3420" y="154"/>
                  </a:lnTo>
                  <a:lnTo>
                    <a:pt x="3422" y="138"/>
                  </a:lnTo>
                  <a:lnTo>
                    <a:pt x="3422" y="138"/>
                  </a:lnTo>
                  <a:lnTo>
                    <a:pt x="3420" y="124"/>
                  </a:lnTo>
                  <a:lnTo>
                    <a:pt x="3418" y="112"/>
                  </a:lnTo>
                  <a:lnTo>
                    <a:pt x="3414" y="98"/>
                  </a:lnTo>
                  <a:lnTo>
                    <a:pt x="3406" y="86"/>
                  </a:lnTo>
                  <a:lnTo>
                    <a:pt x="3400" y="74"/>
                  </a:lnTo>
                  <a:lnTo>
                    <a:pt x="3390" y="62"/>
                  </a:lnTo>
                  <a:lnTo>
                    <a:pt x="3380" y="52"/>
                  </a:lnTo>
                  <a:lnTo>
                    <a:pt x="3368" y="42"/>
                  </a:lnTo>
                  <a:lnTo>
                    <a:pt x="3354" y="32"/>
                  </a:lnTo>
                  <a:lnTo>
                    <a:pt x="3340" y="24"/>
                  </a:lnTo>
                  <a:lnTo>
                    <a:pt x="3324" y="18"/>
                  </a:lnTo>
                  <a:lnTo>
                    <a:pt x="3308" y="12"/>
                  </a:lnTo>
                  <a:lnTo>
                    <a:pt x="3292" y="6"/>
                  </a:lnTo>
                  <a:lnTo>
                    <a:pt x="3274" y="4"/>
                  </a:lnTo>
                  <a:lnTo>
                    <a:pt x="3256" y="2"/>
                  </a:lnTo>
                  <a:lnTo>
                    <a:pt x="3236" y="0"/>
                  </a:lnTo>
                  <a:lnTo>
                    <a:pt x="3236" y="0"/>
                  </a:lnTo>
                  <a:lnTo>
                    <a:pt x="3218" y="2"/>
                  </a:lnTo>
                  <a:lnTo>
                    <a:pt x="3200" y="4"/>
                  </a:lnTo>
                  <a:lnTo>
                    <a:pt x="3182" y="6"/>
                  </a:lnTo>
                  <a:lnTo>
                    <a:pt x="3166" y="12"/>
                  </a:lnTo>
                  <a:lnTo>
                    <a:pt x="3150" y="18"/>
                  </a:lnTo>
                  <a:lnTo>
                    <a:pt x="3134" y="24"/>
                  </a:lnTo>
                  <a:lnTo>
                    <a:pt x="3120" y="32"/>
                  </a:lnTo>
                  <a:lnTo>
                    <a:pt x="3106" y="42"/>
                  </a:lnTo>
                  <a:lnTo>
                    <a:pt x="3094" y="52"/>
                  </a:lnTo>
                  <a:lnTo>
                    <a:pt x="3084" y="62"/>
                  </a:lnTo>
                  <a:lnTo>
                    <a:pt x="3074" y="74"/>
                  </a:lnTo>
                  <a:lnTo>
                    <a:pt x="3068" y="86"/>
                  </a:lnTo>
                  <a:lnTo>
                    <a:pt x="3060" y="98"/>
                  </a:lnTo>
                  <a:lnTo>
                    <a:pt x="3056" y="112"/>
                  </a:lnTo>
                  <a:lnTo>
                    <a:pt x="3054" y="124"/>
                  </a:lnTo>
                  <a:lnTo>
                    <a:pt x="3052" y="138"/>
                  </a:lnTo>
                  <a:lnTo>
                    <a:pt x="3052" y="138"/>
                  </a:lnTo>
                  <a:lnTo>
                    <a:pt x="3054" y="154"/>
                  </a:lnTo>
                  <a:lnTo>
                    <a:pt x="3058" y="168"/>
                  </a:lnTo>
                  <a:lnTo>
                    <a:pt x="3062" y="180"/>
                  </a:lnTo>
                  <a:lnTo>
                    <a:pt x="3070" y="192"/>
                  </a:lnTo>
                  <a:lnTo>
                    <a:pt x="3086" y="216"/>
                  </a:lnTo>
                  <a:lnTo>
                    <a:pt x="3106" y="238"/>
                  </a:lnTo>
                  <a:lnTo>
                    <a:pt x="3124" y="260"/>
                  </a:lnTo>
                  <a:lnTo>
                    <a:pt x="3142" y="282"/>
                  </a:lnTo>
                  <a:lnTo>
                    <a:pt x="3148" y="294"/>
                  </a:lnTo>
                  <a:lnTo>
                    <a:pt x="3154" y="308"/>
                  </a:lnTo>
                  <a:lnTo>
                    <a:pt x="3156" y="322"/>
                  </a:lnTo>
                  <a:lnTo>
                    <a:pt x="3158" y="336"/>
                  </a:lnTo>
                  <a:lnTo>
                    <a:pt x="3158" y="336"/>
                  </a:lnTo>
                  <a:lnTo>
                    <a:pt x="3158" y="350"/>
                  </a:lnTo>
                  <a:lnTo>
                    <a:pt x="3154" y="364"/>
                  </a:lnTo>
                  <a:lnTo>
                    <a:pt x="3150" y="376"/>
                  </a:lnTo>
                  <a:lnTo>
                    <a:pt x="3144" y="388"/>
                  </a:lnTo>
                  <a:lnTo>
                    <a:pt x="3138" y="400"/>
                  </a:lnTo>
                  <a:lnTo>
                    <a:pt x="3128" y="412"/>
                  </a:lnTo>
                  <a:lnTo>
                    <a:pt x="3120" y="422"/>
                  </a:lnTo>
                  <a:lnTo>
                    <a:pt x="3108" y="432"/>
                  </a:lnTo>
                  <a:lnTo>
                    <a:pt x="3096" y="440"/>
                  </a:lnTo>
                  <a:lnTo>
                    <a:pt x="3082" y="448"/>
                  </a:lnTo>
                  <a:lnTo>
                    <a:pt x="3068" y="456"/>
                  </a:lnTo>
                  <a:lnTo>
                    <a:pt x="3054" y="462"/>
                  </a:lnTo>
                  <a:lnTo>
                    <a:pt x="3038" y="466"/>
                  </a:lnTo>
                  <a:lnTo>
                    <a:pt x="3020" y="470"/>
                  </a:lnTo>
                  <a:lnTo>
                    <a:pt x="3004" y="472"/>
                  </a:lnTo>
                  <a:lnTo>
                    <a:pt x="2986" y="474"/>
                  </a:lnTo>
                  <a:lnTo>
                    <a:pt x="2162" y="474"/>
                  </a:lnTo>
                  <a:lnTo>
                    <a:pt x="2148" y="474"/>
                  </a:lnTo>
                  <a:lnTo>
                    <a:pt x="1322" y="474"/>
                  </a:lnTo>
                  <a:lnTo>
                    <a:pt x="1322" y="474"/>
                  </a:lnTo>
                  <a:lnTo>
                    <a:pt x="1306" y="476"/>
                  </a:lnTo>
                  <a:lnTo>
                    <a:pt x="1290" y="480"/>
                  </a:lnTo>
                  <a:lnTo>
                    <a:pt x="1258" y="490"/>
                  </a:lnTo>
                  <a:lnTo>
                    <a:pt x="1230" y="502"/>
                  </a:lnTo>
                  <a:lnTo>
                    <a:pt x="1218" y="510"/>
                  </a:lnTo>
                  <a:lnTo>
                    <a:pt x="1206" y="520"/>
                  </a:lnTo>
                  <a:lnTo>
                    <a:pt x="1196" y="528"/>
                  </a:lnTo>
                  <a:lnTo>
                    <a:pt x="1186" y="540"/>
                  </a:lnTo>
                  <a:lnTo>
                    <a:pt x="1178" y="550"/>
                  </a:lnTo>
                  <a:lnTo>
                    <a:pt x="1172" y="562"/>
                  </a:lnTo>
                  <a:lnTo>
                    <a:pt x="1166" y="574"/>
                  </a:lnTo>
                  <a:lnTo>
                    <a:pt x="1162" y="586"/>
                  </a:lnTo>
                  <a:lnTo>
                    <a:pt x="1160" y="598"/>
                  </a:lnTo>
                  <a:lnTo>
                    <a:pt x="1158" y="612"/>
                  </a:lnTo>
                  <a:lnTo>
                    <a:pt x="1158" y="612"/>
                  </a:lnTo>
                  <a:lnTo>
                    <a:pt x="1160" y="626"/>
                  </a:lnTo>
                  <a:lnTo>
                    <a:pt x="1164" y="640"/>
                  </a:lnTo>
                  <a:lnTo>
                    <a:pt x="1168" y="654"/>
                  </a:lnTo>
                  <a:lnTo>
                    <a:pt x="1176" y="666"/>
                  </a:lnTo>
                  <a:lnTo>
                    <a:pt x="1192" y="688"/>
                  </a:lnTo>
                  <a:lnTo>
                    <a:pt x="1212" y="710"/>
                  </a:lnTo>
                  <a:lnTo>
                    <a:pt x="1232" y="732"/>
                  </a:lnTo>
                  <a:lnTo>
                    <a:pt x="1248" y="756"/>
                  </a:lnTo>
                  <a:lnTo>
                    <a:pt x="1254" y="768"/>
                  </a:lnTo>
                  <a:lnTo>
                    <a:pt x="1260" y="780"/>
                  </a:lnTo>
                  <a:lnTo>
                    <a:pt x="1264" y="794"/>
                  </a:lnTo>
                  <a:lnTo>
                    <a:pt x="1264" y="810"/>
                  </a:lnTo>
                  <a:lnTo>
                    <a:pt x="1264" y="810"/>
                  </a:lnTo>
                  <a:lnTo>
                    <a:pt x="1264" y="824"/>
                  </a:lnTo>
                  <a:lnTo>
                    <a:pt x="1260" y="838"/>
                  </a:lnTo>
                  <a:lnTo>
                    <a:pt x="1256" y="850"/>
                  </a:lnTo>
                  <a:lnTo>
                    <a:pt x="1250" y="864"/>
                  </a:lnTo>
                  <a:lnTo>
                    <a:pt x="1242" y="876"/>
                  </a:lnTo>
                  <a:lnTo>
                    <a:pt x="1232" y="888"/>
                  </a:lnTo>
                  <a:lnTo>
                    <a:pt x="1222" y="898"/>
                  </a:lnTo>
                  <a:lnTo>
                    <a:pt x="1210" y="908"/>
                  </a:lnTo>
                  <a:lnTo>
                    <a:pt x="1198" y="916"/>
                  </a:lnTo>
                  <a:lnTo>
                    <a:pt x="1184" y="924"/>
                  </a:lnTo>
                  <a:lnTo>
                    <a:pt x="1168" y="932"/>
                  </a:lnTo>
                  <a:lnTo>
                    <a:pt x="1152" y="938"/>
                  </a:lnTo>
                  <a:lnTo>
                    <a:pt x="1134" y="942"/>
                  </a:lnTo>
                  <a:lnTo>
                    <a:pt x="1118" y="946"/>
                  </a:lnTo>
                  <a:lnTo>
                    <a:pt x="1098" y="948"/>
                  </a:lnTo>
                  <a:lnTo>
                    <a:pt x="1080" y="948"/>
                  </a:lnTo>
                  <a:lnTo>
                    <a:pt x="1080" y="948"/>
                  </a:lnTo>
                  <a:lnTo>
                    <a:pt x="1062" y="948"/>
                  </a:lnTo>
                  <a:lnTo>
                    <a:pt x="1042" y="946"/>
                  </a:lnTo>
                  <a:lnTo>
                    <a:pt x="1026" y="942"/>
                  </a:lnTo>
                  <a:lnTo>
                    <a:pt x="1008" y="938"/>
                  </a:lnTo>
                  <a:lnTo>
                    <a:pt x="992" y="932"/>
                  </a:lnTo>
                  <a:lnTo>
                    <a:pt x="976" y="924"/>
                  </a:lnTo>
                  <a:lnTo>
                    <a:pt x="962" y="916"/>
                  </a:lnTo>
                  <a:lnTo>
                    <a:pt x="950" y="908"/>
                  </a:lnTo>
                  <a:lnTo>
                    <a:pt x="938" y="898"/>
                  </a:lnTo>
                  <a:lnTo>
                    <a:pt x="926" y="888"/>
                  </a:lnTo>
                  <a:lnTo>
                    <a:pt x="918" y="876"/>
                  </a:lnTo>
                  <a:lnTo>
                    <a:pt x="910" y="864"/>
                  </a:lnTo>
                  <a:lnTo>
                    <a:pt x="904" y="850"/>
                  </a:lnTo>
                  <a:lnTo>
                    <a:pt x="900" y="838"/>
                  </a:lnTo>
                  <a:lnTo>
                    <a:pt x="896" y="824"/>
                  </a:lnTo>
                  <a:lnTo>
                    <a:pt x="896" y="810"/>
                  </a:lnTo>
                  <a:lnTo>
                    <a:pt x="896" y="810"/>
                  </a:lnTo>
                  <a:lnTo>
                    <a:pt x="896" y="794"/>
                  </a:lnTo>
                  <a:lnTo>
                    <a:pt x="900" y="780"/>
                  </a:lnTo>
                  <a:lnTo>
                    <a:pt x="906" y="768"/>
                  </a:lnTo>
                  <a:lnTo>
                    <a:pt x="912" y="756"/>
                  </a:lnTo>
                  <a:lnTo>
                    <a:pt x="928" y="732"/>
                  </a:lnTo>
                  <a:lnTo>
                    <a:pt x="948" y="710"/>
                  </a:lnTo>
                  <a:lnTo>
                    <a:pt x="968" y="688"/>
                  </a:lnTo>
                  <a:lnTo>
                    <a:pt x="984" y="666"/>
                  </a:lnTo>
                  <a:lnTo>
                    <a:pt x="992" y="654"/>
                  </a:lnTo>
                  <a:lnTo>
                    <a:pt x="996" y="640"/>
                  </a:lnTo>
                  <a:lnTo>
                    <a:pt x="1000" y="626"/>
                  </a:lnTo>
                  <a:lnTo>
                    <a:pt x="1000" y="612"/>
                  </a:lnTo>
                  <a:lnTo>
                    <a:pt x="1000" y="612"/>
                  </a:lnTo>
                  <a:lnTo>
                    <a:pt x="1000" y="598"/>
                  </a:lnTo>
                  <a:lnTo>
                    <a:pt x="998" y="586"/>
                  </a:lnTo>
                  <a:lnTo>
                    <a:pt x="994" y="574"/>
                  </a:lnTo>
                  <a:lnTo>
                    <a:pt x="988" y="562"/>
                  </a:lnTo>
                  <a:lnTo>
                    <a:pt x="982" y="550"/>
                  </a:lnTo>
                  <a:lnTo>
                    <a:pt x="974" y="540"/>
                  </a:lnTo>
                  <a:lnTo>
                    <a:pt x="964" y="528"/>
                  </a:lnTo>
                  <a:lnTo>
                    <a:pt x="954" y="520"/>
                  </a:lnTo>
                  <a:lnTo>
                    <a:pt x="942" y="510"/>
                  </a:lnTo>
                  <a:lnTo>
                    <a:pt x="930" y="502"/>
                  </a:lnTo>
                  <a:lnTo>
                    <a:pt x="916" y="496"/>
                  </a:lnTo>
                  <a:lnTo>
                    <a:pt x="902" y="490"/>
                  </a:lnTo>
                  <a:lnTo>
                    <a:pt x="870" y="480"/>
                  </a:lnTo>
                  <a:lnTo>
                    <a:pt x="854" y="476"/>
                  </a:lnTo>
                  <a:lnTo>
                    <a:pt x="836" y="474"/>
                  </a:lnTo>
                  <a:lnTo>
                    <a:pt x="0" y="474"/>
                  </a:lnTo>
                  <a:lnTo>
                    <a:pt x="0" y="2408"/>
                  </a:lnTo>
                  <a:lnTo>
                    <a:pt x="2158" y="2408"/>
                  </a:lnTo>
                  <a:lnTo>
                    <a:pt x="4316" y="2408"/>
                  </a:lnTo>
                  <a:lnTo>
                    <a:pt x="4316" y="474"/>
                  </a:lnTo>
                  <a:lnTo>
                    <a:pt x="3488" y="474"/>
                  </a:lnTo>
                  <a:close/>
                  <a:moveTo>
                    <a:pt x="2220" y="998"/>
                  </a:moveTo>
                  <a:lnTo>
                    <a:pt x="2220" y="998"/>
                  </a:lnTo>
                  <a:lnTo>
                    <a:pt x="2222" y="998"/>
                  </a:lnTo>
                  <a:lnTo>
                    <a:pt x="2222" y="998"/>
                  </a:lnTo>
                  <a:lnTo>
                    <a:pt x="2220" y="998"/>
                  </a:lnTo>
                  <a:lnTo>
                    <a:pt x="2220" y="998"/>
                  </a:lnTo>
                  <a:close/>
                  <a:moveTo>
                    <a:pt x="2230" y="1004"/>
                  </a:moveTo>
                  <a:lnTo>
                    <a:pt x="2230" y="1004"/>
                  </a:lnTo>
                  <a:lnTo>
                    <a:pt x="2234" y="1008"/>
                  </a:lnTo>
                  <a:lnTo>
                    <a:pt x="2234" y="1008"/>
                  </a:lnTo>
                  <a:lnTo>
                    <a:pt x="2230" y="1004"/>
                  </a:lnTo>
                  <a:lnTo>
                    <a:pt x="2230" y="1004"/>
                  </a:lnTo>
                  <a:close/>
                </a:path>
              </a:pathLst>
            </a:custGeom>
            <a:solidFill>
              <a:schemeClr val="tx2">
                <a:lumMod val="75000"/>
              </a:schemeClr>
            </a:solidFill>
            <a:ln>
              <a:headEnd/>
              <a:tailEnd/>
            </a:ln>
          </p:spPr>
          <p:style>
            <a:lnRef idx="0">
              <a:schemeClr val="accent5"/>
            </a:lnRef>
            <a:fillRef idx="3">
              <a:schemeClr val="accent5"/>
            </a:fillRef>
            <a:effectRef idx="3">
              <a:schemeClr val="accent5"/>
            </a:effectRef>
            <a:fontRef idx="minor">
              <a:schemeClr val="lt1"/>
            </a:fontRef>
          </p:style>
          <p:txBody>
            <a:bodyPr lIns="18288" tIns="18288" rIns="18288" bIns="18288" anchor="ctr" anchorCtr="1"/>
            <a:lstStyle/>
            <a:p>
              <a:pPr algn="ctr">
                <a:lnSpc>
                  <a:spcPct val="85000"/>
                </a:lnSpc>
                <a:spcBef>
                  <a:spcPts val="20"/>
                </a:spcBef>
              </a:pPr>
              <a:endParaRPr lang="en-US" sz="1600" b="1" dirty="0">
                <a:solidFill>
                  <a:srgbClr val="FFFFFF"/>
                </a:solidFill>
                <a:latin typeface="Times New Roman" pitchFamily="18" charset="0"/>
                <a:cs typeface="Times New Roman" pitchFamily="18" charset="0"/>
              </a:endParaRPr>
            </a:p>
          </p:txBody>
        </p:sp>
      </p:grpSp>
      <p:grpSp>
        <p:nvGrpSpPr>
          <p:cNvPr id="6" name="Group 9"/>
          <p:cNvGrpSpPr/>
          <p:nvPr/>
        </p:nvGrpSpPr>
        <p:grpSpPr>
          <a:xfrm>
            <a:off x="1981200" y="4800600"/>
            <a:ext cx="1706880" cy="660702"/>
            <a:chOff x="228600" y="1125650"/>
            <a:chExt cx="1706880" cy="774260"/>
          </a:xfrm>
          <a:scene3d>
            <a:camera prst="orthographicFront"/>
            <a:lightRig rig="flat" dir="t"/>
          </a:scene3d>
        </p:grpSpPr>
        <p:sp>
          <p:nvSpPr>
            <p:cNvPr id="31" name="Rounded Rectangle 30"/>
            <p:cNvSpPr/>
            <p:nvPr/>
          </p:nvSpPr>
          <p:spPr>
            <a:xfrm>
              <a:off x="228600" y="1125650"/>
              <a:ext cx="1706880" cy="774260"/>
            </a:xfrm>
            <a:prstGeom prst="roundRect">
              <a:avLst>
                <a:gd name="adj" fmla="val 10500"/>
              </a:avLst>
            </a:prstGeom>
            <a:sp3d z="190500" extrusionH="12700" prstMaterial="plastic">
              <a:bevelT w="50800" h="50800"/>
            </a:sp3d>
          </p:spPr>
          <p:style>
            <a:lnRef idx="1">
              <a:schemeClr val="accent1">
                <a:shade val="80000"/>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2" name="Rounded Rectangle 6"/>
            <p:cNvSpPr/>
            <p:nvPr/>
          </p:nvSpPr>
          <p:spPr>
            <a:xfrm>
              <a:off x="252411" y="1149461"/>
              <a:ext cx="1659258" cy="726639"/>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Funding</a:t>
              </a:r>
              <a:endParaRPr lang="en-US" sz="1600" kern="1200" dirty="0">
                <a:latin typeface="Times New Roman" pitchFamily="18" charset="0"/>
                <a:cs typeface="Times New Roman" pitchFamily="18" charset="0"/>
              </a:endParaRPr>
            </a:p>
          </p:txBody>
        </p:sp>
      </p:grpSp>
      <p:grpSp>
        <p:nvGrpSpPr>
          <p:cNvPr id="7" name="Group 10"/>
          <p:cNvGrpSpPr/>
          <p:nvPr/>
        </p:nvGrpSpPr>
        <p:grpSpPr>
          <a:xfrm>
            <a:off x="3909060" y="4800600"/>
            <a:ext cx="1706880" cy="660702"/>
            <a:chOff x="228600" y="1981515"/>
            <a:chExt cx="1706880" cy="774260"/>
          </a:xfrm>
          <a:scene3d>
            <a:camera prst="orthographicFront"/>
            <a:lightRig rig="flat" dir="t"/>
          </a:scene3d>
        </p:grpSpPr>
        <p:sp>
          <p:nvSpPr>
            <p:cNvPr id="29" name="Rounded Rectangle 28"/>
            <p:cNvSpPr/>
            <p:nvPr/>
          </p:nvSpPr>
          <p:spPr>
            <a:xfrm>
              <a:off x="228600" y="1981515"/>
              <a:ext cx="1706880" cy="774260"/>
            </a:xfrm>
            <a:prstGeom prst="roundRect">
              <a:avLst>
                <a:gd name="adj" fmla="val 10500"/>
              </a:avLst>
            </a:prstGeom>
            <a:sp3d z="190500" extrusionH="12700" prstMaterial="plastic">
              <a:bevelT w="50800" h="50800"/>
            </a:sp3d>
          </p:spPr>
          <p:style>
            <a:lnRef idx="1">
              <a:schemeClr val="accent1">
                <a:shade val="80000"/>
                <a:hueOff val="43749"/>
                <a:satOff val="-627"/>
                <a:lumOff val="365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0" name="Rounded Rectangle 8"/>
            <p:cNvSpPr/>
            <p:nvPr/>
          </p:nvSpPr>
          <p:spPr>
            <a:xfrm>
              <a:off x="252411" y="200532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Intellectual Property</a:t>
              </a:r>
              <a:endParaRPr lang="en-US" sz="1600" kern="1200" dirty="0">
                <a:latin typeface="Times New Roman" pitchFamily="18" charset="0"/>
                <a:cs typeface="Times New Roman" pitchFamily="18" charset="0"/>
              </a:endParaRPr>
            </a:p>
          </p:txBody>
        </p:sp>
      </p:grpSp>
      <p:grpSp>
        <p:nvGrpSpPr>
          <p:cNvPr id="8" name="Group 11"/>
          <p:cNvGrpSpPr/>
          <p:nvPr/>
        </p:nvGrpSpPr>
        <p:grpSpPr>
          <a:xfrm>
            <a:off x="1981200" y="5575149"/>
            <a:ext cx="1706880" cy="660702"/>
            <a:chOff x="228600" y="2837380"/>
            <a:chExt cx="1706880" cy="774260"/>
          </a:xfrm>
          <a:scene3d>
            <a:camera prst="orthographicFront"/>
            <a:lightRig rig="flat" dir="t"/>
          </a:scene3d>
        </p:grpSpPr>
        <p:sp>
          <p:nvSpPr>
            <p:cNvPr id="27" name="Rounded Rectangle 26"/>
            <p:cNvSpPr/>
            <p:nvPr/>
          </p:nvSpPr>
          <p:spPr>
            <a:xfrm>
              <a:off x="228600" y="2837380"/>
              <a:ext cx="1706880" cy="774260"/>
            </a:xfrm>
            <a:prstGeom prst="roundRect">
              <a:avLst>
                <a:gd name="adj" fmla="val 10500"/>
              </a:avLst>
            </a:prstGeom>
            <a:sp3d z="190500" extrusionH="12700" prstMaterial="plastic">
              <a:bevelT w="50800" h="50800"/>
            </a:sp3d>
          </p:spPr>
          <p:style>
            <a:lnRef idx="1">
              <a:schemeClr val="accent1">
                <a:shade val="80000"/>
                <a:hueOff val="87499"/>
                <a:satOff val="-1255"/>
                <a:lumOff val="731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8" name="Rounded Rectangle 10"/>
            <p:cNvSpPr/>
            <p:nvPr/>
          </p:nvSpPr>
          <p:spPr>
            <a:xfrm>
              <a:off x="252411" y="2861191"/>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Centers of Excellence</a:t>
              </a:r>
              <a:endParaRPr lang="en-US" sz="1600" kern="1200" dirty="0">
                <a:latin typeface="Times New Roman" pitchFamily="18" charset="0"/>
                <a:cs typeface="Times New Roman" pitchFamily="18" charset="0"/>
              </a:endParaRPr>
            </a:p>
          </p:txBody>
        </p:sp>
      </p:grpSp>
      <p:grpSp>
        <p:nvGrpSpPr>
          <p:cNvPr id="9" name="Group 13"/>
          <p:cNvGrpSpPr/>
          <p:nvPr/>
        </p:nvGrpSpPr>
        <p:grpSpPr>
          <a:xfrm>
            <a:off x="5760720" y="4800600"/>
            <a:ext cx="1706880" cy="660702"/>
            <a:chOff x="228600" y="3693245"/>
            <a:chExt cx="1706880" cy="774260"/>
          </a:xfrm>
          <a:scene3d>
            <a:camera prst="orthographicFront"/>
            <a:lightRig rig="flat" dir="t"/>
          </a:scene3d>
        </p:grpSpPr>
        <p:sp>
          <p:nvSpPr>
            <p:cNvPr id="25" name="Rounded Rectangle 24"/>
            <p:cNvSpPr/>
            <p:nvPr/>
          </p:nvSpPr>
          <p:spPr>
            <a:xfrm>
              <a:off x="228600" y="3693245"/>
              <a:ext cx="1706880" cy="774260"/>
            </a:xfrm>
            <a:prstGeom prst="roundRect">
              <a:avLst>
                <a:gd name="adj" fmla="val 10500"/>
              </a:avLst>
            </a:prstGeom>
            <a:sp3d z="190500" extrusionH="12700" prstMaterial="plastic">
              <a:bevelT w="50800" h="50800"/>
            </a:sp3d>
          </p:spPr>
          <p:style>
            <a:lnRef idx="1">
              <a:schemeClr val="accent1">
                <a:shade val="80000"/>
                <a:hueOff val="131248"/>
                <a:satOff val="-1882"/>
                <a:lumOff val="10978"/>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6" name="Rounded Rectangle 12"/>
            <p:cNvSpPr/>
            <p:nvPr/>
          </p:nvSpPr>
          <p:spPr>
            <a:xfrm>
              <a:off x="252411" y="371705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Shared Revenue Model</a:t>
              </a:r>
              <a:endParaRPr lang="en-US" sz="1500" kern="1200" dirty="0">
                <a:latin typeface="Times New Roman" pitchFamily="18" charset="0"/>
                <a:cs typeface="Times New Roman" pitchFamily="18" charset="0"/>
              </a:endParaRPr>
            </a:p>
          </p:txBody>
        </p:sp>
      </p:grpSp>
      <p:grpSp>
        <p:nvGrpSpPr>
          <p:cNvPr id="10" name="Group 17"/>
          <p:cNvGrpSpPr/>
          <p:nvPr/>
        </p:nvGrpSpPr>
        <p:grpSpPr>
          <a:xfrm>
            <a:off x="2195524" y="2239264"/>
            <a:ext cx="1538276" cy="796836"/>
            <a:chOff x="2424126" y="2363724"/>
            <a:chExt cx="1538276" cy="933792"/>
          </a:xfrm>
          <a:scene3d>
            <a:camera prst="orthographicFront"/>
            <a:lightRig rig="flat" dir="t"/>
          </a:scene3d>
        </p:grpSpPr>
        <p:sp>
          <p:nvSpPr>
            <p:cNvPr id="23" name="Rounded Rectangle 22"/>
            <p:cNvSpPr/>
            <p:nvPr/>
          </p:nvSpPr>
          <p:spPr>
            <a:xfrm>
              <a:off x="2424126" y="2363724"/>
              <a:ext cx="1538276" cy="933792"/>
            </a:xfrm>
            <a:prstGeom prst="roundRect">
              <a:avLst>
                <a:gd name="adj" fmla="val 10500"/>
              </a:avLst>
            </a:prstGeom>
            <a:sp3d z="190500" extrusionH="12700" prstMaterial="plastic">
              <a:bevelT w="50800" h="50800"/>
            </a:sp3d>
          </p:spPr>
          <p:style>
            <a:lnRef idx="1">
              <a:schemeClr val="accent1">
                <a:shade val="80000"/>
                <a:hueOff val="174998"/>
                <a:satOff val="-2510"/>
                <a:lumOff val="14637"/>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4" name="Rounded Rectangle 16"/>
            <p:cNvSpPr/>
            <p:nvPr/>
          </p:nvSpPr>
          <p:spPr>
            <a:xfrm>
              <a:off x="2452843" y="2392441"/>
              <a:ext cx="1480842" cy="87635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Value Discovery  Model</a:t>
              </a:r>
              <a:endParaRPr lang="en-US" sz="1600" kern="1200" dirty="0">
                <a:latin typeface="Times New Roman" pitchFamily="18" charset="0"/>
                <a:cs typeface="Times New Roman" pitchFamily="18" charset="0"/>
              </a:endParaRPr>
            </a:p>
          </p:txBody>
        </p:sp>
      </p:grpSp>
      <p:grpSp>
        <p:nvGrpSpPr>
          <p:cNvPr id="11" name="Group 18"/>
          <p:cNvGrpSpPr/>
          <p:nvPr/>
        </p:nvGrpSpPr>
        <p:grpSpPr>
          <a:xfrm>
            <a:off x="2181235" y="3110077"/>
            <a:ext cx="1538288" cy="796836"/>
            <a:chOff x="2409837" y="3384208"/>
            <a:chExt cx="1538288" cy="933792"/>
          </a:xfrm>
          <a:scene3d>
            <a:camera prst="orthographicFront"/>
            <a:lightRig rig="flat" dir="t"/>
          </a:scene3d>
        </p:grpSpPr>
        <p:sp>
          <p:nvSpPr>
            <p:cNvPr id="21" name="Rounded Rectangle 20"/>
            <p:cNvSpPr/>
            <p:nvPr/>
          </p:nvSpPr>
          <p:spPr>
            <a:xfrm>
              <a:off x="2409837" y="3384208"/>
              <a:ext cx="1538288" cy="933792"/>
            </a:xfrm>
            <a:prstGeom prst="roundRect">
              <a:avLst>
                <a:gd name="adj" fmla="val 10500"/>
              </a:avLst>
            </a:prstGeom>
            <a:sp3d z="190500" extrusionH="12700" prstMaterial="plastic">
              <a:bevelT w="50800" h="50800"/>
            </a:sp3d>
          </p:spPr>
          <p:style>
            <a:lnRef idx="1">
              <a:schemeClr val="accent1">
                <a:shade val="80000"/>
                <a:hueOff val="218747"/>
                <a:satOff val="-3137"/>
                <a:lumOff val="18296"/>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2" name="Rounded Rectangle 18"/>
            <p:cNvSpPr/>
            <p:nvPr/>
          </p:nvSpPr>
          <p:spPr>
            <a:xfrm>
              <a:off x="2438554" y="3412925"/>
              <a:ext cx="1480854" cy="87635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Value Delivery Model</a:t>
              </a:r>
              <a:endParaRPr lang="en-US" sz="1600" kern="1200" dirty="0">
                <a:latin typeface="Times New Roman" pitchFamily="18" charset="0"/>
                <a:cs typeface="Times New Roman" pitchFamily="18" charset="0"/>
              </a:endParaRPr>
            </a:p>
          </p:txBody>
        </p:sp>
      </p:grpSp>
      <p:grpSp>
        <p:nvGrpSpPr>
          <p:cNvPr id="12" name="Group 20"/>
          <p:cNvGrpSpPr/>
          <p:nvPr/>
        </p:nvGrpSpPr>
        <p:grpSpPr>
          <a:xfrm>
            <a:off x="5095864" y="2369312"/>
            <a:ext cx="1304936" cy="733471"/>
            <a:chOff x="4333877" y="3251201"/>
            <a:chExt cx="1304936" cy="859536"/>
          </a:xfrm>
          <a:scene3d>
            <a:camera prst="orthographicFront"/>
            <a:lightRig rig="flat" dir="t"/>
          </a:scene3d>
        </p:grpSpPr>
        <p:sp>
          <p:nvSpPr>
            <p:cNvPr id="19" name="Rounded Rectangle 18"/>
            <p:cNvSpPr/>
            <p:nvPr/>
          </p:nvSpPr>
          <p:spPr>
            <a:xfrm>
              <a:off x="4333877" y="3251201"/>
              <a:ext cx="1304936" cy="859536"/>
            </a:xfrm>
            <a:prstGeom prst="roundRect">
              <a:avLst>
                <a:gd name="adj" fmla="val 10500"/>
              </a:avLst>
            </a:prstGeom>
            <a:sp3d z="190500" extrusionH="12700" prstMaterial="plastic">
              <a:bevelT w="50800" h="50800"/>
            </a:sp3d>
          </p:spPr>
          <p:style>
            <a:lnRef idx="1">
              <a:schemeClr val="accent1">
                <a:shade val="80000"/>
                <a:hueOff val="262496"/>
                <a:satOff val="-3765"/>
                <a:lumOff val="21956"/>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0" name="Rounded Rectangle 22"/>
            <p:cNvSpPr/>
            <p:nvPr/>
          </p:nvSpPr>
          <p:spPr>
            <a:xfrm>
              <a:off x="4360311" y="3277635"/>
              <a:ext cx="1252068" cy="80666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Talent Development</a:t>
              </a:r>
              <a:endParaRPr lang="en-US" sz="1600" kern="1200" dirty="0">
                <a:latin typeface="Times New Roman" pitchFamily="18" charset="0"/>
                <a:cs typeface="Times New Roman" pitchFamily="18" charset="0"/>
              </a:endParaRPr>
            </a:p>
          </p:txBody>
        </p:sp>
      </p:grpSp>
      <p:grpSp>
        <p:nvGrpSpPr>
          <p:cNvPr id="13" name="Group 21"/>
          <p:cNvGrpSpPr/>
          <p:nvPr/>
        </p:nvGrpSpPr>
        <p:grpSpPr>
          <a:xfrm>
            <a:off x="6467464" y="2369312"/>
            <a:ext cx="1304936" cy="733471"/>
            <a:chOff x="5705470" y="3251201"/>
            <a:chExt cx="1304936" cy="859536"/>
          </a:xfrm>
          <a:scene3d>
            <a:camera prst="orthographicFront"/>
            <a:lightRig rig="flat" dir="t"/>
          </a:scene3d>
        </p:grpSpPr>
        <p:sp>
          <p:nvSpPr>
            <p:cNvPr id="17" name="Rounded Rectangle 16"/>
            <p:cNvSpPr/>
            <p:nvPr/>
          </p:nvSpPr>
          <p:spPr>
            <a:xfrm>
              <a:off x="5705470" y="3251201"/>
              <a:ext cx="1304936" cy="859536"/>
            </a:xfrm>
            <a:prstGeom prst="roundRect">
              <a:avLst>
                <a:gd name="adj" fmla="val 10500"/>
              </a:avLst>
            </a:prstGeom>
            <a:sp3d z="190500" extrusionH="12700" prstMaterial="plastic">
              <a:bevelT w="50800" h="50800"/>
            </a:sp3d>
          </p:spPr>
          <p:style>
            <a:lnRef idx="1">
              <a:schemeClr val="accent1">
                <a:shade val="80000"/>
                <a:hueOff val="306246"/>
                <a:satOff val="-4392"/>
                <a:lumOff val="25615"/>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8" name="Rounded Rectangle 24"/>
            <p:cNvSpPr/>
            <p:nvPr/>
          </p:nvSpPr>
          <p:spPr>
            <a:xfrm>
              <a:off x="5731904" y="3277635"/>
              <a:ext cx="1252068" cy="80666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Talent Acquisition</a:t>
              </a:r>
              <a:endParaRPr lang="en-US" sz="1600" kern="1200" dirty="0">
                <a:latin typeface="Times New Roman" pitchFamily="18" charset="0"/>
                <a:cs typeface="Times New Roman" pitchFamily="18" charset="0"/>
              </a:endParaRPr>
            </a:p>
          </p:txBody>
        </p:sp>
      </p:grpSp>
      <p:sp>
        <p:nvSpPr>
          <p:cNvPr id="14" name="TextBox 13"/>
          <p:cNvSpPr txBox="1"/>
          <p:nvPr/>
        </p:nvSpPr>
        <p:spPr>
          <a:xfrm>
            <a:off x="2057400" y="1654048"/>
            <a:ext cx="1828800" cy="523220"/>
          </a:xfrm>
          <a:prstGeom prst="rect">
            <a:avLst/>
          </a:prstGeom>
          <a:noFill/>
        </p:spPr>
        <p:txBody>
          <a:bodyPr wrap="square" rtlCol="0">
            <a:spAutoFit/>
          </a:bodyPr>
          <a:lstStyle/>
          <a:p>
            <a:pPr algn="ctr"/>
            <a:r>
              <a:rPr lang="en-US" sz="2800" b="1" dirty="0" smtClean="0">
                <a:solidFill>
                  <a:schemeClr val="bg1"/>
                </a:solidFill>
                <a:latin typeface="Times New Roman" pitchFamily="18" charset="0"/>
                <a:cs typeface="Times New Roman" pitchFamily="18" charset="0"/>
              </a:rPr>
              <a:t>MBC</a:t>
            </a:r>
            <a:endParaRPr lang="en-US" sz="2800" b="1" dirty="0">
              <a:solidFill>
                <a:schemeClr val="bg1"/>
              </a:solidFill>
              <a:latin typeface="Times New Roman" pitchFamily="18" charset="0"/>
              <a:cs typeface="Times New Roman" pitchFamily="18" charset="0"/>
            </a:endParaRPr>
          </a:p>
        </p:txBody>
      </p:sp>
      <p:sp>
        <p:nvSpPr>
          <p:cNvPr id="15" name="TextBox 14"/>
          <p:cNvSpPr txBox="1"/>
          <p:nvPr/>
        </p:nvSpPr>
        <p:spPr>
          <a:xfrm>
            <a:off x="5476864" y="1719072"/>
            <a:ext cx="1828800" cy="523220"/>
          </a:xfrm>
          <a:prstGeom prst="rect">
            <a:avLst/>
          </a:prstGeom>
          <a:noFill/>
        </p:spPr>
        <p:txBody>
          <a:bodyPr wrap="square" rtlCol="0">
            <a:spAutoFit/>
          </a:bodyPr>
          <a:lstStyle/>
          <a:p>
            <a:pPr algn="ctr"/>
            <a:r>
              <a:rPr lang="en-US" sz="2800" b="1" dirty="0" smtClean="0">
                <a:solidFill>
                  <a:schemeClr val="bg1"/>
                </a:solidFill>
                <a:latin typeface="Times New Roman" pitchFamily="18" charset="0"/>
                <a:cs typeface="Times New Roman" pitchFamily="18" charset="0"/>
              </a:rPr>
              <a:t>JVS</a:t>
            </a:r>
            <a:endParaRPr lang="en-US" sz="2800" b="1" dirty="0">
              <a:solidFill>
                <a:schemeClr val="bg1"/>
              </a:solidFill>
              <a:latin typeface="Times New Roman" pitchFamily="18" charset="0"/>
              <a:cs typeface="Times New Roman" pitchFamily="18" charset="0"/>
            </a:endParaRPr>
          </a:p>
        </p:txBody>
      </p:sp>
      <p:sp>
        <p:nvSpPr>
          <p:cNvPr id="16" name="TextBox 15"/>
          <p:cNvSpPr txBox="1"/>
          <p:nvPr/>
        </p:nvSpPr>
        <p:spPr>
          <a:xfrm>
            <a:off x="3886200" y="4255008"/>
            <a:ext cx="1828800" cy="523220"/>
          </a:xfrm>
          <a:prstGeom prst="rect">
            <a:avLst/>
          </a:prstGeom>
          <a:noFill/>
        </p:spPr>
        <p:txBody>
          <a:bodyPr wrap="square" rtlCol="0">
            <a:spAutoFit/>
          </a:bodyPr>
          <a:lstStyle/>
          <a:p>
            <a:pPr algn="ctr"/>
            <a:r>
              <a:rPr lang="en-US" sz="2800" b="1" dirty="0" smtClean="0">
                <a:solidFill>
                  <a:schemeClr val="bg1"/>
                </a:solidFill>
                <a:latin typeface="Times New Roman" pitchFamily="18" charset="0"/>
                <a:cs typeface="Times New Roman" pitchFamily="18" charset="0"/>
              </a:rPr>
              <a:t>JUF</a:t>
            </a:r>
            <a:endParaRPr lang="en-US" sz="2800" b="1" dirty="0">
              <a:solidFill>
                <a:schemeClr val="bg1"/>
              </a:solidFill>
              <a:latin typeface="Times New Roman" pitchFamily="18" charset="0"/>
              <a:cs typeface="Times New Roman" pitchFamily="18" charset="0"/>
            </a:endParaRPr>
          </a:p>
        </p:txBody>
      </p:sp>
      <p:grpSp>
        <p:nvGrpSpPr>
          <p:cNvPr id="36" name="Group 10"/>
          <p:cNvGrpSpPr/>
          <p:nvPr/>
        </p:nvGrpSpPr>
        <p:grpSpPr>
          <a:xfrm>
            <a:off x="3886200" y="5575149"/>
            <a:ext cx="1706880" cy="660702"/>
            <a:chOff x="228600" y="1981515"/>
            <a:chExt cx="1706880" cy="774260"/>
          </a:xfrm>
          <a:scene3d>
            <a:camera prst="orthographicFront"/>
            <a:lightRig rig="flat" dir="t"/>
          </a:scene3d>
        </p:grpSpPr>
        <p:sp>
          <p:nvSpPr>
            <p:cNvPr id="37" name="Rounded Rectangle 36"/>
            <p:cNvSpPr/>
            <p:nvPr/>
          </p:nvSpPr>
          <p:spPr>
            <a:xfrm>
              <a:off x="228600" y="1981515"/>
              <a:ext cx="1706880" cy="774260"/>
            </a:xfrm>
            <a:prstGeom prst="roundRect">
              <a:avLst>
                <a:gd name="adj" fmla="val 10500"/>
              </a:avLst>
            </a:prstGeom>
            <a:sp3d z="190500" extrusionH="12700" prstMaterial="plastic">
              <a:bevelT w="50800" h="50800"/>
            </a:sp3d>
          </p:spPr>
          <p:style>
            <a:lnRef idx="1">
              <a:schemeClr val="accent1">
                <a:shade val="80000"/>
                <a:hueOff val="43749"/>
                <a:satOff val="-627"/>
                <a:lumOff val="365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8" name="Rounded Rectangle 8"/>
            <p:cNvSpPr/>
            <p:nvPr/>
          </p:nvSpPr>
          <p:spPr>
            <a:xfrm>
              <a:off x="252411" y="200532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Collaboration</a:t>
              </a:r>
              <a:endParaRPr lang="en-US" sz="1600" kern="1200" dirty="0">
                <a:latin typeface="Times New Roman" pitchFamily="18" charset="0"/>
                <a:cs typeface="Times New Roman" pitchFamily="18" charset="0"/>
              </a:endParaRPr>
            </a:p>
          </p:txBody>
        </p:sp>
      </p:grpSp>
      <p:grpSp>
        <p:nvGrpSpPr>
          <p:cNvPr id="39" name="Group 10"/>
          <p:cNvGrpSpPr/>
          <p:nvPr/>
        </p:nvGrpSpPr>
        <p:grpSpPr>
          <a:xfrm>
            <a:off x="5760720" y="5575149"/>
            <a:ext cx="1706880" cy="660702"/>
            <a:chOff x="228600" y="1981515"/>
            <a:chExt cx="1706880" cy="774260"/>
          </a:xfrm>
          <a:scene3d>
            <a:camera prst="orthographicFront"/>
            <a:lightRig rig="flat" dir="t"/>
          </a:scene3d>
        </p:grpSpPr>
        <p:sp>
          <p:nvSpPr>
            <p:cNvPr id="40" name="Rounded Rectangle 39"/>
            <p:cNvSpPr/>
            <p:nvPr/>
          </p:nvSpPr>
          <p:spPr>
            <a:xfrm>
              <a:off x="228600" y="1981515"/>
              <a:ext cx="1706880" cy="774260"/>
            </a:xfrm>
            <a:prstGeom prst="roundRect">
              <a:avLst>
                <a:gd name="adj" fmla="val 10500"/>
              </a:avLst>
            </a:prstGeom>
            <a:sp3d z="190500" extrusionH="12700" prstMaterial="plastic">
              <a:bevelT w="50800" h="50800"/>
            </a:sp3d>
          </p:spPr>
          <p:style>
            <a:lnRef idx="1">
              <a:schemeClr val="accent1">
                <a:shade val="80000"/>
                <a:hueOff val="43749"/>
                <a:satOff val="-627"/>
                <a:lumOff val="365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41" name="Rounded Rectangle 8"/>
            <p:cNvSpPr/>
            <p:nvPr/>
          </p:nvSpPr>
          <p:spPr>
            <a:xfrm>
              <a:off x="252411" y="2005326"/>
              <a:ext cx="1659258" cy="726638"/>
            </a:xfrm>
            <a:prstGeom prst="rect">
              <a:avLst/>
            </a:prstGeom>
            <a:sp3d z="1905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itchFamily="18" charset="0"/>
                  <a:cs typeface="Times New Roman" pitchFamily="18" charset="0"/>
                </a:rPr>
                <a:t>Partnerships</a:t>
              </a:r>
              <a:endParaRPr lang="en-US" sz="1600" kern="1200" dirty="0">
                <a:latin typeface="Times New Roman" pitchFamily="18" charset="0"/>
                <a:cs typeface="Times New Roman" pitchFamily="18"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 Delivery Model</a:t>
            </a:r>
            <a:endParaRPr lang="en-US" dirty="0"/>
          </a:p>
        </p:txBody>
      </p:sp>
      <p:sp>
        <p:nvSpPr>
          <p:cNvPr id="5" name="Rounded Rectangle 4"/>
          <p:cNvSpPr/>
          <p:nvPr/>
        </p:nvSpPr>
        <p:spPr>
          <a:xfrm>
            <a:off x="304800" y="1371600"/>
            <a:ext cx="8534400" cy="4953001"/>
          </a:xfrm>
          <a:prstGeom prst="roundRect">
            <a:avLst>
              <a:gd name="adj" fmla="val 10000"/>
            </a:avLst>
          </a:prstGeom>
          <a:solidFill>
            <a:schemeClr val="tx1">
              <a:lumMod val="85000"/>
              <a:lumOff val="15000"/>
            </a:schemeClr>
          </a:solidFill>
          <a:scene3d>
            <a:camera prst="orthographicFront"/>
            <a:lightRig rig="threePt" dir="t">
              <a:rot lat="0" lon="0" rev="7500000"/>
            </a:lightRig>
          </a:scene3d>
          <a:sp3d prstMaterial="plastic">
            <a:bevelT w="127000" h="25400" prst="coolSlan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grpSp>
        <p:nvGrpSpPr>
          <p:cNvPr id="7" name="Group 15"/>
          <p:cNvGrpSpPr/>
          <p:nvPr/>
        </p:nvGrpSpPr>
        <p:grpSpPr>
          <a:xfrm>
            <a:off x="1752600" y="2362200"/>
            <a:ext cx="5334000" cy="685800"/>
            <a:chOff x="0" y="823737"/>
            <a:chExt cx="5105400" cy="706355"/>
          </a:xfrm>
          <a:scene3d>
            <a:camera prst="orthographicFront"/>
            <a:lightRig rig="threePt" dir="t">
              <a:rot lat="0" lon="0" rev="7500000"/>
            </a:lightRig>
          </a:scene3d>
        </p:grpSpPr>
        <p:sp>
          <p:nvSpPr>
            <p:cNvPr id="8" name="Rounded Rectangle 7"/>
            <p:cNvSpPr/>
            <p:nvPr/>
          </p:nvSpPr>
          <p:spPr>
            <a:xfrm>
              <a:off x="0" y="823737"/>
              <a:ext cx="5105400" cy="706355"/>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9" name="Rounded Rectangle 4"/>
            <p:cNvSpPr/>
            <p:nvPr/>
          </p:nvSpPr>
          <p:spPr>
            <a:xfrm>
              <a:off x="22550" y="846289"/>
              <a:ext cx="5006649" cy="55664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dirty="0" smtClean="0"/>
                <a:t>Center(s) of Excellence</a:t>
              </a:r>
              <a:endParaRPr lang="en-US" sz="2000" b="1" kern="1200" dirty="0" smtClean="0"/>
            </a:p>
            <a:p>
              <a:pPr lvl="0" algn="ctr" defTabSz="889000">
                <a:lnSpc>
                  <a:spcPct val="90000"/>
                </a:lnSpc>
                <a:spcBef>
                  <a:spcPct val="0"/>
                </a:spcBef>
                <a:spcAft>
                  <a:spcPct val="35000"/>
                </a:spcAft>
              </a:pPr>
              <a:r>
                <a:rPr lang="en-US" sz="1400" b="1" kern="1200" dirty="0" smtClean="0"/>
                <a:t>(</a:t>
              </a:r>
              <a:r>
                <a:rPr lang="en-US" sz="1400" b="1" dirty="0" smtClean="0"/>
                <a:t>Domain Specific Centers of Excellence</a:t>
              </a:r>
              <a:r>
                <a:rPr lang="en-US" sz="1400" b="1" kern="1200" dirty="0" smtClean="0"/>
                <a:t>)</a:t>
              </a:r>
              <a:endParaRPr lang="en-US" sz="1400" b="1" kern="1200" dirty="0"/>
            </a:p>
          </p:txBody>
        </p:sp>
      </p:grpSp>
      <p:grpSp>
        <p:nvGrpSpPr>
          <p:cNvPr id="10" name="Group 16"/>
          <p:cNvGrpSpPr/>
          <p:nvPr/>
        </p:nvGrpSpPr>
        <p:grpSpPr>
          <a:xfrm>
            <a:off x="762000" y="5638800"/>
            <a:ext cx="7467600" cy="533400"/>
            <a:chOff x="0" y="1647031"/>
            <a:chExt cx="3663491" cy="769937"/>
          </a:xfrm>
          <a:scene3d>
            <a:camera prst="orthographicFront"/>
            <a:lightRig rig="threePt" dir="t">
              <a:rot lat="0" lon="0" rev="7500000"/>
            </a:lightRig>
          </a:scene3d>
        </p:grpSpPr>
        <p:sp>
          <p:nvSpPr>
            <p:cNvPr id="11" name="Rounded Rectangle 10"/>
            <p:cNvSpPr/>
            <p:nvPr/>
          </p:nvSpPr>
          <p:spPr>
            <a:xfrm>
              <a:off x="0" y="1647031"/>
              <a:ext cx="3663491" cy="769937"/>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2" name="Rounded Rectangle 6"/>
            <p:cNvSpPr/>
            <p:nvPr/>
          </p:nvSpPr>
          <p:spPr>
            <a:xfrm>
              <a:off x="22551" y="1669582"/>
              <a:ext cx="3618389" cy="724835"/>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t>Body of Knowledge</a:t>
              </a:r>
              <a:endParaRPr lang="en-US" sz="1600" b="1" kern="1200" dirty="0"/>
            </a:p>
          </p:txBody>
        </p:sp>
      </p:grpSp>
      <p:grpSp>
        <p:nvGrpSpPr>
          <p:cNvPr id="13" name="Group 17"/>
          <p:cNvGrpSpPr/>
          <p:nvPr/>
        </p:nvGrpSpPr>
        <p:grpSpPr>
          <a:xfrm>
            <a:off x="1752600" y="3124200"/>
            <a:ext cx="2743200" cy="1219200"/>
            <a:chOff x="0" y="2470325"/>
            <a:chExt cx="3634968" cy="769937"/>
          </a:xfrm>
          <a:scene3d>
            <a:camera prst="orthographicFront"/>
            <a:lightRig rig="threePt" dir="t">
              <a:rot lat="0" lon="0" rev="7500000"/>
            </a:lightRig>
          </a:scene3d>
        </p:grpSpPr>
        <p:sp>
          <p:nvSpPr>
            <p:cNvPr id="14" name="Rounded Rectangle 13"/>
            <p:cNvSpPr/>
            <p:nvPr/>
          </p:nvSpPr>
          <p:spPr>
            <a:xfrm>
              <a:off x="0" y="2470325"/>
              <a:ext cx="3634968" cy="769937"/>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5" name="Rounded Rectangle 8"/>
            <p:cNvSpPr/>
            <p:nvPr/>
          </p:nvSpPr>
          <p:spPr>
            <a:xfrm>
              <a:off x="22551" y="2492876"/>
              <a:ext cx="3589866" cy="724835"/>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1" defTabSz="889000">
                <a:lnSpc>
                  <a:spcPct val="90000"/>
                </a:lnSpc>
                <a:spcAft>
                  <a:spcPct val="35000"/>
                </a:spcAft>
              </a:pPr>
              <a:r>
                <a:rPr lang="en-US" sz="2000" b="1" kern="1200" dirty="0" smtClean="0"/>
                <a:t>Collaboration</a:t>
              </a:r>
            </a:p>
            <a:p>
              <a:pPr lvl="1" defTabSz="889000">
                <a:lnSpc>
                  <a:spcPct val="90000"/>
                </a:lnSpc>
                <a:spcAft>
                  <a:spcPts val="0"/>
                </a:spcAft>
                <a:buFontTx/>
                <a:buChar char="-"/>
              </a:pPr>
              <a:r>
                <a:rPr lang="en-US" sz="1400" b="1" dirty="0" smtClean="0"/>
                <a:t>Social Networking</a:t>
              </a:r>
            </a:p>
            <a:p>
              <a:pPr lvl="1" defTabSz="889000">
                <a:lnSpc>
                  <a:spcPct val="90000"/>
                </a:lnSpc>
                <a:spcAft>
                  <a:spcPts val="0"/>
                </a:spcAft>
                <a:buFontTx/>
                <a:buChar char="-"/>
              </a:pPr>
              <a:r>
                <a:rPr lang="en-US" sz="1400" b="1" kern="1200" dirty="0" smtClean="0"/>
                <a:t>Investor Roundtables</a:t>
              </a:r>
            </a:p>
            <a:p>
              <a:pPr lvl="1" defTabSz="889000">
                <a:lnSpc>
                  <a:spcPct val="90000"/>
                </a:lnSpc>
                <a:spcAft>
                  <a:spcPts val="0"/>
                </a:spcAft>
                <a:buFontTx/>
                <a:buChar char="-"/>
              </a:pPr>
              <a:r>
                <a:rPr lang="en-US" sz="1400" b="1" dirty="0" smtClean="0"/>
                <a:t>Networking</a:t>
              </a:r>
              <a:endParaRPr lang="en-US" sz="1400" b="1" kern="1200" dirty="0"/>
            </a:p>
          </p:txBody>
        </p:sp>
      </p:grpSp>
      <p:grpSp>
        <p:nvGrpSpPr>
          <p:cNvPr id="16" name="Group 18"/>
          <p:cNvGrpSpPr/>
          <p:nvPr/>
        </p:nvGrpSpPr>
        <p:grpSpPr>
          <a:xfrm>
            <a:off x="609600" y="1600200"/>
            <a:ext cx="7848600" cy="658860"/>
            <a:chOff x="0" y="3262137"/>
            <a:chExt cx="3634968" cy="769938"/>
          </a:xfrm>
          <a:scene3d>
            <a:camera prst="orthographicFront"/>
            <a:lightRig rig="threePt" dir="t">
              <a:rot lat="0" lon="0" rev="7500000"/>
            </a:lightRig>
          </a:scene3d>
        </p:grpSpPr>
        <p:sp>
          <p:nvSpPr>
            <p:cNvPr id="17" name="Rounded Rectangle 16"/>
            <p:cNvSpPr/>
            <p:nvPr/>
          </p:nvSpPr>
          <p:spPr>
            <a:xfrm>
              <a:off x="0" y="3262137"/>
              <a:ext cx="3634968" cy="769938"/>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8" name="Rounded Rectangle 10"/>
            <p:cNvSpPr/>
            <p:nvPr/>
          </p:nvSpPr>
          <p:spPr>
            <a:xfrm>
              <a:off x="0" y="3262138"/>
              <a:ext cx="3589866" cy="724835"/>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dirty="0" smtClean="0"/>
                <a:t>Value Delivery Model</a:t>
              </a:r>
            </a:p>
            <a:p>
              <a:pPr lvl="0" algn="ctr" defTabSz="889000">
                <a:lnSpc>
                  <a:spcPct val="90000"/>
                </a:lnSpc>
                <a:spcBef>
                  <a:spcPct val="0"/>
                </a:spcBef>
                <a:spcAft>
                  <a:spcPct val="35000"/>
                </a:spcAft>
              </a:pPr>
              <a:r>
                <a:rPr lang="en-US" sz="1400" b="1" kern="1200" dirty="0" smtClean="0"/>
                <a:t>(Opportunities &amp; Desired Outcomes)</a:t>
              </a:r>
              <a:endParaRPr lang="en-US" sz="1400" b="1" kern="1200" dirty="0"/>
            </a:p>
          </p:txBody>
        </p:sp>
      </p:grpSp>
      <p:sp>
        <p:nvSpPr>
          <p:cNvPr id="19" name="Right Arrow 18"/>
          <p:cNvSpPr/>
          <p:nvPr/>
        </p:nvSpPr>
        <p:spPr>
          <a:xfrm rot="5400000">
            <a:off x="6509729" y="3543761"/>
            <a:ext cx="2906341" cy="838200"/>
          </a:xfrm>
          <a:prstGeom prst="rightArrow">
            <a:avLst/>
          </a:prstGeom>
          <a:solidFill>
            <a:srgbClr val="00B05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Monitoring &amp; Feedback</a:t>
            </a:r>
            <a:endParaRPr lang="en-US" sz="1400" b="1" dirty="0"/>
          </a:p>
        </p:txBody>
      </p:sp>
      <p:sp>
        <p:nvSpPr>
          <p:cNvPr id="20" name="Right Arrow 19"/>
          <p:cNvSpPr/>
          <p:nvPr/>
        </p:nvSpPr>
        <p:spPr>
          <a:xfrm rot="16200000">
            <a:off x="-492845" y="3540846"/>
            <a:ext cx="2966891" cy="762000"/>
          </a:xfrm>
          <a:prstGeom prst="rightArrow">
            <a:avLst/>
          </a:prstGeom>
          <a:solidFill>
            <a:srgbClr val="00B05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Continuous Improvement</a:t>
            </a:r>
            <a:endParaRPr lang="en-US" sz="1400" b="1" dirty="0"/>
          </a:p>
        </p:txBody>
      </p:sp>
      <p:grpSp>
        <p:nvGrpSpPr>
          <p:cNvPr id="21" name="Group 31"/>
          <p:cNvGrpSpPr/>
          <p:nvPr/>
        </p:nvGrpSpPr>
        <p:grpSpPr>
          <a:xfrm>
            <a:off x="4572000" y="3124200"/>
            <a:ext cx="2491968" cy="1219200"/>
            <a:chOff x="0" y="2470325"/>
            <a:chExt cx="3634968" cy="769937"/>
          </a:xfrm>
          <a:scene3d>
            <a:camera prst="orthographicFront"/>
            <a:lightRig rig="threePt" dir="t">
              <a:rot lat="0" lon="0" rev="7500000"/>
            </a:lightRig>
          </a:scene3d>
        </p:grpSpPr>
        <p:sp>
          <p:nvSpPr>
            <p:cNvPr id="22" name="Rounded Rectangle 21"/>
            <p:cNvSpPr/>
            <p:nvPr/>
          </p:nvSpPr>
          <p:spPr>
            <a:xfrm>
              <a:off x="0" y="2470325"/>
              <a:ext cx="3634968" cy="769937"/>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3" name="Rounded Rectangle 8"/>
            <p:cNvSpPr/>
            <p:nvPr/>
          </p:nvSpPr>
          <p:spPr>
            <a:xfrm>
              <a:off x="22551" y="2492876"/>
              <a:ext cx="3589866" cy="724835"/>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1" defTabSz="889000">
                <a:lnSpc>
                  <a:spcPct val="90000"/>
                </a:lnSpc>
                <a:spcAft>
                  <a:spcPct val="35000"/>
                </a:spcAft>
              </a:pPr>
              <a:r>
                <a:rPr lang="en-US" sz="2000" b="1" kern="1200" dirty="0" smtClean="0"/>
                <a:t>Education</a:t>
              </a:r>
            </a:p>
            <a:p>
              <a:pPr lvl="1" defTabSz="889000">
                <a:lnSpc>
                  <a:spcPct val="90000"/>
                </a:lnSpc>
                <a:spcAft>
                  <a:spcPts val="0"/>
                </a:spcAft>
                <a:buFontTx/>
                <a:buChar char="-"/>
              </a:pPr>
              <a:r>
                <a:rPr lang="en-US" sz="1400" b="1" dirty="0" smtClean="0"/>
                <a:t>Education</a:t>
              </a:r>
            </a:p>
            <a:p>
              <a:pPr lvl="1" defTabSz="889000">
                <a:lnSpc>
                  <a:spcPct val="90000"/>
                </a:lnSpc>
                <a:spcAft>
                  <a:spcPts val="0"/>
                </a:spcAft>
                <a:buFontTx/>
                <a:buChar char="-"/>
              </a:pPr>
              <a:r>
                <a:rPr lang="en-US" sz="1400" b="1" dirty="0" smtClean="0"/>
                <a:t>Frameworks</a:t>
              </a:r>
            </a:p>
            <a:p>
              <a:pPr lvl="1" defTabSz="889000">
                <a:lnSpc>
                  <a:spcPct val="90000"/>
                </a:lnSpc>
                <a:spcAft>
                  <a:spcPts val="0"/>
                </a:spcAft>
                <a:buFontTx/>
                <a:buChar char="-"/>
              </a:pPr>
              <a:r>
                <a:rPr lang="en-US" sz="1400" b="1" kern="1200" dirty="0" smtClean="0"/>
                <a:t>Seminars</a:t>
              </a:r>
              <a:endParaRPr lang="en-US" sz="1400" b="1" kern="1200" dirty="0"/>
            </a:p>
          </p:txBody>
        </p:sp>
      </p:grpSp>
      <p:grpSp>
        <p:nvGrpSpPr>
          <p:cNvPr id="24" name="Group 39"/>
          <p:cNvGrpSpPr/>
          <p:nvPr/>
        </p:nvGrpSpPr>
        <p:grpSpPr>
          <a:xfrm>
            <a:off x="1752600" y="4419600"/>
            <a:ext cx="5334000" cy="1143000"/>
            <a:chOff x="0" y="823737"/>
            <a:chExt cx="5105400" cy="706355"/>
          </a:xfrm>
          <a:scene3d>
            <a:camera prst="orthographicFront"/>
            <a:lightRig rig="threePt" dir="t">
              <a:rot lat="0" lon="0" rev="7500000"/>
            </a:lightRig>
          </a:scene3d>
        </p:grpSpPr>
        <p:sp>
          <p:nvSpPr>
            <p:cNvPr id="25" name="Rounded Rectangle 24"/>
            <p:cNvSpPr/>
            <p:nvPr/>
          </p:nvSpPr>
          <p:spPr>
            <a:xfrm>
              <a:off x="0" y="823737"/>
              <a:ext cx="5105400" cy="706355"/>
            </a:xfrm>
            <a:prstGeom prst="roundRect">
              <a:avLst>
                <a:gd name="adj" fmla="val 10000"/>
              </a:avLst>
            </a:prstGeom>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6" name="Rounded Rectangle 4"/>
            <p:cNvSpPr/>
            <p:nvPr/>
          </p:nvSpPr>
          <p:spPr>
            <a:xfrm>
              <a:off x="22550" y="846289"/>
              <a:ext cx="5006649" cy="22675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dirty="0" smtClean="0"/>
                <a:t>   On Demand Services</a:t>
              </a:r>
              <a:endParaRPr lang="en-US" sz="1400" b="1" kern="1200" dirty="0"/>
            </a:p>
          </p:txBody>
        </p:sp>
      </p:grpSp>
      <p:sp>
        <p:nvSpPr>
          <p:cNvPr id="27" name="TextBox 26"/>
          <p:cNvSpPr txBox="1"/>
          <p:nvPr/>
        </p:nvSpPr>
        <p:spPr>
          <a:xfrm>
            <a:off x="1905000" y="4724400"/>
            <a:ext cx="2133600" cy="738664"/>
          </a:xfrm>
          <a:prstGeom prst="rect">
            <a:avLst/>
          </a:prstGeom>
          <a:noFill/>
        </p:spPr>
        <p:txBody>
          <a:bodyPr wrap="square" rtlCol="0">
            <a:spAutoFit/>
          </a:bodyPr>
          <a:lstStyle/>
          <a:p>
            <a:pPr>
              <a:buFontTx/>
              <a:buChar char="-"/>
            </a:pPr>
            <a:r>
              <a:rPr lang="en-US" sz="1400" b="1" dirty="0" smtClean="0">
                <a:solidFill>
                  <a:schemeClr val="bg1"/>
                </a:solidFill>
              </a:rPr>
              <a:t>Mentoring Services</a:t>
            </a:r>
          </a:p>
          <a:p>
            <a:pPr>
              <a:buFontTx/>
              <a:buChar char="-"/>
            </a:pPr>
            <a:r>
              <a:rPr lang="en-US" sz="1400" b="1" dirty="0" smtClean="0">
                <a:solidFill>
                  <a:schemeClr val="bg1"/>
                </a:solidFill>
              </a:rPr>
              <a:t>Access to Experts</a:t>
            </a:r>
          </a:p>
          <a:p>
            <a:pPr>
              <a:buFontTx/>
              <a:buChar char="-"/>
            </a:pPr>
            <a:r>
              <a:rPr lang="en-US" sz="1400" b="1" dirty="0" smtClean="0">
                <a:solidFill>
                  <a:schemeClr val="bg1"/>
                </a:solidFill>
              </a:rPr>
              <a:t>Access to Knowledge</a:t>
            </a:r>
            <a:endParaRPr lang="en-US" sz="1400" b="1" dirty="0">
              <a:solidFill>
                <a:schemeClr val="bg1"/>
              </a:solidFill>
            </a:endParaRPr>
          </a:p>
        </p:txBody>
      </p:sp>
      <p:sp>
        <p:nvSpPr>
          <p:cNvPr id="28" name="TextBox 27"/>
          <p:cNvSpPr txBox="1"/>
          <p:nvPr/>
        </p:nvSpPr>
        <p:spPr>
          <a:xfrm>
            <a:off x="4800600" y="4747736"/>
            <a:ext cx="2209800" cy="738664"/>
          </a:xfrm>
          <a:prstGeom prst="rect">
            <a:avLst/>
          </a:prstGeom>
          <a:noFill/>
        </p:spPr>
        <p:txBody>
          <a:bodyPr wrap="square" rtlCol="0">
            <a:spAutoFit/>
          </a:bodyPr>
          <a:lstStyle/>
          <a:p>
            <a:pPr>
              <a:buFontTx/>
              <a:buChar char="-"/>
            </a:pPr>
            <a:r>
              <a:rPr lang="en-US" sz="1400" b="1" dirty="0" smtClean="0">
                <a:solidFill>
                  <a:schemeClr val="bg1"/>
                </a:solidFill>
              </a:rPr>
              <a:t>Advisory Services</a:t>
            </a:r>
          </a:p>
          <a:p>
            <a:pPr>
              <a:buFontTx/>
              <a:buChar char="-"/>
            </a:pPr>
            <a:r>
              <a:rPr lang="en-US" sz="1400" b="1" dirty="0" smtClean="0">
                <a:solidFill>
                  <a:schemeClr val="bg1"/>
                </a:solidFill>
              </a:rPr>
              <a:t>Research Services</a:t>
            </a:r>
          </a:p>
          <a:p>
            <a:pPr>
              <a:buFontTx/>
              <a:buChar char="-"/>
            </a:pPr>
            <a:r>
              <a:rPr lang="en-US" sz="1400" b="1" dirty="0" smtClean="0">
                <a:solidFill>
                  <a:schemeClr val="bg1"/>
                </a:solidFill>
              </a:rPr>
              <a:t>Access to Facilities</a:t>
            </a:r>
            <a:endParaRPr lang="en-US" sz="14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fontScale="90000"/>
          </a:bodyPr>
          <a:lstStyle/>
          <a:p>
            <a:pPr fontAlgn="auto">
              <a:spcAft>
                <a:spcPts val="0"/>
              </a:spcAft>
              <a:defRPr/>
            </a:pPr>
            <a:r>
              <a:rPr lang="en-US" kern="1200" dirty="0" smtClean="0">
                <a:latin typeface="+mj-lt"/>
                <a:ea typeface="+mj-ea"/>
                <a:cs typeface="+mj-cs"/>
              </a:rPr>
              <a:t>Benefits</a:t>
            </a:r>
            <a:endParaRPr lang="en-US" kern="1200" dirty="0">
              <a:latin typeface="+mj-lt"/>
              <a:ea typeface="+mj-ea"/>
              <a:cs typeface="+mj-cs"/>
            </a:endParaRPr>
          </a:p>
        </p:txBody>
      </p:sp>
      <p:sp>
        <p:nvSpPr>
          <p:cNvPr id="15362" name="Rectangle 3"/>
          <p:cNvSpPr>
            <a:spLocks noGrp="1" noChangeArrowheads="1"/>
          </p:cNvSpPr>
          <p:nvPr>
            <p:ph idx="1"/>
          </p:nvPr>
        </p:nvSpPr>
        <p:spPr>
          <a:xfrm>
            <a:off x="457200" y="3505200"/>
            <a:ext cx="8229600" cy="2590800"/>
          </a:xfrm>
        </p:spPr>
        <p:txBody>
          <a:bodyPr>
            <a:normAutofit/>
          </a:bodyPr>
          <a:lstStyle/>
          <a:p>
            <a:r>
              <a:rPr lang="en-US" sz="2200" dirty="0" smtClean="0"/>
              <a:t>Position the </a:t>
            </a:r>
            <a:r>
              <a:rPr lang="en-US" sz="2200" b="1" dirty="0" smtClean="0">
                <a:solidFill>
                  <a:schemeClr val="tx2"/>
                </a:solidFill>
              </a:rPr>
              <a:t>MBC</a:t>
            </a:r>
            <a:r>
              <a:rPr lang="en-US" sz="2200" dirty="0" smtClean="0"/>
              <a:t>, </a:t>
            </a:r>
            <a:r>
              <a:rPr lang="en-US" sz="2200" b="1" dirty="0" smtClean="0">
                <a:solidFill>
                  <a:schemeClr val="tx2"/>
                </a:solidFill>
              </a:rPr>
              <a:t>JVS</a:t>
            </a:r>
            <a:r>
              <a:rPr lang="en-US" sz="2200" dirty="0" smtClean="0"/>
              <a:t>, and </a:t>
            </a:r>
            <a:r>
              <a:rPr lang="en-US" sz="2200" b="1" dirty="0" smtClean="0">
                <a:solidFill>
                  <a:schemeClr val="tx2"/>
                </a:solidFill>
              </a:rPr>
              <a:t>JUF</a:t>
            </a:r>
            <a:r>
              <a:rPr lang="en-US" sz="2200" dirty="0" smtClean="0"/>
              <a:t> as a center for opportunity (investment) and innovation (value delivery). </a:t>
            </a:r>
          </a:p>
          <a:p>
            <a:r>
              <a:rPr lang="en-US" sz="2200" dirty="0" smtClean="0"/>
              <a:t>Build a model for channeling creativity to deliver value for the local community while building  core competencies that can be shared amongst the members.</a:t>
            </a:r>
          </a:p>
          <a:p>
            <a:r>
              <a:rPr lang="en-US" sz="2200" dirty="0" smtClean="0"/>
              <a:t>Build a pipeline of sustainable value for individuals, small business owners, local economy, and the government.</a:t>
            </a:r>
          </a:p>
          <a:p>
            <a:endParaRPr lang="en-US" sz="2200" dirty="0" smtClean="0"/>
          </a:p>
        </p:txBody>
      </p:sp>
      <p:sp>
        <p:nvSpPr>
          <p:cNvPr id="5" name="Slide Number Placeholder 3"/>
          <p:cNvSpPr>
            <a:spLocks noGrp="1"/>
          </p:cNvSpPr>
          <p:nvPr>
            <p:ph type="sldNum" sz="quarter" idx="12"/>
          </p:nvPr>
        </p:nvSpPr>
        <p:spPr/>
        <p:txBody>
          <a:bodyPr/>
          <a:lstStyle/>
          <a:p>
            <a:pPr>
              <a:defRPr/>
            </a:pPr>
            <a:fld id="{43520158-F53C-41E9-8B98-829BF24DDC72}" type="slidenum">
              <a:rPr lang="en-US"/>
              <a:pPr>
                <a:defRPr/>
              </a:pPr>
              <a:t>5</a:t>
            </a:fld>
            <a:endParaRPr lang="en-US" dirty="0"/>
          </a:p>
        </p:txBody>
      </p:sp>
      <p:sp>
        <p:nvSpPr>
          <p:cNvPr id="7" name="TextBox 6"/>
          <p:cNvSpPr txBox="1"/>
          <p:nvPr/>
        </p:nvSpPr>
        <p:spPr>
          <a:xfrm>
            <a:off x="5257800" y="1676400"/>
            <a:ext cx="3581400" cy="1384995"/>
          </a:xfrm>
          <a:prstGeom prst="rect">
            <a:avLst/>
          </a:prstGeom>
          <a:solidFill>
            <a:schemeClr val="bg2">
              <a:lumMod val="90000"/>
            </a:schemeClr>
          </a:solidFill>
        </p:spPr>
        <p:txBody>
          <a:bodyPr wrap="square" rtlCol="0">
            <a:spAutoFit/>
          </a:bodyPr>
          <a:lstStyle/>
          <a:p>
            <a:r>
              <a:rPr lang="en-US" sz="1400" dirty="0" smtClean="0"/>
              <a:t>“We are taught that we, the Jewish people function as a community. I believe that one person can make a difference but only the power and will of the collective can effectuate great change.”</a:t>
            </a:r>
          </a:p>
          <a:p>
            <a:r>
              <a:rPr lang="en-US" sz="1400" i="1" dirty="0" smtClean="0"/>
              <a:t>        - Harvey Barnett</a:t>
            </a:r>
            <a:endParaRPr lang="en-US" sz="1400" dirty="0"/>
          </a:p>
        </p:txBody>
      </p:sp>
      <p:sp>
        <p:nvSpPr>
          <p:cNvPr id="8" name="Rectangle 3"/>
          <p:cNvSpPr txBox="1">
            <a:spLocks noChangeArrowheads="1"/>
          </p:cNvSpPr>
          <p:nvPr/>
        </p:nvSpPr>
        <p:spPr bwMode="auto">
          <a:xfrm>
            <a:off x="457200" y="1524000"/>
            <a:ext cx="4800600" cy="1905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Create jobs (reduce unemployment) by directing investments (money) towards opportunities that deliver value to a well defined market.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Challenges</a:t>
            </a:r>
            <a:endParaRPr lang="en-US" dirty="0"/>
          </a:p>
        </p:txBody>
      </p:sp>
      <p:sp>
        <p:nvSpPr>
          <p:cNvPr id="3" name="Content Placeholder 2"/>
          <p:cNvSpPr>
            <a:spLocks noGrp="1"/>
          </p:cNvSpPr>
          <p:nvPr>
            <p:ph idx="1"/>
          </p:nvPr>
        </p:nvSpPr>
        <p:spPr>
          <a:xfrm>
            <a:off x="457200" y="1295401"/>
            <a:ext cx="5410200" cy="2743200"/>
          </a:xfrm>
        </p:spPr>
        <p:txBody>
          <a:bodyPr/>
          <a:lstStyle/>
          <a:p>
            <a:r>
              <a:rPr lang="en-US" sz="2400" dirty="0" smtClean="0"/>
              <a:t>Community Challenges:</a:t>
            </a:r>
          </a:p>
          <a:p>
            <a:pPr lvl="1"/>
            <a:r>
              <a:rPr lang="en-US" sz="2000" dirty="0" smtClean="0"/>
              <a:t>Unemployment remains high</a:t>
            </a:r>
          </a:p>
          <a:p>
            <a:pPr lvl="1"/>
            <a:r>
              <a:rPr lang="en-US" sz="2000" dirty="0" smtClean="0"/>
              <a:t>Jobs  may not return with the recovery</a:t>
            </a:r>
          </a:p>
          <a:p>
            <a:pPr lvl="1"/>
            <a:r>
              <a:rPr lang="en-US" sz="2000" dirty="0" smtClean="0"/>
              <a:t>Taxes are rising along with service cuts to  communities</a:t>
            </a:r>
          </a:p>
          <a:p>
            <a:pPr lvl="1"/>
            <a:r>
              <a:rPr lang="en-US" sz="2000" dirty="0" smtClean="0"/>
              <a:t>Small business owners are struggling to survive</a:t>
            </a:r>
          </a:p>
        </p:txBody>
      </p:sp>
      <p:sp>
        <p:nvSpPr>
          <p:cNvPr id="4" name="TextBox 3"/>
          <p:cNvSpPr txBox="1"/>
          <p:nvPr/>
        </p:nvSpPr>
        <p:spPr>
          <a:xfrm>
            <a:off x="5791200" y="1652587"/>
            <a:ext cx="3048000" cy="2462213"/>
          </a:xfrm>
          <a:prstGeom prst="rect">
            <a:avLst/>
          </a:prstGeom>
          <a:solidFill>
            <a:schemeClr val="bg2">
              <a:lumMod val="90000"/>
            </a:schemeClr>
          </a:solidFill>
        </p:spPr>
        <p:txBody>
          <a:bodyPr wrap="square" rtlCol="0">
            <a:spAutoFit/>
          </a:bodyPr>
          <a:lstStyle/>
          <a:p>
            <a:r>
              <a:rPr lang="en-US" sz="1400" dirty="0" smtClean="0"/>
              <a:t>““The basic assumption that jobs will eventually return when the economy recovers is probably wrong. Some jobs will come back, of course. But the reality that no one wants to talk about is a structural change in the economy that’s been going on for years but which the Great Recession has dramatically accelerated.”</a:t>
            </a:r>
          </a:p>
          <a:p>
            <a:r>
              <a:rPr lang="en-US" sz="1400" i="1" dirty="0" smtClean="0"/>
              <a:t>        - Redefining Health Care</a:t>
            </a:r>
            <a:endParaRPr lang="en-US" sz="1400" dirty="0"/>
          </a:p>
        </p:txBody>
      </p:sp>
      <p:sp>
        <p:nvSpPr>
          <p:cNvPr id="5" name="Content Placeholder 2"/>
          <p:cNvSpPr txBox="1">
            <a:spLocks/>
          </p:cNvSpPr>
          <p:nvPr/>
        </p:nvSpPr>
        <p:spPr bwMode="auto">
          <a:xfrm>
            <a:off x="457200" y="4038600"/>
            <a:ext cx="7924800" cy="2514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JVS’s Challenges</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Funding has been cut</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They have limited resources to assist communities</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JUF’s Challenges</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Exponential growth in people seeking emergency assistance</a:t>
            </a:r>
          </a:p>
          <a:p>
            <a:pPr marL="742950" marR="0" lvl="1" indent="-28575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Difficult to maintain (let alone grow) sources of funding </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JVS’s Opportunities</a:t>
            </a:r>
            <a:endParaRPr lang="en-US" dirty="0"/>
          </a:p>
        </p:txBody>
      </p:sp>
      <p:sp>
        <p:nvSpPr>
          <p:cNvPr id="3" name="Content Placeholder 2"/>
          <p:cNvSpPr>
            <a:spLocks noGrp="1"/>
          </p:cNvSpPr>
          <p:nvPr>
            <p:ph idx="1"/>
          </p:nvPr>
        </p:nvSpPr>
        <p:spPr>
          <a:xfrm>
            <a:off x="457200" y="1295400"/>
            <a:ext cx="8305800" cy="4830763"/>
          </a:xfrm>
        </p:spPr>
        <p:txBody>
          <a:bodyPr/>
          <a:lstStyle/>
          <a:p>
            <a:r>
              <a:rPr lang="en-US" sz="2800" dirty="0" smtClean="0"/>
              <a:t>Provide an independent &amp; sustainable funding model.</a:t>
            </a:r>
          </a:p>
          <a:p>
            <a:r>
              <a:rPr lang="en-US" sz="2800" dirty="0" smtClean="0"/>
              <a:t>Provide a pull model</a:t>
            </a:r>
            <a:r>
              <a:rPr lang="en-US" sz="2800" dirty="0" smtClean="0"/>
              <a:t> for JVS to create opportunities for unemployed workers of all levels.</a:t>
            </a:r>
          </a:p>
          <a:p>
            <a:r>
              <a:rPr lang="en-US" sz="2800" dirty="0" smtClean="0"/>
              <a:t>Offer</a:t>
            </a:r>
            <a:r>
              <a:rPr lang="en-US" sz="2800" dirty="0" smtClean="0"/>
              <a:t> valuable experience &amp; relevant skills in driving growth and innovation.</a:t>
            </a:r>
          </a:p>
          <a:p>
            <a:r>
              <a:rPr lang="en-US" sz="2800" dirty="0" smtClean="0"/>
              <a:t>Build a service model that can provide revenue for JVS as well as the talent pool available to JVS.</a:t>
            </a:r>
          </a:p>
          <a:p>
            <a:r>
              <a:rPr lang="en-US" sz="2800" dirty="0" smtClean="0"/>
              <a:t>Provide opportunities for small businesses.</a:t>
            </a:r>
          </a:p>
          <a:p>
            <a:r>
              <a:rPr lang="en-US" sz="2800" dirty="0" smtClean="0"/>
              <a:t>Expand the business model to deliver value not just resources to the market.</a:t>
            </a:r>
            <a:endParaRPr lang="en-US" sz="28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JUF’s Opportunities</a:t>
            </a:r>
            <a:endParaRPr lang="en-US" dirty="0"/>
          </a:p>
        </p:txBody>
      </p:sp>
      <p:sp>
        <p:nvSpPr>
          <p:cNvPr id="3" name="Content Placeholder 2"/>
          <p:cNvSpPr>
            <a:spLocks noGrp="1"/>
          </p:cNvSpPr>
          <p:nvPr>
            <p:ph idx="1"/>
          </p:nvPr>
        </p:nvSpPr>
        <p:spPr/>
        <p:txBody>
          <a:bodyPr/>
          <a:lstStyle/>
          <a:p>
            <a:r>
              <a:rPr lang="en-US" dirty="0" smtClean="0"/>
              <a:t>Develop a revenue stream to underwrite existing programs and services.</a:t>
            </a:r>
          </a:p>
          <a:p>
            <a:r>
              <a:rPr lang="en-US" dirty="0" smtClean="0"/>
              <a:t>Reduce dependency on 3</a:t>
            </a:r>
            <a:r>
              <a:rPr lang="en-US" baseline="30000" dirty="0" smtClean="0"/>
              <a:t>rd</a:t>
            </a:r>
            <a:r>
              <a:rPr lang="en-US" dirty="0" smtClean="0"/>
              <a:t> party funding.</a:t>
            </a:r>
          </a:p>
          <a:p>
            <a:r>
              <a:rPr lang="en-US" dirty="0" smtClean="0"/>
              <a:t>Increase relevancy amongst businesses and communities by offering tangible value.</a:t>
            </a:r>
          </a:p>
          <a:p>
            <a:r>
              <a:rPr lang="en-US" dirty="0" smtClean="0"/>
              <a:t>Extend the value proposition to adjacent business and municipalities.</a:t>
            </a:r>
          </a:p>
          <a:p>
            <a:r>
              <a:rPr lang="en-US" dirty="0" smtClean="0"/>
              <a:t>Create an value-driven model that can be extended throughout the US.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urved Down Arrow 22"/>
          <p:cNvSpPr/>
          <p:nvPr/>
        </p:nvSpPr>
        <p:spPr>
          <a:xfrm>
            <a:off x="1295400" y="1676400"/>
            <a:ext cx="4953000" cy="2209800"/>
          </a:xfrm>
          <a:prstGeom prst="curvedDownArrow">
            <a:avLst>
              <a:gd name="adj1" fmla="val 32544"/>
              <a:gd name="adj2" fmla="val 75200"/>
              <a:gd name="adj3" fmla="val 25000"/>
            </a:avLst>
          </a:prstGeom>
          <a:solidFill>
            <a:schemeClr val="tx2">
              <a:lumMod val="60000"/>
              <a:lumOff val="40000"/>
            </a:schemeClr>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chemeClr val="tx1"/>
              </a:solidFill>
            </a:endParaRPr>
          </a:p>
        </p:txBody>
      </p:sp>
      <p:sp>
        <p:nvSpPr>
          <p:cNvPr id="24" name="Curved Down Arrow 23"/>
          <p:cNvSpPr/>
          <p:nvPr/>
        </p:nvSpPr>
        <p:spPr>
          <a:xfrm flipH="1" flipV="1">
            <a:off x="1219200" y="4495800"/>
            <a:ext cx="4495800" cy="1600200"/>
          </a:xfrm>
          <a:prstGeom prst="curvedDownArrow">
            <a:avLst>
              <a:gd name="adj1" fmla="val 42188"/>
              <a:gd name="adj2" fmla="val 75200"/>
              <a:gd name="adj3" fmla="val 25000"/>
            </a:avLst>
          </a:prstGeom>
          <a:solidFill>
            <a:schemeClr val="tx2">
              <a:lumMod val="60000"/>
              <a:lumOff val="40000"/>
            </a:schemeClr>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dirty="0">
              <a:solidFill>
                <a:schemeClr val="tx1"/>
              </a:solidFill>
            </a:endParaRPr>
          </a:p>
        </p:txBody>
      </p:sp>
      <p:sp>
        <p:nvSpPr>
          <p:cNvPr id="2" name="Title 1"/>
          <p:cNvSpPr>
            <a:spLocks noGrp="1"/>
          </p:cNvSpPr>
          <p:nvPr>
            <p:ph type="title"/>
          </p:nvPr>
        </p:nvSpPr>
        <p:spPr/>
        <p:txBody>
          <a:bodyPr/>
          <a:lstStyle/>
          <a:p>
            <a:r>
              <a:rPr lang="en-US" dirty="0" smtClean="0"/>
              <a:t>Value </a:t>
            </a:r>
            <a:r>
              <a:rPr lang="en-US" dirty="0" smtClean="0"/>
              <a:t>Delivery Pipeline</a:t>
            </a:r>
            <a:endParaRPr lang="en-US" dirty="0"/>
          </a:p>
        </p:txBody>
      </p:sp>
      <p:graphicFrame>
        <p:nvGraphicFramePr>
          <p:cNvPr id="4" name="Diagram 3"/>
          <p:cNvGraphicFramePr/>
          <p:nvPr/>
        </p:nvGraphicFramePr>
        <p:xfrm>
          <a:off x="990600" y="2590800"/>
          <a:ext cx="7924800"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10"/>
          <p:cNvGrpSpPr/>
          <p:nvPr/>
        </p:nvGrpSpPr>
        <p:grpSpPr>
          <a:xfrm>
            <a:off x="3962400" y="5029200"/>
            <a:ext cx="1447800" cy="762000"/>
            <a:chOff x="3598664" y="2514616"/>
            <a:chExt cx="2497335" cy="1248667"/>
          </a:xfrm>
          <a:scene3d>
            <a:camera prst="orthographicFront"/>
            <a:lightRig rig="flat" dir="t"/>
          </a:scene3d>
        </p:grpSpPr>
        <p:sp>
          <p:nvSpPr>
            <p:cNvPr id="12" name="Rounded Rectangle 11"/>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3" name="Rounded Rectangle 4"/>
            <p:cNvSpPr/>
            <p:nvPr/>
          </p:nvSpPr>
          <p:spPr>
            <a:xfrm>
              <a:off x="3659619" y="2575571"/>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smtClean="0"/>
                <a:t>Investment</a:t>
              </a:r>
            </a:p>
            <a:p>
              <a:pPr lvl="0" algn="ctr" defTabSz="1200150">
                <a:lnSpc>
                  <a:spcPct val="90000"/>
                </a:lnSpc>
                <a:spcBef>
                  <a:spcPct val="0"/>
                </a:spcBef>
                <a:spcAft>
                  <a:spcPct val="35000"/>
                </a:spcAft>
              </a:pPr>
              <a:r>
                <a:rPr lang="en-US" sz="1400" b="1" kern="1200" dirty="0" smtClean="0"/>
                <a:t>Planning</a:t>
              </a:r>
              <a:endParaRPr lang="en-US" sz="1400" b="1" kern="1200" dirty="0"/>
            </a:p>
          </p:txBody>
        </p:sp>
      </p:grpSp>
      <p:grpSp>
        <p:nvGrpSpPr>
          <p:cNvPr id="5" name="Group 13"/>
          <p:cNvGrpSpPr/>
          <p:nvPr/>
        </p:nvGrpSpPr>
        <p:grpSpPr>
          <a:xfrm>
            <a:off x="1752600" y="1981200"/>
            <a:ext cx="1447800" cy="762000"/>
            <a:chOff x="3598664" y="2514616"/>
            <a:chExt cx="2497335" cy="1248667"/>
          </a:xfrm>
          <a:scene3d>
            <a:camera prst="orthographicFront"/>
            <a:lightRig rig="flat" dir="t"/>
          </a:scene3d>
        </p:grpSpPr>
        <p:sp>
          <p:nvSpPr>
            <p:cNvPr id="15" name="Rounded Rectangle 14"/>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6" name="Rounded Rectangle 4"/>
            <p:cNvSpPr/>
            <p:nvPr/>
          </p:nvSpPr>
          <p:spPr>
            <a:xfrm>
              <a:off x="3659619" y="2575571"/>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smtClean="0"/>
                <a:t>Market</a:t>
              </a:r>
            </a:p>
            <a:p>
              <a:pPr lvl="0" algn="ctr" defTabSz="1200150">
                <a:lnSpc>
                  <a:spcPct val="90000"/>
                </a:lnSpc>
                <a:spcBef>
                  <a:spcPct val="0"/>
                </a:spcBef>
                <a:spcAft>
                  <a:spcPct val="35000"/>
                </a:spcAft>
              </a:pPr>
              <a:r>
                <a:rPr lang="en-US" sz="1400" b="1" dirty="0" smtClean="0"/>
                <a:t>Assessment</a:t>
              </a:r>
              <a:endParaRPr lang="en-US" sz="1400" b="1" kern="1200" dirty="0"/>
            </a:p>
          </p:txBody>
        </p:sp>
      </p:grpSp>
      <p:grpSp>
        <p:nvGrpSpPr>
          <p:cNvPr id="6" name="Group 16"/>
          <p:cNvGrpSpPr/>
          <p:nvPr/>
        </p:nvGrpSpPr>
        <p:grpSpPr>
          <a:xfrm>
            <a:off x="1752600" y="5029200"/>
            <a:ext cx="1447800" cy="762000"/>
            <a:chOff x="3598664" y="2514616"/>
            <a:chExt cx="2497335" cy="1248667"/>
          </a:xfrm>
          <a:scene3d>
            <a:camera prst="orthographicFront"/>
            <a:lightRig rig="flat" dir="t"/>
          </a:scene3d>
        </p:grpSpPr>
        <p:sp>
          <p:nvSpPr>
            <p:cNvPr id="18" name="Rounded Rectangle 17"/>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9" name="Rounded Rectangle 4"/>
            <p:cNvSpPr/>
            <p:nvPr/>
          </p:nvSpPr>
          <p:spPr>
            <a:xfrm>
              <a:off x="3659619" y="2575571"/>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smtClean="0"/>
                <a:t>Pipeline</a:t>
              </a:r>
            </a:p>
            <a:p>
              <a:pPr lvl="0" algn="ctr" defTabSz="1200150">
                <a:lnSpc>
                  <a:spcPct val="90000"/>
                </a:lnSpc>
                <a:spcBef>
                  <a:spcPct val="0"/>
                </a:spcBef>
                <a:spcAft>
                  <a:spcPct val="35000"/>
                </a:spcAft>
              </a:pPr>
              <a:r>
                <a:rPr lang="en-US" sz="1400" b="1" dirty="0" smtClean="0"/>
                <a:t>Management</a:t>
              </a:r>
              <a:endParaRPr lang="en-US" sz="1400" b="1" kern="1200" dirty="0"/>
            </a:p>
          </p:txBody>
        </p:sp>
      </p:grpSp>
      <p:grpSp>
        <p:nvGrpSpPr>
          <p:cNvPr id="7" name="Group 19"/>
          <p:cNvGrpSpPr/>
          <p:nvPr/>
        </p:nvGrpSpPr>
        <p:grpSpPr>
          <a:xfrm>
            <a:off x="3962400" y="1981200"/>
            <a:ext cx="1447800" cy="762000"/>
            <a:chOff x="3598664" y="2514616"/>
            <a:chExt cx="2497335" cy="1248667"/>
          </a:xfrm>
          <a:scene3d>
            <a:camera prst="orthographicFront"/>
            <a:lightRig rig="flat" dir="t"/>
          </a:scene3d>
        </p:grpSpPr>
        <p:sp>
          <p:nvSpPr>
            <p:cNvPr id="21" name="Rounded Rectangle 20"/>
            <p:cNvSpPr/>
            <p:nvPr/>
          </p:nvSpPr>
          <p:spPr>
            <a:xfrm>
              <a:off x="3598664" y="2514616"/>
              <a:ext cx="2497335" cy="1248667"/>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2" name="Rounded Rectangle 4"/>
            <p:cNvSpPr/>
            <p:nvPr/>
          </p:nvSpPr>
          <p:spPr>
            <a:xfrm>
              <a:off x="3659619" y="2575573"/>
              <a:ext cx="2375425" cy="112675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n-US" sz="1400" b="1" kern="1200" dirty="0" smtClean="0"/>
                <a:t>Prioritization</a:t>
              </a:r>
              <a:endParaRPr lang="en-US" sz="1400" b="1" kern="120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Products &amp; Services Portfolio</a:t>
            </a:r>
            <a:endParaRPr lang="en-US" dirty="0"/>
          </a:p>
        </p:txBody>
      </p:sp>
      <p:graphicFrame>
        <p:nvGraphicFramePr>
          <p:cNvPr id="4" name="Diagram 3"/>
          <p:cNvGraphicFramePr/>
          <p:nvPr/>
        </p:nvGraphicFramePr>
        <p:xfrm>
          <a:off x="393700" y="1397000"/>
          <a:ext cx="85344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Ideation Lifecycle</a:t>
            </a:r>
            <a:endParaRPr lang="en-US" dirty="0"/>
          </a:p>
        </p:txBody>
      </p:sp>
      <p:graphicFrame>
        <p:nvGraphicFramePr>
          <p:cNvPr id="4" name="Diagram 3"/>
          <p:cNvGraphicFramePr/>
          <p:nvPr/>
        </p:nvGraphicFramePr>
        <p:xfrm>
          <a:off x="990600" y="1397000"/>
          <a:ext cx="723900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the Ideation Lifecycle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model is built on a progression of capabilities which are based on a clear understanding of the value that </a:t>
            </a:r>
            <a:r>
              <a:rPr lang="en-US" b="1" dirty="0" smtClean="0">
                <a:solidFill>
                  <a:schemeClr val="tx2"/>
                </a:solidFill>
              </a:rPr>
              <a:t>MBC</a:t>
            </a:r>
            <a:r>
              <a:rPr lang="en-US" dirty="0" smtClean="0"/>
              <a:t> Members need to deliver.</a:t>
            </a:r>
          </a:p>
          <a:p>
            <a:pPr lvl="1"/>
            <a:r>
              <a:rPr lang="en-US" sz="2600" dirty="0" smtClean="0"/>
              <a:t>Those needs are captured as </a:t>
            </a:r>
            <a:r>
              <a:rPr lang="en-US" sz="2600" b="1" dirty="0" smtClean="0"/>
              <a:t>Desired Outcomes </a:t>
            </a:r>
            <a:r>
              <a:rPr lang="en-US" sz="2600" dirty="0" smtClean="0"/>
              <a:t>on the part of the customers (direct &amp; indirect consumers).</a:t>
            </a:r>
          </a:p>
          <a:p>
            <a:pPr lvl="1"/>
            <a:r>
              <a:rPr lang="en-US" sz="2600" dirty="0" smtClean="0"/>
              <a:t>The </a:t>
            </a:r>
            <a:r>
              <a:rPr lang="en-US" sz="2600" b="1" dirty="0" smtClean="0"/>
              <a:t>Desired Outcomes </a:t>
            </a:r>
            <a:r>
              <a:rPr lang="en-US" sz="2600" dirty="0" smtClean="0"/>
              <a:t>provide </a:t>
            </a:r>
            <a:r>
              <a:rPr lang="en-US" sz="2600" b="1" dirty="0" smtClean="0">
                <a:solidFill>
                  <a:schemeClr val="tx2"/>
                </a:solidFill>
              </a:rPr>
              <a:t>MBC</a:t>
            </a:r>
            <a:r>
              <a:rPr lang="en-US" sz="2600" dirty="0" smtClean="0"/>
              <a:t> with a repository of intellectual property from which to offer a variety of services to the practice, profession, and the public.</a:t>
            </a:r>
          </a:p>
          <a:p>
            <a:pPr lvl="1"/>
            <a:r>
              <a:rPr lang="en-US" sz="2600" dirty="0" smtClean="0"/>
              <a:t>The </a:t>
            </a:r>
            <a:r>
              <a:rPr lang="en-US" sz="2600" b="1" dirty="0" smtClean="0"/>
              <a:t>Desired Outcomes</a:t>
            </a:r>
            <a:r>
              <a:rPr lang="en-US" sz="2600" dirty="0" smtClean="0"/>
              <a:t> will be used to drive alignment, provide </a:t>
            </a:r>
            <a:r>
              <a:rPr lang="en-US" sz="2600" b="1" dirty="0" smtClean="0">
                <a:solidFill>
                  <a:schemeClr val="tx2"/>
                </a:solidFill>
              </a:rPr>
              <a:t>MBC</a:t>
            </a:r>
            <a:r>
              <a:rPr lang="en-US" sz="2600" dirty="0" smtClean="0"/>
              <a:t> Members with a compass, and provide the baseline for delivering targeted value to stakeholders throughout the Midwest.</a:t>
            </a:r>
          </a:p>
        </p:txBody>
      </p:sp>
      <p:sp>
        <p:nvSpPr>
          <p:cNvPr id="4" name="Slide Number Placeholder 3"/>
          <p:cNvSpPr>
            <a:spLocks noGrp="1"/>
          </p:cNvSpPr>
          <p:nvPr>
            <p:ph type="sldNum" sz="quarter" idx="12"/>
          </p:nvPr>
        </p:nvSpPr>
        <p:spPr/>
        <p:txBody>
          <a:bodyPr/>
          <a:lstStyle/>
          <a:p>
            <a:fld id="{2FD4B9CC-8E98-4BC1-B694-BAFFF1C80C24}" type="slidenum">
              <a:rPr lang="en-GB" smtClean="0"/>
              <a:pPr/>
              <a:t>12</a:t>
            </a:fld>
            <a:endParaRPr lang="en-GB"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 Overview</a:t>
            </a:r>
            <a:endParaRPr lang="en-US" dirty="0"/>
          </a:p>
        </p:txBody>
      </p:sp>
      <p:graphicFrame>
        <p:nvGraphicFramePr>
          <p:cNvPr id="38" name="Diagram 37"/>
          <p:cNvGraphicFramePr/>
          <p:nvPr/>
        </p:nvGraphicFramePr>
        <p:xfrm>
          <a:off x="457200" y="1397000"/>
          <a:ext cx="830580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fontScale="90000"/>
          </a:bodyPr>
          <a:lstStyle/>
          <a:p>
            <a:pPr fontAlgn="auto">
              <a:spcAft>
                <a:spcPts val="0"/>
              </a:spcAft>
              <a:defRPr/>
            </a:pPr>
            <a:r>
              <a:rPr lang="en-US" kern="1200" dirty="0" smtClean="0">
                <a:latin typeface="+mj-lt"/>
                <a:ea typeface="+mj-ea"/>
                <a:cs typeface="+mj-cs"/>
              </a:rPr>
              <a:t>Organization Overview</a:t>
            </a:r>
            <a:endParaRPr lang="en-US" kern="1200" dirty="0">
              <a:latin typeface="+mj-lt"/>
              <a:ea typeface="+mj-ea"/>
              <a:cs typeface="+mj-cs"/>
            </a:endParaRPr>
          </a:p>
        </p:txBody>
      </p:sp>
      <p:sp>
        <p:nvSpPr>
          <p:cNvPr id="15362" name="Rectangle 3"/>
          <p:cNvSpPr>
            <a:spLocks noGrp="1" noChangeArrowheads="1"/>
          </p:cNvSpPr>
          <p:nvPr>
            <p:ph idx="1"/>
          </p:nvPr>
        </p:nvSpPr>
        <p:spPr>
          <a:xfrm>
            <a:off x="457200" y="1295400"/>
            <a:ext cx="8229600" cy="4953000"/>
          </a:xfrm>
        </p:spPr>
        <p:txBody>
          <a:bodyPr>
            <a:normAutofit/>
          </a:bodyPr>
          <a:lstStyle/>
          <a:p>
            <a:pPr eaLnBrk="1" hangingPunct="1"/>
            <a:r>
              <a:rPr lang="en-US" sz="2400" dirty="0" smtClean="0"/>
              <a:t>The organizational model is a future-state depiction of where LCPF may evolve . </a:t>
            </a:r>
          </a:p>
          <a:p>
            <a:pPr eaLnBrk="1" hangingPunct="1"/>
            <a:r>
              <a:rPr lang="en-US" sz="2400" dirty="0" smtClean="0"/>
              <a:t>The Board of Directors would be selected from successful leaders in the community (education, business, non-profit, and government). </a:t>
            </a:r>
          </a:p>
          <a:p>
            <a:pPr eaLnBrk="1" hangingPunct="1"/>
            <a:r>
              <a:rPr lang="en-US" sz="2400" dirty="0" smtClean="0"/>
              <a:t>The Marketing Team drives the pipeline of opportunities and works to build an IP portfolio.   They create a “pull” through promoting the brand &amp; collaboration.</a:t>
            </a:r>
          </a:p>
          <a:p>
            <a:pPr eaLnBrk="1" hangingPunct="1"/>
            <a:r>
              <a:rPr lang="en-US" sz="2400" dirty="0" smtClean="0"/>
              <a:t>The Capital Planning Team works to bring in funding, investors and create a collaborative to support value delivery.  </a:t>
            </a:r>
          </a:p>
        </p:txBody>
      </p:sp>
      <p:sp>
        <p:nvSpPr>
          <p:cNvPr id="5" name="Slide Number Placeholder 3"/>
          <p:cNvSpPr>
            <a:spLocks noGrp="1"/>
          </p:cNvSpPr>
          <p:nvPr>
            <p:ph type="sldNum" sz="quarter" idx="12"/>
          </p:nvPr>
        </p:nvSpPr>
        <p:spPr/>
        <p:txBody>
          <a:bodyPr/>
          <a:lstStyle/>
          <a:p>
            <a:pPr>
              <a:defRPr/>
            </a:pPr>
            <a:fld id="{43520158-F53C-41E9-8B98-829BF24DDC72}" type="slidenum">
              <a:rPr lang="en-US"/>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fontScale="90000"/>
          </a:bodyPr>
          <a:lstStyle/>
          <a:p>
            <a:pPr fontAlgn="auto">
              <a:spcAft>
                <a:spcPts val="0"/>
              </a:spcAft>
              <a:defRPr/>
            </a:pPr>
            <a:r>
              <a:rPr lang="en-US" kern="1200" dirty="0" smtClean="0">
                <a:latin typeface="+mj-lt"/>
                <a:ea typeface="+mj-ea"/>
                <a:cs typeface="+mj-cs"/>
              </a:rPr>
              <a:t>Organization Overview</a:t>
            </a:r>
            <a:endParaRPr lang="en-US" kern="1200" dirty="0">
              <a:latin typeface="+mj-lt"/>
              <a:ea typeface="+mj-ea"/>
              <a:cs typeface="+mj-cs"/>
            </a:endParaRPr>
          </a:p>
        </p:txBody>
      </p:sp>
      <p:sp>
        <p:nvSpPr>
          <p:cNvPr id="15362" name="Rectangle 3"/>
          <p:cNvSpPr>
            <a:spLocks noGrp="1" noChangeArrowheads="1"/>
          </p:cNvSpPr>
          <p:nvPr>
            <p:ph idx="1"/>
          </p:nvPr>
        </p:nvSpPr>
        <p:spPr>
          <a:xfrm>
            <a:off x="457200" y="1295400"/>
            <a:ext cx="8382000" cy="4953000"/>
          </a:xfrm>
        </p:spPr>
        <p:txBody>
          <a:bodyPr>
            <a:normAutofit/>
          </a:bodyPr>
          <a:lstStyle/>
          <a:p>
            <a:pPr eaLnBrk="1" hangingPunct="1"/>
            <a:r>
              <a:rPr lang="en-US" sz="2400" dirty="0" smtClean="0"/>
              <a:t>The Management Team drives execution through a series of teams:</a:t>
            </a:r>
          </a:p>
          <a:p>
            <a:pPr lvl="1" eaLnBrk="1" hangingPunct="1"/>
            <a:r>
              <a:rPr lang="en-US" sz="2400" dirty="0" smtClean="0"/>
              <a:t>The Ideation Team against a prioritized list of opportunities .</a:t>
            </a:r>
          </a:p>
          <a:p>
            <a:pPr lvl="1" eaLnBrk="1" hangingPunct="1"/>
            <a:r>
              <a:rPr lang="en-US" sz="2400" dirty="0" smtClean="0"/>
              <a:t>The Transition Team works with partners &amp; small business leaders to transition ideas into concepts &amp; solutions (value creation). </a:t>
            </a:r>
          </a:p>
          <a:p>
            <a:pPr lvl="1" eaLnBrk="1" hangingPunct="1"/>
            <a:r>
              <a:rPr lang="en-US" sz="2400" dirty="0" smtClean="0"/>
              <a:t>The Service Delivery Team works provides advisory services, educational services, and fosters collaboration with one or more partners to deliver value.</a:t>
            </a:r>
          </a:p>
        </p:txBody>
      </p:sp>
      <p:sp>
        <p:nvSpPr>
          <p:cNvPr id="5" name="Slide Number Placeholder 3"/>
          <p:cNvSpPr>
            <a:spLocks noGrp="1"/>
          </p:cNvSpPr>
          <p:nvPr>
            <p:ph type="sldNum" sz="quarter" idx="12"/>
          </p:nvPr>
        </p:nvSpPr>
        <p:spPr/>
        <p:txBody>
          <a:bodyPr/>
          <a:lstStyle/>
          <a:p>
            <a:pPr>
              <a:defRPr/>
            </a:pPr>
            <a:fld id="{43520158-F53C-41E9-8B98-829BF24DDC72}" type="slidenum">
              <a:rPr lang="en-US"/>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3-Year Roadmap</a:t>
            </a:r>
            <a:endParaRPr lang="en-US" dirty="0"/>
          </a:p>
        </p:txBody>
      </p:sp>
      <p:graphicFrame>
        <p:nvGraphicFramePr>
          <p:cNvPr id="4" name="Diagram 3"/>
          <p:cNvGraphicFramePr/>
          <p:nvPr/>
        </p:nvGraphicFramePr>
        <p:xfrm>
          <a:off x="393700" y="1397000"/>
          <a:ext cx="85344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ctrTitle"/>
          </p:nvPr>
        </p:nvSpPr>
        <p:spPr/>
        <p:txBody>
          <a:bodyPr/>
          <a:lstStyle/>
          <a:p>
            <a:r>
              <a:rPr lang="en-US" b="1" dirty="0" smtClean="0">
                <a:ea typeface="ＭＳ Ｐゴシック" pitchFamily="34" charset="-128"/>
              </a:rPr>
              <a:t>Thank You</a:t>
            </a:r>
          </a:p>
        </p:txBody>
      </p:sp>
      <p:sp>
        <p:nvSpPr>
          <p:cNvPr id="37891" name="Content Placeholder 2"/>
          <p:cNvSpPr>
            <a:spLocks noGrp="1"/>
          </p:cNvSpPr>
          <p:nvPr>
            <p:ph type="subTitle" idx="1"/>
          </p:nvPr>
        </p:nvSpPr>
        <p:spPr/>
        <p:txBody>
          <a:bodyPr/>
          <a:lstStyle/>
          <a:p>
            <a:pPr lvl="1"/>
            <a:r>
              <a:rPr lang="en-US" b="1" dirty="0" smtClean="0">
                <a:solidFill>
                  <a:schemeClr val="tx1">
                    <a:lumMod val="75000"/>
                    <a:lumOff val="25000"/>
                  </a:schemeClr>
                </a:solidFill>
                <a:ea typeface="ＭＳ Ｐゴシック" pitchFamily="34" charset="-128"/>
              </a:rPr>
              <a:t>Jeffrey Wallk </a:t>
            </a:r>
          </a:p>
          <a:p>
            <a:pPr lvl="1"/>
            <a:r>
              <a:rPr lang="en-US" b="1" dirty="0" smtClean="0">
                <a:solidFill>
                  <a:schemeClr val="tx1">
                    <a:lumMod val="75000"/>
                    <a:lumOff val="25000"/>
                  </a:schemeClr>
                </a:solidFill>
                <a:ea typeface="ＭＳ Ｐゴシック" pitchFamily="34" charset="-128"/>
              </a:rPr>
              <a:t>Managing Partner</a:t>
            </a:r>
          </a:p>
        </p:txBody>
      </p:sp>
      <p:sp>
        <p:nvSpPr>
          <p:cNvPr id="4" name="Slide Number Placeholder 3"/>
          <p:cNvSpPr>
            <a:spLocks noGrp="1"/>
          </p:cNvSpPr>
          <p:nvPr>
            <p:ph type="sldNum" sz="quarter" idx="12"/>
          </p:nvPr>
        </p:nvSpPr>
        <p:spPr/>
        <p:txBody>
          <a:bodyPr/>
          <a:lstStyle/>
          <a:p>
            <a:pPr>
              <a:defRPr/>
            </a:pPr>
            <a:fld id="{5239EC71-A283-4AC2-9E01-2218A6BF410B}" type="slidenum">
              <a:rPr lang="en-US"/>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2130425"/>
            <a:ext cx="6248400" cy="2365375"/>
          </a:xfrm>
        </p:spPr>
        <p:txBody>
          <a:bodyPr/>
          <a:lstStyle/>
          <a:p>
            <a:pPr algn="l"/>
            <a:r>
              <a:rPr lang="en-US" sz="3200" b="1" i="1" dirty="0" smtClean="0">
                <a:solidFill>
                  <a:schemeClr val="tx2">
                    <a:lumMod val="75000"/>
                  </a:schemeClr>
                </a:solidFill>
              </a:rPr>
              <a:t>Management Consulting firm dedicated to helping clients identify &amp; create sustainable value for their customers &amp; stakeholders.</a:t>
            </a:r>
            <a:endParaRPr lang="en-US" sz="3200" b="1" i="1" dirty="0">
              <a:solidFill>
                <a:schemeClr val="tx2">
                  <a:lumMod val="75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4"/>
          <p:cNvSpPr>
            <a:spLocks noGrp="1"/>
          </p:cNvSpPr>
          <p:nvPr>
            <p:ph type="ftr" sz="quarter" idx="4294967295"/>
          </p:nvPr>
        </p:nvSpPr>
        <p:spPr>
          <a:xfrm>
            <a:off x="3124200" y="6356350"/>
            <a:ext cx="2895600" cy="365125"/>
          </a:xfrm>
          <a:prstGeom prst="rect">
            <a:avLst/>
          </a:prstGeom>
        </p:spPr>
        <p:txBody>
          <a:bodyPr/>
          <a:lstStyle/>
          <a:p>
            <a:pPr>
              <a:defRPr/>
            </a:pPr>
            <a:r>
              <a:rPr lang="de-DE"/>
              <a:t>FH AUGSBURG_V3.PPT</a:t>
            </a:r>
          </a:p>
        </p:txBody>
      </p:sp>
      <p:sp>
        <p:nvSpPr>
          <p:cNvPr id="20" name="Slide Number Placeholder 5"/>
          <p:cNvSpPr>
            <a:spLocks noGrp="1"/>
          </p:cNvSpPr>
          <p:nvPr>
            <p:ph type="sldNum" sz="quarter" idx="4294967295"/>
          </p:nvPr>
        </p:nvSpPr>
        <p:spPr>
          <a:xfrm>
            <a:off x="6553200" y="6356350"/>
            <a:ext cx="2133600" cy="365125"/>
          </a:xfrm>
          <a:prstGeom prst="rect">
            <a:avLst/>
          </a:prstGeom>
        </p:spPr>
        <p:txBody>
          <a:bodyPr/>
          <a:lstStyle/>
          <a:p>
            <a:pPr>
              <a:defRPr/>
            </a:pPr>
            <a:fld id="{ABA439A8-4C49-4635-BBC1-7DBC44860E27}" type="slidenum">
              <a:rPr lang="de-DE"/>
              <a:pPr>
                <a:defRPr/>
              </a:pPr>
              <a:t>19</a:t>
            </a:fld>
            <a:endParaRPr lang="de-DE" dirty="0"/>
          </a:p>
        </p:txBody>
      </p:sp>
      <p:sp>
        <p:nvSpPr>
          <p:cNvPr id="23557" name="Rectangle 2"/>
          <p:cNvSpPr>
            <a:spLocks noGrp="1" noChangeArrowheads="1"/>
          </p:cNvSpPr>
          <p:nvPr>
            <p:ph type="title"/>
          </p:nvPr>
        </p:nvSpPr>
        <p:spPr/>
        <p:txBody>
          <a:bodyPr/>
          <a:lstStyle/>
          <a:p>
            <a:r>
              <a:rPr lang="en-GB" dirty="0" smtClean="0"/>
              <a:t>Our Expertise</a:t>
            </a:r>
          </a:p>
        </p:txBody>
      </p:sp>
      <p:sp>
        <p:nvSpPr>
          <p:cNvPr id="304132" name="Rectangle 4"/>
          <p:cNvSpPr>
            <a:spLocks noChangeArrowheads="1"/>
          </p:cNvSpPr>
          <p:nvPr/>
        </p:nvSpPr>
        <p:spPr bwMode="auto">
          <a:xfrm>
            <a:off x="6172200" y="1495425"/>
            <a:ext cx="2895600" cy="4679950"/>
          </a:xfrm>
          <a:prstGeom prst="rect">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5400000" scaled="1"/>
            <a:tileRect/>
          </a:gradFill>
          <a:ln w="12700">
            <a:solidFill>
              <a:schemeClr val="tx1"/>
            </a:solidFill>
            <a:miter lim="800000"/>
            <a:headEnd/>
            <a:tailEnd/>
          </a:ln>
          <a:effectLst/>
        </p:spPr>
        <p:txBody>
          <a:bodyPr wrap="none"/>
          <a:lstStyle/>
          <a:p>
            <a:pPr algn="ctr" eaLnBrk="0" hangingPunct="0">
              <a:defRPr/>
            </a:pPr>
            <a:r>
              <a:rPr lang="en-GB" altLang="en-GB" sz="2000" b="1" dirty="0" smtClean="0">
                <a:solidFill>
                  <a:srgbClr val="000066"/>
                </a:solidFill>
              </a:rPr>
              <a:t>Technical</a:t>
            </a:r>
            <a:endParaRPr lang="en-GB" altLang="en-GB" sz="2000" b="1" dirty="0">
              <a:solidFill>
                <a:srgbClr val="000066"/>
              </a:solidFill>
            </a:endParaRPr>
          </a:p>
        </p:txBody>
      </p:sp>
      <p:sp>
        <p:nvSpPr>
          <p:cNvPr id="304133" name="Rectangle 5"/>
          <p:cNvSpPr>
            <a:spLocks noChangeArrowheads="1"/>
          </p:cNvSpPr>
          <p:nvPr/>
        </p:nvSpPr>
        <p:spPr bwMode="auto">
          <a:xfrm>
            <a:off x="3111500" y="1495425"/>
            <a:ext cx="2895600" cy="4679950"/>
          </a:xfrm>
          <a:prstGeom prst="rect">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5400000" scaled="1"/>
            <a:tileRect/>
          </a:gradFill>
          <a:ln w="12700">
            <a:solidFill>
              <a:schemeClr val="tx1"/>
            </a:solidFill>
            <a:miter lim="800000"/>
            <a:headEnd/>
            <a:tailEnd/>
          </a:ln>
          <a:effectLst/>
        </p:spPr>
        <p:txBody>
          <a:bodyPr wrap="none"/>
          <a:lstStyle/>
          <a:p>
            <a:pPr algn="ctr" eaLnBrk="0" hangingPunct="0">
              <a:defRPr/>
            </a:pPr>
            <a:r>
              <a:rPr lang="en-GB" altLang="en-GB" sz="2000" b="1" dirty="0" smtClean="0">
                <a:solidFill>
                  <a:srgbClr val="000066"/>
                </a:solidFill>
              </a:rPr>
              <a:t>Operational</a:t>
            </a:r>
            <a:endParaRPr lang="en-GB" altLang="en-GB" sz="2000" b="1" dirty="0">
              <a:solidFill>
                <a:srgbClr val="000066"/>
              </a:solidFill>
            </a:endParaRPr>
          </a:p>
        </p:txBody>
      </p:sp>
      <p:sp>
        <p:nvSpPr>
          <p:cNvPr id="304134" name="Rectangle 6"/>
          <p:cNvSpPr>
            <a:spLocks noChangeArrowheads="1"/>
          </p:cNvSpPr>
          <p:nvPr/>
        </p:nvSpPr>
        <p:spPr bwMode="auto">
          <a:xfrm>
            <a:off x="76200" y="1495425"/>
            <a:ext cx="2895600" cy="4679950"/>
          </a:xfrm>
          <a:prstGeom prst="rect">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5400000" scaled="1"/>
            <a:tileRect/>
          </a:gradFill>
          <a:ln w="12700">
            <a:solidFill>
              <a:schemeClr val="tx1"/>
            </a:solidFill>
            <a:miter lim="800000"/>
            <a:headEnd/>
            <a:tailEnd/>
          </a:ln>
          <a:effectLst/>
        </p:spPr>
        <p:txBody>
          <a:bodyPr wrap="none"/>
          <a:lstStyle/>
          <a:p>
            <a:pPr algn="ctr" eaLnBrk="0" hangingPunct="0">
              <a:defRPr/>
            </a:pPr>
            <a:r>
              <a:rPr lang="en-GB" altLang="en-GB" sz="2000" b="1" dirty="0" smtClean="0">
                <a:solidFill>
                  <a:srgbClr val="000066"/>
                </a:solidFill>
              </a:rPr>
              <a:t>Strategic</a:t>
            </a:r>
            <a:endParaRPr lang="en-GB" altLang="en-GB" sz="2400" b="1" dirty="0"/>
          </a:p>
        </p:txBody>
      </p:sp>
      <p:sp>
        <p:nvSpPr>
          <p:cNvPr id="23561" name="Rectangle 7"/>
          <p:cNvSpPr>
            <a:spLocks noChangeArrowheads="1"/>
          </p:cNvSpPr>
          <p:nvPr/>
        </p:nvSpPr>
        <p:spPr bwMode="auto">
          <a:xfrm>
            <a:off x="228600" y="1912938"/>
            <a:ext cx="2590800" cy="1406525"/>
          </a:xfrm>
          <a:prstGeom prst="rect">
            <a:avLst/>
          </a:prstGeom>
          <a:solidFill>
            <a:schemeClr val="bg1"/>
          </a:solidFill>
          <a:ln w="12700">
            <a:noFill/>
            <a:miter lim="800000"/>
            <a:headEnd/>
            <a:tailEnd/>
          </a:ln>
        </p:spPr>
        <p:txBody>
          <a:bodyPr wrap="none" anchor="ctr"/>
          <a:lstStyle/>
          <a:p>
            <a:pPr eaLnBrk="0" hangingPunct="0">
              <a:spcAft>
                <a:spcPct val="20000"/>
              </a:spcAft>
            </a:pPr>
            <a:r>
              <a:rPr lang="en-GB" altLang="en-GB" sz="1600" b="1" dirty="0" smtClean="0"/>
              <a:t>Driving Change</a:t>
            </a:r>
            <a:endParaRPr lang="en-GB" altLang="en-GB" b="1" dirty="0"/>
          </a:p>
          <a:p>
            <a:pPr eaLnBrk="0" hangingPunct="0">
              <a:spcAft>
                <a:spcPct val="20000"/>
              </a:spcAft>
              <a:buClr>
                <a:schemeClr val="tx1"/>
              </a:buClr>
              <a:buFontTx/>
              <a:buChar char="•"/>
            </a:pPr>
            <a:r>
              <a:rPr lang="en-GB" altLang="en-GB" sz="1400" b="1" dirty="0"/>
              <a:t> </a:t>
            </a:r>
            <a:r>
              <a:rPr lang="en-GB" altLang="en-GB" sz="1400" b="1" dirty="0" smtClean="0"/>
              <a:t>Strategic Planning</a:t>
            </a:r>
            <a:endParaRPr lang="en-GB" altLang="en-GB" sz="1400" b="1" dirty="0"/>
          </a:p>
          <a:p>
            <a:pPr eaLnBrk="0" hangingPunct="0">
              <a:spcAft>
                <a:spcPct val="20000"/>
              </a:spcAft>
              <a:buClr>
                <a:schemeClr val="tx1"/>
              </a:buClr>
              <a:buFontTx/>
              <a:buChar char="•"/>
            </a:pPr>
            <a:r>
              <a:rPr lang="en-GB" altLang="en-GB" sz="1400" b="1" dirty="0"/>
              <a:t> </a:t>
            </a:r>
            <a:r>
              <a:rPr lang="en-GB" altLang="en-GB" sz="1400" b="1" dirty="0" smtClean="0"/>
              <a:t>Business Model Innovation</a:t>
            </a:r>
            <a:endParaRPr lang="en-GB" altLang="en-GB" sz="1400" b="1" dirty="0"/>
          </a:p>
          <a:p>
            <a:pPr eaLnBrk="0" hangingPunct="0">
              <a:spcAft>
                <a:spcPct val="20000"/>
              </a:spcAft>
              <a:buClr>
                <a:schemeClr val="tx1"/>
              </a:buClr>
              <a:buFontTx/>
              <a:buChar char="•"/>
            </a:pPr>
            <a:r>
              <a:rPr lang="en-GB" altLang="en-GB" sz="1400" b="1" dirty="0"/>
              <a:t> </a:t>
            </a:r>
            <a:r>
              <a:rPr lang="en-GB" altLang="en-GB" sz="1400" b="1" dirty="0" smtClean="0"/>
              <a:t>Enterprise Architecture</a:t>
            </a:r>
            <a:endParaRPr lang="en-GB" altLang="en-GB" sz="1400" b="1" dirty="0"/>
          </a:p>
        </p:txBody>
      </p:sp>
      <p:sp>
        <p:nvSpPr>
          <p:cNvPr id="23562" name="Rectangle 8"/>
          <p:cNvSpPr>
            <a:spLocks noChangeArrowheads="1"/>
          </p:cNvSpPr>
          <p:nvPr/>
        </p:nvSpPr>
        <p:spPr bwMode="auto">
          <a:xfrm>
            <a:off x="3278188" y="4648200"/>
            <a:ext cx="2590800" cy="979488"/>
          </a:xfrm>
          <a:prstGeom prst="rect">
            <a:avLst/>
          </a:prstGeom>
          <a:solidFill>
            <a:schemeClr val="bg1"/>
          </a:solidFill>
          <a:ln w="12700">
            <a:noFill/>
            <a:miter lim="800000"/>
            <a:headEnd/>
            <a:tailEnd/>
          </a:ln>
        </p:spPr>
        <p:txBody>
          <a:bodyPr wrap="none" anchor="ctr"/>
          <a:lstStyle/>
          <a:p>
            <a:pPr marL="101600" indent="-101600" eaLnBrk="0" hangingPunct="0">
              <a:spcAft>
                <a:spcPct val="20000"/>
              </a:spcAft>
              <a:buClr>
                <a:srgbClr val="0099FF"/>
              </a:buClr>
            </a:pPr>
            <a:r>
              <a:rPr lang="en-GB" altLang="en-GB" sz="1600" b="1" dirty="0" smtClean="0"/>
              <a:t>Driving Quality</a:t>
            </a:r>
            <a:endParaRPr lang="en-GB" altLang="en-GB" b="1" dirty="0"/>
          </a:p>
          <a:p>
            <a:pPr marL="101600" indent="-101600" eaLnBrk="0" hangingPunct="0">
              <a:spcAft>
                <a:spcPct val="20000"/>
              </a:spcAft>
              <a:buClr>
                <a:schemeClr val="tx1"/>
              </a:buClr>
              <a:buFontTx/>
              <a:buChar char="•"/>
            </a:pPr>
            <a:r>
              <a:rPr lang="en-GB" altLang="en-GB" sz="1600" b="1" dirty="0"/>
              <a:t> </a:t>
            </a:r>
            <a:r>
              <a:rPr lang="en-GB" altLang="en-GB" sz="1400" b="1" dirty="0" smtClean="0"/>
              <a:t>Six Sigma</a:t>
            </a:r>
          </a:p>
          <a:p>
            <a:pPr marL="101600" indent="-101600" eaLnBrk="0" hangingPunct="0">
              <a:spcAft>
                <a:spcPct val="20000"/>
              </a:spcAft>
              <a:buClr>
                <a:schemeClr val="tx1"/>
              </a:buClr>
              <a:buFontTx/>
              <a:buChar char="•"/>
            </a:pPr>
            <a:r>
              <a:rPr lang="en-GB" altLang="en-GB" sz="1400" b="1" dirty="0" smtClean="0"/>
              <a:t> Lean &amp; Kaizen</a:t>
            </a:r>
            <a:endParaRPr lang="en-GB" altLang="en-GB" sz="1400" b="1" dirty="0"/>
          </a:p>
        </p:txBody>
      </p:sp>
      <p:sp>
        <p:nvSpPr>
          <p:cNvPr id="23563" name="Rectangle 9"/>
          <p:cNvSpPr>
            <a:spLocks noChangeArrowheads="1"/>
          </p:cNvSpPr>
          <p:nvPr/>
        </p:nvSpPr>
        <p:spPr bwMode="auto">
          <a:xfrm>
            <a:off x="6324600" y="3481387"/>
            <a:ext cx="2590800" cy="2005013"/>
          </a:xfrm>
          <a:prstGeom prst="rect">
            <a:avLst/>
          </a:prstGeom>
          <a:solidFill>
            <a:schemeClr val="bg1"/>
          </a:solidFill>
          <a:ln w="12700">
            <a:noFill/>
            <a:miter lim="800000"/>
            <a:headEnd/>
            <a:tailEnd/>
          </a:ln>
        </p:spPr>
        <p:txBody>
          <a:bodyPr wrap="none" anchor="ctr"/>
          <a:lstStyle/>
          <a:p>
            <a:pPr eaLnBrk="0" hangingPunct="0">
              <a:spcAft>
                <a:spcPct val="20000"/>
              </a:spcAft>
            </a:pPr>
            <a:r>
              <a:rPr lang="en-GB" altLang="en-GB" sz="1600" b="1" dirty="0" smtClean="0"/>
              <a:t>Driving Agility &amp; Scale</a:t>
            </a:r>
            <a:endParaRPr lang="en-GB" altLang="en-GB" b="1" dirty="0"/>
          </a:p>
          <a:p>
            <a:pPr eaLnBrk="0" hangingPunct="0">
              <a:spcAft>
                <a:spcPct val="20000"/>
              </a:spcAft>
              <a:buClr>
                <a:schemeClr val="tx1"/>
              </a:buClr>
              <a:buFontTx/>
              <a:buChar char="•"/>
            </a:pPr>
            <a:r>
              <a:rPr lang="en-GB" altLang="en-GB" sz="1400" b="1" dirty="0"/>
              <a:t> </a:t>
            </a:r>
            <a:r>
              <a:rPr lang="en-GB" altLang="en-GB" sz="1400" b="1" dirty="0" smtClean="0"/>
              <a:t>Technology Platforms</a:t>
            </a:r>
          </a:p>
          <a:p>
            <a:pPr eaLnBrk="0" hangingPunct="0">
              <a:spcAft>
                <a:spcPct val="20000"/>
              </a:spcAft>
              <a:buClr>
                <a:schemeClr val="tx1"/>
              </a:buClr>
              <a:buFontTx/>
              <a:buChar char="•"/>
            </a:pPr>
            <a:r>
              <a:rPr lang="en-GB" altLang="en-GB" sz="1400" b="1" dirty="0" smtClean="0"/>
              <a:t> Technology Alignment</a:t>
            </a:r>
          </a:p>
          <a:p>
            <a:pPr eaLnBrk="0" hangingPunct="0">
              <a:spcAft>
                <a:spcPct val="20000"/>
              </a:spcAft>
              <a:buClr>
                <a:schemeClr val="tx1"/>
              </a:buClr>
              <a:buFontTx/>
              <a:buChar char="•"/>
            </a:pPr>
            <a:r>
              <a:rPr lang="en-GB" altLang="en-GB" sz="1400" b="1" dirty="0" smtClean="0"/>
              <a:t> Technology Optimization</a:t>
            </a:r>
          </a:p>
          <a:p>
            <a:pPr eaLnBrk="0" hangingPunct="0">
              <a:spcAft>
                <a:spcPct val="20000"/>
              </a:spcAft>
              <a:buClr>
                <a:schemeClr val="tx1"/>
              </a:buClr>
              <a:buFontTx/>
              <a:buChar char="•"/>
            </a:pPr>
            <a:r>
              <a:rPr lang="en-GB" altLang="en-GB" sz="1400" b="1" dirty="0" smtClean="0"/>
              <a:t> Service Level Management</a:t>
            </a:r>
          </a:p>
          <a:p>
            <a:pPr eaLnBrk="0" hangingPunct="0">
              <a:spcAft>
                <a:spcPct val="20000"/>
              </a:spcAft>
              <a:buClr>
                <a:schemeClr val="tx1"/>
              </a:buClr>
              <a:buFontTx/>
              <a:buChar char="•"/>
            </a:pPr>
            <a:r>
              <a:rPr lang="en-GB" altLang="en-GB" sz="1400" b="1" dirty="0" smtClean="0"/>
              <a:t> Agile Delivery</a:t>
            </a:r>
          </a:p>
          <a:p>
            <a:pPr eaLnBrk="0" hangingPunct="0">
              <a:spcAft>
                <a:spcPct val="20000"/>
              </a:spcAft>
              <a:buClr>
                <a:schemeClr val="tx1"/>
              </a:buClr>
              <a:buFontTx/>
              <a:buChar char="•"/>
            </a:pPr>
            <a:r>
              <a:rPr lang="en-GB" altLang="en-GB" sz="1400" b="1" dirty="0" smtClean="0"/>
              <a:t> Adaptable Design</a:t>
            </a:r>
            <a:endParaRPr lang="en-GB" altLang="en-GB" sz="1400" b="1" dirty="0"/>
          </a:p>
        </p:txBody>
      </p:sp>
      <p:sp>
        <p:nvSpPr>
          <p:cNvPr id="23564" name="Rectangle 10"/>
          <p:cNvSpPr>
            <a:spLocks noChangeArrowheads="1"/>
          </p:cNvSpPr>
          <p:nvPr/>
        </p:nvSpPr>
        <p:spPr bwMode="auto">
          <a:xfrm>
            <a:off x="228600" y="3463925"/>
            <a:ext cx="2590800" cy="2022475"/>
          </a:xfrm>
          <a:prstGeom prst="rect">
            <a:avLst/>
          </a:prstGeom>
          <a:solidFill>
            <a:schemeClr val="bg1"/>
          </a:solidFill>
          <a:ln w="12700">
            <a:noFill/>
            <a:miter lim="800000"/>
            <a:headEnd/>
            <a:tailEnd/>
          </a:ln>
        </p:spPr>
        <p:txBody>
          <a:bodyPr wrap="none" anchor="ctr"/>
          <a:lstStyle/>
          <a:p>
            <a:pPr marL="92075" indent="-92075" eaLnBrk="0" hangingPunct="0">
              <a:spcAft>
                <a:spcPct val="20000"/>
              </a:spcAft>
            </a:pPr>
            <a:r>
              <a:rPr lang="en-GB" altLang="en-GB" b="1" dirty="0"/>
              <a:t> </a:t>
            </a:r>
            <a:r>
              <a:rPr lang="en-GB" altLang="en-GB" b="1" dirty="0" smtClean="0"/>
              <a:t>Driving </a:t>
            </a:r>
            <a:r>
              <a:rPr lang="en-GB" altLang="en-GB" sz="1600" b="1" dirty="0" smtClean="0"/>
              <a:t>Customer Value</a:t>
            </a:r>
            <a:endParaRPr lang="en-GB" altLang="en-GB" b="1" dirty="0"/>
          </a:p>
          <a:p>
            <a:pPr marL="92075" indent="-92075" eaLnBrk="0" hangingPunct="0">
              <a:spcAft>
                <a:spcPct val="20000"/>
              </a:spcAft>
              <a:buClr>
                <a:schemeClr val="tx1"/>
              </a:buClr>
              <a:buFontTx/>
              <a:buChar char="•"/>
            </a:pPr>
            <a:r>
              <a:rPr lang="en-GB" altLang="en-GB" sz="1100" b="1" dirty="0"/>
              <a:t> </a:t>
            </a:r>
            <a:r>
              <a:rPr lang="en-GB" altLang="en-GB" sz="1400" b="1" dirty="0" smtClean="0"/>
              <a:t>Customer Focus</a:t>
            </a:r>
            <a:endParaRPr lang="en-GB" altLang="en-GB" sz="1400" b="1" dirty="0"/>
          </a:p>
          <a:p>
            <a:pPr marL="92075" indent="-92075" eaLnBrk="0" hangingPunct="0">
              <a:spcAft>
                <a:spcPct val="20000"/>
              </a:spcAft>
              <a:buClr>
                <a:schemeClr val="tx1"/>
              </a:buClr>
              <a:buFontTx/>
              <a:buChar char="•"/>
            </a:pPr>
            <a:r>
              <a:rPr lang="en-GB" altLang="en-GB" sz="1400" b="1" dirty="0"/>
              <a:t> </a:t>
            </a:r>
            <a:r>
              <a:rPr lang="en-GB" altLang="en-GB" sz="1400" b="1" dirty="0" smtClean="0"/>
              <a:t>Market Assessment</a:t>
            </a:r>
          </a:p>
          <a:p>
            <a:pPr marL="92075" indent="-92075" eaLnBrk="0" hangingPunct="0">
              <a:spcAft>
                <a:spcPct val="20000"/>
              </a:spcAft>
              <a:buClr>
                <a:schemeClr val="tx1"/>
              </a:buClr>
              <a:buFontTx/>
              <a:buChar char="•"/>
            </a:pPr>
            <a:r>
              <a:rPr lang="en-GB" altLang="en-GB" sz="1400" b="1" dirty="0" smtClean="0"/>
              <a:t> Value Platforms</a:t>
            </a:r>
            <a:endParaRPr lang="en-GB" altLang="en-GB" sz="1400" b="1" dirty="0"/>
          </a:p>
          <a:p>
            <a:pPr marL="92075" indent="-92075" eaLnBrk="0" hangingPunct="0">
              <a:spcAft>
                <a:spcPct val="20000"/>
              </a:spcAft>
              <a:buClr>
                <a:schemeClr val="tx1"/>
              </a:buClr>
              <a:buFontTx/>
              <a:buChar char="•"/>
            </a:pPr>
            <a:r>
              <a:rPr lang="en-GB" altLang="en-GB" sz="1400" b="1" dirty="0"/>
              <a:t> </a:t>
            </a:r>
            <a:r>
              <a:rPr lang="en-GB" altLang="en-GB" sz="1400" b="1" dirty="0" smtClean="0"/>
              <a:t>Investment Planning</a:t>
            </a:r>
            <a:endParaRPr lang="en-GB" altLang="en-GB" sz="1400" b="1" dirty="0"/>
          </a:p>
          <a:p>
            <a:pPr marL="92075" indent="-92075" eaLnBrk="0" hangingPunct="0">
              <a:spcAft>
                <a:spcPct val="20000"/>
              </a:spcAft>
              <a:buClr>
                <a:schemeClr val="tx1"/>
              </a:buClr>
              <a:buFontTx/>
              <a:buChar char="•"/>
            </a:pPr>
            <a:r>
              <a:rPr lang="en-GB" altLang="en-GB" sz="1400" b="1" dirty="0"/>
              <a:t> </a:t>
            </a:r>
            <a:r>
              <a:rPr lang="en-GB" altLang="en-GB" sz="1400" b="1" dirty="0" smtClean="0"/>
              <a:t>Product Roadmaps</a:t>
            </a:r>
          </a:p>
          <a:p>
            <a:pPr marL="92075" indent="-92075" eaLnBrk="0" hangingPunct="0">
              <a:spcAft>
                <a:spcPct val="20000"/>
              </a:spcAft>
              <a:buClr>
                <a:schemeClr val="tx1"/>
              </a:buClr>
              <a:buFontTx/>
              <a:buChar char="•"/>
            </a:pPr>
            <a:r>
              <a:rPr lang="en-GB" altLang="en-GB" sz="1400" b="1" dirty="0" smtClean="0"/>
              <a:t> Portfolio Planning</a:t>
            </a:r>
            <a:endParaRPr lang="en-GB" altLang="en-GB" sz="1400" b="1" dirty="0"/>
          </a:p>
        </p:txBody>
      </p:sp>
      <p:sp>
        <p:nvSpPr>
          <p:cNvPr id="23565" name="Rectangle 11"/>
          <p:cNvSpPr>
            <a:spLocks noChangeArrowheads="1"/>
          </p:cNvSpPr>
          <p:nvPr/>
        </p:nvSpPr>
        <p:spPr bwMode="auto">
          <a:xfrm>
            <a:off x="3263900" y="1912938"/>
            <a:ext cx="2590800" cy="873125"/>
          </a:xfrm>
          <a:prstGeom prst="rect">
            <a:avLst/>
          </a:prstGeom>
          <a:solidFill>
            <a:schemeClr val="bg1"/>
          </a:solidFill>
          <a:ln w="12700">
            <a:noFill/>
            <a:miter lim="800000"/>
            <a:headEnd/>
            <a:tailEnd/>
          </a:ln>
        </p:spPr>
        <p:txBody>
          <a:bodyPr wrap="none" anchor="ctr"/>
          <a:lstStyle/>
          <a:p>
            <a:pPr marL="101600" indent="-101600" eaLnBrk="0" hangingPunct="0">
              <a:spcAft>
                <a:spcPct val="20000"/>
              </a:spcAft>
            </a:pPr>
            <a:r>
              <a:rPr lang="en-GB" altLang="en-GB" sz="1600" b="1" dirty="0" smtClean="0"/>
              <a:t>Driving Innovation</a:t>
            </a:r>
            <a:endParaRPr lang="en-GB" altLang="en-GB" sz="1600" b="1" dirty="0"/>
          </a:p>
          <a:p>
            <a:pPr marL="101600" indent="-101600" eaLnBrk="0" hangingPunct="0">
              <a:spcAft>
                <a:spcPct val="20000"/>
              </a:spcAft>
              <a:buClr>
                <a:schemeClr val="tx1"/>
              </a:buClr>
              <a:buFontTx/>
              <a:buChar char="•"/>
            </a:pPr>
            <a:r>
              <a:rPr lang="en-GB" altLang="en-GB" sz="1400" b="1" dirty="0"/>
              <a:t> </a:t>
            </a:r>
            <a:r>
              <a:rPr lang="en-GB" altLang="en-GB" sz="1400" b="1" dirty="0" smtClean="0"/>
              <a:t>Driving Innovation</a:t>
            </a:r>
            <a:endParaRPr lang="en-GB" altLang="en-GB" sz="1400" b="1" dirty="0"/>
          </a:p>
          <a:p>
            <a:pPr marL="101600" indent="-101600" eaLnBrk="0" hangingPunct="0">
              <a:spcAft>
                <a:spcPct val="20000"/>
              </a:spcAft>
              <a:buClr>
                <a:schemeClr val="tx1"/>
              </a:buClr>
              <a:buFontTx/>
              <a:buChar char="•"/>
            </a:pPr>
            <a:r>
              <a:rPr lang="en-GB" altLang="en-GB" sz="1400" b="1" dirty="0"/>
              <a:t> </a:t>
            </a:r>
            <a:r>
              <a:rPr lang="en-GB" altLang="en-GB" sz="1400" b="1" dirty="0" smtClean="0"/>
              <a:t>Continuous Improvement</a:t>
            </a:r>
            <a:endParaRPr lang="en-GB" altLang="en-GB" sz="1400" b="1" dirty="0"/>
          </a:p>
        </p:txBody>
      </p:sp>
      <p:sp>
        <p:nvSpPr>
          <p:cNvPr id="23566" name="Rectangle 12"/>
          <p:cNvSpPr>
            <a:spLocks noChangeArrowheads="1"/>
          </p:cNvSpPr>
          <p:nvPr/>
        </p:nvSpPr>
        <p:spPr bwMode="auto">
          <a:xfrm>
            <a:off x="3263900" y="2871788"/>
            <a:ext cx="2590800" cy="1700212"/>
          </a:xfrm>
          <a:prstGeom prst="rect">
            <a:avLst/>
          </a:prstGeom>
          <a:solidFill>
            <a:schemeClr val="bg1"/>
          </a:solidFill>
          <a:ln w="12700">
            <a:noFill/>
            <a:miter lim="800000"/>
            <a:headEnd/>
            <a:tailEnd/>
          </a:ln>
        </p:spPr>
        <p:txBody>
          <a:bodyPr wrap="none" anchor="ctr"/>
          <a:lstStyle/>
          <a:p>
            <a:pPr marL="101600" indent="-101600" eaLnBrk="0" hangingPunct="0">
              <a:spcAft>
                <a:spcPct val="20000"/>
              </a:spcAft>
            </a:pPr>
            <a:r>
              <a:rPr lang="en-GB" altLang="en-GB" b="1" dirty="0"/>
              <a:t> </a:t>
            </a:r>
            <a:r>
              <a:rPr lang="en-GB" altLang="en-GB" sz="1600" b="1" dirty="0" smtClean="0"/>
              <a:t>Driving Growth</a:t>
            </a:r>
            <a:endParaRPr lang="en-GB" altLang="en-GB" b="1" dirty="0"/>
          </a:p>
          <a:p>
            <a:pPr marL="101600" indent="-101600" eaLnBrk="0" hangingPunct="0">
              <a:spcAft>
                <a:spcPct val="20000"/>
              </a:spcAft>
              <a:buClr>
                <a:schemeClr val="tx1"/>
              </a:buClr>
              <a:buFontTx/>
              <a:buChar char="•"/>
            </a:pPr>
            <a:r>
              <a:rPr lang="en-GB" altLang="en-GB" sz="1400" b="1" dirty="0"/>
              <a:t> </a:t>
            </a:r>
            <a:r>
              <a:rPr lang="en-GB" altLang="en-GB" sz="1400" b="1" dirty="0" smtClean="0"/>
              <a:t>Prioritization</a:t>
            </a:r>
          </a:p>
          <a:p>
            <a:pPr marL="101600" indent="-101600" eaLnBrk="0" hangingPunct="0">
              <a:spcAft>
                <a:spcPct val="20000"/>
              </a:spcAft>
              <a:buClr>
                <a:schemeClr val="tx1"/>
              </a:buClr>
              <a:buFontTx/>
              <a:buChar char="•"/>
            </a:pPr>
            <a:r>
              <a:rPr lang="en-GB" altLang="en-GB" sz="1400" b="1" dirty="0" smtClean="0"/>
              <a:t> Portfolio Planning</a:t>
            </a:r>
          </a:p>
          <a:p>
            <a:pPr marL="101600" indent="-101600" eaLnBrk="0" hangingPunct="0">
              <a:spcAft>
                <a:spcPct val="20000"/>
              </a:spcAft>
              <a:buClr>
                <a:schemeClr val="tx1"/>
              </a:buClr>
              <a:buFontTx/>
              <a:buChar char="•"/>
            </a:pPr>
            <a:r>
              <a:rPr lang="en-GB" altLang="en-GB" sz="1400" b="1" dirty="0" smtClean="0"/>
              <a:t> Resource Planning</a:t>
            </a:r>
          </a:p>
          <a:p>
            <a:pPr marL="101600" indent="-101600" eaLnBrk="0" hangingPunct="0">
              <a:spcAft>
                <a:spcPct val="20000"/>
              </a:spcAft>
              <a:buClr>
                <a:schemeClr val="tx1"/>
              </a:buClr>
              <a:buFontTx/>
              <a:buChar char="•"/>
            </a:pPr>
            <a:r>
              <a:rPr lang="en-GB" altLang="en-GB" sz="1400" b="1" dirty="0" smtClean="0"/>
              <a:t> Product Design - Testing</a:t>
            </a:r>
          </a:p>
          <a:p>
            <a:pPr marL="101600" indent="-101600" eaLnBrk="0" hangingPunct="0">
              <a:spcAft>
                <a:spcPct val="20000"/>
              </a:spcAft>
              <a:buClr>
                <a:schemeClr val="tx1"/>
              </a:buClr>
              <a:buFontTx/>
              <a:buChar char="•"/>
            </a:pPr>
            <a:r>
              <a:rPr lang="en-GB" altLang="en-GB" sz="1400" b="1" dirty="0" smtClean="0"/>
              <a:t> Execution Management</a:t>
            </a:r>
            <a:endParaRPr lang="en-GB" altLang="en-GB" sz="1400" b="1" dirty="0"/>
          </a:p>
        </p:txBody>
      </p:sp>
      <p:sp>
        <p:nvSpPr>
          <p:cNvPr id="23567" name="Rectangle 13"/>
          <p:cNvSpPr>
            <a:spLocks noChangeArrowheads="1"/>
          </p:cNvSpPr>
          <p:nvPr/>
        </p:nvSpPr>
        <p:spPr bwMode="auto">
          <a:xfrm>
            <a:off x="6324600" y="1912938"/>
            <a:ext cx="2590800" cy="1439862"/>
          </a:xfrm>
          <a:prstGeom prst="rect">
            <a:avLst/>
          </a:prstGeom>
          <a:solidFill>
            <a:schemeClr val="bg1"/>
          </a:solidFill>
          <a:ln w="12700">
            <a:noFill/>
            <a:miter lim="800000"/>
            <a:headEnd/>
            <a:tailEnd/>
          </a:ln>
        </p:spPr>
        <p:txBody>
          <a:bodyPr wrap="none" anchor="ctr"/>
          <a:lstStyle/>
          <a:p>
            <a:pPr marL="101600" indent="-101600" eaLnBrk="0" hangingPunct="0">
              <a:spcAft>
                <a:spcPct val="20000"/>
              </a:spcAft>
            </a:pPr>
            <a:r>
              <a:rPr lang="en-GB" altLang="en-GB" sz="1600" b="1" dirty="0" smtClean="0"/>
              <a:t>Driving Sustainability</a:t>
            </a:r>
            <a:endParaRPr lang="en-GB" altLang="en-GB" sz="1600" b="1" dirty="0"/>
          </a:p>
          <a:p>
            <a:pPr marL="101600" indent="-101600" eaLnBrk="0" hangingPunct="0">
              <a:spcAft>
                <a:spcPct val="20000"/>
              </a:spcAft>
              <a:buClr>
                <a:schemeClr val="tx1"/>
              </a:buClr>
              <a:buFontTx/>
              <a:buChar char="•"/>
            </a:pPr>
            <a:r>
              <a:rPr lang="en-GB" altLang="en-GB" sz="1400" b="1" dirty="0" smtClean="0"/>
              <a:t>Process Models</a:t>
            </a:r>
          </a:p>
          <a:p>
            <a:pPr marL="101600" indent="-101600" eaLnBrk="0" hangingPunct="0">
              <a:spcAft>
                <a:spcPct val="20000"/>
              </a:spcAft>
              <a:buClr>
                <a:schemeClr val="tx1"/>
              </a:buClr>
              <a:buFontTx/>
              <a:buChar char="•"/>
            </a:pPr>
            <a:r>
              <a:rPr lang="en-GB" altLang="en-GB" sz="1400" b="1" dirty="0" smtClean="0"/>
              <a:t>Metric Models</a:t>
            </a:r>
          </a:p>
          <a:p>
            <a:pPr marL="101600" indent="-101600" eaLnBrk="0" hangingPunct="0">
              <a:spcAft>
                <a:spcPct val="20000"/>
              </a:spcAft>
              <a:buClr>
                <a:schemeClr val="tx1"/>
              </a:buClr>
              <a:buFontTx/>
              <a:buChar char="•"/>
            </a:pPr>
            <a:r>
              <a:rPr lang="en-GB" altLang="en-GB" sz="1400" b="1" dirty="0" smtClean="0"/>
              <a:t>Integration Platforms</a:t>
            </a:r>
          </a:p>
          <a:p>
            <a:pPr marL="101600" indent="-101600" eaLnBrk="0" hangingPunct="0">
              <a:spcAft>
                <a:spcPct val="20000"/>
              </a:spcAft>
              <a:buClr>
                <a:schemeClr val="tx1"/>
              </a:buClr>
              <a:buFontTx/>
              <a:buChar char="•"/>
            </a:pPr>
            <a:r>
              <a:rPr lang="en-GB" altLang="en-GB" sz="1400" b="1" dirty="0" smtClean="0"/>
              <a:t>Knowledge Management </a:t>
            </a:r>
            <a:endParaRPr lang="en-GB" altLang="en-GB" sz="14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VE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VEG</Template>
  <TotalTime>8504</TotalTime>
  <Words>1219</Words>
  <Application>Microsoft Office PowerPoint</Application>
  <PresentationFormat>On-screen Show (4:3)</PresentationFormat>
  <Paragraphs>247</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VEG</vt:lpstr>
      <vt:lpstr>Midwest Business Consortium (MBC)</vt:lpstr>
      <vt:lpstr>Proposal</vt:lpstr>
      <vt:lpstr>Vision</vt:lpstr>
      <vt:lpstr>Value Delivery Model</vt:lpstr>
      <vt:lpstr>Benefits</vt:lpstr>
      <vt:lpstr>Current Challenges</vt:lpstr>
      <vt:lpstr>JVS’s Opportunities</vt:lpstr>
      <vt:lpstr>JUF’s Opportunities</vt:lpstr>
      <vt:lpstr>Value Delivery Pipeline</vt:lpstr>
      <vt:lpstr>Products &amp; Services Portfolio</vt:lpstr>
      <vt:lpstr>Ideation Lifecycle</vt:lpstr>
      <vt:lpstr>Overview of the Ideation Lifecycle</vt:lpstr>
      <vt:lpstr>Organization Overview</vt:lpstr>
      <vt:lpstr>Organization Overview</vt:lpstr>
      <vt:lpstr>Organization Overview</vt:lpstr>
      <vt:lpstr>3-Year Roadmap</vt:lpstr>
      <vt:lpstr>Thank You</vt:lpstr>
      <vt:lpstr>Management Consulting firm dedicated to helping clients identify &amp; create sustainable value for their customers &amp; stakeholders.</vt:lpstr>
      <vt:lpstr>Our Expertise</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Delivery Model</dc:title>
  <dc:creator>jw</dc:creator>
  <cp:lastModifiedBy>JEFF</cp:lastModifiedBy>
  <cp:revision>164</cp:revision>
  <dcterms:created xsi:type="dcterms:W3CDTF">2009-06-09T11:36:35Z</dcterms:created>
  <dcterms:modified xsi:type="dcterms:W3CDTF">2009-12-14T06:08:23Z</dcterms:modified>
</cp:coreProperties>
</file>