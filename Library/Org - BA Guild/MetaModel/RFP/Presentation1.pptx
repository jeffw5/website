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074" autoAdjust="0"/>
  </p:normalViewPr>
  <p:slideViewPr>
    <p:cSldViewPr snapToGrid="0" snapToObjects="1">
      <p:cViewPr varScale="1">
        <p:scale>
          <a:sx n="112" d="100"/>
          <a:sy n="112" d="100"/>
        </p:scale>
        <p:origin x="-12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155331-21CF-734E-976F-E4A74E46D6E8}" type="doc">
      <dgm:prSet loTypeId="urn:microsoft.com/office/officeart/2005/8/layout/radial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6307EA-2C4D-0646-854A-D543AE30963F}">
      <dgm:prSet phldrT="[Text]"/>
      <dgm:spPr/>
      <dgm:t>
        <a:bodyPr/>
        <a:lstStyle/>
        <a:p>
          <a:r>
            <a:rPr lang="en-US" dirty="0" smtClean="0"/>
            <a:t>“void”</a:t>
          </a:r>
          <a:endParaRPr lang="en-US" dirty="0"/>
        </a:p>
      </dgm:t>
    </dgm:pt>
    <dgm:pt modelId="{8066842D-821E-734C-9FFB-5F0999FDB197}" type="parTrans" cxnId="{5E77461D-456E-0742-BEA5-DD98700085CD}">
      <dgm:prSet/>
      <dgm:spPr/>
      <dgm:t>
        <a:bodyPr/>
        <a:lstStyle/>
        <a:p>
          <a:endParaRPr lang="en-US"/>
        </a:p>
      </dgm:t>
    </dgm:pt>
    <dgm:pt modelId="{291124C2-9702-9645-9E6F-50E5C6A7EA37}" type="sibTrans" cxnId="{5E77461D-456E-0742-BEA5-DD98700085CD}">
      <dgm:prSet/>
      <dgm:spPr/>
      <dgm:t>
        <a:bodyPr/>
        <a:lstStyle/>
        <a:p>
          <a:endParaRPr lang="en-US"/>
        </a:p>
      </dgm:t>
    </dgm:pt>
    <dgm:pt modelId="{93D1A74F-9F0F-E84E-8894-B1F8F90230CC}">
      <dgm:prSet phldrT="[Text]"/>
      <dgm:spPr/>
      <dgm:t>
        <a:bodyPr/>
        <a:lstStyle/>
        <a:p>
          <a:r>
            <a:rPr lang="en-US" dirty="0" smtClean="0"/>
            <a:t>Vendors</a:t>
          </a:r>
          <a:endParaRPr lang="en-US" dirty="0"/>
        </a:p>
      </dgm:t>
    </dgm:pt>
    <dgm:pt modelId="{FA082FD8-7617-4E47-9767-0AA6B87B3624}" type="parTrans" cxnId="{90399C6D-87AE-4641-BCE4-5B04D030AF93}">
      <dgm:prSet/>
      <dgm:spPr/>
      <dgm:t>
        <a:bodyPr/>
        <a:lstStyle/>
        <a:p>
          <a:endParaRPr lang="en-US"/>
        </a:p>
      </dgm:t>
    </dgm:pt>
    <dgm:pt modelId="{A674293D-5734-7F4C-BAB4-EDE636A030AF}" type="sibTrans" cxnId="{90399C6D-87AE-4641-BCE4-5B04D030AF93}">
      <dgm:prSet/>
      <dgm:spPr/>
      <dgm:t>
        <a:bodyPr/>
        <a:lstStyle/>
        <a:p>
          <a:endParaRPr lang="en-US"/>
        </a:p>
      </dgm:t>
    </dgm:pt>
    <dgm:pt modelId="{8C6D01AA-73B0-8942-A122-7FA4D5B9AB0E}">
      <dgm:prSet phldrT="[Text]"/>
      <dgm:spPr/>
      <dgm:t>
        <a:bodyPr/>
        <a:lstStyle/>
        <a:p>
          <a:r>
            <a:rPr lang="en-US" dirty="0" smtClean="0"/>
            <a:t>OMG</a:t>
          </a:r>
          <a:endParaRPr lang="en-US" dirty="0"/>
        </a:p>
      </dgm:t>
    </dgm:pt>
    <dgm:pt modelId="{189F73AF-1CD5-C840-9DE6-885E7B480077}" type="parTrans" cxnId="{ED292E46-30AA-9647-AB2E-EA712BF2BC5A}">
      <dgm:prSet/>
      <dgm:spPr/>
      <dgm:t>
        <a:bodyPr/>
        <a:lstStyle/>
        <a:p>
          <a:endParaRPr lang="en-US"/>
        </a:p>
      </dgm:t>
    </dgm:pt>
    <dgm:pt modelId="{A555C6CC-3A93-4F40-8D60-7B23A38232F7}" type="sibTrans" cxnId="{ED292E46-30AA-9647-AB2E-EA712BF2BC5A}">
      <dgm:prSet/>
      <dgm:spPr/>
      <dgm:t>
        <a:bodyPr/>
        <a:lstStyle/>
        <a:p>
          <a:endParaRPr lang="en-US"/>
        </a:p>
      </dgm:t>
    </dgm:pt>
    <dgm:pt modelId="{CF2AFE35-97FD-0245-A060-94CEAFBD1627}">
      <dgm:prSet phldrT="[Text]"/>
      <dgm:spPr/>
      <dgm:t>
        <a:bodyPr/>
        <a:lstStyle/>
        <a:p>
          <a:r>
            <a:rPr lang="en-US" dirty="0" smtClean="0"/>
            <a:t>BIZBOK</a:t>
          </a:r>
          <a:endParaRPr lang="en-US" dirty="0"/>
        </a:p>
      </dgm:t>
    </dgm:pt>
    <dgm:pt modelId="{89107AB9-ED8B-DF4E-9B05-315206A1F1B7}" type="parTrans" cxnId="{50E1D7FA-C60F-8F4C-AC83-3B50EEEA55D2}">
      <dgm:prSet/>
      <dgm:spPr/>
      <dgm:t>
        <a:bodyPr/>
        <a:lstStyle/>
        <a:p>
          <a:endParaRPr lang="en-US"/>
        </a:p>
      </dgm:t>
    </dgm:pt>
    <dgm:pt modelId="{22655D08-8B0B-8541-830E-E07286B385EB}" type="sibTrans" cxnId="{50E1D7FA-C60F-8F4C-AC83-3B50EEEA55D2}">
      <dgm:prSet/>
      <dgm:spPr/>
      <dgm:t>
        <a:bodyPr/>
        <a:lstStyle/>
        <a:p>
          <a:endParaRPr lang="en-US"/>
        </a:p>
      </dgm:t>
    </dgm:pt>
    <dgm:pt modelId="{24428C9A-34B4-0445-91C0-1574CF392F68}">
      <dgm:prSet phldrT="[Text]"/>
      <dgm:spPr/>
      <dgm:t>
        <a:bodyPr/>
        <a:lstStyle/>
        <a:p>
          <a:r>
            <a:rPr lang="en-US" dirty="0" smtClean="0"/>
            <a:t>Practitioners</a:t>
          </a:r>
          <a:endParaRPr lang="en-US" dirty="0"/>
        </a:p>
      </dgm:t>
    </dgm:pt>
    <dgm:pt modelId="{C83BC2F4-EA47-5A4B-AED6-FD5D223201ED}" type="parTrans" cxnId="{FCB10C51-BA2C-C84B-A4B0-FCDE49F8DB86}">
      <dgm:prSet/>
      <dgm:spPr/>
      <dgm:t>
        <a:bodyPr/>
        <a:lstStyle/>
        <a:p>
          <a:endParaRPr lang="en-US"/>
        </a:p>
      </dgm:t>
    </dgm:pt>
    <dgm:pt modelId="{38A4D289-33AA-5841-9937-064131A6C9EF}" type="sibTrans" cxnId="{FCB10C51-BA2C-C84B-A4B0-FCDE49F8DB86}">
      <dgm:prSet/>
      <dgm:spPr/>
      <dgm:t>
        <a:bodyPr/>
        <a:lstStyle/>
        <a:p>
          <a:endParaRPr lang="en-US"/>
        </a:p>
      </dgm:t>
    </dgm:pt>
    <dgm:pt modelId="{CE301712-8144-FB4C-B433-D14C2B429730}" type="pres">
      <dgm:prSet presAssocID="{F0155331-21CF-734E-976F-E4A74E46D6E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519E0A3-DC05-7C45-B07F-F6D9AAF4532D}" type="pres">
      <dgm:prSet presAssocID="{0C6307EA-2C4D-0646-854A-D543AE30963F}" presName="centerShape" presStyleLbl="node0" presStyleIdx="0" presStyleCnt="1"/>
      <dgm:spPr/>
    </dgm:pt>
    <dgm:pt modelId="{54C484F6-88A9-1943-9C10-97BB7BA7B098}" type="pres">
      <dgm:prSet presAssocID="{FA082FD8-7617-4E47-9767-0AA6B87B3624}" presName="Name9" presStyleLbl="parChTrans1D2" presStyleIdx="0" presStyleCnt="4"/>
      <dgm:spPr/>
    </dgm:pt>
    <dgm:pt modelId="{A01B238F-6333-5747-826B-754AD4366841}" type="pres">
      <dgm:prSet presAssocID="{FA082FD8-7617-4E47-9767-0AA6B87B3624}" presName="connTx" presStyleLbl="parChTrans1D2" presStyleIdx="0" presStyleCnt="4"/>
      <dgm:spPr/>
    </dgm:pt>
    <dgm:pt modelId="{AFE8BF0B-2D2E-BC47-B1C0-C4B6A080870A}" type="pres">
      <dgm:prSet presAssocID="{93D1A74F-9F0F-E84E-8894-B1F8F90230CC}" presName="node" presStyleLbl="node1" presStyleIdx="0" presStyleCnt="4">
        <dgm:presLayoutVars>
          <dgm:bulletEnabled val="1"/>
        </dgm:presLayoutVars>
      </dgm:prSet>
      <dgm:spPr/>
    </dgm:pt>
    <dgm:pt modelId="{52312564-4B02-B247-B36D-F7A77A342616}" type="pres">
      <dgm:prSet presAssocID="{189F73AF-1CD5-C840-9DE6-885E7B480077}" presName="Name9" presStyleLbl="parChTrans1D2" presStyleIdx="1" presStyleCnt="4"/>
      <dgm:spPr/>
    </dgm:pt>
    <dgm:pt modelId="{80F2FEBB-8E46-E94B-AD43-C4B561506963}" type="pres">
      <dgm:prSet presAssocID="{189F73AF-1CD5-C840-9DE6-885E7B480077}" presName="connTx" presStyleLbl="parChTrans1D2" presStyleIdx="1" presStyleCnt="4"/>
      <dgm:spPr/>
    </dgm:pt>
    <dgm:pt modelId="{BCBCB938-D175-214A-8E78-C7ECFC8A00BA}" type="pres">
      <dgm:prSet presAssocID="{8C6D01AA-73B0-8942-A122-7FA4D5B9AB0E}" presName="node" presStyleLbl="node1" presStyleIdx="1" presStyleCnt="4">
        <dgm:presLayoutVars>
          <dgm:bulletEnabled val="1"/>
        </dgm:presLayoutVars>
      </dgm:prSet>
      <dgm:spPr/>
    </dgm:pt>
    <dgm:pt modelId="{600EB2C0-D594-3845-8C13-A291D9DCD928}" type="pres">
      <dgm:prSet presAssocID="{89107AB9-ED8B-DF4E-9B05-315206A1F1B7}" presName="Name9" presStyleLbl="parChTrans1D2" presStyleIdx="2" presStyleCnt="4"/>
      <dgm:spPr/>
    </dgm:pt>
    <dgm:pt modelId="{9A1680BC-F6BC-3F43-AD05-0F09979AA7BE}" type="pres">
      <dgm:prSet presAssocID="{89107AB9-ED8B-DF4E-9B05-315206A1F1B7}" presName="connTx" presStyleLbl="parChTrans1D2" presStyleIdx="2" presStyleCnt="4"/>
      <dgm:spPr/>
    </dgm:pt>
    <dgm:pt modelId="{2FF7F68B-D538-334F-BC55-9DB40948CBE7}" type="pres">
      <dgm:prSet presAssocID="{CF2AFE35-97FD-0245-A060-94CEAFBD1627}" presName="node" presStyleLbl="node1" presStyleIdx="2" presStyleCnt="4">
        <dgm:presLayoutVars>
          <dgm:bulletEnabled val="1"/>
        </dgm:presLayoutVars>
      </dgm:prSet>
      <dgm:spPr/>
    </dgm:pt>
    <dgm:pt modelId="{9263AD9B-9476-434A-8DA0-98CC95FAD5A2}" type="pres">
      <dgm:prSet presAssocID="{C83BC2F4-EA47-5A4B-AED6-FD5D223201ED}" presName="Name9" presStyleLbl="parChTrans1D2" presStyleIdx="3" presStyleCnt="4"/>
      <dgm:spPr/>
    </dgm:pt>
    <dgm:pt modelId="{2F5358A4-7181-7845-9F9B-26EA142B1453}" type="pres">
      <dgm:prSet presAssocID="{C83BC2F4-EA47-5A4B-AED6-FD5D223201ED}" presName="connTx" presStyleLbl="parChTrans1D2" presStyleIdx="3" presStyleCnt="4"/>
      <dgm:spPr/>
    </dgm:pt>
    <dgm:pt modelId="{56929085-AB2A-ED40-A2E5-C89A88958EE0}" type="pres">
      <dgm:prSet presAssocID="{24428C9A-34B4-0445-91C0-1574CF392F68}" presName="node" presStyleLbl="node1" presStyleIdx="3" presStyleCnt="4">
        <dgm:presLayoutVars>
          <dgm:bulletEnabled val="1"/>
        </dgm:presLayoutVars>
      </dgm:prSet>
      <dgm:spPr/>
    </dgm:pt>
  </dgm:ptLst>
  <dgm:cxnLst>
    <dgm:cxn modelId="{90399C6D-87AE-4641-BCE4-5B04D030AF93}" srcId="{0C6307EA-2C4D-0646-854A-D543AE30963F}" destId="{93D1A74F-9F0F-E84E-8894-B1F8F90230CC}" srcOrd="0" destOrd="0" parTransId="{FA082FD8-7617-4E47-9767-0AA6B87B3624}" sibTransId="{A674293D-5734-7F4C-BAB4-EDE636A030AF}"/>
    <dgm:cxn modelId="{28AC757A-B682-8F44-B0BB-998E63426779}" type="presOf" srcId="{FA082FD8-7617-4E47-9767-0AA6B87B3624}" destId="{54C484F6-88A9-1943-9C10-97BB7BA7B098}" srcOrd="0" destOrd="0" presId="urn:microsoft.com/office/officeart/2005/8/layout/radial1"/>
    <dgm:cxn modelId="{ED292E46-30AA-9647-AB2E-EA712BF2BC5A}" srcId="{0C6307EA-2C4D-0646-854A-D543AE30963F}" destId="{8C6D01AA-73B0-8942-A122-7FA4D5B9AB0E}" srcOrd="1" destOrd="0" parTransId="{189F73AF-1CD5-C840-9DE6-885E7B480077}" sibTransId="{A555C6CC-3A93-4F40-8D60-7B23A38232F7}"/>
    <dgm:cxn modelId="{995C26C4-77C4-B84F-9EBB-C162CC434712}" type="presOf" srcId="{89107AB9-ED8B-DF4E-9B05-315206A1F1B7}" destId="{600EB2C0-D594-3845-8C13-A291D9DCD928}" srcOrd="0" destOrd="0" presId="urn:microsoft.com/office/officeart/2005/8/layout/radial1"/>
    <dgm:cxn modelId="{647C4C0D-B41C-D04A-987D-097DB40F7A8A}" type="presOf" srcId="{CF2AFE35-97FD-0245-A060-94CEAFBD1627}" destId="{2FF7F68B-D538-334F-BC55-9DB40948CBE7}" srcOrd="0" destOrd="0" presId="urn:microsoft.com/office/officeart/2005/8/layout/radial1"/>
    <dgm:cxn modelId="{428BE16A-30AE-AE41-A384-2D73656A9609}" type="presOf" srcId="{93D1A74F-9F0F-E84E-8894-B1F8F90230CC}" destId="{AFE8BF0B-2D2E-BC47-B1C0-C4B6A080870A}" srcOrd="0" destOrd="0" presId="urn:microsoft.com/office/officeart/2005/8/layout/radial1"/>
    <dgm:cxn modelId="{42D42161-1DF5-3A4A-8284-F7DA1FE5EC80}" type="presOf" srcId="{F0155331-21CF-734E-976F-E4A74E46D6E8}" destId="{CE301712-8144-FB4C-B433-D14C2B429730}" srcOrd="0" destOrd="0" presId="urn:microsoft.com/office/officeart/2005/8/layout/radial1"/>
    <dgm:cxn modelId="{BAF934A9-97ED-7C4B-AFFC-E7E86C2AE782}" type="presOf" srcId="{189F73AF-1CD5-C840-9DE6-885E7B480077}" destId="{80F2FEBB-8E46-E94B-AD43-C4B561506963}" srcOrd="1" destOrd="0" presId="urn:microsoft.com/office/officeart/2005/8/layout/radial1"/>
    <dgm:cxn modelId="{99E70EE8-ADAE-E14A-B2C9-CBE63E4D9F8A}" type="presOf" srcId="{FA082FD8-7617-4E47-9767-0AA6B87B3624}" destId="{A01B238F-6333-5747-826B-754AD4366841}" srcOrd="1" destOrd="0" presId="urn:microsoft.com/office/officeart/2005/8/layout/radial1"/>
    <dgm:cxn modelId="{BDB5D3EB-6A24-6543-B240-EF7A186C34C4}" type="presOf" srcId="{0C6307EA-2C4D-0646-854A-D543AE30963F}" destId="{0519E0A3-DC05-7C45-B07F-F6D9AAF4532D}" srcOrd="0" destOrd="0" presId="urn:microsoft.com/office/officeart/2005/8/layout/radial1"/>
    <dgm:cxn modelId="{5E77461D-456E-0742-BEA5-DD98700085CD}" srcId="{F0155331-21CF-734E-976F-E4A74E46D6E8}" destId="{0C6307EA-2C4D-0646-854A-D543AE30963F}" srcOrd="0" destOrd="0" parTransId="{8066842D-821E-734C-9FFB-5F0999FDB197}" sibTransId="{291124C2-9702-9645-9E6F-50E5C6A7EA37}"/>
    <dgm:cxn modelId="{64CE4E87-8C37-2141-A10E-CB0B38719EC1}" type="presOf" srcId="{C83BC2F4-EA47-5A4B-AED6-FD5D223201ED}" destId="{9263AD9B-9476-434A-8DA0-98CC95FAD5A2}" srcOrd="0" destOrd="0" presId="urn:microsoft.com/office/officeart/2005/8/layout/radial1"/>
    <dgm:cxn modelId="{50E1D7FA-C60F-8F4C-AC83-3B50EEEA55D2}" srcId="{0C6307EA-2C4D-0646-854A-D543AE30963F}" destId="{CF2AFE35-97FD-0245-A060-94CEAFBD1627}" srcOrd="2" destOrd="0" parTransId="{89107AB9-ED8B-DF4E-9B05-315206A1F1B7}" sibTransId="{22655D08-8B0B-8541-830E-E07286B385EB}"/>
    <dgm:cxn modelId="{21BA1A28-6996-974C-988F-97BCDE250E99}" type="presOf" srcId="{C83BC2F4-EA47-5A4B-AED6-FD5D223201ED}" destId="{2F5358A4-7181-7845-9F9B-26EA142B1453}" srcOrd="1" destOrd="0" presId="urn:microsoft.com/office/officeart/2005/8/layout/radial1"/>
    <dgm:cxn modelId="{82E33175-3ABC-8A4F-916A-BDE8FAD03110}" type="presOf" srcId="{189F73AF-1CD5-C840-9DE6-885E7B480077}" destId="{52312564-4B02-B247-B36D-F7A77A342616}" srcOrd="0" destOrd="0" presId="urn:microsoft.com/office/officeart/2005/8/layout/radial1"/>
    <dgm:cxn modelId="{2257A0F5-0AAC-464A-8E0C-9ED94A025C95}" type="presOf" srcId="{24428C9A-34B4-0445-91C0-1574CF392F68}" destId="{56929085-AB2A-ED40-A2E5-C89A88958EE0}" srcOrd="0" destOrd="0" presId="urn:microsoft.com/office/officeart/2005/8/layout/radial1"/>
    <dgm:cxn modelId="{FCB10C51-BA2C-C84B-A4B0-FCDE49F8DB86}" srcId="{0C6307EA-2C4D-0646-854A-D543AE30963F}" destId="{24428C9A-34B4-0445-91C0-1574CF392F68}" srcOrd="3" destOrd="0" parTransId="{C83BC2F4-EA47-5A4B-AED6-FD5D223201ED}" sibTransId="{38A4D289-33AA-5841-9937-064131A6C9EF}"/>
    <dgm:cxn modelId="{9CAC37D6-C13F-214C-B890-E5FE9D7A7041}" type="presOf" srcId="{89107AB9-ED8B-DF4E-9B05-315206A1F1B7}" destId="{9A1680BC-F6BC-3F43-AD05-0F09979AA7BE}" srcOrd="1" destOrd="0" presId="urn:microsoft.com/office/officeart/2005/8/layout/radial1"/>
    <dgm:cxn modelId="{CF3A5C08-FCB6-D445-8B7E-9AC46EC747FD}" type="presOf" srcId="{8C6D01AA-73B0-8942-A122-7FA4D5B9AB0E}" destId="{BCBCB938-D175-214A-8E78-C7ECFC8A00BA}" srcOrd="0" destOrd="0" presId="urn:microsoft.com/office/officeart/2005/8/layout/radial1"/>
    <dgm:cxn modelId="{D58BACF6-35AA-A944-8905-FA1A2EDBAFF1}" type="presParOf" srcId="{CE301712-8144-FB4C-B433-D14C2B429730}" destId="{0519E0A3-DC05-7C45-B07F-F6D9AAF4532D}" srcOrd="0" destOrd="0" presId="urn:microsoft.com/office/officeart/2005/8/layout/radial1"/>
    <dgm:cxn modelId="{6EBF5DA8-C1A0-9C4F-A1C0-323E78861A23}" type="presParOf" srcId="{CE301712-8144-FB4C-B433-D14C2B429730}" destId="{54C484F6-88A9-1943-9C10-97BB7BA7B098}" srcOrd="1" destOrd="0" presId="urn:microsoft.com/office/officeart/2005/8/layout/radial1"/>
    <dgm:cxn modelId="{D7AAC6C0-7701-BB4F-A3DB-BF6526233791}" type="presParOf" srcId="{54C484F6-88A9-1943-9C10-97BB7BA7B098}" destId="{A01B238F-6333-5747-826B-754AD4366841}" srcOrd="0" destOrd="0" presId="urn:microsoft.com/office/officeart/2005/8/layout/radial1"/>
    <dgm:cxn modelId="{8F1643DB-C2DF-6941-ADA9-9B2C905371DB}" type="presParOf" srcId="{CE301712-8144-FB4C-B433-D14C2B429730}" destId="{AFE8BF0B-2D2E-BC47-B1C0-C4B6A080870A}" srcOrd="2" destOrd="0" presId="urn:microsoft.com/office/officeart/2005/8/layout/radial1"/>
    <dgm:cxn modelId="{3FC3C170-6909-9F46-A3E5-C83E8DD00C88}" type="presParOf" srcId="{CE301712-8144-FB4C-B433-D14C2B429730}" destId="{52312564-4B02-B247-B36D-F7A77A342616}" srcOrd="3" destOrd="0" presId="urn:microsoft.com/office/officeart/2005/8/layout/radial1"/>
    <dgm:cxn modelId="{7310C249-0B23-2449-B405-5FABC2CA35EA}" type="presParOf" srcId="{52312564-4B02-B247-B36D-F7A77A342616}" destId="{80F2FEBB-8E46-E94B-AD43-C4B561506963}" srcOrd="0" destOrd="0" presId="urn:microsoft.com/office/officeart/2005/8/layout/radial1"/>
    <dgm:cxn modelId="{089A8E97-4ED8-8647-A435-DB081875D133}" type="presParOf" srcId="{CE301712-8144-FB4C-B433-D14C2B429730}" destId="{BCBCB938-D175-214A-8E78-C7ECFC8A00BA}" srcOrd="4" destOrd="0" presId="urn:microsoft.com/office/officeart/2005/8/layout/radial1"/>
    <dgm:cxn modelId="{FAE7ABE7-7CDE-5647-ACD5-1037519281B3}" type="presParOf" srcId="{CE301712-8144-FB4C-B433-D14C2B429730}" destId="{600EB2C0-D594-3845-8C13-A291D9DCD928}" srcOrd="5" destOrd="0" presId="urn:microsoft.com/office/officeart/2005/8/layout/radial1"/>
    <dgm:cxn modelId="{D6B1B202-D29E-B24C-880F-FF3FB445BC90}" type="presParOf" srcId="{600EB2C0-D594-3845-8C13-A291D9DCD928}" destId="{9A1680BC-F6BC-3F43-AD05-0F09979AA7BE}" srcOrd="0" destOrd="0" presId="urn:microsoft.com/office/officeart/2005/8/layout/radial1"/>
    <dgm:cxn modelId="{6B09F9E3-28D2-0F42-B2A7-95EEB37E821D}" type="presParOf" srcId="{CE301712-8144-FB4C-B433-D14C2B429730}" destId="{2FF7F68B-D538-334F-BC55-9DB40948CBE7}" srcOrd="6" destOrd="0" presId="urn:microsoft.com/office/officeart/2005/8/layout/radial1"/>
    <dgm:cxn modelId="{2AF369F5-11C5-CB4B-963E-57E5E9526B49}" type="presParOf" srcId="{CE301712-8144-FB4C-B433-D14C2B429730}" destId="{9263AD9B-9476-434A-8DA0-98CC95FAD5A2}" srcOrd="7" destOrd="0" presId="urn:microsoft.com/office/officeart/2005/8/layout/radial1"/>
    <dgm:cxn modelId="{A18D7AB3-8EDF-1C43-97AA-DD4E4CDCB943}" type="presParOf" srcId="{9263AD9B-9476-434A-8DA0-98CC95FAD5A2}" destId="{2F5358A4-7181-7845-9F9B-26EA142B1453}" srcOrd="0" destOrd="0" presId="urn:microsoft.com/office/officeart/2005/8/layout/radial1"/>
    <dgm:cxn modelId="{60066651-A453-FB47-8EB6-A9475C0189E5}" type="presParOf" srcId="{CE301712-8144-FB4C-B433-D14C2B429730}" destId="{56929085-AB2A-ED40-A2E5-C89A88958EE0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19E0A3-DC05-7C45-B07F-F6D9AAF4532D}">
      <dsp:nvSpPr>
        <dsp:cNvPr id="0" name=""/>
        <dsp:cNvSpPr/>
      </dsp:nvSpPr>
      <dsp:spPr>
        <a:xfrm>
          <a:off x="3244887" y="2096501"/>
          <a:ext cx="1609590" cy="16095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“void”</a:t>
          </a:r>
          <a:endParaRPr lang="en-US" sz="3300" kern="1200" dirty="0"/>
        </a:p>
      </dsp:txBody>
      <dsp:txXfrm>
        <a:off x="3480606" y="2332220"/>
        <a:ext cx="1138152" cy="1138152"/>
      </dsp:txXfrm>
    </dsp:sp>
    <dsp:sp modelId="{54C484F6-88A9-1943-9C10-97BB7BA7B098}">
      <dsp:nvSpPr>
        <dsp:cNvPr id="0" name=""/>
        <dsp:cNvSpPr/>
      </dsp:nvSpPr>
      <dsp:spPr>
        <a:xfrm rot="16200000">
          <a:off x="3807571" y="1836503"/>
          <a:ext cx="484223" cy="35771"/>
        </a:xfrm>
        <a:custGeom>
          <a:avLst/>
          <a:gdLst/>
          <a:ahLst/>
          <a:cxnLst/>
          <a:rect l="0" t="0" r="0" b="0"/>
          <a:pathLst>
            <a:path>
              <a:moveTo>
                <a:pt x="0" y="17885"/>
              </a:moveTo>
              <a:lnTo>
                <a:pt x="484223" y="1788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037577" y="1842283"/>
        <a:ext cx="24211" cy="24211"/>
      </dsp:txXfrm>
    </dsp:sp>
    <dsp:sp modelId="{AFE8BF0B-2D2E-BC47-B1C0-C4B6A080870A}">
      <dsp:nvSpPr>
        <dsp:cNvPr id="0" name=""/>
        <dsp:cNvSpPr/>
      </dsp:nvSpPr>
      <dsp:spPr>
        <a:xfrm>
          <a:off x="3244887" y="2687"/>
          <a:ext cx="1609590" cy="16095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Vendors</a:t>
          </a:r>
          <a:endParaRPr lang="en-US" sz="1700" kern="1200" dirty="0"/>
        </a:p>
      </dsp:txBody>
      <dsp:txXfrm>
        <a:off x="3480606" y="238406"/>
        <a:ext cx="1138152" cy="1138152"/>
      </dsp:txXfrm>
    </dsp:sp>
    <dsp:sp modelId="{52312564-4B02-B247-B36D-F7A77A342616}">
      <dsp:nvSpPr>
        <dsp:cNvPr id="0" name=""/>
        <dsp:cNvSpPr/>
      </dsp:nvSpPr>
      <dsp:spPr>
        <a:xfrm>
          <a:off x="4854478" y="2883410"/>
          <a:ext cx="484223" cy="35771"/>
        </a:xfrm>
        <a:custGeom>
          <a:avLst/>
          <a:gdLst/>
          <a:ahLst/>
          <a:cxnLst/>
          <a:rect l="0" t="0" r="0" b="0"/>
          <a:pathLst>
            <a:path>
              <a:moveTo>
                <a:pt x="0" y="17885"/>
              </a:moveTo>
              <a:lnTo>
                <a:pt x="484223" y="1788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084484" y="2889190"/>
        <a:ext cx="24211" cy="24211"/>
      </dsp:txXfrm>
    </dsp:sp>
    <dsp:sp modelId="{BCBCB938-D175-214A-8E78-C7ECFC8A00BA}">
      <dsp:nvSpPr>
        <dsp:cNvPr id="0" name=""/>
        <dsp:cNvSpPr/>
      </dsp:nvSpPr>
      <dsp:spPr>
        <a:xfrm>
          <a:off x="5338701" y="2096501"/>
          <a:ext cx="1609590" cy="16095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OMG</a:t>
          </a:r>
          <a:endParaRPr lang="en-US" sz="1700" kern="1200" dirty="0"/>
        </a:p>
      </dsp:txBody>
      <dsp:txXfrm>
        <a:off x="5574420" y="2332220"/>
        <a:ext cx="1138152" cy="1138152"/>
      </dsp:txXfrm>
    </dsp:sp>
    <dsp:sp modelId="{600EB2C0-D594-3845-8C13-A291D9DCD928}">
      <dsp:nvSpPr>
        <dsp:cNvPr id="0" name=""/>
        <dsp:cNvSpPr/>
      </dsp:nvSpPr>
      <dsp:spPr>
        <a:xfrm rot="5400000">
          <a:off x="3807571" y="3930317"/>
          <a:ext cx="484223" cy="35771"/>
        </a:xfrm>
        <a:custGeom>
          <a:avLst/>
          <a:gdLst/>
          <a:ahLst/>
          <a:cxnLst/>
          <a:rect l="0" t="0" r="0" b="0"/>
          <a:pathLst>
            <a:path>
              <a:moveTo>
                <a:pt x="0" y="17885"/>
              </a:moveTo>
              <a:lnTo>
                <a:pt x="484223" y="1788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037577" y="3936097"/>
        <a:ext cx="24211" cy="24211"/>
      </dsp:txXfrm>
    </dsp:sp>
    <dsp:sp modelId="{2FF7F68B-D538-334F-BC55-9DB40948CBE7}">
      <dsp:nvSpPr>
        <dsp:cNvPr id="0" name=""/>
        <dsp:cNvSpPr/>
      </dsp:nvSpPr>
      <dsp:spPr>
        <a:xfrm>
          <a:off x="3244887" y="4190315"/>
          <a:ext cx="1609590" cy="16095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BIZBOK</a:t>
          </a:r>
          <a:endParaRPr lang="en-US" sz="1700" kern="1200" dirty="0"/>
        </a:p>
      </dsp:txBody>
      <dsp:txXfrm>
        <a:off x="3480606" y="4426034"/>
        <a:ext cx="1138152" cy="1138152"/>
      </dsp:txXfrm>
    </dsp:sp>
    <dsp:sp modelId="{9263AD9B-9476-434A-8DA0-98CC95FAD5A2}">
      <dsp:nvSpPr>
        <dsp:cNvPr id="0" name=""/>
        <dsp:cNvSpPr/>
      </dsp:nvSpPr>
      <dsp:spPr>
        <a:xfrm rot="10800000">
          <a:off x="2760664" y="2883410"/>
          <a:ext cx="484223" cy="35771"/>
        </a:xfrm>
        <a:custGeom>
          <a:avLst/>
          <a:gdLst/>
          <a:ahLst/>
          <a:cxnLst/>
          <a:rect l="0" t="0" r="0" b="0"/>
          <a:pathLst>
            <a:path>
              <a:moveTo>
                <a:pt x="0" y="17885"/>
              </a:moveTo>
              <a:lnTo>
                <a:pt x="484223" y="1788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0800000">
        <a:off x="2990670" y="2889190"/>
        <a:ext cx="24211" cy="24211"/>
      </dsp:txXfrm>
    </dsp:sp>
    <dsp:sp modelId="{56929085-AB2A-ED40-A2E5-C89A88958EE0}">
      <dsp:nvSpPr>
        <dsp:cNvPr id="0" name=""/>
        <dsp:cNvSpPr/>
      </dsp:nvSpPr>
      <dsp:spPr>
        <a:xfrm>
          <a:off x="1151073" y="2096501"/>
          <a:ext cx="1609590" cy="16095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Practitioners</a:t>
          </a:r>
          <a:endParaRPr lang="en-US" sz="1700" kern="1200" dirty="0"/>
        </a:p>
      </dsp:txBody>
      <dsp:txXfrm>
        <a:off x="1386792" y="2332220"/>
        <a:ext cx="1138152" cy="1138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75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6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7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61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8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85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2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1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3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2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7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3711C-0476-FA46-9D14-549588D7135D}" type="datetimeFigureOut">
              <a:rPr lang="en-US" smtClean="0"/>
              <a:t>1/31/15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6F39D-3404-CC41-9314-7C77BCFC2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8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67286644"/>
              </p:ext>
            </p:extLst>
          </p:nvPr>
        </p:nvGraphicFramePr>
        <p:xfrm>
          <a:off x="314251" y="189857"/>
          <a:ext cx="8099366" cy="58025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Connector 5"/>
          <p:cNvCxnSpPr/>
          <p:nvPr/>
        </p:nvCxnSpPr>
        <p:spPr>
          <a:xfrm flipV="1">
            <a:off x="2652023" y="1372168"/>
            <a:ext cx="999340" cy="98659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12069" y="941281"/>
            <a:ext cx="152783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Current State:</a:t>
            </a:r>
          </a:p>
          <a:p>
            <a:r>
              <a:rPr lang="en-US" sz="1000" dirty="0" smtClean="0"/>
              <a:t>Ensuring consistency between tools requires a lot of rework on the part of the practitioner</a:t>
            </a:r>
            <a:endParaRPr 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5973531" y="869908"/>
            <a:ext cx="152783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Current State:</a:t>
            </a:r>
          </a:p>
          <a:p>
            <a:r>
              <a:rPr lang="en-US" sz="1000" dirty="0" smtClean="0"/>
              <a:t>There are no standards, so the tool vendors have to create their own or leave it up to users</a:t>
            </a:r>
            <a:endParaRPr lang="en-US" sz="1000" dirty="0"/>
          </a:p>
        </p:txBody>
      </p:sp>
      <p:cxnSp>
        <p:nvCxnSpPr>
          <p:cNvPr id="9" name="Straight Connector 8"/>
          <p:cNvCxnSpPr/>
          <p:nvPr/>
        </p:nvCxnSpPr>
        <p:spPr>
          <a:xfrm flipH="1" flipV="1">
            <a:off x="5000780" y="1477156"/>
            <a:ext cx="972751" cy="97027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2290607" y="3878358"/>
            <a:ext cx="1270039" cy="120206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14996" y="4726478"/>
            <a:ext cx="1527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Current State:</a:t>
            </a:r>
          </a:p>
          <a:p>
            <a:r>
              <a:rPr lang="en-US" sz="1000" dirty="0" smtClean="0"/>
              <a:t>Practitioners look to the GUILD and other orgs. for guidance and consistency</a:t>
            </a:r>
            <a:endParaRPr 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3560646" y="6165167"/>
            <a:ext cx="2245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Current State:</a:t>
            </a:r>
          </a:p>
          <a:p>
            <a:r>
              <a:rPr lang="en-US" sz="1000" dirty="0" smtClean="0"/>
              <a:t>Organic set of guidelines and scenarios – not tied together by a consistent MM</a:t>
            </a:r>
            <a:endParaRPr lang="en-US" sz="1000" dirty="0"/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5153180" y="3878358"/>
            <a:ext cx="972752" cy="10546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05895" y="4378999"/>
            <a:ext cx="19390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Current State:</a:t>
            </a:r>
          </a:p>
          <a:p>
            <a:r>
              <a:rPr lang="en-US" sz="1000" dirty="0" smtClean="0"/>
              <a:t>No cross-industry standards or interoperability with other MMs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314251" y="189857"/>
            <a:ext cx="2337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 MM: Opportunity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2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98</Words>
  <Application>Microsoft Macintosh PowerPoint</Application>
  <PresentationFormat>On-screen Show (4:3)</PresentationFormat>
  <Paragraphs>16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The Value Enablement Group,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jeffrey wallk</dc:creator>
  <cp:lastModifiedBy>jeffrey wallk</cp:lastModifiedBy>
  <cp:revision>1</cp:revision>
  <dcterms:created xsi:type="dcterms:W3CDTF">2015-01-31T16:20:24Z</dcterms:created>
  <dcterms:modified xsi:type="dcterms:W3CDTF">2015-01-31T16:28:44Z</dcterms:modified>
</cp:coreProperties>
</file>