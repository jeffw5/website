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67" r:id="rId3"/>
    <p:sldId id="284" r:id="rId4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CC00"/>
    <a:srgbClr val="000000"/>
    <a:srgbClr val="FF9966"/>
    <a:srgbClr val="FF66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87EE98D-CFEA-4BAD-812C-68BDB089AB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pic>
        <p:nvPicPr>
          <p:cNvPr id="20" name="Picture 11" descr="logo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1250" y="5867400"/>
            <a:ext cx="2876550" cy="933450"/>
          </a:xfrm>
          <a:prstGeom prst="rect">
            <a:avLst/>
          </a:prstGeom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A8B94D1F-9C59-439B-8D2D-B5459BB2A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3823A26-36B0-4BF5-8AD6-7C015FE83D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F8BAB-B58C-42D3-8C8F-9BE30DD7CA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6178E1A-CB7F-4189-9430-A0D6CA4845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140B480F-C9C8-4488-8766-9E318CA9200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A8FB48E-05D3-477F-B61E-CC4C1968BE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AD60AA2B-968C-4CF5-AA34-224CBC85BC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AFBB2236-F828-4D83-9D67-E20E5063E2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EEAA-E5A7-4100-BEC3-EF6A909F6A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ACE5DA3D-416F-4C8F-BD62-CC787BD125A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F4EA6522-6B58-4659-85A7-D4006279EFF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pic>
        <p:nvPicPr>
          <p:cNvPr id="20" name="Picture 11" descr="logo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191250" y="5867400"/>
            <a:ext cx="2876550" cy="93345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Jeff Wallk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www.LifePortal360.com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the opportunities 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Increasing need for capturing knowledge from an ever increasing list of sources.</a:t>
            </a:r>
          </a:p>
          <a:p>
            <a:pPr>
              <a:lnSpc>
                <a:spcPct val="90000"/>
              </a:lnSpc>
            </a:pPr>
            <a:r>
              <a:rPr lang="en-US" sz="2400"/>
              <a:t>Change is accelerating !</a:t>
            </a:r>
          </a:p>
          <a:p>
            <a:pPr>
              <a:lnSpc>
                <a:spcPct val="90000"/>
              </a:lnSpc>
            </a:pPr>
            <a:r>
              <a:rPr lang="en-US" sz="2400"/>
              <a:t>People need a way to keep up with each other (family, friends, and those who’ve passed on)</a:t>
            </a:r>
          </a:p>
          <a:p>
            <a:pPr>
              <a:lnSpc>
                <a:spcPct val="90000"/>
              </a:lnSpc>
            </a:pPr>
            <a:r>
              <a:rPr lang="en-US" sz="2400"/>
              <a:t>We need to find ways to remove complexity in people’s lives (even though technology &amp; information is exploding…)</a:t>
            </a:r>
          </a:p>
          <a:p>
            <a:pPr>
              <a:lnSpc>
                <a:spcPct val="90000"/>
              </a:lnSpc>
            </a:pPr>
            <a:r>
              <a:rPr lang="en-US" sz="2400"/>
              <a:t>Need to resolve the issues with information overload while improving overall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?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828800"/>
            <a:ext cx="6248400" cy="386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1422</TotalTime>
  <Words>80</Words>
  <Application>Microsoft Office PowerPoint</Application>
  <PresentationFormat>On-screen Show (4:3)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Garamond</vt:lpstr>
      <vt:lpstr>Times New Roman</vt:lpstr>
      <vt:lpstr>Verdana</vt:lpstr>
      <vt:lpstr>Wingdings</vt:lpstr>
      <vt:lpstr>Civic</vt:lpstr>
      <vt:lpstr>www.LifePortal360.com</vt:lpstr>
      <vt:lpstr>What are the opportunities ?</vt:lpstr>
      <vt:lpstr>Questions ?</vt:lpstr>
    </vt:vector>
  </TitlesOfParts>
  <Company>Hospira,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 convergent service platform</dc:title>
  <dc:creator>Hospira User</dc:creator>
  <cp:lastModifiedBy>JW</cp:lastModifiedBy>
  <cp:revision>38</cp:revision>
  <dcterms:created xsi:type="dcterms:W3CDTF">2009-04-26T21:57:40Z</dcterms:created>
  <dcterms:modified xsi:type="dcterms:W3CDTF">2009-05-15T18:12:58Z</dcterms:modified>
</cp:coreProperties>
</file>