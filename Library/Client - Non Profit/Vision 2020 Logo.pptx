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3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ACC821-5635-43F3-AE06-D5B245B77D8E}" type="doc">
      <dgm:prSet loTypeId="urn:microsoft.com/office/officeart/2005/8/layout/hProcess9" loCatId="process" qsTypeId="urn:microsoft.com/office/officeart/2005/8/quickstyle/3d1" qsCatId="3D" csTypeId="urn:microsoft.com/office/officeart/2005/8/colors/accent1_2" csCatId="accent1" phldr="1"/>
      <dgm:spPr/>
    </dgm:pt>
    <dgm:pt modelId="{024C3862-455D-42B6-966A-72443BA78DA6}" type="pres">
      <dgm:prSet presAssocID="{F5ACC821-5635-43F3-AE06-D5B245B77D8E}" presName="CompostProcess" presStyleCnt="0">
        <dgm:presLayoutVars>
          <dgm:dir/>
          <dgm:resizeHandles val="exact"/>
        </dgm:presLayoutVars>
      </dgm:prSet>
      <dgm:spPr/>
    </dgm:pt>
    <dgm:pt modelId="{68238515-9204-498D-A411-6692F380F433}" type="pres">
      <dgm:prSet presAssocID="{F5ACC821-5635-43F3-AE06-D5B245B77D8E}" presName="arrow" presStyleLbl="bgShp" presStyleIdx="0" presStyleCnt="1" custScaleX="117647" custLinFactNeighborX="-2740" custLinFactNeighborY="-4348"/>
      <dgm:spPr>
        <a:gradFill flip="none" rotWithShape="1">
          <a:gsLst>
            <a:gs pos="6000">
              <a:srgbClr val="00B050">
                <a:shade val="30000"/>
                <a:satMod val="115000"/>
                <a:alpha val="0"/>
              </a:srgbClr>
            </a:gs>
            <a:gs pos="50000">
              <a:srgbClr val="00B050">
                <a:shade val="67500"/>
                <a:satMod val="115000"/>
              </a:srgbClr>
            </a:gs>
            <a:gs pos="100000">
              <a:srgbClr val="00B050">
                <a:shade val="100000"/>
                <a:satMod val="115000"/>
              </a:srgbClr>
            </a:gs>
          </a:gsLst>
          <a:lin ang="0" scaled="1"/>
          <a:tileRect/>
        </a:gradFill>
      </dgm:spPr>
    </dgm:pt>
    <dgm:pt modelId="{CC51037A-D6D5-4E1B-9280-2E73CD135088}" type="pres">
      <dgm:prSet presAssocID="{F5ACC821-5635-43F3-AE06-D5B245B77D8E}" presName="linearProcess" presStyleCnt="0"/>
      <dgm:spPr/>
    </dgm:pt>
  </dgm:ptLst>
  <dgm:cxnLst>
    <dgm:cxn modelId="{E52E4053-E672-490C-9E06-C4D81F206A4E}" type="presOf" srcId="{F5ACC821-5635-43F3-AE06-D5B245B77D8E}" destId="{024C3862-455D-42B6-966A-72443BA78DA6}" srcOrd="0" destOrd="0" presId="urn:microsoft.com/office/officeart/2005/8/layout/hProcess9"/>
    <dgm:cxn modelId="{37026B90-6E1D-4958-9A41-9ED8A3216124}" type="presParOf" srcId="{024C3862-455D-42B6-966A-72443BA78DA6}" destId="{68238515-9204-498D-A411-6692F380F433}" srcOrd="0" destOrd="0" presId="urn:microsoft.com/office/officeart/2005/8/layout/hProcess9"/>
    <dgm:cxn modelId="{C961FC21-820C-4E5D-BA84-687EBA11C175}" type="presParOf" srcId="{024C3862-455D-42B6-966A-72443BA78DA6}" destId="{CC51037A-D6D5-4E1B-9280-2E73CD135088}" srcOrd="1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8238515-9204-498D-A411-6692F380F433}">
      <dsp:nvSpPr>
        <dsp:cNvPr id="0" name=""/>
        <dsp:cNvSpPr/>
      </dsp:nvSpPr>
      <dsp:spPr>
        <a:xfrm>
          <a:off x="0" y="0"/>
          <a:ext cx="3720828" cy="1006813"/>
        </a:xfrm>
        <a:prstGeom prst="rightArrow">
          <a:avLst/>
        </a:prstGeom>
        <a:gradFill flip="none" rotWithShape="1">
          <a:gsLst>
            <a:gs pos="6000">
              <a:srgbClr val="00B050">
                <a:shade val="30000"/>
                <a:satMod val="115000"/>
                <a:alpha val="0"/>
              </a:srgbClr>
            </a:gs>
            <a:gs pos="50000">
              <a:srgbClr val="00B050">
                <a:shade val="67500"/>
                <a:satMod val="115000"/>
              </a:srgbClr>
            </a:gs>
            <a:gs pos="100000">
              <a:srgbClr val="00B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99D26-B41D-437E-B0E2-93D5B2030963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7D1AE-6580-4F91-98D4-F00603C29D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7D1AE-6580-4F91-98D4-F00603C29D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F1F42-0A5E-4626-81D9-CB1B01210614}" type="datetimeFigureOut">
              <a:rPr lang="en-US" smtClean="0"/>
              <a:pPr/>
              <a:t>10/16/2009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2539-5FAB-4213-8535-18E5F2D746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3962400" y="3655062"/>
            <a:ext cx="4114800" cy="2568325"/>
            <a:chOff x="914400" y="1752600"/>
            <a:chExt cx="7162800" cy="4470788"/>
          </a:xfrm>
        </p:grpSpPr>
        <p:pic>
          <p:nvPicPr>
            <p:cNvPr id="37" name="Picture 36" descr="word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752600"/>
              <a:ext cx="4684166" cy="4470788"/>
            </a:xfrm>
            <a:prstGeom prst="rect">
              <a:avLst/>
            </a:prstGeom>
          </p:spPr>
        </p:pic>
        <p:pic>
          <p:nvPicPr>
            <p:cNvPr id="7" name="Picture 6" descr="Vision 2020 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200" y="2362200"/>
              <a:ext cx="3200664" cy="3200664"/>
            </a:xfrm>
            <a:prstGeom prst="rect">
              <a:avLst/>
            </a:prstGeom>
          </p:spPr>
        </p:pic>
        <p:graphicFrame>
          <p:nvGraphicFramePr>
            <p:cNvPr id="6" name="Diagram 5"/>
            <p:cNvGraphicFramePr/>
            <p:nvPr/>
          </p:nvGraphicFramePr>
          <p:xfrm>
            <a:off x="1600200" y="3276600"/>
            <a:ext cx="6477000" cy="1752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9" name="Rectangle 18"/>
            <p:cNvSpPr/>
            <p:nvPr/>
          </p:nvSpPr>
          <p:spPr>
            <a:xfrm>
              <a:off x="2751230" y="3657601"/>
              <a:ext cx="3759245" cy="101794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n-US" sz="3200" b="1" dirty="0" smtClean="0">
                  <a:ln w="11430"/>
                  <a:solidFill>
                    <a:schemeClr val="bg1">
                      <a:lumMod val="85000"/>
                    </a:schemeClr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Vision 2020</a:t>
              </a:r>
              <a:endParaRPr lang="en-US" sz="3200" b="1" cap="none" spc="0" dirty="0">
                <a:ln w="11430"/>
                <a:solidFill>
                  <a:schemeClr val="bg1">
                    <a:lumMod val="8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3</Words>
  <Application>Microsoft Office PowerPoint</Application>
  <PresentationFormat>On-screen Show (4:3)</PresentationFormat>
  <Paragraphs>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Jeffrey Wallk</dc:creator>
  <cp:lastModifiedBy>Jeffrey Wallk</cp:lastModifiedBy>
  <cp:revision>59</cp:revision>
  <dcterms:created xsi:type="dcterms:W3CDTF">2009-10-16T16:10:48Z</dcterms:created>
  <dcterms:modified xsi:type="dcterms:W3CDTF">2009-10-17T03:23:08Z</dcterms:modified>
</cp:coreProperties>
</file>