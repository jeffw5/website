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1" r:id="rId1"/>
    <p:sldMasterId id="2147483867" r:id="rId2"/>
  </p:sldMasterIdLst>
  <p:notesMasterIdLst>
    <p:notesMasterId r:id="rId22"/>
  </p:notesMasterIdLst>
  <p:sldIdLst>
    <p:sldId id="256" r:id="rId3"/>
    <p:sldId id="258" r:id="rId4"/>
    <p:sldId id="284" r:id="rId5"/>
    <p:sldId id="285" r:id="rId6"/>
    <p:sldId id="286" r:id="rId7"/>
    <p:sldId id="287" r:id="rId8"/>
    <p:sldId id="288" r:id="rId9"/>
    <p:sldId id="292" r:id="rId10"/>
    <p:sldId id="289" r:id="rId11"/>
    <p:sldId id="290" r:id="rId12"/>
    <p:sldId id="291" r:id="rId13"/>
    <p:sldId id="293" r:id="rId14"/>
    <p:sldId id="283" r:id="rId15"/>
    <p:sldId id="294" r:id="rId16"/>
    <p:sldId id="295" r:id="rId17"/>
    <p:sldId id="296" r:id="rId18"/>
    <p:sldId id="297" r:id="rId19"/>
    <p:sldId id="298" r:id="rId20"/>
    <p:sldId id="299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2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40E5C4-FC0F-4D0C-B085-E5BD63E46C39}" type="doc">
      <dgm:prSet loTypeId="urn:microsoft.com/office/officeart/2005/8/layout/hierarchy2" loCatId="hierarchy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54DF016-5BD5-4EFC-88CF-21C654E7D25E}">
      <dgm:prSet phldrT="[Text]"/>
      <dgm:spPr/>
      <dgm:t>
        <a:bodyPr/>
        <a:lstStyle/>
        <a:p>
          <a:r>
            <a:rPr lang="en-US" dirty="0" smtClean="0"/>
            <a:t>BOT</a:t>
          </a:r>
          <a:endParaRPr lang="en-US" dirty="0"/>
        </a:p>
      </dgm:t>
    </dgm:pt>
    <dgm:pt modelId="{3D1AE5EE-73B2-4FF5-9F79-0B5ADA83DA6A}" type="parTrans" cxnId="{4F3AAFCE-DFFF-478E-8D3E-DDBE7271AD53}">
      <dgm:prSet/>
      <dgm:spPr/>
      <dgm:t>
        <a:bodyPr/>
        <a:lstStyle/>
        <a:p>
          <a:endParaRPr lang="en-US"/>
        </a:p>
      </dgm:t>
    </dgm:pt>
    <dgm:pt modelId="{7589FA88-C7A5-40C0-A884-E36CE5B4C4E2}" type="sibTrans" cxnId="{4F3AAFCE-DFFF-478E-8D3E-DDBE7271AD53}">
      <dgm:prSet/>
      <dgm:spPr/>
      <dgm:t>
        <a:bodyPr/>
        <a:lstStyle/>
        <a:p>
          <a:endParaRPr lang="en-US"/>
        </a:p>
      </dgm:t>
    </dgm:pt>
    <dgm:pt modelId="{EE35D43F-75DA-4C1D-B18E-0A2B36E11905}">
      <dgm:prSet phldrT="[Text]"/>
      <dgm:spPr/>
      <dgm:t>
        <a:bodyPr/>
        <a:lstStyle/>
        <a:p>
          <a:r>
            <a:rPr lang="en-US" dirty="0" smtClean="0"/>
            <a:t>BOD</a:t>
          </a:r>
          <a:endParaRPr lang="en-US" dirty="0"/>
        </a:p>
      </dgm:t>
    </dgm:pt>
    <dgm:pt modelId="{2D240DE1-5A60-4537-9A30-C41684A0F833}" type="parTrans" cxnId="{C476608C-BA9C-4D3C-8020-A196D948C1F5}">
      <dgm:prSet/>
      <dgm:spPr/>
      <dgm:t>
        <a:bodyPr/>
        <a:lstStyle/>
        <a:p>
          <a:endParaRPr lang="en-US"/>
        </a:p>
      </dgm:t>
    </dgm:pt>
    <dgm:pt modelId="{5CABC33F-7F29-4496-B917-AE7B0FD239BD}" type="sibTrans" cxnId="{C476608C-BA9C-4D3C-8020-A196D948C1F5}">
      <dgm:prSet/>
      <dgm:spPr/>
      <dgm:t>
        <a:bodyPr/>
        <a:lstStyle/>
        <a:p>
          <a:endParaRPr lang="en-US"/>
        </a:p>
      </dgm:t>
    </dgm:pt>
    <dgm:pt modelId="{F6D6D062-0F29-43D9-A253-0507B9B54260}">
      <dgm:prSet phldrT="[Text]"/>
      <dgm:spPr/>
      <dgm:t>
        <a:bodyPr/>
        <a:lstStyle/>
        <a:p>
          <a:r>
            <a:rPr lang="en-US" dirty="0" smtClean="0"/>
            <a:t>Program</a:t>
          </a:r>
        </a:p>
        <a:p>
          <a:r>
            <a:rPr lang="en-US" dirty="0" smtClean="0"/>
            <a:t>Steering Committee</a:t>
          </a:r>
          <a:endParaRPr lang="en-US" dirty="0"/>
        </a:p>
      </dgm:t>
    </dgm:pt>
    <dgm:pt modelId="{E517D0C8-4150-4615-8887-6A0CD7D31349}" type="parTrans" cxnId="{97DD3BEE-D1FF-4A67-A68F-A65A73ACFFF1}">
      <dgm:prSet/>
      <dgm:spPr/>
      <dgm:t>
        <a:bodyPr/>
        <a:lstStyle/>
        <a:p>
          <a:endParaRPr lang="en-US"/>
        </a:p>
      </dgm:t>
    </dgm:pt>
    <dgm:pt modelId="{D0F5D919-0993-4643-A0DB-E2BA4D5A73F4}" type="sibTrans" cxnId="{97DD3BEE-D1FF-4A67-A68F-A65A73ACFFF1}">
      <dgm:prSet/>
      <dgm:spPr/>
      <dgm:t>
        <a:bodyPr/>
        <a:lstStyle/>
        <a:p>
          <a:endParaRPr lang="en-US"/>
        </a:p>
      </dgm:t>
    </dgm:pt>
    <dgm:pt modelId="{87C26E61-7C43-4524-969A-B9D6B39E873C}">
      <dgm:prSet phldrT="[Text]"/>
      <dgm:spPr/>
      <dgm:t>
        <a:bodyPr/>
        <a:lstStyle/>
        <a:p>
          <a:r>
            <a:rPr lang="en-US" dirty="0" smtClean="0"/>
            <a:t>Program</a:t>
          </a:r>
        </a:p>
        <a:p>
          <a:r>
            <a:rPr lang="en-US" dirty="0" smtClean="0"/>
            <a:t>Director</a:t>
          </a:r>
          <a:endParaRPr lang="en-US" dirty="0"/>
        </a:p>
      </dgm:t>
    </dgm:pt>
    <dgm:pt modelId="{E399F8D2-F1BA-442F-8EEA-C8CE06BB4545}" type="parTrans" cxnId="{4B5DC15A-F6BF-44F3-AA69-A8E53F50D8B8}">
      <dgm:prSet/>
      <dgm:spPr/>
      <dgm:t>
        <a:bodyPr/>
        <a:lstStyle/>
        <a:p>
          <a:endParaRPr lang="en-US"/>
        </a:p>
      </dgm:t>
    </dgm:pt>
    <dgm:pt modelId="{C4331C3B-8CCA-45DA-85B7-8624F36FE703}" type="sibTrans" cxnId="{4B5DC15A-F6BF-44F3-AA69-A8E53F50D8B8}">
      <dgm:prSet/>
      <dgm:spPr/>
      <dgm:t>
        <a:bodyPr/>
        <a:lstStyle/>
        <a:p>
          <a:endParaRPr lang="en-US"/>
        </a:p>
      </dgm:t>
    </dgm:pt>
    <dgm:pt modelId="{A27364AF-6F0A-44CC-BD25-8D835547BFB7}">
      <dgm:prSet phldrT="[Text]"/>
      <dgm:spPr/>
      <dgm:t>
        <a:bodyPr/>
        <a:lstStyle/>
        <a:p>
          <a:r>
            <a:rPr lang="en-US" dirty="0" smtClean="0"/>
            <a:t>CAEAP </a:t>
          </a:r>
        </a:p>
        <a:p>
          <a:r>
            <a:rPr lang="en-US" dirty="0" smtClean="0"/>
            <a:t>President</a:t>
          </a:r>
          <a:endParaRPr lang="en-US" dirty="0"/>
        </a:p>
      </dgm:t>
    </dgm:pt>
    <dgm:pt modelId="{A5B58571-CEC0-4A53-97C2-874FAC591D95}" type="parTrans" cxnId="{9C96FC83-867F-4960-B302-2EE061DA97FC}">
      <dgm:prSet/>
      <dgm:spPr/>
      <dgm:t>
        <a:bodyPr/>
        <a:lstStyle/>
        <a:p>
          <a:endParaRPr lang="en-US"/>
        </a:p>
      </dgm:t>
    </dgm:pt>
    <dgm:pt modelId="{91D84EDD-00CD-403E-ADCD-3ACBAF1D509A}" type="sibTrans" cxnId="{9C96FC83-867F-4960-B302-2EE061DA97FC}">
      <dgm:prSet/>
      <dgm:spPr/>
      <dgm:t>
        <a:bodyPr/>
        <a:lstStyle/>
        <a:p>
          <a:endParaRPr lang="en-US"/>
        </a:p>
      </dgm:t>
    </dgm:pt>
    <dgm:pt modelId="{0450E8F6-ACBC-4C83-BCF3-599A7357A3E5}">
      <dgm:prSet phldrT="[Text]"/>
      <dgm:spPr/>
      <dgm:t>
        <a:bodyPr/>
        <a:lstStyle/>
        <a:p>
          <a:r>
            <a:rPr lang="en-US" dirty="0" smtClean="0"/>
            <a:t>CAEAP</a:t>
          </a:r>
        </a:p>
        <a:p>
          <a:r>
            <a:rPr lang="en-US" dirty="0" smtClean="0"/>
            <a:t>President</a:t>
          </a:r>
          <a:endParaRPr lang="en-US" dirty="0"/>
        </a:p>
      </dgm:t>
    </dgm:pt>
    <dgm:pt modelId="{A9BCB028-9D99-4F0A-A2C1-AB3D197DB870}" type="parTrans" cxnId="{F9E854E4-F118-48A4-B34E-50D235BF85C6}">
      <dgm:prSet/>
      <dgm:spPr/>
      <dgm:t>
        <a:bodyPr/>
        <a:lstStyle/>
        <a:p>
          <a:endParaRPr lang="en-US"/>
        </a:p>
      </dgm:t>
    </dgm:pt>
    <dgm:pt modelId="{8F201034-2483-41E5-BCC4-3F84806359FA}" type="sibTrans" cxnId="{F9E854E4-F118-48A4-B34E-50D235BF85C6}">
      <dgm:prSet/>
      <dgm:spPr/>
      <dgm:t>
        <a:bodyPr/>
        <a:lstStyle/>
        <a:p>
          <a:endParaRPr lang="en-US"/>
        </a:p>
      </dgm:t>
    </dgm:pt>
    <dgm:pt modelId="{312713A3-9FC9-4430-A5B9-DDFD3D77C9B9}" type="pres">
      <dgm:prSet presAssocID="{B040E5C4-FC0F-4D0C-B085-E5BD63E46C3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D2190FB-B00D-47AE-AB45-E2D23D62B3FF}" type="pres">
      <dgm:prSet presAssocID="{054DF016-5BD5-4EFC-88CF-21C654E7D25E}" presName="root1" presStyleCnt="0"/>
      <dgm:spPr/>
    </dgm:pt>
    <dgm:pt modelId="{24F0EF54-C2EB-4D84-BA98-D2655CED7A54}" type="pres">
      <dgm:prSet presAssocID="{054DF016-5BD5-4EFC-88CF-21C654E7D25E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C48DC2C-4250-4547-A318-59125DD0329B}" type="pres">
      <dgm:prSet presAssocID="{054DF016-5BD5-4EFC-88CF-21C654E7D25E}" presName="level2hierChild" presStyleCnt="0"/>
      <dgm:spPr/>
    </dgm:pt>
    <dgm:pt modelId="{A43347C9-403B-4E4D-9795-D148B0768BA5}" type="pres">
      <dgm:prSet presAssocID="{2D240DE1-5A60-4537-9A30-C41684A0F833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2A18E778-11AD-4167-8372-AD7A46808E9E}" type="pres">
      <dgm:prSet presAssocID="{2D240DE1-5A60-4537-9A30-C41684A0F833}" presName="connTx" presStyleLbl="parChTrans1D2" presStyleIdx="0" presStyleCnt="2"/>
      <dgm:spPr/>
      <dgm:t>
        <a:bodyPr/>
        <a:lstStyle/>
        <a:p>
          <a:endParaRPr lang="en-US"/>
        </a:p>
      </dgm:t>
    </dgm:pt>
    <dgm:pt modelId="{23B64296-4573-416C-AB21-27374ECDBFDC}" type="pres">
      <dgm:prSet presAssocID="{EE35D43F-75DA-4C1D-B18E-0A2B36E11905}" presName="root2" presStyleCnt="0"/>
      <dgm:spPr/>
    </dgm:pt>
    <dgm:pt modelId="{D622A0C4-4258-4F4B-AC82-429295C05170}" type="pres">
      <dgm:prSet presAssocID="{EE35D43F-75DA-4C1D-B18E-0A2B36E11905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34F2A9-07DD-490E-93FD-A45E84203EC3}" type="pres">
      <dgm:prSet presAssocID="{EE35D43F-75DA-4C1D-B18E-0A2B36E11905}" presName="level3hierChild" presStyleCnt="0"/>
      <dgm:spPr/>
    </dgm:pt>
    <dgm:pt modelId="{99221A49-23D2-46C3-8C8A-FB00E4F562BD}" type="pres">
      <dgm:prSet presAssocID="{E517D0C8-4150-4615-8887-6A0CD7D31349}" presName="conn2-1" presStyleLbl="parChTrans1D3" presStyleIdx="0" presStyleCnt="3"/>
      <dgm:spPr/>
      <dgm:t>
        <a:bodyPr/>
        <a:lstStyle/>
        <a:p>
          <a:endParaRPr lang="en-US"/>
        </a:p>
      </dgm:t>
    </dgm:pt>
    <dgm:pt modelId="{00B906A1-C230-4C7F-87C3-1BBBEDCFFADF}" type="pres">
      <dgm:prSet presAssocID="{E517D0C8-4150-4615-8887-6A0CD7D31349}" presName="connTx" presStyleLbl="parChTrans1D3" presStyleIdx="0" presStyleCnt="3"/>
      <dgm:spPr/>
      <dgm:t>
        <a:bodyPr/>
        <a:lstStyle/>
        <a:p>
          <a:endParaRPr lang="en-US"/>
        </a:p>
      </dgm:t>
    </dgm:pt>
    <dgm:pt modelId="{CA1923FC-CEC8-45A2-A2D1-C8E64F5B18BF}" type="pres">
      <dgm:prSet presAssocID="{F6D6D062-0F29-43D9-A253-0507B9B54260}" presName="root2" presStyleCnt="0"/>
      <dgm:spPr/>
    </dgm:pt>
    <dgm:pt modelId="{9D95555D-5936-4E8D-ACCB-27506019A7EE}" type="pres">
      <dgm:prSet presAssocID="{F6D6D062-0F29-43D9-A253-0507B9B54260}" presName="LevelTwoTextNod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122DA3-9E02-4995-A51F-037FD4C01B98}" type="pres">
      <dgm:prSet presAssocID="{F6D6D062-0F29-43D9-A253-0507B9B54260}" presName="level3hierChild" presStyleCnt="0"/>
      <dgm:spPr/>
    </dgm:pt>
    <dgm:pt modelId="{EDF96D6C-5518-4FC8-9121-428AD6D5675C}" type="pres">
      <dgm:prSet presAssocID="{E399F8D2-F1BA-442F-8EEA-C8CE06BB4545}" presName="conn2-1" presStyleLbl="parChTrans1D3" presStyleIdx="1" presStyleCnt="3"/>
      <dgm:spPr/>
      <dgm:t>
        <a:bodyPr/>
        <a:lstStyle/>
        <a:p>
          <a:endParaRPr lang="en-US"/>
        </a:p>
      </dgm:t>
    </dgm:pt>
    <dgm:pt modelId="{42B6EB2E-4BDA-4467-A06D-099A8A52351F}" type="pres">
      <dgm:prSet presAssocID="{E399F8D2-F1BA-442F-8EEA-C8CE06BB4545}" presName="connTx" presStyleLbl="parChTrans1D3" presStyleIdx="1" presStyleCnt="3"/>
      <dgm:spPr/>
      <dgm:t>
        <a:bodyPr/>
        <a:lstStyle/>
        <a:p>
          <a:endParaRPr lang="en-US"/>
        </a:p>
      </dgm:t>
    </dgm:pt>
    <dgm:pt modelId="{FDD2A712-0D9E-4B6C-8BE6-93597BCF349B}" type="pres">
      <dgm:prSet presAssocID="{87C26E61-7C43-4524-969A-B9D6B39E873C}" presName="root2" presStyleCnt="0"/>
      <dgm:spPr/>
    </dgm:pt>
    <dgm:pt modelId="{A224596F-4C82-45EE-B45F-A7CF519EA4A8}" type="pres">
      <dgm:prSet presAssocID="{87C26E61-7C43-4524-969A-B9D6B39E873C}" presName="LevelTwoTextNod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DE09AA-A28B-4F76-A741-B7DAC5CDB719}" type="pres">
      <dgm:prSet presAssocID="{87C26E61-7C43-4524-969A-B9D6B39E873C}" presName="level3hierChild" presStyleCnt="0"/>
      <dgm:spPr/>
    </dgm:pt>
    <dgm:pt modelId="{A97F2495-3FC0-4BC7-A752-6134EA881013}" type="pres">
      <dgm:prSet presAssocID="{A5B58571-CEC0-4A53-97C2-874FAC591D95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4850500D-5567-45AF-9B6C-AFD677DF0431}" type="pres">
      <dgm:prSet presAssocID="{A5B58571-CEC0-4A53-97C2-874FAC591D95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8C43619-51F0-4F44-B047-FEB4D88EB26B}" type="pres">
      <dgm:prSet presAssocID="{A27364AF-6F0A-44CC-BD25-8D835547BFB7}" presName="root2" presStyleCnt="0"/>
      <dgm:spPr/>
    </dgm:pt>
    <dgm:pt modelId="{2BFEA00B-5956-4FCE-A02C-C8983555D6C7}" type="pres">
      <dgm:prSet presAssocID="{A27364AF-6F0A-44CC-BD25-8D835547BFB7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BFB4CFB-E3A8-4EB7-9EB4-8DB63ED3222B}" type="pres">
      <dgm:prSet presAssocID="{A27364AF-6F0A-44CC-BD25-8D835547BFB7}" presName="level3hierChild" presStyleCnt="0"/>
      <dgm:spPr/>
    </dgm:pt>
    <dgm:pt modelId="{8D1E59DD-C1D3-4E92-8036-C384B3314D63}" type="pres">
      <dgm:prSet presAssocID="{A9BCB028-9D99-4F0A-A2C1-AB3D197DB870}" presName="conn2-1" presStyleLbl="parChTrans1D3" presStyleIdx="2" presStyleCnt="3"/>
      <dgm:spPr/>
      <dgm:t>
        <a:bodyPr/>
        <a:lstStyle/>
        <a:p>
          <a:endParaRPr lang="en-US"/>
        </a:p>
      </dgm:t>
    </dgm:pt>
    <dgm:pt modelId="{D5A5119E-610C-4E34-952F-621AF12FCD4B}" type="pres">
      <dgm:prSet presAssocID="{A9BCB028-9D99-4F0A-A2C1-AB3D197DB870}" presName="connTx" presStyleLbl="parChTrans1D3" presStyleIdx="2" presStyleCnt="3"/>
      <dgm:spPr/>
      <dgm:t>
        <a:bodyPr/>
        <a:lstStyle/>
        <a:p>
          <a:endParaRPr lang="en-US"/>
        </a:p>
      </dgm:t>
    </dgm:pt>
    <dgm:pt modelId="{71FE7AC9-1654-42B5-AAAF-05C0C8A381C5}" type="pres">
      <dgm:prSet presAssocID="{0450E8F6-ACBC-4C83-BCF3-599A7357A3E5}" presName="root2" presStyleCnt="0"/>
      <dgm:spPr/>
    </dgm:pt>
    <dgm:pt modelId="{095B81E4-8826-4564-BD32-098CE3D5FCF0}" type="pres">
      <dgm:prSet presAssocID="{0450E8F6-ACBC-4C83-BCF3-599A7357A3E5}" presName="LevelTwoTextNod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4E28BD7-8613-4B5F-86DE-70EEC53EF916}" type="pres">
      <dgm:prSet presAssocID="{0450E8F6-ACBC-4C83-BCF3-599A7357A3E5}" presName="level3hierChild" presStyleCnt="0"/>
      <dgm:spPr/>
    </dgm:pt>
  </dgm:ptLst>
  <dgm:cxnLst>
    <dgm:cxn modelId="{4E1B0115-8421-4EE9-B7EB-BCBBCD305FBA}" type="presOf" srcId="{F6D6D062-0F29-43D9-A253-0507B9B54260}" destId="{9D95555D-5936-4E8D-ACCB-27506019A7EE}" srcOrd="0" destOrd="0" presId="urn:microsoft.com/office/officeart/2005/8/layout/hierarchy2"/>
    <dgm:cxn modelId="{BD5CBAF3-C86D-4E80-83A2-1B81DC628D61}" type="presOf" srcId="{A5B58571-CEC0-4A53-97C2-874FAC591D95}" destId="{4850500D-5567-45AF-9B6C-AFD677DF0431}" srcOrd="1" destOrd="0" presId="urn:microsoft.com/office/officeart/2005/8/layout/hierarchy2"/>
    <dgm:cxn modelId="{8C5BD8E3-9621-4FE5-87A4-192C74B1F6CC}" type="presOf" srcId="{E517D0C8-4150-4615-8887-6A0CD7D31349}" destId="{00B906A1-C230-4C7F-87C3-1BBBEDCFFADF}" srcOrd="1" destOrd="0" presId="urn:microsoft.com/office/officeart/2005/8/layout/hierarchy2"/>
    <dgm:cxn modelId="{60359DD4-8754-4BC9-96EB-73B98172B6AD}" type="presOf" srcId="{A9BCB028-9D99-4F0A-A2C1-AB3D197DB870}" destId="{D5A5119E-610C-4E34-952F-621AF12FCD4B}" srcOrd="1" destOrd="0" presId="urn:microsoft.com/office/officeart/2005/8/layout/hierarchy2"/>
    <dgm:cxn modelId="{C80A5B6B-AD9B-4AE7-80B4-6268466CD06E}" type="presOf" srcId="{A27364AF-6F0A-44CC-BD25-8D835547BFB7}" destId="{2BFEA00B-5956-4FCE-A02C-C8983555D6C7}" srcOrd="0" destOrd="0" presId="urn:microsoft.com/office/officeart/2005/8/layout/hierarchy2"/>
    <dgm:cxn modelId="{9C96FC83-867F-4960-B302-2EE061DA97FC}" srcId="{054DF016-5BD5-4EFC-88CF-21C654E7D25E}" destId="{A27364AF-6F0A-44CC-BD25-8D835547BFB7}" srcOrd="1" destOrd="0" parTransId="{A5B58571-CEC0-4A53-97C2-874FAC591D95}" sibTransId="{91D84EDD-00CD-403E-ADCD-3ACBAF1D509A}"/>
    <dgm:cxn modelId="{9D570B90-ED29-4C8D-97EF-66E7AD074587}" type="presOf" srcId="{87C26E61-7C43-4524-969A-B9D6B39E873C}" destId="{A224596F-4C82-45EE-B45F-A7CF519EA4A8}" srcOrd="0" destOrd="0" presId="urn:microsoft.com/office/officeart/2005/8/layout/hierarchy2"/>
    <dgm:cxn modelId="{C476608C-BA9C-4D3C-8020-A196D948C1F5}" srcId="{054DF016-5BD5-4EFC-88CF-21C654E7D25E}" destId="{EE35D43F-75DA-4C1D-B18E-0A2B36E11905}" srcOrd="0" destOrd="0" parTransId="{2D240DE1-5A60-4537-9A30-C41684A0F833}" sibTransId="{5CABC33F-7F29-4496-B917-AE7B0FD239BD}"/>
    <dgm:cxn modelId="{41AC69B2-4F41-4966-8124-D6B60C30935B}" type="presOf" srcId="{E399F8D2-F1BA-442F-8EEA-C8CE06BB4545}" destId="{42B6EB2E-4BDA-4467-A06D-099A8A52351F}" srcOrd="1" destOrd="0" presId="urn:microsoft.com/office/officeart/2005/8/layout/hierarchy2"/>
    <dgm:cxn modelId="{38626D2A-D962-4F4B-9A9A-C4737505430E}" type="presOf" srcId="{0450E8F6-ACBC-4C83-BCF3-599A7357A3E5}" destId="{095B81E4-8826-4564-BD32-098CE3D5FCF0}" srcOrd="0" destOrd="0" presId="urn:microsoft.com/office/officeart/2005/8/layout/hierarchy2"/>
    <dgm:cxn modelId="{ADA36850-AAEF-426B-947A-42B6E2705859}" type="presOf" srcId="{054DF016-5BD5-4EFC-88CF-21C654E7D25E}" destId="{24F0EF54-C2EB-4D84-BA98-D2655CED7A54}" srcOrd="0" destOrd="0" presId="urn:microsoft.com/office/officeart/2005/8/layout/hierarchy2"/>
    <dgm:cxn modelId="{A17A1AE6-F299-40F1-BEF2-EC7CE178A909}" type="presOf" srcId="{A5B58571-CEC0-4A53-97C2-874FAC591D95}" destId="{A97F2495-3FC0-4BC7-A752-6134EA881013}" srcOrd="0" destOrd="0" presId="urn:microsoft.com/office/officeart/2005/8/layout/hierarchy2"/>
    <dgm:cxn modelId="{940192C3-E8FD-4F9C-9C4F-A9B06C89E2C0}" type="presOf" srcId="{2D240DE1-5A60-4537-9A30-C41684A0F833}" destId="{2A18E778-11AD-4167-8372-AD7A46808E9E}" srcOrd="1" destOrd="0" presId="urn:microsoft.com/office/officeart/2005/8/layout/hierarchy2"/>
    <dgm:cxn modelId="{B3F0A9B1-8414-4CB6-884E-1C39582C3592}" type="presOf" srcId="{B040E5C4-FC0F-4D0C-B085-E5BD63E46C39}" destId="{312713A3-9FC9-4430-A5B9-DDFD3D77C9B9}" srcOrd="0" destOrd="0" presId="urn:microsoft.com/office/officeart/2005/8/layout/hierarchy2"/>
    <dgm:cxn modelId="{D15815AD-1BF7-408F-B1EF-321E19C4D518}" type="presOf" srcId="{2D240DE1-5A60-4537-9A30-C41684A0F833}" destId="{A43347C9-403B-4E4D-9795-D148B0768BA5}" srcOrd="0" destOrd="0" presId="urn:microsoft.com/office/officeart/2005/8/layout/hierarchy2"/>
    <dgm:cxn modelId="{2AA69233-D4ED-44C1-9155-12E53CDA173C}" type="presOf" srcId="{E517D0C8-4150-4615-8887-6A0CD7D31349}" destId="{99221A49-23D2-46C3-8C8A-FB00E4F562BD}" srcOrd="0" destOrd="0" presId="urn:microsoft.com/office/officeart/2005/8/layout/hierarchy2"/>
    <dgm:cxn modelId="{C59290C6-60B7-4F8C-BE6B-8609319EBFCA}" type="presOf" srcId="{A9BCB028-9D99-4F0A-A2C1-AB3D197DB870}" destId="{8D1E59DD-C1D3-4E92-8036-C384B3314D63}" srcOrd="0" destOrd="0" presId="urn:microsoft.com/office/officeart/2005/8/layout/hierarchy2"/>
    <dgm:cxn modelId="{988C53CA-779E-40BF-8A68-7D2E98FA2430}" type="presOf" srcId="{EE35D43F-75DA-4C1D-B18E-0A2B36E11905}" destId="{D622A0C4-4258-4F4B-AC82-429295C05170}" srcOrd="0" destOrd="0" presId="urn:microsoft.com/office/officeart/2005/8/layout/hierarchy2"/>
    <dgm:cxn modelId="{4F3AAFCE-DFFF-478E-8D3E-DDBE7271AD53}" srcId="{B040E5C4-FC0F-4D0C-B085-E5BD63E46C39}" destId="{054DF016-5BD5-4EFC-88CF-21C654E7D25E}" srcOrd="0" destOrd="0" parTransId="{3D1AE5EE-73B2-4FF5-9F79-0B5ADA83DA6A}" sibTransId="{7589FA88-C7A5-40C0-A884-E36CE5B4C4E2}"/>
    <dgm:cxn modelId="{97DD3BEE-D1FF-4A67-A68F-A65A73ACFFF1}" srcId="{EE35D43F-75DA-4C1D-B18E-0A2B36E11905}" destId="{F6D6D062-0F29-43D9-A253-0507B9B54260}" srcOrd="0" destOrd="0" parTransId="{E517D0C8-4150-4615-8887-6A0CD7D31349}" sibTransId="{D0F5D919-0993-4643-A0DB-E2BA4D5A73F4}"/>
    <dgm:cxn modelId="{F9E854E4-F118-48A4-B34E-50D235BF85C6}" srcId="{A27364AF-6F0A-44CC-BD25-8D835547BFB7}" destId="{0450E8F6-ACBC-4C83-BCF3-599A7357A3E5}" srcOrd="0" destOrd="0" parTransId="{A9BCB028-9D99-4F0A-A2C1-AB3D197DB870}" sibTransId="{8F201034-2483-41E5-BCC4-3F84806359FA}"/>
    <dgm:cxn modelId="{4B5DC15A-F6BF-44F3-AA69-A8E53F50D8B8}" srcId="{EE35D43F-75DA-4C1D-B18E-0A2B36E11905}" destId="{87C26E61-7C43-4524-969A-B9D6B39E873C}" srcOrd="1" destOrd="0" parTransId="{E399F8D2-F1BA-442F-8EEA-C8CE06BB4545}" sibTransId="{C4331C3B-8CCA-45DA-85B7-8624F36FE703}"/>
    <dgm:cxn modelId="{132DE575-809E-453F-AB82-1AF76747771D}" type="presOf" srcId="{E399F8D2-F1BA-442F-8EEA-C8CE06BB4545}" destId="{EDF96D6C-5518-4FC8-9121-428AD6D5675C}" srcOrd="0" destOrd="0" presId="urn:microsoft.com/office/officeart/2005/8/layout/hierarchy2"/>
    <dgm:cxn modelId="{E18C1D38-F937-4AD5-BECC-84595FDF526F}" type="presParOf" srcId="{312713A3-9FC9-4430-A5B9-DDFD3D77C9B9}" destId="{2D2190FB-B00D-47AE-AB45-E2D23D62B3FF}" srcOrd="0" destOrd="0" presId="urn:microsoft.com/office/officeart/2005/8/layout/hierarchy2"/>
    <dgm:cxn modelId="{F82C95B2-E6CB-40ED-B17F-90134B01CA23}" type="presParOf" srcId="{2D2190FB-B00D-47AE-AB45-E2D23D62B3FF}" destId="{24F0EF54-C2EB-4D84-BA98-D2655CED7A54}" srcOrd="0" destOrd="0" presId="urn:microsoft.com/office/officeart/2005/8/layout/hierarchy2"/>
    <dgm:cxn modelId="{CE1E4019-6BE3-4BCB-B9C0-2D57B67997B0}" type="presParOf" srcId="{2D2190FB-B00D-47AE-AB45-E2D23D62B3FF}" destId="{6C48DC2C-4250-4547-A318-59125DD0329B}" srcOrd="1" destOrd="0" presId="urn:microsoft.com/office/officeart/2005/8/layout/hierarchy2"/>
    <dgm:cxn modelId="{574E731F-3FEB-4934-A143-1AA3C6603ADF}" type="presParOf" srcId="{6C48DC2C-4250-4547-A318-59125DD0329B}" destId="{A43347C9-403B-4E4D-9795-D148B0768BA5}" srcOrd="0" destOrd="0" presId="urn:microsoft.com/office/officeart/2005/8/layout/hierarchy2"/>
    <dgm:cxn modelId="{6C74D20B-4722-4132-83F0-CBCF3FD66B35}" type="presParOf" srcId="{A43347C9-403B-4E4D-9795-D148B0768BA5}" destId="{2A18E778-11AD-4167-8372-AD7A46808E9E}" srcOrd="0" destOrd="0" presId="urn:microsoft.com/office/officeart/2005/8/layout/hierarchy2"/>
    <dgm:cxn modelId="{C1C66B8B-C27B-4A46-ACB5-4AD9F14FEF4A}" type="presParOf" srcId="{6C48DC2C-4250-4547-A318-59125DD0329B}" destId="{23B64296-4573-416C-AB21-27374ECDBFDC}" srcOrd="1" destOrd="0" presId="urn:microsoft.com/office/officeart/2005/8/layout/hierarchy2"/>
    <dgm:cxn modelId="{A54C8AB8-4CC1-4D90-9133-D7E8AA47ECC7}" type="presParOf" srcId="{23B64296-4573-416C-AB21-27374ECDBFDC}" destId="{D622A0C4-4258-4F4B-AC82-429295C05170}" srcOrd="0" destOrd="0" presId="urn:microsoft.com/office/officeart/2005/8/layout/hierarchy2"/>
    <dgm:cxn modelId="{3A044AE7-0C7D-4452-9F55-8F813D09BD13}" type="presParOf" srcId="{23B64296-4573-416C-AB21-27374ECDBFDC}" destId="{8A34F2A9-07DD-490E-93FD-A45E84203EC3}" srcOrd="1" destOrd="0" presId="urn:microsoft.com/office/officeart/2005/8/layout/hierarchy2"/>
    <dgm:cxn modelId="{366F2D95-CA05-4136-A1CD-54FE0D697940}" type="presParOf" srcId="{8A34F2A9-07DD-490E-93FD-A45E84203EC3}" destId="{99221A49-23D2-46C3-8C8A-FB00E4F562BD}" srcOrd="0" destOrd="0" presId="urn:microsoft.com/office/officeart/2005/8/layout/hierarchy2"/>
    <dgm:cxn modelId="{EB05A357-7900-451D-A0D1-84D1EA182022}" type="presParOf" srcId="{99221A49-23D2-46C3-8C8A-FB00E4F562BD}" destId="{00B906A1-C230-4C7F-87C3-1BBBEDCFFADF}" srcOrd="0" destOrd="0" presId="urn:microsoft.com/office/officeart/2005/8/layout/hierarchy2"/>
    <dgm:cxn modelId="{F93472B8-322D-4B4A-B3FE-4C4178F7FB3D}" type="presParOf" srcId="{8A34F2A9-07DD-490E-93FD-A45E84203EC3}" destId="{CA1923FC-CEC8-45A2-A2D1-C8E64F5B18BF}" srcOrd="1" destOrd="0" presId="urn:microsoft.com/office/officeart/2005/8/layout/hierarchy2"/>
    <dgm:cxn modelId="{8D60265C-D1EC-4A70-B569-DABA44752E04}" type="presParOf" srcId="{CA1923FC-CEC8-45A2-A2D1-C8E64F5B18BF}" destId="{9D95555D-5936-4E8D-ACCB-27506019A7EE}" srcOrd="0" destOrd="0" presId="urn:microsoft.com/office/officeart/2005/8/layout/hierarchy2"/>
    <dgm:cxn modelId="{06B48A61-68CF-416F-BC17-86E15AB93E61}" type="presParOf" srcId="{CA1923FC-CEC8-45A2-A2D1-C8E64F5B18BF}" destId="{BA122DA3-9E02-4995-A51F-037FD4C01B98}" srcOrd="1" destOrd="0" presId="urn:microsoft.com/office/officeart/2005/8/layout/hierarchy2"/>
    <dgm:cxn modelId="{67944A59-4506-42BF-8D6F-CF5DFFB4C90E}" type="presParOf" srcId="{8A34F2A9-07DD-490E-93FD-A45E84203EC3}" destId="{EDF96D6C-5518-4FC8-9121-428AD6D5675C}" srcOrd="2" destOrd="0" presId="urn:microsoft.com/office/officeart/2005/8/layout/hierarchy2"/>
    <dgm:cxn modelId="{A29BFCC0-5551-4C68-A726-385B3EF8B89A}" type="presParOf" srcId="{EDF96D6C-5518-4FC8-9121-428AD6D5675C}" destId="{42B6EB2E-4BDA-4467-A06D-099A8A52351F}" srcOrd="0" destOrd="0" presId="urn:microsoft.com/office/officeart/2005/8/layout/hierarchy2"/>
    <dgm:cxn modelId="{4CD24410-82EA-4391-8922-D3D70A1E1851}" type="presParOf" srcId="{8A34F2A9-07DD-490E-93FD-A45E84203EC3}" destId="{FDD2A712-0D9E-4B6C-8BE6-93597BCF349B}" srcOrd="3" destOrd="0" presId="urn:microsoft.com/office/officeart/2005/8/layout/hierarchy2"/>
    <dgm:cxn modelId="{F5451A7E-7CB3-4D02-B7D5-C2743E2EBB45}" type="presParOf" srcId="{FDD2A712-0D9E-4B6C-8BE6-93597BCF349B}" destId="{A224596F-4C82-45EE-B45F-A7CF519EA4A8}" srcOrd="0" destOrd="0" presId="urn:microsoft.com/office/officeart/2005/8/layout/hierarchy2"/>
    <dgm:cxn modelId="{E7862219-EC6A-4459-9D2B-0B9FD9495B99}" type="presParOf" srcId="{FDD2A712-0D9E-4B6C-8BE6-93597BCF349B}" destId="{0CDE09AA-A28B-4F76-A741-B7DAC5CDB719}" srcOrd="1" destOrd="0" presId="urn:microsoft.com/office/officeart/2005/8/layout/hierarchy2"/>
    <dgm:cxn modelId="{58936957-56A9-478B-AD21-0CDD416B1A90}" type="presParOf" srcId="{6C48DC2C-4250-4547-A318-59125DD0329B}" destId="{A97F2495-3FC0-4BC7-A752-6134EA881013}" srcOrd="2" destOrd="0" presId="urn:microsoft.com/office/officeart/2005/8/layout/hierarchy2"/>
    <dgm:cxn modelId="{25A478C0-4C65-417F-A662-F99AA6630333}" type="presParOf" srcId="{A97F2495-3FC0-4BC7-A752-6134EA881013}" destId="{4850500D-5567-45AF-9B6C-AFD677DF0431}" srcOrd="0" destOrd="0" presId="urn:microsoft.com/office/officeart/2005/8/layout/hierarchy2"/>
    <dgm:cxn modelId="{26F871A8-4B56-42B9-822B-3062A3D99830}" type="presParOf" srcId="{6C48DC2C-4250-4547-A318-59125DD0329B}" destId="{F8C43619-51F0-4F44-B047-FEB4D88EB26B}" srcOrd="3" destOrd="0" presId="urn:microsoft.com/office/officeart/2005/8/layout/hierarchy2"/>
    <dgm:cxn modelId="{B30EEEA4-9ECE-4204-B873-3DCC64652AD1}" type="presParOf" srcId="{F8C43619-51F0-4F44-B047-FEB4D88EB26B}" destId="{2BFEA00B-5956-4FCE-A02C-C8983555D6C7}" srcOrd="0" destOrd="0" presId="urn:microsoft.com/office/officeart/2005/8/layout/hierarchy2"/>
    <dgm:cxn modelId="{AD7FC27E-9865-4E77-8C13-74CFCACBC30B}" type="presParOf" srcId="{F8C43619-51F0-4F44-B047-FEB4D88EB26B}" destId="{5BFB4CFB-E3A8-4EB7-9EB4-8DB63ED3222B}" srcOrd="1" destOrd="0" presId="urn:microsoft.com/office/officeart/2005/8/layout/hierarchy2"/>
    <dgm:cxn modelId="{94C8376D-72C0-4376-93DE-516EEA4CC0B4}" type="presParOf" srcId="{5BFB4CFB-E3A8-4EB7-9EB4-8DB63ED3222B}" destId="{8D1E59DD-C1D3-4E92-8036-C384B3314D63}" srcOrd="0" destOrd="0" presId="urn:microsoft.com/office/officeart/2005/8/layout/hierarchy2"/>
    <dgm:cxn modelId="{24010C03-ABDB-4E2C-9AA9-2119C1A81B6B}" type="presParOf" srcId="{8D1E59DD-C1D3-4E92-8036-C384B3314D63}" destId="{D5A5119E-610C-4E34-952F-621AF12FCD4B}" srcOrd="0" destOrd="0" presId="urn:microsoft.com/office/officeart/2005/8/layout/hierarchy2"/>
    <dgm:cxn modelId="{4F8A21FB-201E-4308-980C-3C4484296F91}" type="presParOf" srcId="{5BFB4CFB-E3A8-4EB7-9EB4-8DB63ED3222B}" destId="{71FE7AC9-1654-42B5-AAAF-05C0C8A381C5}" srcOrd="1" destOrd="0" presId="urn:microsoft.com/office/officeart/2005/8/layout/hierarchy2"/>
    <dgm:cxn modelId="{DCC9848E-F7A0-46BB-99BA-A4E05F21410F}" type="presParOf" srcId="{71FE7AC9-1654-42B5-AAAF-05C0C8A381C5}" destId="{095B81E4-8826-4564-BD32-098CE3D5FCF0}" srcOrd="0" destOrd="0" presId="urn:microsoft.com/office/officeart/2005/8/layout/hierarchy2"/>
    <dgm:cxn modelId="{41A1AA9B-0F8F-4193-9F60-313D6CC8024B}" type="presParOf" srcId="{71FE7AC9-1654-42B5-AAAF-05C0C8A381C5}" destId="{74E28BD7-8613-4B5F-86DE-70EEC53EF91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4F0EF54-C2EB-4D84-BA98-D2655CED7A54}">
      <dsp:nvSpPr>
        <dsp:cNvPr id="0" name=""/>
        <dsp:cNvSpPr/>
      </dsp:nvSpPr>
      <dsp:spPr>
        <a:xfrm>
          <a:off x="4085" y="2033106"/>
          <a:ext cx="2163534" cy="10817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BOT</a:t>
          </a:r>
          <a:endParaRPr lang="en-US" sz="2000" kern="1200" dirty="0"/>
        </a:p>
      </dsp:txBody>
      <dsp:txXfrm>
        <a:off x="4085" y="2033106"/>
        <a:ext cx="2163534" cy="1081767"/>
      </dsp:txXfrm>
    </dsp:sp>
    <dsp:sp modelId="{A43347C9-403B-4E4D-9795-D148B0768BA5}">
      <dsp:nvSpPr>
        <dsp:cNvPr id="0" name=""/>
        <dsp:cNvSpPr/>
      </dsp:nvSpPr>
      <dsp:spPr>
        <a:xfrm rot="18770822">
          <a:off x="1964033" y="2085966"/>
          <a:ext cx="1272585" cy="43022"/>
        </a:xfrm>
        <a:custGeom>
          <a:avLst/>
          <a:gdLst/>
          <a:ahLst/>
          <a:cxnLst/>
          <a:rect l="0" t="0" r="0" b="0"/>
          <a:pathLst>
            <a:path>
              <a:moveTo>
                <a:pt x="0" y="21511"/>
              </a:moveTo>
              <a:lnTo>
                <a:pt x="1272585" y="21511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8770822">
        <a:off x="2568511" y="2075662"/>
        <a:ext cx="63629" cy="63629"/>
      </dsp:txXfrm>
    </dsp:sp>
    <dsp:sp modelId="{D622A0C4-4258-4F4B-AC82-429295C05170}">
      <dsp:nvSpPr>
        <dsp:cNvPr id="0" name=""/>
        <dsp:cNvSpPr/>
      </dsp:nvSpPr>
      <dsp:spPr>
        <a:xfrm>
          <a:off x="3033032" y="1100081"/>
          <a:ext cx="2163534" cy="10817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BOD</a:t>
          </a:r>
          <a:endParaRPr lang="en-US" sz="2000" kern="1200" dirty="0"/>
        </a:p>
      </dsp:txBody>
      <dsp:txXfrm>
        <a:off x="3033032" y="1100081"/>
        <a:ext cx="2163534" cy="1081767"/>
      </dsp:txXfrm>
    </dsp:sp>
    <dsp:sp modelId="{99221A49-23D2-46C3-8C8A-FB00E4F562BD}">
      <dsp:nvSpPr>
        <dsp:cNvPr id="0" name=""/>
        <dsp:cNvSpPr/>
      </dsp:nvSpPr>
      <dsp:spPr>
        <a:xfrm rot="19457599">
          <a:off x="5096393" y="1308446"/>
          <a:ext cx="1065760" cy="43022"/>
        </a:xfrm>
        <a:custGeom>
          <a:avLst/>
          <a:gdLst/>
          <a:ahLst/>
          <a:cxnLst/>
          <a:rect l="0" t="0" r="0" b="0"/>
          <a:pathLst>
            <a:path>
              <a:moveTo>
                <a:pt x="0" y="21511"/>
              </a:moveTo>
              <a:lnTo>
                <a:pt x="1065760" y="21511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9457599">
        <a:off x="5602629" y="1303313"/>
        <a:ext cx="53288" cy="53288"/>
      </dsp:txXfrm>
    </dsp:sp>
    <dsp:sp modelId="{9D95555D-5936-4E8D-ACCB-27506019A7EE}">
      <dsp:nvSpPr>
        <dsp:cNvPr id="0" name=""/>
        <dsp:cNvSpPr/>
      </dsp:nvSpPr>
      <dsp:spPr>
        <a:xfrm>
          <a:off x="6061980" y="478065"/>
          <a:ext cx="2163534" cy="10817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Program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Steering Committee</a:t>
          </a:r>
          <a:endParaRPr lang="en-US" sz="2000" kern="1200" dirty="0"/>
        </a:p>
      </dsp:txBody>
      <dsp:txXfrm>
        <a:off x="6061980" y="478065"/>
        <a:ext cx="2163534" cy="1081767"/>
      </dsp:txXfrm>
    </dsp:sp>
    <dsp:sp modelId="{EDF96D6C-5518-4FC8-9121-428AD6D5675C}">
      <dsp:nvSpPr>
        <dsp:cNvPr id="0" name=""/>
        <dsp:cNvSpPr/>
      </dsp:nvSpPr>
      <dsp:spPr>
        <a:xfrm rot="2142401">
          <a:off x="5096393" y="1930462"/>
          <a:ext cx="1065760" cy="43022"/>
        </a:xfrm>
        <a:custGeom>
          <a:avLst/>
          <a:gdLst/>
          <a:ahLst/>
          <a:cxnLst/>
          <a:rect l="0" t="0" r="0" b="0"/>
          <a:pathLst>
            <a:path>
              <a:moveTo>
                <a:pt x="0" y="21511"/>
              </a:moveTo>
              <a:lnTo>
                <a:pt x="1065760" y="21511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142401">
        <a:off x="5602629" y="1925329"/>
        <a:ext cx="53288" cy="53288"/>
      </dsp:txXfrm>
    </dsp:sp>
    <dsp:sp modelId="{A224596F-4C82-45EE-B45F-A7CF519EA4A8}">
      <dsp:nvSpPr>
        <dsp:cNvPr id="0" name=""/>
        <dsp:cNvSpPr/>
      </dsp:nvSpPr>
      <dsp:spPr>
        <a:xfrm>
          <a:off x="6061980" y="1722097"/>
          <a:ext cx="2163534" cy="10817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Program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Director</a:t>
          </a:r>
          <a:endParaRPr lang="en-US" sz="2000" kern="1200" dirty="0"/>
        </a:p>
      </dsp:txBody>
      <dsp:txXfrm>
        <a:off x="6061980" y="1722097"/>
        <a:ext cx="2163534" cy="1081767"/>
      </dsp:txXfrm>
    </dsp:sp>
    <dsp:sp modelId="{A97F2495-3FC0-4BC7-A752-6134EA881013}">
      <dsp:nvSpPr>
        <dsp:cNvPr id="0" name=""/>
        <dsp:cNvSpPr/>
      </dsp:nvSpPr>
      <dsp:spPr>
        <a:xfrm rot="2829178">
          <a:off x="1964033" y="3018990"/>
          <a:ext cx="1272585" cy="43022"/>
        </a:xfrm>
        <a:custGeom>
          <a:avLst/>
          <a:gdLst/>
          <a:ahLst/>
          <a:cxnLst/>
          <a:rect l="0" t="0" r="0" b="0"/>
          <a:pathLst>
            <a:path>
              <a:moveTo>
                <a:pt x="0" y="21511"/>
              </a:moveTo>
              <a:lnTo>
                <a:pt x="1272585" y="21511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829178">
        <a:off x="2568511" y="3008686"/>
        <a:ext cx="63629" cy="63629"/>
      </dsp:txXfrm>
    </dsp:sp>
    <dsp:sp modelId="{2BFEA00B-5956-4FCE-A02C-C8983555D6C7}">
      <dsp:nvSpPr>
        <dsp:cNvPr id="0" name=""/>
        <dsp:cNvSpPr/>
      </dsp:nvSpPr>
      <dsp:spPr>
        <a:xfrm>
          <a:off x="3033032" y="2966130"/>
          <a:ext cx="2163534" cy="10817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CAEAP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President</a:t>
          </a:r>
          <a:endParaRPr lang="en-US" sz="2000" kern="1200" dirty="0"/>
        </a:p>
      </dsp:txBody>
      <dsp:txXfrm>
        <a:off x="3033032" y="2966130"/>
        <a:ext cx="2163534" cy="1081767"/>
      </dsp:txXfrm>
    </dsp:sp>
    <dsp:sp modelId="{8D1E59DD-C1D3-4E92-8036-C384B3314D63}">
      <dsp:nvSpPr>
        <dsp:cNvPr id="0" name=""/>
        <dsp:cNvSpPr/>
      </dsp:nvSpPr>
      <dsp:spPr>
        <a:xfrm>
          <a:off x="5196567" y="3485502"/>
          <a:ext cx="865413" cy="43022"/>
        </a:xfrm>
        <a:custGeom>
          <a:avLst/>
          <a:gdLst/>
          <a:ahLst/>
          <a:cxnLst/>
          <a:rect l="0" t="0" r="0" b="0"/>
          <a:pathLst>
            <a:path>
              <a:moveTo>
                <a:pt x="0" y="21511"/>
              </a:moveTo>
              <a:lnTo>
                <a:pt x="865413" y="21511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607638" y="3485378"/>
        <a:ext cx="43270" cy="43270"/>
      </dsp:txXfrm>
    </dsp:sp>
    <dsp:sp modelId="{095B81E4-8826-4564-BD32-098CE3D5FCF0}">
      <dsp:nvSpPr>
        <dsp:cNvPr id="0" name=""/>
        <dsp:cNvSpPr/>
      </dsp:nvSpPr>
      <dsp:spPr>
        <a:xfrm>
          <a:off x="6061980" y="2966130"/>
          <a:ext cx="2163534" cy="10817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CAEAP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President</a:t>
          </a:r>
          <a:endParaRPr lang="en-US" sz="2000" kern="1200" dirty="0"/>
        </a:p>
      </dsp:txBody>
      <dsp:txXfrm>
        <a:off x="6061980" y="2966130"/>
        <a:ext cx="2163534" cy="10817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F7EBFD5-6BE7-418E-85A6-2C728D1C36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A80C84-145E-4274-BF44-6A8674F17945}" type="datetime1">
              <a:rPr lang="en-US"/>
              <a:pPr/>
              <a:t>7/21/2009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B21A91-538C-4A78-A12D-5CD5A11EA9C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DAF29F4-20F8-498F-BA8A-8C6E7FE2A277}" type="datetime1">
              <a:rPr lang="en-US"/>
              <a:pPr/>
              <a:t>7/21/2009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4A571-B8E2-4EAF-BC3C-919E85F305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12E368-CB55-4F85-B7EC-B8E93BC01494}" type="datetime1">
              <a:rPr lang="en-US"/>
              <a:pPr/>
              <a:t>7/21/2009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EBA1B9-9033-4383-8E4F-6E486FE2DC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DF1A52-354D-405E-B1BA-B756A940B23F}" type="datetime1">
              <a:rPr lang="en-US"/>
              <a:pPr/>
              <a:t>7/21/2009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53F7E-2B14-49B8-83F2-42FCE6DE16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AC2AABC-C344-4346-85E3-FF437270BACA}" type="datetime1">
              <a:rPr lang="en-US"/>
              <a:pPr/>
              <a:t>7/21/2009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C37A3B-20EA-4DC4-A40B-3E733BF8D51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51B3EF-545D-40A1-8863-12446CAF69E6}" type="datetime1">
              <a:rPr lang="en-US"/>
              <a:pPr/>
              <a:t>7/21/2009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21EF6-029D-4D64-8E78-213C1C895B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D33ACF-A9BE-48C7-914A-69814A7C2DEC}" type="datetime1">
              <a:rPr lang="en-US"/>
              <a:pPr/>
              <a:t>7/21/2009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75BC4-3E8D-4536-AC7F-3B31C1E880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64376A-5D0B-40FF-8C51-1A80384D7D7C}" type="datetime1">
              <a:rPr lang="en-US"/>
              <a:pPr/>
              <a:t>7/21/2009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248966-EE37-4801-AEDA-46F12221FE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C57C9A9-DAD0-45E2-B9C6-C6D1CD809CEA}" type="datetime1">
              <a:rPr lang="en-US"/>
              <a:pPr/>
              <a:t>7/21/2009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A1B2D-064A-4628-BC92-72AC78050A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3073519-A55D-4B67-9973-AEA2D916582E}" type="datetime1">
              <a:rPr lang="en-US"/>
              <a:pPr/>
              <a:t>7/21/2009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DB386-8413-4A30-88C2-F1A441174CF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0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0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D935FE6-43E0-4988-874F-3592C5065597}" type="datetime1">
              <a:rPr lang="en-US"/>
              <a:pPr/>
              <a:t>7/21/2009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0BCDBD-D26E-40B3-B1C4-77BE23D89E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590800" y="457200"/>
            <a:ext cx="4009102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>
                <a:cs typeface="Arial" pitchFamily="34" charset="0"/>
              </a:rPr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AA80C84-145E-4274-BF44-6A8674F17945}" type="datetime1">
              <a:rPr lang="en-US" smtClean="0"/>
              <a:pPr/>
              <a:t>7/21/2009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6B21A91-538C-4A78-A12D-5CD5A11EA9C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9513" y="0"/>
            <a:ext cx="3038488" cy="8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>
                <a:cs typeface="Arial" pitchFamily="34" charset="0"/>
              </a:rPr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DAF29F4-20F8-498F-BA8A-8C6E7FE2A277}" type="datetime1">
              <a:rPr lang="en-US" smtClean="0"/>
              <a:pPr/>
              <a:t>7/21/2009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24DF1A52-354D-405E-B1BA-B756A940B23F}" type="datetime1">
              <a:rPr lang="en-US" smtClean="0"/>
              <a:pPr/>
              <a:t>7/21/2009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B8A53F7E-2B14-49B8-83F2-42FCE6DE161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AC2AABC-C344-4346-85E3-FF437270BACA}" type="datetime1">
              <a:rPr lang="en-US" smtClean="0"/>
              <a:pPr/>
              <a:t>7/21/2009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DC37A3B-20EA-4DC4-A40B-3E733BF8D51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951B3EF-545D-40A1-8863-12446CAF69E6}" type="datetime1">
              <a:rPr lang="en-US" smtClean="0"/>
              <a:pPr/>
              <a:t>7/21/2009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5A421EF6-029D-4D64-8E78-213C1C895B3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5D33ACF-A9BE-48C7-914A-69814A7C2DEC}" type="datetime1">
              <a:rPr lang="en-US" smtClean="0"/>
              <a:pPr/>
              <a:t>7/21/2009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F64376A-5D0B-40FF-8C51-1A80384D7D7C}" type="datetime1">
              <a:rPr lang="en-US" smtClean="0"/>
              <a:pPr/>
              <a:t>7/21/2009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E248966-EE37-4801-AEDA-46F12221FE0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2C57C9A9-DAD0-45E2-B9C6-C6D1CD809CEA}" type="datetime1">
              <a:rPr lang="en-US" smtClean="0"/>
              <a:pPr/>
              <a:t>7/21/2009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420A1B2D-064A-4628-BC92-72AC78050A9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3073519-A55D-4B67-9973-AEA2D916582E}" type="datetime1">
              <a:rPr lang="en-US" smtClean="0"/>
              <a:pPr/>
              <a:t>7/21/2009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548DB386-8413-4A30-88C2-F1A441174CF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935FE6-43E0-4988-874F-3592C5065597}" type="datetime1">
              <a:rPr lang="en-US" smtClean="0"/>
              <a:pPr/>
              <a:t>7/21/2009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940BCDBD-D26E-40B3-B1C4-77BE23D89ED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Placeholder 1"/>
          <p:cNvSpPr>
            <a:spLocks noGrp="1"/>
          </p:cNvSpPr>
          <p:nvPr>
            <p:ph type="title"/>
          </p:nvPr>
        </p:nvSpPr>
        <p:spPr bwMode="auto">
          <a:xfrm>
            <a:off x="1066800" y="914400"/>
            <a:ext cx="72390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93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7D6D717C-B968-4F15-8C8B-90437978509F}" type="datetime1">
              <a:rPr lang="en-US"/>
              <a:pPr/>
              <a:t>7/21/2009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 userDrawn="1"/>
        </p:nvSpPr>
        <p:spPr>
          <a:xfrm>
            <a:off x="2362200" y="6049963"/>
            <a:ext cx="6705600" cy="685800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>
                <a:solidFill>
                  <a:srgbClr val="FFFFFF"/>
                </a:solidFill>
                <a:latin typeface="Tw Cen MT" pitchFamily="34" charset="0"/>
                <a:cs typeface="+mn-cs"/>
              </a:rPr>
              <a:t>From Strategy to Execution</a:t>
            </a:r>
          </a:p>
        </p:txBody>
      </p:sp>
      <p:pic>
        <p:nvPicPr>
          <p:cNvPr id="59399" name="Picture 7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28600" y="0"/>
            <a:ext cx="819150" cy="1028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" name="Text Box 5"/>
          <p:cNvSpPr txBox="1">
            <a:spLocks noChangeArrowheads="1"/>
          </p:cNvSpPr>
          <p:nvPr userDrawn="1"/>
        </p:nvSpPr>
        <p:spPr bwMode="auto">
          <a:xfrm>
            <a:off x="76200" y="6553200"/>
            <a:ext cx="8915400" cy="2349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lIns="82124" tIns="41061" rIns="82124" bIns="41061">
            <a:spAutoFit/>
          </a:bodyPr>
          <a:lstStyle/>
          <a:p>
            <a:pPr>
              <a:defRPr/>
            </a:pPr>
            <a:r>
              <a:rPr lang="en-US" sz="1000" dirty="0"/>
              <a:t>Copyright @ 2009 Center for the Advancement of the Enterprise Architecture Profession.   All rights reserved.   Read our privacy policy and terms of use.   </a:t>
            </a:r>
          </a:p>
        </p:txBody>
      </p:sp>
      <p:sp>
        <p:nvSpPr>
          <p:cNvPr id="10" name="Rectangle 9"/>
          <p:cNvSpPr>
            <a:spLocks noChangeArrowheads="1"/>
          </p:cNvSpPr>
          <p:nvPr userDrawn="1"/>
        </p:nvSpPr>
        <p:spPr bwMode="auto">
          <a:xfrm>
            <a:off x="152400" y="1524000"/>
            <a:ext cx="8763000" cy="76200"/>
          </a:xfrm>
          <a:prstGeom prst="rect">
            <a:avLst/>
          </a:prstGeom>
          <a:solidFill>
            <a:srgbClr val="003399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1066800" y="304800"/>
            <a:ext cx="4038600" cy="387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2124" tIns="41061" rIns="82124" bIns="41061">
            <a:spAutoFit/>
          </a:bodyPr>
          <a:lstStyle/>
          <a:p>
            <a:pPr>
              <a:defRPr/>
            </a:pPr>
            <a:r>
              <a:rPr lang="en-US" sz="1000" b="1" i="1" dirty="0">
                <a:latin typeface="Georgia" pitchFamily="18" charset="0"/>
              </a:rPr>
              <a:t>Advocacy Body for…</a:t>
            </a:r>
          </a:p>
          <a:p>
            <a:pPr>
              <a:defRPr/>
            </a:pPr>
            <a:r>
              <a:rPr lang="en-US" sz="1000" b="1" i="1" dirty="0">
                <a:latin typeface="Georgia" pitchFamily="18" charset="0"/>
              </a:rPr>
              <a:t> </a:t>
            </a:r>
            <a:r>
              <a:rPr lang="en-US" sz="1000" b="1" i="1" dirty="0">
                <a:solidFill>
                  <a:srgbClr val="009900"/>
                </a:solidFill>
                <a:latin typeface="Georgia" pitchFamily="18" charset="0"/>
              </a:rPr>
              <a:t>The Public, </a:t>
            </a:r>
            <a:r>
              <a:rPr lang="en-US" sz="1000" b="1" i="1" dirty="0">
                <a:solidFill>
                  <a:srgbClr val="0000FF"/>
                </a:solidFill>
                <a:latin typeface="Georgia" pitchFamily="18" charset="0"/>
              </a:rPr>
              <a:t>The Practice, </a:t>
            </a:r>
            <a:r>
              <a:rPr lang="en-US" sz="1000" b="1" i="1" dirty="0">
                <a:solidFill>
                  <a:srgbClr val="A50021"/>
                </a:solidFill>
                <a:latin typeface="Georgia" pitchFamily="18" charset="0"/>
              </a:rPr>
              <a:t>The Profession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188075"/>
            <a:ext cx="457200" cy="365125"/>
          </a:xfrm>
          <a:prstGeom prst="rect">
            <a:avLst/>
          </a:prstGeom>
        </p:spPr>
        <p:txBody>
          <a:bodyPr/>
          <a:lstStyle>
            <a:lvl1pPr>
              <a:defRPr sz="1600" b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A7A4978-0800-4F9B-81E3-BB19A5E9CE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7D6D717C-B968-4F15-8C8B-90437978509F}" type="datetime1">
              <a:rPr lang="en-US" smtClean="0"/>
              <a:pPr/>
              <a:t>7/21/2009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2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A7A4978-0800-4F9B-81E3-BB19A5E9CE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3"/>
          <p:cNvSpPr txBox="1">
            <a:spLocks noChangeArrowheads="1"/>
          </p:cNvSpPr>
          <p:nvPr userDrawn="1"/>
        </p:nvSpPr>
        <p:spPr>
          <a:xfrm>
            <a:off x="2362200" y="6049963"/>
            <a:ext cx="6705600" cy="685800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>
                <a:solidFill>
                  <a:srgbClr val="FFFFFF"/>
                </a:solidFill>
                <a:latin typeface="Tw Cen MT" pitchFamily="34" charset="0"/>
                <a:cs typeface="+mn-cs"/>
              </a:rPr>
              <a:t>From Strategy to Execution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28600" y="0"/>
            <a:ext cx="819150" cy="1028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" name="Text Box 5"/>
          <p:cNvSpPr txBox="1">
            <a:spLocks noChangeArrowheads="1"/>
          </p:cNvSpPr>
          <p:nvPr userDrawn="1"/>
        </p:nvSpPr>
        <p:spPr bwMode="auto">
          <a:xfrm>
            <a:off x="76200" y="6553200"/>
            <a:ext cx="8915400" cy="2349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lIns="82124" tIns="41061" rIns="82124" bIns="41061">
            <a:spAutoFit/>
          </a:bodyPr>
          <a:lstStyle/>
          <a:p>
            <a:pPr>
              <a:defRPr/>
            </a:pPr>
            <a:r>
              <a:rPr lang="en-US" sz="1000" dirty="0"/>
              <a:t>Copyright @ 2009 Center for the Advancement of the Enterprise Architecture Profession.   All rights reserved.   Read our privacy policy and terms of use.   </a:t>
            </a:r>
          </a:p>
        </p:txBody>
      </p:sp>
      <p:sp>
        <p:nvSpPr>
          <p:cNvPr id="10" name="Rectangle 9"/>
          <p:cNvSpPr>
            <a:spLocks noChangeArrowheads="1"/>
          </p:cNvSpPr>
          <p:nvPr userDrawn="1"/>
        </p:nvSpPr>
        <p:spPr bwMode="auto">
          <a:xfrm>
            <a:off x="152400" y="1524000"/>
            <a:ext cx="8763000" cy="76200"/>
          </a:xfrm>
          <a:prstGeom prst="rect">
            <a:avLst/>
          </a:prstGeom>
          <a:solidFill>
            <a:srgbClr val="003399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1066800" y="304800"/>
            <a:ext cx="4038600" cy="387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2124" tIns="41061" rIns="82124" bIns="41061">
            <a:spAutoFit/>
          </a:bodyPr>
          <a:lstStyle/>
          <a:p>
            <a:pPr>
              <a:defRPr/>
            </a:pPr>
            <a:r>
              <a:rPr lang="en-US" sz="1000" b="1" i="1" dirty="0">
                <a:latin typeface="Georgia" pitchFamily="18" charset="0"/>
              </a:rPr>
              <a:t>Advocacy Body for…</a:t>
            </a:r>
          </a:p>
          <a:p>
            <a:pPr>
              <a:defRPr/>
            </a:pPr>
            <a:r>
              <a:rPr lang="en-US" sz="1000" b="1" i="1" dirty="0">
                <a:latin typeface="Georgia" pitchFamily="18" charset="0"/>
              </a:rPr>
              <a:t> </a:t>
            </a:r>
            <a:r>
              <a:rPr lang="en-US" sz="1000" b="1" i="1" dirty="0">
                <a:solidFill>
                  <a:srgbClr val="009900"/>
                </a:solidFill>
                <a:latin typeface="Georgia" pitchFamily="18" charset="0"/>
              </a:rPr>
              <a:t>The Public, </a:t>
            </a:r>
            <a:r>
              <a:rPr lang="en-US" sz="1000" b="1" i="1" dirty="0">
                <a:solidFill>
                  <a:srgbClr val="0000FF"/>
                </a:solidFill>
                <a:latin typeface="Georgia" pitchFamily="18" charset="0"/>
              </a:rPr>
              <a:t>The Practice, </a:t>
            </a:r>
            <a:r>
              <a:rPr lang="en-US" sz="1000" b="1" i="1" dirty="0">
                <a:solidFill>
                  <a:srgbClr val="A50021"/>
                </a:solidFill>
                <a:latin typeface="Georgia" pitchFamily="18" charset="0"/>
              </a:rPr>
              <a:t>The Profession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Shir Hadash</a:t>
            </a:r>
            <a:r>
              <a:rPr lang="en-US" sz="48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8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8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Customer Focus Study</a:t>
            </a:r>
            <a:endParaRPr lang="en-US" sz="48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 lnSpcReduction="10000"/>
          </a:bodyPr>
          <a:lstStyle/>
          <a:p>
            <a:pPr marL="0" indent="0" algn="ctr"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US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600" b="1" i="1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Developing a model for </a:t>
            </a:r>
            <a:r>
              <a:rPr lang="en-US" sz="2600" b="1" i="1" kern="12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guiding the development &amp; delivery of superior products &amp; services</a:t>
            </a:r>
            <a:endParaRPr lang="en-US" sz="2600" b="1" i="1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6566D8-4AEA-4192-A943-FE78F1B88AAA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914400"/>
            <a:ext cx="7239000" cy="503238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>
                <a:latin typeface="+mj-lt"/>
                <a:ea typeface="+mj-ea"/>
                <a:cs typeface="+mj-cs"/>
              </a:rPr>
              <a:t>Outline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lvl="0"/>
            <a:r>
              <a:rPr lang="en-US" sz="2400" dirty="0" smtClean="0"/>
              <a:t>Current State</a:t>
            </a:r>
          </a:p>
          <a:p>
            <a:pPr lvl="0"/>
            <a:r>
              <a:rPr lang="en-US" sz="2400" dirty="0" smtClean="0"/>
              <a:t>Objectives</a:t>
            </a:r>
          </a:p>
          <a:p>
            <a:pPr lvl="0"/>
            <a:r>
              <a:rPr lang="en-US" sz="2400" dirty="0" smtClean="0"/>
              <a:t>Benefits</a:t>
            </a:r>
          </a:p>
          <a:p>
            <a:pPr lvl="0"/>
            <a:r>
              <a:rPr lang="en-US" sz="2400" dirty="0" smtClean="0"/>
              <a:t>Program Charter</a:t>
            </a:r>
          </a:p>
          <a:p>
            <a:r>
              <a:rPr lang="en-US" sz="2400" dirty="0" smtClean="0"/>
              <a:t>Program Roadmap</a:t>
            </a:r>
          </a:p>
          <a:p>
            <a:pPr lvl="0"/>
            <a:r>
              <a:rPr lang="en-US" sz="2400" dirty="0" smtClean="0"/>
              <a:t>Program Governance</a:t>
            </a:r>
          </a:p>
          <a:p>
            <a:pPr lvl="0"/>
            <a:r>
              <a:rPr lang="en-US" sz="2400" dirty="0" smtClean="0"/>
              <a:t>Staffing Plan</a:t>
            </a:r>
          </a:p>
          <a:p>
            <a:pPr lvl="0"/>
            <a:r>
              <a:rPr lang="en-US" sz="2400" dirty="0" smtClean="0"/>
              <a:t>Funding Plan</a:t>
            </a:r>
          </a:p>
          <a:p>
            <a:endParaRPr lang="en-US" sz="2400" dirty="0" smtClean="0"/>
          </a:p>
          <a:p>
            <a:r>
              <a:rPr lang="en-US" sz="2400" dirty="0" smtClean="0"/>
              <a:t>Project 1 Overview</a:t>
            </a:r>
            <a:endParaRPr lang="en-US" sz="24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57200" y="5334000"/>
            <a:ext cx="4419600" cy="0"/>
          </a:xfrm>
          <a:prstGeom prst="line">
            <a:avLst/>
          </a:prstGeom>
          <a:ln w="57150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914400"/>
            <a:ext cx="7239000" cy="503238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Current State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 smtClean="0"/>
              <a:t>Customer value delivered by EA is difficult to identify and measure.</a:t>
            </a:r>
          </a:p>
          <a:p>
            <a:pPr eaLnBrk="1" hangingPunct="1"/>
            <a:r>
              <a:rPr lang="en-US" sz="2400" dirty="0" smtClean="0"/>
              <a:t>Business case for justifying EA investments is challenging  to create without hard metrics around cost reduction, cycle time reduction, and value enablement.</a:t>
            </a:r>
          </a:p>
          <a:p>
            <a:pPr eaLnBrk="1" hangingPunct="1"/>
            <a:r>
              <a:rPr lang="en-US" sz="2400" dirty="0" smtClean="0"/>
              <a:t>EA resources are inconsistently positioned to influence the planning, investment, and execution around change.</a:t>
            </a:r>
          </a:p>
          <a:p>
            <a:pPr eaLnBrk="1" hangingPunct="1"/>
            <a:r>
              <a:rPr lang="en-US" sz="2400" dirty="0" smtClean="0"/>
              <a:t>Organizations do not know how best to use EA resources to enable and create value for their customers and stakeholders.</a:t>
            </a:r>
          </a:p>
          <a:p>
            <a:pPr eaLnBrk="1" hangingPunct="1"/>
            <a:r>
              <a:rPr lang="en-US" sz="2400" dirty="0" smtClean="0"/>
              <a:t>EA resources do not have a consistent way to assess the impact of their contributions (short term and long term).</a:t>
            </a:r>
          </a:p>
          <a:p>
            <a:pPr eaLnBrk="1" hangingPunct="1"/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914400"/>
            <a:ext cx="7239000" cy="503238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Objectives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600200"/>
            <a:ext cx="8305800" cy="4525963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Create a reference model for defining the EA jobs from which duties, practices, and value are derived.  </a:t>
            </a:r>
          </a:p>
          <a:p>
            <a:pPr eaLnBrk="1" hangingPunct="1"/>
            <a:r>
              <a:rPr lang="en-US" sz="2400" dirty="0" smtClean="0"/>
              <a:t>Build a repository of metrics that CEAEP can use to measure the value that EA delivers to customers (governance).</a:t>
            </a:r>
          </a:p>
          <a:p>
            <a:pPr eaLnBrk="1" hangingPunct="1"/>
            <a:r>
              <a:rPr lang="en-US" sz="2400" dirty="0" smtClean="0"/>
              <a:t>Map the value metrics against the EA services (practices &amp; methodologies) and EA products (tools &amp; deliverables) used to deliver value to customers. </a:t>
            </a:r>
          </a:p>
          <a:p>
            <a:pPr eaLnBrk="1" hangingPunct="1"/>
            <a:r>
              <a:rPr lang="en-US" sz="2400" dirty="0" smtClean="0"/>
              <a:t>Identify opportunities (gaps between what is delivered versus what customers want) to improve EA services &amp; products.</a:t>
            </a:r>
          </a:p>
          <a:p>
            <a:pPr eaLnBrk="1" hangingPunct="1"/>
            <a:r>
              <a:rPr lang="en-US" sz="2400" dirty="0" smtClean="0"/>
              <a:t>Identify products &amp; services that CAEAP can deliver to help:</a:t>
            </a:r>
          </a:p>
          <a:p>
            <a:pPr lvl="1"/>
            <a:r>
              <a:rPr lang="en-US" sz="2000" dirty="0" smtClean="0"/>
              <a:t>Certified EA’s optimize their value delivery</a:t>
            </a:r>
          </a:p>
          <a:p>
            <a:pPr lvl="1"/>
            <a:r>
              <a:rPr lang="en-US" sz="2000" dirty="0" smtClean="0"/>
              <a:t>Stakeholders leverage EA to optimize their value delivery 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914400"/>
            <a:ext cx="7239000" cy="503238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Benefits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lvl="0"/>
            <a:r>
              <a:rPr lang="en-US" sz="2400" dirty="0" smtClean="0"/>
              <a:t>Practice:</a:t>
            </a:r>
          </a:p>
          <a:p>
            <a:pPr lvl="1"/>
            <a:r>
              <a:rPr lang="en-US" sz="2000" dirty="0" smtClean="0"/>
              <a:t>EA’s will be able to justify the value of their services by creating measureable lineage from products &amp; services to addressing customer needs.</a:t>
            </a:r>
          </a:p>
          <a:p>
            <a:pPr lvl="0"/>
            <a:r>
              <a:rPr lang="en-US" sz="2400" dirty="0" smtClean="0"/>
              <a:t>Profession:</a:t>
            </a:r>
          </a:p>
          <a:p>
            <a:pPr lvl="1"/>
            <a:r>
              <a:rPr lang="en-US" sz="2000" dirty="0" smtClean="0"/>
              <a:t>CAEAP will be able to align the value gaps with its roadmap to ensure the practices, certification, education, and governance support the unmet customer needs for EA products &amp; services.</a:t>
            </a:r>
          </a:p>
          <a:p>
            <a:pPr lvl="0"/>
            <a:r>
              <a:rPr lang="en-US" sz="2400" dirty="0" smtClean="0"/>
              <a:t>Public:</a:t>
            </a:r>
          </a:p>
          <a:p>
            <a:pPr lvl="1"/>
            <a:r>
              <a:rPr lang="en-US" sz="2000" dirty="0" smtClean="0"/>
              <a:t>Enterprises will be able to understand the need, value, and positioning for EA to augment their own value delivery of products and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914400"/>
            <a:ext cx="7239000" cy="503238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/>
              <a:t>Program Charter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Group 951"/>
          <p:cNvGraphicFramePr>
            <a:graphicFrameLocks noGrp="1"/>
          </p:cNvGraphicFramePr>
          <p:nvPr/>
        </p:nvGraphicFramePr>
        <p:xfrm>
          <a:off x="152400" y="1752601"/>
          <a:ext cx="8839200" cy="4551460"/>
        </p:xfrm>
        <a:graphic>
          <a:graphicData uri="http://schemas.openxmlformats.org/drawingml/2006/table">
            <a:tbl>
              <a:tblPr/>
              <a:tblGrid>
                <a:gridCol w="1448170"/>
                <a:gridCol w="2971430"/>
                <a:gridCol w="1524452"/>
                <a:gridCol w="2895148"/>
              </a:tblGrid>
              <a:tr h="522700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Program Charter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Developing EA Value Model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Number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CAEAP - 003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Charter Date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August 1</a:t>
                      </a:r>
                      <a:r>
                        <a:rPr kumimoji="0" lang="en-US" sz="1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2009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Sponsor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CAEAP BOD BOT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Director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Jeff Wallk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90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Scope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Design and implement a customer focus framework for capturing and modeling metrics used to model the outcomes for customers and a set of metrics for which to benchmark the products &amp; services delivered by EA practitioners.\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34947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Objectives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 a customer focus methodology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reference model for identifying customer outcomes and metrics for measuring value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Define a complete list of jobs performed by an EA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repository of customer outcomes &amp; value metrics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Develop a process to prioritize and align the outcomes &amp; metrics with GAPS in CAEAP practices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Institutionalize the customer focus methodology within CAEAP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Develop a licensing program to promote the usage of EA Value metrics &amp; drive revenue for CAEAP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85562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Governance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Establish a steering committee with members from the BOD and Practice Worksttream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small team of dedicated trained resources to staff each project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lead will be the Program Director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Steering Committee will approve scope, program objectives, and  project deliverables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(Note:  Each project represents 1 job that will be studied to capture the EA outcomes &amp; value metrics 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914400"/>
            <a:ext cx="7239000" cy="503238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Roadmap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lvl="0"/>
            <a:r>
              <a:rPr lang="en-US" sz="2400" dirty="0" smtClean="0"/>
              <a:t>Q3 2009</a:t>
            </a:r>
          </a:p>
          <a:p>
            <a:pPr lvl="1"/>
            <a:r>
              <a:rPr lang="en-US" sz="2000" dirty="0" smtClean="0"/>
              <a:t>Draft the proposal for the work stream</a:t>
            </a:r>
          </a:p>
          <a:p>
            <a:pPr lvl="1"/>
            <a:r>
              <a:rPr lang="en-US" sz="2000" dirty="0" smtClean="0"/>
              <a:t>Obtain approval from CAEAP leadership</a:t>
            </a:r>
          </a:p>
          <a:p>
            <a:pPr lvl="1"/>
            <a:r>
              <a:rPr lang="en-US" sz="2000" dirty="0" smtClean="0"/>
              <a:t>Build a steering committee for the program</a:t>
            </a:r>
          </a:p>
          <a:p>
            <a:pPr lvl="1"/>
            <a:r>
              <a:rPr lang="en-US" sz="2000" dirty="0" smtClean="0"/>
              <a:t>Secure funding for the first project</a:t>
            </a:r>
          </a:p>
          <a:p>
            <a:pPr lvl="0"/>
            <a:r>
              <a:rPr lang="en-US" sz="2400" dirty="0" smtClean="0"/>
              <a:t>Q4 2009</a:t>
            </a:r>
          </a:p>
          <a:p>
            <a:pPr lvl="1"/>
            <a:r>
              <a:rPr lang="en-US" sz="2000" dirty="0" smtClean="0"/>
              <a:t>Continue securing funding for the project</a:t>
            </a:r>
          </a:p>
          <a:p>
            <a:pPr lvl="1"/>
            <a:r>
              <a:rPr lang="en-US" sz="2000" dirty="0" smtClean="0"/>
              <a:t>Draft resources for the project team</a:t>
            </a:r>
          </a:p>
          <a:p>
            <a:pPr lvl="1"/>
            <a:r>
              <a:rPr lang="en-US" sz="2000" dirty="0" smtClean="0"/>
              <a:t>Finalize project schedule</a:t>
            </a:r>
          </a:p>
          <a:p>
            <a:pPr lvl="1"/>
            <a:r>
              <a:rPr lang="en-US" sz="2000" dirty="0" smtClean="0"/>
              <a:t>Begin work on initial deliverables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914400"/>
            <a:ext cx="7239000" cy="503238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Roadmap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2400" dirty="0" smtClean="0"/>
              <a:t>Q1 2010</a:t>
            </a:r>
          </a:p>
          <a:p>
            <a:pPr lvl="1"/>
            <a:r>
              <a:rPr lang="en-US" sz="2000" dirty="0" smtClean="0"/>
              <a:t>Complete qualitative study for Project 1</a:t>
            </a:r>
          </a:p>
          <a:p>
            <a:pPr lvl="1"/>
            <a:r>
              <a:rPr lang="en-US" sz="2000" dirty="0" smtClean="0"/>
              <a:t>Complete quantitative study for Project 1</a:t>
            </a:r>
          </a:p>
          <a:p>
            <a:pPr lvl="1"/>
            <a:r>
              <a:rPr lang="en-US" sz="2000" dirty="0" smtClean="0"/>
              <a:t>Conduct analysis of Project 1 results</a:t>
            </a:r>
          </a:p>
          <a:p>
            <a:r>
              <a:rPr lang="en-US" sz="2400" dirty="0" smtClean="0"/>
              <a:t>Q2 2010</a:t>
            </a:r>
          </a:p>
          <a:p>
            <a:pPr lvl="1"/>
            <a:r>
              <a:rPr lang="en-US" sz="2000" dirty="0" smtClean="0"/>
              <a:t>Present Project 1 results to CAEAP leadership</a:t>
            </a:r>
          </a:p>
          <a:p>
            <a:pPr lvl="1"/>
            <a:r>
              <a:rPr lang="en-US" sz="2000" dirty="0" smtClean="0"/>
              <a:t>Publish results for Project 1 to Public</a:t>
            </a:r>
          </a:p>
          <a:p>
            <a:pPr lvl="1"/>
            <a:r>
              <a:rPr lang="en-US" sz="2000" dirty="0" smtClean="0"/>
              <a:t>Capture feedback and gauge response</a:t>
            </a:r>
          </a:p>
          <a:p>
            <a:pPr lvl="1"/>
            <a:r>
              <a:rPr lang="en-US" sz="2000" dirty="0" smtClean="0"/>
              <a:t>Review program with Steering Committee for next steps</a:t>
            </a:r>
          </a:p>
          <a:p>
            <a:pPr lvl="1"/>
            <a:r>
              <a:rPr lang="en-US" sz="2000" dirty="0" smtClean="0"/>
              <a:t>Secure funding for additional projects per program</a:t>
            </a:r>
          </a:p>
          <a:p>
            <a:r>
              <a:rPr lang="en-US" sz="2400" dirty="0" smtClean="0"/>
              <a:t>Q3 2010</a:t>
            </a:r>
          </a:p>
          <a:p>
            <a:pPr lvl="1"/>
            <a:r>
              <a:rPr lang="en-US" sz="2000" dirty="0" smtClean="0"/>
              <a:t>Move forward with next project(s)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914400"/>
            <a:ext cx="7239000" cy="503238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Governance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4294967295"/>
          </p:nvPr>
        </p:nvGraphicFramePr>
        <p:xfrm>
          <a:off x="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914400"/>
            <a:ext cx="7239000" cy="503238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Staffing Plan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lvl="0"/>
            <a:r>
              <a:rPr lang="en-US" sz="2400" dirty="0" smtClean="0"/>
              <a:t>Steering Committee</a:t>
            </a:r>
          </a:p>
          <a:p>
            <a:pPr lvl="1"/>
            <a:r>
              <a:rPr lang="en-US" sz="2000" dirty="0" smtClean="0"/>
              <a:t>Jeff Wallk</a:t>
            </a:r>
          </a:p>
          <a:p>
            <a:pPr lvl="1"/>
            <a:r>
              <a:rPr lang="en-US" sz="2000" dirty="0" smtClean="0"/>
              <a:t>Mark Lane</a:t>
            </a:r>
          </a:p>
          <a:p>
            <a:pPr lvl="1"/>
            <a:r>
              <a:rPr lang="en-US" sz="2000" dirty="0" smtClean="0"/>
              <a:t>Greg Black</a:t>
            </a:r>
          </a:p>
          <a:p>
            <a:pPr lvl="1"/>
            <a:r>
              <a:rPr lang="en-US" sz="2000" dirty="0" smtClean="0"/>
              <a:t>Marc </a:t>
            </a:r>
            <a:r>
              <a:rPr lang="en-US" sz="2000" dirty="0" err="1" smtClean="0"/>
              <a:t>Paradis</a:t>
            </a:r>
            <a:endParaRPr lang="en-US" sz="2000" dirty="0" smtClean="0"/>
          </a:p>
          <a:p>
            <a:pPr lvl="1"/>
            <a:r>
              <a:rPr lang="en-US" sz="2000" dirty="0" smtClean="0"/>
              <a:t>Mark </a:t>
            </a:r>
            <a:r>
              <a:rPr lang="en-US" sz="2000" dirty="0" err="1" smtClean="0"/>
              <a:t>Sternberger</a:t>
            </a:r>
            <a:endParaRPr lang="en-US" sz="2000" dirty="0" smtClean="0"/>
          </a:p>
          <a:p>
            <a:pPr lvl="0"/>
            <a:r>
              <a:rPr lang="en-US" sz="2400" dirty="0" smtClean="0"/>
              <a:t>Project Team</a:t>
            </a:r>
          </a:p>
          <a:p>
            <a:pPr lvl="1"/>
            <a:r>
              <a:rPr lang="en-US" sz="2000" dirty="0" smtClean="0"/>
              <a:t>Jeff Wallk    (commitment of 10 hours / week)</a:t>
            </a:r>
          </a:p>
          <a:p>
            <a:pPr lvl="1"/>
            <a:r>
              <a:rPr lang="en-US" sz="2000" dirty="0" smtClean="0"/>
              <a:t>Volunteer 1 (commitment of 6 hours / week)</a:t>
            </a:r>
          </a:p>
          <a:p>
            <a:pPr lvl="1"/>
            <a:r>
              <a:rPr lang="en-US" sz="2000" dirty="0" smtClean="0"/>
              <a:t>Volunteer 2 (commitment of 4 hours / week)</a:t>
            </a:r>
          </a:p>
          <a:p>
            <a:pPr lvl="1"/>
            <a:endParaRPr lang="en-US" sz="2000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914400"/>
            <a:ext cx="7239000" cy="503238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Funding Plan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lvl="0"/>
            <a:r>
              <a:rPr lang="en-US" sz="2400" dirty="0" smtClean="0"/>
              <a:t>Sell future shares for the licensing for access to the EA value metrics to fund the initial project.</a:t>
            </a:r>
          </a:p>
          <a:p>
            <a:pPr lvl="0"/>
            <a:r>
              <a:rPr lang="en-US" sz="2400" dirty="0" smtClean="0"/>
              <a:t>Initial pricing for licensing of the EA Value Repository has not been set.  However, the value will increase as the data from each project flows in.</a:t>
            </a:r>
          </a:p>
          <a:p>
            <a:pPr lvl="0"/>
            <a:r>
              <a:rPr lang="en-US" sz="2400" dirty="0" smtClean="0"/>
              <a:t>Future shares for access to the repository will be set at:</a:t>
            </a:r>
          </a:p>
          <a:p>
            <a:pPr lvl="1"/>
            <a:r>
              <a:rPr lang="en-US" sz="2000" dirty="0" smtClean="0"/>
              <a:t>$25,000 for enterprise license (3 year access)</a:t>
            </a:r>
          </a:p>
          <a:p>
            <a:r>
              <a:rPr lang="en-US" sz="2400" dirty="0" smtClean="0"/>
              <a:t>Funding for the ongoing program will be established with a more formal licensing model (elaborate further on bullet 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2282825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Project 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kern="0" dirty="0" smtClean="0">
                <a:solidFill>
                  <a:schemeClr val="tx2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(Overview)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914400"/>
            <a:ext cx="7239000" cy="503238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Key Milestones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lvl="0"/>
            <a:r>
              <a:rPr lang="en-US" sz="2400" dirty="0" smtClean="0"/>
              <a:t>Define domain model </a:t>
            </a:r>
          </a:p>
          <a:p>
            <a:pPr lvl="0"/>
            <a:r>
              <a:rPr lang="en-US" sz="2400" dirty="0" smtClean="0"/>
              <a:t>Define customer focus methodology</a:t>
            </a:r>
          </a:p>
          <a:p>
            <a:pPr lvl="0"/>
            <a:r>
              <a:rPr lang="en-US" sz="2400" dirty="0" smtClean="0"/>
              <a:t>Define action plan to capture unmet needs</a:t>
            </a:r>
          </a:p>
          <a:p>
            <a:pPr lvl="0"/>
            <a:r>
              <a:rPr lang="en-US" sz="2400" dirty="0" smtClean="0"/>
              <a:t>Begin interviews with key stakeholders</a:t>
            </a:r>
          </a:p>
          <a:p>
            <a:pPr lvl="0"/>
            <a:r>
              <a:rPr lang="en-US" sz="2400" dirty="0" smtClean="0"/>
              <a:t>Complete qualitative analysis</a:t>
            </a:r>
          </a:p>
          <a:p>
            <a:pPr lvl="0"/>
            <a:r>
              <a:rPr lang="en-US" sz="2400" dirty="0" smtClean="0"/>
              <a:t>Draft survey for quantitative analysis</a:t>
            </a:r>
          </a:p>
          <a:p>
            <a:pPr lvl="0"/>
            <a:r>
              <a:rPr lang="en-US" sz="2400" dirty="0" smtClean="0"/>
              <a:t>Conduct survey and capture data </a:t>
            </a:r>
          </a:p>
          <a:p>
            <a:pPr lvl="0"/>
            <a:r>
              <a:rPr lang="en-US" sz="2400" dirty="0" smtClean="0"/>
              <a:t>Present recommendations </a:t>
            </a:r>
          </a:p>
          <a:p>
            <a:endParaRPr lang="en-US" sz="2400" dirty="0" smtClean="0"/>
          </a:p>
          <a:p>
            <a:pPr>
              <a:buNone/>
            </a:pPr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Based on the </a:t>
            </a:r>
            <a:r>
              <a:rPr lang="en-US" sz="2400" b="1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Strategyn</a:t>
            </a:r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Methodology (see next slides)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What is a Job ?</a:t>
            </a:r>
            <a:endParaRPr lang="en-US" sz="4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85233"/>
            <a:ext cx="7239000" cy="4791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outcomes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676400"/>
            <a:ext cx="743340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Model for Relating Jobs &amp; Outcomes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676400"/>
            <a:ext cx="6136087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Capturing &amp; Measuring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981200"/>
            <a:ext cx="8247063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391400" cy="503238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Identifying &amp; Prioritizing Opportunities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1166" y="1676400"/>
            <a:ext cx="7029184" cy="496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en-US" sz="2400" b="1" dirty="0" smtClean="0"/>
              <a:t>Job of Storing &amp; Retrieving Music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696718"/>
            <a:ext cx="6427787" cy="4856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1_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4012</TotalTime>
  <Words>919</Words>
  <Application>Microsoft Office PowerPoint</Application>
  <PresentationFormat>On-screen Show (4:3)</PresentationFormat>
  <Paragraphs>153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1_Office Theme</vt:lpstr>
      <vt:lpstr>VEG</vt:lpstr>
      <vt:lpstr>Shir Hadash Customer Focus Study</vt:lpstr>
      <vt:lpstr>Outline</vt:lpstr>
      <vt:lpstr>Current State</vt:lpstr>
      <vt:lpstr>Objectives</vt:lpstr>
      <vt:lpstr>Benefits</vt:lpstr>
      <vt:lpstr>Program Charter</vt:lpstr>
      <vt:lpstr>Program Roadmap</vt:lpstr>
      <vt:lpstr>Program Roadmap</vt:lpstr>
      <vt:lpstr>Program Governance</vt:lpstr>
      <vt:lpstr>Staffing Plan</vt:lpstr>
      <vt:lpstr>Funding Plan</vt:lpstr>
      <vt:lpstr>Slide 12</vt:lpstr>
      <vt:lpstr>Key Milestones</vt:lpstr>
      <vt:lpstr>What is a Job ?</vt:lpstr>
      <vt:lpstr>What are outcomes ?</vt:lpstr>
      <vt:lpstr>Model for Relating Jobs &amp; Outcomes</vt:lpstr>
      <vt:lpstr>Capturing &amp; Measuring Value</vt:lpstr>
      <vt:lpstr>Identifying &amp; Prioritizing Opportunities</vt:lpstr>
      <vt:lpstr>Example: Job of Storing &amp; Retrieving Music</vt:lpstr>
    </vt:vector>
  </TitlesOfParts>
  <Company>Lovell Marketing Group, Inc.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2009 CAEAP Summit</dc:title>
  <dc:creator>Deborah Lovell</dc:creator>
  <cp:lastModifiedBy>jw</cp:lastModifiedBy>
  <cp:revision>42</cp:revision>
  <dcterms:created xsi:type="dcterms:W3CDTF">2009-04-20T19:13:24Z</dcterms:created>
  <dcterms:modified xsi:type="dcterms:W3CDTF">2009-07-21T13:33:25Z</dcterms:modified>
</cp:coreProperties>
</file>