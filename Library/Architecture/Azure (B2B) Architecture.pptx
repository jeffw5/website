
<file path=[Content_Types].xml><?xml version="1.0" encoding="utf-8"?>
<Types xmlns="http://schemas.openxmlformats.org/package/2006/content-types">
  <Override PartName="/ppt/slideMasters/slideMaster3.xml" ContentType="application/vnd.openxmlformats-officedocument.presentationml.slideMaster+xml"/>
  <Override PartName="/ppt/slides/slide29.xml" ContentType="application/vnd.openxmlformats-officedocument.presentationml.slide+xml"/>
  <Override PartName="/ppt/slideLayouts/slideLayout39.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Override PartName="/ppt/slideMasters/slideMaster5.xml" ContentType="application/vnd.openxmlformats-officedocument.presentationml.slideMaster+xml"/>
  <Override PartName="/ppt/slides/slide8.xml" ContentType="application/vnd.openxmlformats-officedocument.presentationml.slide+xml"/>
  <Override PartName="/ppt/theme/theme7.xml" ContentType="application/vnd.openxmlformats-officedocument.them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notesSlides/notesSlide18.xml" ContentType="application/vnd.openxmlformats-officedocument.presentationml.notesSlide+xml"/>
  <Default Extension="wmf" ContentType="image/x-wmf"/>
  <Default Extension="rels" ContentType="application/vnd.openxmlformats-package.relationships+xml"/>
  <Override PartName="/ppt/slides/slide23.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notesSlides/notesSlide14.xml" ContentType="application/vnd.openxmlformats-officedocument.presentationml.notesSlide+xml"/>
  <Override PartName="/ppt/commentAuthors.xml" ContentType="application/vnd.openxmlformats-officedocument.presentationml.commentAuthor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Masters/slideMaster6.xml" ContentType="application/vnd.openxmlformats-officedocument.presentationml.slideMaster+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4" r:id="rId2"/>
    <p:sldMasterId id="2147483677" r:id="rId3"/>
    <p:sldMasterId id="2147483694" r:id="rId4"/>
    <p:sldMasterId id="2147483696" r:id="rId5"/>
    <p:sldMasterId id="2147483715" r:id="rId6"/>
  </p:sldMasterIdLst>
  <p:notesMasterIdLst>
    <p:notesMasterId r:id="rId37"/>
  </p:notesMasterIdLst>
  <p:sldIdLst>
    <p:sldId id="256" r:id="rId7"/>
    <p:sldId id="345" r:id="rId8"/>
    <p:sldId id="346" r:id="rId9"/>
    <p:sldId id="318" r:id="rId10"/>
    <p:sldId id="320" r:id="rId11"/>
    <p:sldId id="319" r:id="rId12"/>
    <p:sldId id="321" r:id="rId13"/>
    <p:sldId id="325" r:id="rId14"/>
    <p:sldId id="322" r:id="rId15"/>
    <p:sldId id="347" r:id="rId16"/>
    <p:sldId id="323" r:id="rId17"/>
    <p:sldId id="331" r:id="rId18"/>
    <p:sldId id="328" r:id="rId19"/>
    <p:sldId id="348" r:id="rId20"/>
    <p:sldId id="329" r:id="rId21"/>
    <p:sldId id="340" r:id="rId22"/>
    <p:sldId id="332" r:id="rId23"/>
    <p:sldId id="349" r:id="rId24"/>
    <p:sldId id="335" r:id="rId25"/>
    <p:sldId id="341" r:id="rId26"/>
    <p:sldId id="336" r:id="rId27"/>
    <p:sldId id="353" r:id="rId28"/>
    <p:sldId id="337" r:id="rId29"/>
    <p:sldId id="342" r:id="rId30"/>
    <p:sldId id="338" r:id="rId31"/>
    <p:sldId id="352" r:id="rId32"/>
    <p:sldId id="339" r:id="rId33"/>
    <p:sldId id="344" r:id="rId34"/>
    <p:sldId id="350" r:id="rId35"/>
    <p:sldId id="351" r:id="rId3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oustafa Ahmed"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68000" autoAdjust="0"/>
  </p:normalViewPr>
  <p:slideViewPr>
    <p:cSldViewPr>
      <p:cViewPr varScale="1">
        <p:scale>
          <a:sx n="54" d="100"/>
          <a:sy n="54" d="100"/>
        </p:scale>
        <p:origin x="-1416"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defRPr>
            </a:lvl1pPr>
          </a:lstStyle>
          <a:p>
            <a:pPr>
              <a:defRPr/>
            </a:pPr>
            <a:fld id="{F3CF408C-D7CD-4458-BB4E-608819B92D8B}" type="datetimeFigureOut">
              <a:rPr lang="en-US"/>
              <a:pPr>
                <a:defRPr/>
              </a:pPr>
              <a:t>2/22/2009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defRPr>
            </a:lvl1pPr>
          </a:lstStyle>
          <a:p>
            <a:pPr>
              <a:defRPr/>
            </a:pPr>
            <a:fld id="{10E501B1-9528-4C42-836A-DFB640C9D7C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Slide Image Placeholder 1"/>
          <p:cNvSpPr>
            <a:spLocks noGrp="1" noRot="1" noChangeAspect="1"/>
          </p:cNvSpPr>
          <p:nvPr>
            <p:ph type="sldImg"/>
          </p:nvPr>
        </p:nvSpPr>
        <p:spPr bwMode="auto">
          <a:noFill/>
          <a:ln>
            <a:solidFill>
              <a:srgbClr val="000000"/>
            </a:solidFill>
            <a:miter lim="800000"/>
            <a:headEnd/>
            <a:tailEnd/>
          </a:ln>
        </p:spPr>
      </p:sp>
      <p:sp>
        <p:nvSpPr>
          <p:cNvPr id="60418"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6041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55697F51-0212-49BF-A56D-7F9F23965BCD}" type="slidenum">
              <a:rPr lang="en-US"/>
              <a:pPr fontAlgn="base">
                <a:spcBef>
                  <a:spcPct val="0"/>
                </a:spcBef>
                <a:spcAft>
                  <a:spcPct val="0"/>
                </a:spcAft>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Slide Image Placeholder 1"/>
          <p:cNvSpPr>
            <a:spLocks noGrp="1" noRot="1" noChangeAspect="1"/>
          </p:cNvSpPr>
          <p:nvPr>
            <p:ph type="sldImg"/>
          </p:nvPr>
        </p:nvSpPr>
        <p:spPr bwMode="auto">
          <a:noFill/>
          <a:ln>
            <a:solidFill>
              <a:srgbClr val="000000"/>
            </a:solidFill>
            <a:miter lim="800000"/>
            <a:headEnd/>
            <a:tailEnd/>
          </a:ln>
        </p:spPr>
      </p:sp>
      <p:sp>
        <p:nvSpPr>
          <p:cNvPr id="6246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6246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0D7D4B3-11D4-4CDC-A454-19981C900669}" type="slidenum">
              <a:rPr lang="en-US"/>
              <a:pPr fontAlgn="base">
                <a:spcBef>
                  <a:spcPct val="0"/>
                </a:spcBef>
                <a:spcAft>
                  <a:spcPct val="0"/>
                </a:spcAft>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Slide Image Placeholder 1"/>
          <p:cNvSpPr>
            <a:spLocks noGrp="1" noRot="1" noChangeAspect="1"/>
          </p:cNvSpPr>
          <p:nvPr>
            <p:ph type="sldImg"/>
          </p:nvPr>
        </p:nvSpPr>
        <p:spPr bwMode="auto">
          <a:noFill/>
          <a:ln>
            <a:solidFill>
              <a:srgbClr val="000000"/>
            </a:solidFill>
            <a:miter lim="800000"/>
            <a:headEnd/>
            <a:tailEnd/>
          </a:ln>
        </p:spPr>
      </p:sp>
      <p:sp>
        <p:nvSpPr>
          <p:cNvPr id="64514"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6451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F91CBCC-1EBE-4B39-9A72-C3114D21CE4A}" type="slidenum">
              <a:rPr lang="en-US"/>
              <a:pPr fontAlgn="base">
                <a:spcBef>
                  <a:spcPct val="0"/>
                </a:spcBef>
                <a:spcAft>
                  <a:spcPct val="0"/>
                </a:spcAft>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fontScale="92500"/>
          </a:bodyPr>
          <a:lstStyle/>
          <a:p>
            <a:pPr fontAlgn="auto">
              <a:spcBef>
                <a:spcPts val="0"/>
              </a:spcBef>
              <a:spcAft>
                <a:spcPts val="0"/>
              </a:spcAft>
              <a:defRPr/>
            </a:pPr>
            <a:endParaRPr lang="en-US" dirty="0"/>
          </a:p>
        </p:txBody>
      </p:sp>
      <p:sp>
        <p:nvSpPr>
          <p:cNvPr id="66563"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943F8022-6FD6-4AFB-9005-AC326E953458}" type="slidenum">
              <a:rPr lang="en-US"/>
              <a:pPr fontAlgn="base">
                <a:spcBef>
                  <a:spcPct val="0"/>
                </a:spcBef>
                <a:spcAft>
                  <a:spcPct val="0"/>
                </a:spcAft>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Slide Image Placeholder 1"/>
          <p:cNvSpPr>
            <a:spLocks noGrp="1" noRot="1" noChangeAspect="1"/>
          </p:cNvSpPr>
          <p:nvPr>
            <p:ph type="sldImg"/>
          </p:nvPr>
        </p:nvSpPr>
        <p:spPr bwMode="auto">
          <a:noFill/>
          <a:ln>
            <a:solidFill>
              <a:srgbClr val="000000"/>
            </a:solidFill>
            <a:miter lim="800000"/>
            <a:headEnd/>
            <a:tailEnd/>
          </a:ln>
        </p:spPr>
      </p:sp>
      <p:sp>
        <p:nvSpPr>
          <p:cNvPr id="6861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6861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B12228D-B424-4715-92D8-7F282A2BE8CB}" type="slidenum">
              <a:rPr lang="en-US"/>
              <a:pPr fontAlgn="base">
                <a:spcBef>
                  <a:spcPct val="0"/>
                </a:spcBef>
                <a:spcAft>
                  <a:spcPct val="0"/>
                </a:spcAft>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p:cNvSpPr>
            <a:spLocks noGrp="1" noRot="1" noChangeAspect="1"/>
          </p:cNvSpPr>
          <p:nvPr>
            <p:ph type="sldImg"/>
          </p:nvPr>
        </p:nvSpPr>
        <p:spPr bwMode="auto">
          <a:noFill/>
          <a:ln>
            <a:solidFill>
              <a:srgbClr val="000000"/>
            </a:solidFill>
            <a:miter lim="800000"/>
            <a:headEnd/>
            <a:tailEnd/>
          </a:ln>
        </p:spPr>
      </p:sp>
      <p:sp>
        <p:nvSpPr>
          <p:cNvPr id="70658"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7065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70242E5-C95A-458C-BB11-0F21F4D7D344}" type="slidenum">
              <a:rPr lang="en-US"/>
              <a:pPr fontAlgn="base">
                <a:spcBef>
                  <a:spcPct val="0"/>
                </a:spcBef>
                <a:spcAft>
                  <a:spcPct val="0"/>
                </a:spcAft>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p:cNvSpPr>
            <a:spLocks noGrp="1" noRot="1" noChangeAspect="1"/>
          </p:cNvSpPr>
          <p:nvPr>
            <p:ph type="sldImg"/>
          </p:nvPr>
        </p:nvSpPr>
        <p:spPr bwMode="auto">
          <a:noFill/>
          <a:ln>
            <a:solidFill>
              <a:srgbClr val="000000"/>
            </a:solidFill>
            <a:miter lim="800000"/>
            <a:headEnd/>
            <a:tailEnd/>
          </a:ln>
        </p:spPr>
      </p:sp>
      <p:sp>
        <p:nvSpPr>
          <p:cNvPr id="7270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7270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CE493EA-68B5-4065-973A-6DACF08087DF}" type="slidenum">
              <a:rPr lang="en-US"/>
              <a:pPr fontAlgn="base">
                <a:spcBef>
                  <a:spcPct val="0"/>
                </a:spcBef>
                <a:spcAft>
                  <a:spcPct val="0"/>
                </a:spcAft>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Slide Image Placeholder 1"/>
          <p:cNvSpPr>
            <a:spLocks noGrp="1" noRot="1" noChangeAspect="1"/>
          </p:cNvSpPr>
          <p:nvPr>
            <p:ph type="sldImg"/>
          </p:nvPr>
        </p:nvSpPr>
        <p:spPr bwMode="auto">
          <a:noFill/>
          <a:ln>
            <a:solidFill>
              <a:srgbClr val="000000"/>
            </a:solidFill>
            <a:miter lim="800000"/>
            <a:headEnd/>
            <a:tailEnd/>
          </a:ln>
        </p:spPr>
      </p:sp>
      <p:sp>
        <p:nvSpPr>
          <p:cNvPr id="74754"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7475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F42723DC-CB46-422F-AC54-8C1770580629}" type="slidenum">
              <a:rPr lang="en-US"/>
              <a:pPr fontAlgn="base">
                <a:spcBef>
                  <a:spcPct val="0"/>
                </a:spcBef>
                <a:spcAft>
                  <a:spcPct val="0"/>
                </a:spcAft>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p:cNvSpPr>
            <a:spLocks noGrp="1" noRot="1" noChangeAspect="1"/>
          </p:cNvSpPr>
          <p:nvPr>
            <p:ph type="sldImg"/>
          </p:nvPr>
        </p:nvSpPr>
        <p:spPr bwMode="auto">
          <a:noFill/>
          <a:ln>
            <a:solidFill>
              <a:srgbClr val="000000"/>
            </a:solidFill>
            <a:miter lim="800000"/>
            <a:headEnd/>
            <a:tailEnd/>
          </a:ln>
        </p:spPr>
      </p:sp>
      <p:sp>
        <p:nvSpPr>
          <p:cNvPr id="76802"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76803"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4FB1AF8-6435-44CF-8BDD-7B7E29F2DC79}" type="slidenum">
              <a:rPr lang="en-US"/>
              <a:pPr fontAlgn="base">
                <a:spcBef>
                  <a:spcPct val="0"/>
                </a:spcBef>
                <a:spcAft>
                  <a:spcPct val="0"/>
                </a:spcAft>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Image Placeholder 1"/>
          <p:cNvSpPr>
            <a:spLocks noGrp="1" noRot="1" noChangeAspect="1"/>
          </p:cNvSpPr>
          <p:nvPr>
            <p:ph type="sldImg"/>
          </p:nvPr>
        </p:nvSpPr>
        <p:spPr bwMode="auto">
          <a:noFill/>
          <a:ln>
            <a:solidFill>
              <a:srgbClr val="000000"/>
            </a:solidFill>
            <a:miter lim="800000"/>
            <a:headEnd/>
            <a:tailEnd/>
          </a:ln>
        </p:spPr>
      </p:sp>
      <p:sp>
        <p:nvSpPr>
          <p:cNvPr id="7885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7885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DC89777-8249-4F21-A72B-11F0224B0117}" type="slidenum">
              <a:rPr lang="en-US"/>
              <a:pPr fontAlgn="base">
                <a:spcBef>
                  <a:spcPct val="0"/>
                </a:spcBef>
                <a:spcAft>
                  <a:spcPct val="0"/>
                </a:spcAft>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Image Placeholder 1"/>
          <p:cNvSpPr>
            <a:spLocks noGrp="1" noRot="1" noChangeAspect="1"/>
          </p:cNvSpPr>
          <p:nvPr>
            <p:ph type="sldImg"/>
          </p:nvPr>
        </p:nvSpPr>
        <p:spPr bwMode="auto">
          <a:noFill/>
          <a:ln>
            <a:solidFill>
              <a:srgbClr val="000000"/>
            </a:solidFill>
            <a:miter lim="800000"/>
            <a:headEnd/>
            <a:tailEnd/>
          </a:ln>
        </p:spPr>
      </p:sp>
      <p:sp>
        <p:nvSpPr>
          <p:cNvPr id="80898"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8089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0E62019-D7D9-44E8-9544-107BE1949B2F}" type="slidenum">
              <a:rPr lang="en-US"/>
              <a:pPr fontAlgn="base">
                <a:spcBef>
                  <a:spcPct val="0"/>
                </a:spcBef>
                <a:spcAft>
                  <a:spcPct val="0"/>
                </a:spcAft>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p:cNvSpPr>
            <a:spLocks noGrp="1" noRot="1" noChangeAspect="1"/>
          </p:cNvSpPr>
          <p:nvPr>
            <p:ph type="sldImg"/>
          </p:nvPr>
        </p:nvSpPr>
        <p:spPr bwMode="auto">
          <a:noFill/>
          <a:ln>
            <a:solidFill>
              <a:srgbClr val="000000"/>
            </a:solidFill>
            <a:miter lim="800000"/>
            <a:headEnd/>
            <a:tailEnd/>
          </a:ln>
        </p:spPr>
      </p:sp>
      <p:sp>
        <p:nvSpPr>
          <p:cNvPr id="8294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8294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C4E97F0A-4B4A-4D38-8140-B144DA65C5F5}" type="slidenum">
              <a:rPr lang="en-US"/>
              <a:pPr fontAlgn="base">
                <a:spcBef>
                  <a:spcPct val="0"/>
                </a:spcBef>
                <a:spcAft>
                  <a:spcPct val="0"/>
                </a:spcAft>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p:cNvSpPr>
            <a:spLocks noGrp="1" noRot="1" noChangeAspect="1"/>
          </p:cNvSpPr>
          <p:nvPr>
            <p:ph type="sldImg"/>
          </p:nvPr>
        </p:nvSpPr>
        <p:spPr bwMode="auto">
          <a:noFill/>
          <a:ln>
            <a:solidFill>
              <a:srgbClr val="000000"/>
            </a:solidFill>
            <a:miter lim="800000"/>
            <a:headEnd/>
            <a:tailEnd/>
          </a:ln>
        </p:spPr>
      </p:sp>
      <p:sp>
        <p:nvSpPr>
          <p:cNvPr id="84994"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8499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5FBDEE87-DF00-46DC-9320-90EB5904DB48}" type="slidenum">
              <a:rPr lang="en-US"/>
              <a:pPr fontAlgn="base">
                <a:spcBef>
                  <a:spcPct val="0"/>
                </a:spcBef>
                <a:spcAft>
                  <a:spcPct val="0"/>
                </a:spcAft>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Image Placeholder 1"/>
          <p:cNvSpPr>
            <a:spLocks noGrp="1" noRot="1" noChangeAspect="1"/>
          </p:cNvSpPr>
          <p:nvPr>
            <p:ph type="sldImg"/>
          </p:nvPr>
        </p:nvSpPr>
        <p:spPr bwMode="auto">
          <a:noFill/>
          <a:ln>
            <a:solidFill>
              <a:srgbClr val="000000"/>
            </a:solidFill>
            <a:miter lim="800000"/>
            <a:headEnd/>
            <a:tailEnd/>
          </a:ln>
        </p:spPr>
      </p:sp>
      <p:sp>
        <p:nvSpPr>
          <p:cNvPr id="87042"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87043"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DC53B1A3-7747-48C9-8A01-17DAEEDFFF25}" type="slidenum">
              <a:rPr lang="en-US"/>
              <a:pPr fontAlgn="base">
                <a:spcBef>
                  <a:spcPct val="0"/>
                </a:spcBef>
                <a:spcAft>
                  <a:spcPct val="0"/>
                </a:spcAft>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Image Placeholder 1"/>
          <p:cNvSpPr>
            <a:spLocks noGrp="1" noRot="1" noChangeAspect="1"/>
          </p:cNvSpPr>
          <p:nvPr>
            <p:ph type="sldImg"/>
          </p:nvPr>
        </p:nvSpPr>
        <p:spPr bwMode="auto">
          <a:noFill/>
          <a:ln>
            <a:solidFill>
              <a:srgbClr val="000000"/>
            </a:solidFill>
            <a:miter lim="800000"/>
            <a:headEnd/>
            <a:tailEnd/>
          </a:ln>
        </p:spPr>
      </p:sp>
      <p:sp>
        <p:nvSpPr>
          <p:cNvPr id="8909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8909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9317DB8F-07CF-4D9E-AF41-6BBB578B7E7F}" type="slidenum">
              <a:rPr lang="en-US"/>
              <a:pPr fontAlgn="base">
                <a:spcBef>
                  <a:spcPct val="0"/>
                </a:spcBef>
                <a:spcAft>
                  <a:spcPct val="0"/>
                </a:spcAft>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Slide Image Placeholder 1"/>
          <p:cNvSpPr>
            <a:spLocks noGrp="1" noRot="1" noChangeAspect="1"/>
          </p:cNvSpPr>
          <p:nvPr>
            <p:ph type="sldImg"/>
          </p:nvPr>
        </p:nvSpPr>
        <p:spPr bwMode="auto">
          <a:noFill/>
          <a:ln>
            <a:solidFill>
              <a:srgbClr val="000000"/>
            </a:solidFill>
            <a:miter lim="800000"/>
            <a:headEnd/>
            <a:tailEnd/>
          </a:ln>
        </p:spPr>
      </p:sp>
      <p:sp>
        <p:nvSpPr>
          <p:cNvPr id="91138"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9113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AF867E62-9CD1-400E-8E71-67C2D2121457}" type="slidenum">
              <a:rPr lang="en-US"/>
              <a:pPr fontAlgn="base">
                <a:spcBef>
                  <a:spcPct val="0"/>
                </a:spcBef>
                <a:spcAft>
                  <a:spcPct val="0"/>
                </a:spcAft>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Slide Image Placeholder 1"/>
          <p:cNvSpPr>
            <a:spLocks noGrp="1" noRot="1" noChangeAspect="1"/>
          </p:cNvSpPr>
          <p:nvPr>
            <p:ph type="sldImg"/>
          </p:nvPr>
        </p:nvSpPr>
        <p:spPr bwMode="auto">
          <a:noFill/>
          <a:ln>
            <a:solidFill>
              <a:srgbClr val="000000"/>
            </a:solidFill>
            <a:miter lim="800000"/>
            <a:headEnd/>
            <a:tailEnd/>
          </a:ln>
        </p:spPr>
      </p:sp>
      <p:sp>
        <p:nvSpPr>
          <p:cNvPr id="9318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9318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F424AA4-09AE-489E-877B-4307A55B464D}" type="slidenum">
              <a:rPr lang="en-US"/>
              <a:pPr fontAlgn="base">
                <a:spcBef>
                  <a:spcPct val="0"/>
                </a:spcBef>
                <a:spcAft>
                  <a:spcPct val="0"/>
                </a:spcAft>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Slide Image Placeholder 1"/>
          <p:cNvSpPr>
            <a:spLocks noGrp="1" noRot="1" noChangeAspect="1"/>
          </p:cNvSpPr>
          <p:nvPr>
            <p:ph type="sldImg"/>
          </p:nvPr>
        </p:nvSpPr>
        <p:spPr bwMode="auto">
          <a:noFill/>
          <a:ln>
            <a:solidFill>
              <a:srgbClr val="000000"/>
            </a:solidFill>
            <a:miter lim="800000"/>
            <a:headEnd/>
            <a:tailEnd/>
          </a:ln>
        </p:spPr>
      </p:sp>
      <p:sp>
        <p:nvSpPr>
          <p:cNvPr id="95234"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9523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97C2709F-34D8-41D2-A52A-460B97D37BC6}" type="slidenum">
              <a:rPr lang="en-US"/>
              <a:pPr fontAlgn="base">
                <a:spcBef>
                  <a:spcPct val="0"/>
                </a:spcBef>
                <a:spcAft>
                  <a:spcPct val="0"/>
                </a:spcAft>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Slide Image Placeholder 1"/>
          <p:cNvSpPr>
            <a:spLocks noGrp="1" noRot="1" noChangeAspect="1"/>
          </p:cNvSpPr>
          <p:nvPr>
            <p:ph type="sldImg"/>
          </p:nvPr>
        </p:nvSpPr>
        <p:spPr bwMode="auto">
          <a:noFill/>
          <a:ln>
            <a:solidFill>
              <a:srgbClr val="000000"/>
            </a:solidFill>
            <a:miter lim="800000"/>
            <a:headEnd/>
            <a:tailEnd/>
          </a:ln>
        </p:spPr>
      </p:sp>
      <p:sp>
        <p:nvSpPr>
          <p:cNvPr id="97282"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97283"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B17C0E77-43A6-45B7-BA04-9FBE65E64371}" type="slidenum">
              <a:rPr lang="en-US"/>
              <a:pPr fontAlgn="base">
                <a:spcBef>
                  <a:spcPct val="0"/>
                </a:spcBef>
                <a:spcAft>
                  <a:spcPct val="0"/>
                </a:spcAft>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Slide Image Placeholder 1"/>
          <p:cNvSpPr>
            <a:spLocks noGrp="1" noRot="1" noChangeAspect="1"/>
          </p:cNvSpPr>
          <p:nvPr>
            <p:ph type="sldImg"/>
          </p:nvPr>
        </p:nvSpPr>
        <p:spPr bwMode="auto">
          <a:noFill/>
          <a:ln>
            <a:solidFill>
              <a:srgbClr val="000000"/>
            </a:solidFill>
            <a:miter lim="800000"/>
            <a:headEnd/>
            <a:tailEnd/>
          </a:ln>
        </p:spPr>
      </p:sp>
      <p:sp>
        <p:nvSpPr>
          <p:cNvPr id="9933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9933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8B231E5-08F9-4CD3-BB13-83DE4DA27F0B}" type="slidenum">
              <a:rPr lang="en-US"/>
              <a:pPr fontAlgn="base">
                <a:spcBef>
                  <a:spcPct val="0"/>
                </a:spcBef>
                <a:spcAft>
                  <a:spcPct val="0"/>
                </a:spcAft>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Slide Image Placeholder 1"/>
          <p:cNvSpPr>
            <a:spLocks noGrp="1" noRot="1" noChangeAspect="1"/>
          </p:cNvSpPr>
          <p:nvPr>
            <p:ph type="sldImg"/>
          </p:nvPr>
        </p:nvSpPr>
        <p:spPr bwMode="auto">
          <a:noFill/>
          <a:ln>
            <a:solidFill>
              <a:srgbClr val="000000"/>
            </a:solidFill>
            <a:miter lim="800000"/>
            <a:headEnd/>
            <a:tailEnd/>
          </a:ln>
        </p:spPr>
      </p:sp>
      <p:sp>
        <p:nvSpPr>
          <p:cNvPr id="101378"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10137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FDF208D-DBC9-48F5-AFF2-5DFC1FE32D71}" type="slidenum">
              <a:rPr lang="en-US"/>
              <a:pPr fontAlgn="base">
                <a:spcBef>
                  <a:spcPct val="0"/>
                </a:spcBef>
                <a:spcAft>
                  <a:spcPct val="0"/>
                </a:spcAft>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Slide Image Placeholder 1"/>
          <p:cNvSpPr>
            <a:spLocks noGrp="1" noRot="1" noChangeAspect="1"/>
          </p:cNvSpPr>
          <p:nvPr>
            <p:ph type="sldImg"/>
          </p:nvPr>
        </p:nvSpPr>
        <p:spPr bwMode="auto">
          <a:noFill/>
          <a:ln>
            <a:solidFill>
              <a:srgbClr val="000000"/>
            </a:solidFill>
            <a:miter lim="800000"/>
            <a:headEnd/>
            <a:tailEnd/>
          </a:ln>
        </p:spPr>
      </p:sp>
      <p:sp>
        <p:nvSpPr>
          <p:cNvPr id="10342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10342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80FD3CCC-0944-47AB-B2D8-D7F88F3662AF}" type="slidenum">
              <a:rPr lang="en-US"/>
              <a:pPr fontAlgn="base">
                <a:spcBef>
                  <a:spcPct val="0"/>
                </a:spcBef>
                <a:spcAft>
                  <a:spcPct val="0"/>
                </a:spcAft>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Slide Image Placeholder 1"/>
          <p:cNvSpPr>
            <a:spLocks noGrp="1" noRot="1" noChangeAspect="1"/>
          </p:cNvSpPr>
          <p:nvPr>
            <p:ph type="sldImg"/>
          </p:nvPr>
        </p:nvSpPr>
        <p:spPr bwMode="auto">
          <a:noFill/>
          <a:ln>
            <a:solidFill>
              <a:srgbClr val="000000"/>
            </a:solidFill>
            <a:miter lim="800000"/>
            <a:headEnd/>
            <a:tailEnd/>
          </a:ln>
        </p:spPr>
      </p:sp>
      <p:sp>
        <p:nvSpPr>
          <p:cNvPr id="105474"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10547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087587F2-5CA4-4DC2-88C9-538CFE26BB45}" type="slidenum">
              <a:rPr lang="en-US"/>
              <a:pPr fontAlgn="base">
                <a:spcBef>
                  <a:spcPct val="0"/>
                </a:spcBef>
                <a:spcAft>
                  <a:spcPct val="0"/>
                </a:spcAft>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p:cNvSpPr>
            <a:spLocks noGrp="1" noRot="1" noChangeAspect="1"/>
          </p:cNvSpPr>
          <p:nvPr>
            <p:ph type="sldImg"/>
          </p:nvPr>
        </p:nvSpPr>
        <p:spPr bwMode="auto">
          <a:noFill/>
          <a:ln>
            <a:solidFill>
              <a:srgbClr val="000000"/>
            </a:solidFill>
            <a:miter lim="800000"/>
            <a:headEnd/>
            <a:tailEnd/>
          </a:ln>
        </p:spPr>
      </p:sp>
      <p:sp>
        <p:nvSpPr>
          <p:cNvPr id="107522"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107523"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E7ABC815-626E-4D75-85F5-41BE52A8654B}" type="slidenum">
              <a:rPr lang="en-US"/>
              <a:pPr fontAlgn="base">
                <a:spcBef>
                  <a:spcPct val="0"/>
                </a:spcBef>
                <a:spcAft>
                  <a:spcPct val="0"/>
                </a:spcAft>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Slide Image Placeholder 1"/>
          <p:cNvSpPr>
            <a:spLocks noGrp="1" noRot="1" noChangeAspect="1"/>
          </p:cNvSpPr>
          <p:nvPr>
            <p:ph type="sldImg"/>
          </p:nvPr>
        </p:nvSpPr>
        <p:spPr bwMode="auto">
          <a:noFill/>
          <a:ln>
            <a:solidFill>
              <a:srgbClr val="000000"/>
            </a:solidFill>
            <a:miter lim="800000"/>
            <a:headEnd/>
            <a:tailEnd/>
          </a:ln>
        </p:spPr>
      </p:sp>
      <p:sp>
        <p:nvSpPr>
          <p:cNvPr id="10957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109571"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2B162C7-42B4-40BC-8D2C-454B69A135AC}" type="slidenum">
              <a:rPr lang="en-US"/>
              <a:pPr fontAlgn="base">
                <a:spcBef>
                  <a:spcPct val="0"/>
                </a:spcBef>
                <a:spcAft>
                  <a:spcPct val="0"/>
                </a:spcAft>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p:cNvSpPr>
          <p:nvPr>
            <p:ph type="sldImg"/>
          </p:nvPr>
        </p:nvSpPr>
        <p:spPr bwMode="auto">
          <a:noFill/>
          <a:ln>
            <a:solidFill>
              <a:srgbClr val="000000"/>
            </a:solidFill>
            <a:miter lim="800000"/>
            <a:headEnd/>
            <a:tailEnd/>
          </a:ln>
        </p:spPr>
      </p:sp>
      <p:sp>
        <p:nvSpPr>
          <p:cNvPr id="111618"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11161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659B67B-2A13-4BB4-959D-631ED3CA2A34}" type="slidenum">
              <a:rPr lang="en-US"/>
              <a:pPr fontAlgn="base">
                <a:spcBef>
                  <a:spcPct val="0"/>
                </a:spcBef>
                <a:spcAft>
                  <a:spcPct val="0"/>
                </a:spcAft>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p:cNvSpPr>
            <a:spLocks noGrp="1" noRot="1" noChangeAspect="1"/>
          </p:cNvSpPr>
          <p:nvPr>
            <p:ph type="sldImg"/>
          </p:nvPr>
        </p:nvSpPr>
        <p:spPr bwMode="auto">
          <a:noFill/>
          <a:ln>
            <a:solidFill>
              <a:srgbClr val="000000"/>
            </a:solidFill>
            <a:miter lim="800000"/>
            <a:headEnd/>
            <a:tailEnd/>
          </a:ln>
        </p:spPr>
      </p:sp>
      <p:sp>
        <p:nvSpPr>
          <p:cNvPr id="11366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113667"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F7F3B1C-E6BB-4A38-B229-293709347DA7}" type="slidenum">
              <a:rPr lang="en-US"/>
              <a:pPr fontAlgn="base">
                <a:spcBef>
                  <a:spcPct val="0"/>
                </a:spcBef>
                <a:spcAft>
                  <a:spcPct val="0"/>
                </a:spcAft>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Slide Image Placeholder 1"/>
          <p:cNvSpPr>
            <a:spLocks noGrp="1" noRot="1" noChangeAspect="1"/>
          </p:cNvSpPr>
          <p:nvPr>
            <p:ph type="sldImg"/>
          </p:nvPr>
        </p:nvSpPr>
        <p:spPr bwMode="auto">
          <a:noFill/>
          <a:ln>
            <a:solidFill>
              <a:srgbClr val="000000"/>
            </a:solidFill>
            <a:miter lim="800000"/>
            <a:headEnd/>
            <a:tailEnd/>
          </a:ln>
        </p:spPr>
      </p:sp>
      <p:sp>
        <p:nvSpPr>
          <p:cNvPr id="115714"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11571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268CAD63-49C2-4654-954F-31836D4A0EC1}" type="slidenum">
              <a:rPr lang="en-US"/>
              <a:pPr fontAlgn="base">
                <a:spcBef>
                  <a:spcPct val="0"/>
                </a:spcBef>
                <a:spcAft>
                  <a:spcPct val="0"/>
                </a:spcAft>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Slide Image Placeholder 1"/>
          <p:cNvSpPr>
            <a:spLocks noGrp="1" noRot="1" noChangeAspect="1"/>
          </p:cNvSpPr>
          <p:nvPr>
            <p:ph type="sldImg"/>
          </p:nvPr>
        </p:nvSpPr>
        <p:spPr bwMode="auto">
          <a:noFill/>
          <a:ln>
            <a:solidFill>
              <a:srgbClr val="000000"/>
            </a:solidFill>
            <a:miter lim="800000"/>
            <a:headEnd/>
            <a:tailEnd/>
          </a:ln>
        </p:spPr>
      </p:sp>
      <p:sp>
        <p:nvSpPr>
          <p:cNvPr id="117762"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117763"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endParaRPr lang="en-US" smtClean="0"/>
          </a:p>
        </p:txBody>
      </p:sp>
      <p:sp>
        <p:nvSpPr>
          <p:cNvPr id="117764" name="Date Placeholder 4"/>
          <p:cNvSpPr>
            <a:spLocks noGrp="1"/>
          </p:cNvSpPr>
          <p:nvPr>
            <p:ph type="dt" sz="quarter" idx="1"/>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fld id="{1E39EA4C-37A3-47AC-B38D-91AD17129D82}" type="datetime8">
              <a:rPr lang="en-US"/>
              <a:pPr fontAlgn="base">
                <a:spcBef>
                  <a:spcPct val="0"/>
                </a:spcBef>
                <a:spcAft>
                  <a:spcPct val="0"/>
                </a:spcAft>
              </a:pPr>
              <a:t>2/22/2009 4:42 PM</a:t>
            </a:fld>
            <a:endParaRPr lang="en-US"/>
          </a:p>
        </p:txBody>
      </p:sp>
      <p:sp>
        <p:nvSpPr>
          <p:cNvPr id="117765" name="Footer Placeholder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smtClean="0">
                <a:solidFill>
                  <a:srgbClr val="000000"/>
                </a:solidFill>
              </a:rPr>
              <a:t>© 2008 Microsoft Corporation. All rights reserved. Microsoft, Windows, Windows Vista and other product names are or may be registered trademarks and/or trademarks in the U.S. and/or other countries.</a:t>
            </a:r>
          </a:p>
          <a:p>
            <a:pPr fontAlgn="base">
              <a:spcBef>
                <a:spcPct val="0"/>
              </a:spcBef>
              <a:spcAft>
                <a:spcPct val="0"/>
              </a:spcAft>
            </a:pPr>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p>
          <a:p>
            <a:pPr fontAlgn="base">
              <a:spcBef>
                <a:spcPct val="0"/>
              </a:spcBef>
              <a:spcAft>
                <a:spcPct val="0"/>
              </a:spcAft>
            </a:pPr>
            <a:endParaRPr lang="en-US" smtClean="0"/>
          </a:p>
        </p:txBody>
      </p:sp>
      <p:sp>
        <p:nvSpPr>
          <p:cNvPr id="117766" name="Slide Number Placeholder 6"/>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6B813908-F758-4540-81BB-86ECE171A7ED}" type="slidenum">
              <a:rPr lang="en-US"/>
              <a:pPr fontAlgn="base">
                <a:spcBef>
                  <a:spcPct val="0"/>
                </a:spcBef>
                <a:spcAft>
                  <a:spcPct val="0"/>
                </a:spcAft>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p:cNvSpPr>
            <a:spLocks noGrp="1" noRot="1" noChangeAspect="1"/>
          </p:cNvSpPr>
          <p:nvPr>
            <p:ph type="sldImg"/>
          </p:nvPr>
        </p:nvSpPr>
        <p:spPr bwMode="auto">
          <a:noFill/>
          <a:ln>
            <a:solidFill>
              <a:srgbClr val="000000"/>
            </a:solidFill>
            <a:miter lim="800000"/>
            <a:headEnd/>
            <a:tailEnd/>
          </a:ln>
        </p:spPr>
      </p:sp>
      <p:sp>
        <p:nvSpPr>
          <p:cNvPr id="11981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
        <p:nvSpPr>
          <p:cNvPr id="119811"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endParaRPr lang="en-US" smtClean="0"/>
          </a:p>
        </p:txBody>
      </p:sp>
      <p:sp>
        <p:nvSpPr>
          <p:cNvPr id="119812" name="Date Placeholder 4"/>
          <p:cNvSpPr>
            <a:spLocks noGrp="1"/>
          </p:cNvSpPr>
          <p:nvPr>
            <p:ph type="dt" sz="quarter" idx="1"/>
          </p:nvPr>
        </p:nvSpPr>
        <p:spPr bwMode="auto">
          <a:noFill/>
          <a:ln>
            <a:miter lim="800000"/>
            <a:headEnd/>
            <a:tailEnd/>
          </a:ln>
        </p:spPr>
        <p:txBody>
          <a:bodyPr wrap="square" numCol="1" anchor="t" anchorCtr="0" compatLnSpc="1">
            <a:prstTxWarp prst="textNoShape">
              <a:avLst/>
            </a:prstTxWarp>
          </a:bodyPr>
          <a:lstStyle/>
          <a:p>
            <a:pPr fontAlgn="base">
              <a:spcBef>
                <a:spcPct val="0"/>
              </a:spcBef>
              <a:spcAft>
                <a:spcPct val="0"/>
              </a:spcAft>
            </a:pPr>
            <a:fld id="{53AD3C20-73AA-4C63-9090-A69FF6CD60AF}" type="datetime8">
              <a:rPr lang="en-US"/>
              <a:pPr fontAlgn="base">
                <a:spcBef>
                  <a:spcPct val="0"/>
                </a:spcBef>
                <a:spcAft>
                  <a:spcPct val="0"/>
                </a:spcAft>
              </a:pPr>
              <a:t>2/22/2009 4:42 PM</a:t>
            </a:fld>
            <a:endParaRPr lang="en-US"/>
          </a:p>
        </p:txBody>
      </p:sp>
      <p:sp>
        <p:nvSpPr>
          <p:cNvPr id="119813" name="Footer Placeholder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r>
              <a:rPr lang="en-US" smtClean="0">
                <a:solidFill>
                  <a:srgbClr val="000000"/>
                </a:solidFill>
              </a:rPr>
              <a:t>© 2008 Microsoft Corporation. All rights reserved. Microsoft, Windows, Windows Vista and other product names are or may be registered trademarks and/or trademarks in the U.S. and/or other countries.</a:t>
            </a:r>
          </a:p>
          <a:p>
            <a:pPr fontAlgn="base">
              <a:spcBef>
                <a:spcPct val="0"/>
              </a:spcBef>
              <a:spcAft>
                <a:spcPct val="0"/>
              </a:spcAft>
            </a:pPr>
            <a:r>
              <a:rPr lang="en-US" smtClean="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mtClean="0">
                <a:solidFill>
                  <a:srgbClr val="000000"/>
                </a:solidFill>
              </a:rPr>
            </a:br>
            <a:r>
              <a:rPr lang="en-US" smtClean="0">
                <a:solidFill>
                  <a:srgbClr val="000000"/>
                </a:solidFill>
              </a:rPr>
              <a:t>MICROSOFT MAKES NO WARRANTIES, EXPRESS, IMPLIED OR STATUTORY, AS TO THE INFORMATION IN THIS PRESENTATION.</a:t>
            </a:r>
          </a:p>
          <a:p>
            <a:pPr fontAlgn="base">
              <a:spcBef>
                <a:spcPct val="0"/>
              </a:spcBef>
              <a:spcAft>
                <a:spcPct val="0"/>
              </a:spcAft>
            </a:pPr>
            <a:endParaRPr lang="en-US" smtClean="0"/>
          </a:p>
        </p:txBody>
      </p:sp>
      <p:sp>
        <p:nvSpPr>
          <p:cNvPr id="119814" name="Slide Number Placeholder 6"/>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3645A733-9739-4DF4-BDCD-7EBA57C6CD2F}" type="slidenum">
              <a:rPr lang="en-US"/>
              <a:pPr fontAlgn="base">
                <a:spcBef>
                  <a:spcPct val="0"/>
                </a:spcBef>
                <a:spcAft>
                  <a:spcPct val="0"/>
                </a:spcAft>
              </a:pPr>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p:nvPr>
        </p:nvSpPr>
        <p:spPr>
          <a:xfrm>
            <a:off x="722049" y="2355850"/>
            <a:ext cx="7690114" cy="1384994"/>
          </a:xfrm>
        </p:spPr>
        <p:txBody>
          <a:bodyPr>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FF9929">
                        <a:lumMod val="20000"/>
                        <a:lumOff val="80000"/>
                      </a:srgbClr>
                    </a:gs>
                    <a:gs pos="28000">
                      <a:srgbClr val="F8F57B"/>
                    </a:gs>
                    <a:gs pos="62000">
                      <a:srgbClr val="D5B953"/>
                    </a:gs>
                    <a:gs pos="88000">
                      <a:srgbClr val="D1943B"/>
                    </a:gs>
                  </a:gsLst>
                  <a:lin ang="5400000"/>
                </a:gradFill>
                <a:effectLst>
                  <a:outerShdw blurRad="50800" dist="39000" dir="5460000" algn="tl">
                    <a:srgbClr val="000000">
                      <a:alpha val="38000"/>
                    </a:srgbClr>
                  </a:outerShdw>
                </a:effectLst>
                <a:uLnTx/>
                <a:uFillTx/>
                <a:latin typeface="Segoe" pitchFamily="34" charset="0"/>
                <a:ea typeface="+mn-ea"/>
                <a:cs typeface="+mn-cs"/>
              </a:defRPr>
            </a:lvl1pPr>
          </a:lstStyle>
          <a:p>
            <a:pPr lvl="0"/>
            <a:r>
              <a:rPr lang="en-US" dirty="0" smtClean="0"/>
              <a:t>Click to edit Master text styles</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381000" y="1411552"/>
            <a:ext cx="8382000" cy="4913048"/>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381000" y="1412875"/>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11553"/>
            <a:ext cx="4114800" cy="2129814"/>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411553"/>
            <a:ext cx="4114800" cy="2129814"/>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381000" y="1411553"/>
            <a:ext cx="4114800"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380999" y="2174875"/>
            <a:ext cx="41148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981" y="1411553"/>
            <a:ext cx="4117019"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174875"/>
            <a:ext cx="4117974"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Title and Content">
    <p:bg bwMode="black">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Title and Content">
    <p:bg bwMode="black">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0" y="6238875"/>
            <a:ext cx="9144001" cy="619125"/>
          </a:xfrm>
          <a:solidFill>
            <a:srgbClr val="FFFF99"/>
          </a:solidFill>
        </p:spPr>
        <p:txBody>
          <a:bodyPr lIns="152394" tIns="76197" rIns="152394" bIns="76197" anchor="b">
            <a:noAutofit/>
          </a:bodyPr>
          <a:lstStyle>
            <a:lvl1pPr algn="r">
              <a:buFont typeface="Arial" pitchFamily="34" charset="0"/>
              <a:buNone/>
              <a:defRPr>
                <a:solidFill>
                  <a:srgbClr val="000000"/>
                </a:solidFill>
                <a:effectLst/>
                <a:latin typeface="Segoe Semibold" pitchFamily="34" charset="0"/>
              </a:defRPr>
            </a:lvl1pPr>
          </a:lstStyle>
          <a:p>
            <a:pPr lvl="0"/>
            <a:r>
              <a:rPr lang="en-US" smtClean="0"/>
              <a:t>Click to edit Master text styles</a:t>
            </a: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4" name="TextBox 3"/>
          <p:cNvSpPr txBox="1"/>
          <p:nvPr/>
        </p:nvSpPr>
        <p:spPr>
          <a:xfrm>
            <a:off x="0" y="6581775"/>
            <a:ext cx="9144000" cy="276225"/>
          </a:xfrm>
          <a:prstGeom prst="rect">
            <a:avLst/>
          </a:prstGeom>
          <a:noFill/>
        </p:spPr>
        <p:txBody>
          <a:bodyPr>
            <a:spAutoFit/>
          </a:bodyPr>
          <a:lstStyle/>
          <a:p>
            <a:pPr algn="ctr" fontAlgn="auto">
              <a:spcBef>
                <a:spcPts val="0"/>
              </a:spcBef>
              <a:spcAft>
                <a:spcPts val="0"/>
              </a:spcAft>
              <a:defRPr/>
            </a:pPr>
            <a:r>
              <a:rPr lang="en-US" sz="1200" dirty="0">
                <a:latin typeface="+mn-lt"/>
              </a:rPr>
              <a:t>Microsoft Confidential – Presented under NDA</a:t>
            </a:r>
            <a:endParaRPr lang="en-US" sz="1200" dirty="0">
              <a:latin typeface="+mn-lt"/>
            </a:endParaRPr>
          </a:p>
        </p:txBody>
      </p:sp>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a:xfrm>
            <a:off x="381000" y="1412875"/>
            <a:ext cx="8382000" cy="4911725"/>
          </a:xfrm>
        </p:spPr>
        <p:txBody>
          <a:bodyPr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C01962C9-8245-48E0-A10D-FB94A68F32E9}" type="datetime1">
              <a:rPr lang="en-US"/>
              <a:pPr>
                <a:defRPr/>
              </a:pPr>
              <a:t>2/22/2009</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defRPr>
            </a:lvl1pPr>
          </a:lstStyle>
          <a:p>
            <a:pPr>
              <a:defRPr/>
            </a:pPr>
            <a:r>
              <a:rPr lang="en-US"/>
              <a:t>Microsoft Confidential</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pPr>
              <a:defRPr/>
            </a:pPr>
            <a:fld id="{5E83479C-62C3-4AE9-A72D-02157C8356C7}"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722313" y="1905000"/>
            <a:ext cx="8040688" cy="193899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20135" y="1905001"/>
            <a:ext cx="7681913" cy="1523495"/>
          </a:xfrm>
        </p:spPr>
        <p:txBody>
          <a:bodyPr>
            <a:noAutofit/>
          </a:bodyPr>
          <a:lstStyle>
            <a:lvl1pPr>
              <a:lnSpc>
                <a:spcPct val="90000"/>
              </a:lnSpc>
              <a:defRPr sz="4400" b="1"/>
            </a:lvl1pPr>
          </a:lstStyle>
          <a:p>
            <a:r>
              <a:rPr lang="en-US" smtClean="0"/>
              <a:t>Click to edit Master title style</a:t>
            </a:r>
            <a:endParaRPr lang="en-US" dirty="0"/>
          </a:p>
        </p:txBody>
      </p:sp>
      <p:sp>
        <p:nvSpPr>
          <p:cNvPr id="3" name="Subtitle 2"/>
          <p:cNvSpPr>
            <a:spLocks noGrp="1"/>
          </p:cNvSpPr>
          <p:nvPr>
            <p:ph type="subTitle" idx="1"/>
          </p:nvPr>
        </p:nvSpPr>
        <p:spPr>
          <a:xfrm>
            <a:off x="4945954" y="4038600"/>
            <a:ext cx="3456094" cy="914400"/>
          </a:xfrm>
        </p:spPr>
        <p:txBody>
          <a:bodyPr>
            <a:noAutofit/>
          </a:bodyPr>
          <a:lstStyle>
            <a:lvl1pPr marL="457200" indent="-457200" algn="l">
              <a:lnSpc>
                <a:spcPct val="75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Click to edit Master subtitle style</a:t>
            </a:r>
            <a:endParaRPr lang="en-US" dirty="0"/>
          </a:p>
        </p:txBody>
      </p:sp>
      <p:sp>
        <p:nvSpPr>
          <p:cNvPr id="7" name="Text Placeholder 6"/>
          <p:cNvSpPr>
            <a:spLocks noGrp="1"/>
          </p:cNvSpPr>
          <p:nvPr>
            <p:ph type="body" sz="quarter" idx="10"/>
          </p:nvPr>
        </p:nvSpPr>
        <p:spPr>
          <a:xfrm>
            <a:off x="4945954" y="5486400"/>
            <a:ext cx="3456094" cy="838200"/>
          </a:xfrm>
        </p:spPr>
        <p:txBody>
          <a:bodyPr>
            <a:noAutofit/>
          </a:bodyPr>
          <a:lstStyle>
            <a:lvl1pPr marL="457200" indent="-457200" algn="l" defTabSz="914363" rtl="0" eaLnBrk="1" latinLnBrk="0" hangingPunct="1">
              <a:lnSpc>
                <a:spcPct val="75000"/>
              </a:lnSpc>
              <a:spcBef>
                <a:spcPts val="0"/>
              </a:spcBef>
              <a:spcAft>
                <a:spcPts val="0"/>
              </a:spcAft>
              <a:buFont typeface="Arial" pitchFamily="34" charset="0"/>
              <a:buNone/>
              <a:tabLst>
                <a:tab pos="457200" algn="l"/>
              </a:tabLst>
              <a:defRPr lang="en-US" sz="3000" kern="1200" dirty="0">
                <a:solidFill>
                  <a:schemeClr val="tx1">
                    <a:tint val="75000"/>
                  </a:schemeClr>
                </a:solidFill>
                <a:latin typeface="+mn-lt"/>
                <a:ea typeface="+mn-ea"/>
                <a:cs typeface="+mn-cs"/>
                <a:sym typeface="Wingdings"/>
              </a:defRPr>
            </a:lvl1pPr>
          </a:lstStyle>
          <a:p>
            <a:pPr lvl="0"/>
            <a:r>
              <a:rPr lang="en-US" dirty="0" smtClean="0"/>
              <a:t>Click to edit Master text styles</a:t>
            </a:r>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Demo, Video etc. &quot;special&quot; slides">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45954" y="4038600"/>
            <a:ext cx="3456094" cy="914400"/>
          </a:xfrm>
        </p:spPr>
        <p:txBody>
          <a:bodyPr anchorCtr="0">
            <a:noAutofit/>
          </a:bodyPr>
          <a:lstStyle>
            <a:lvl1pPr>
              <a:lnSpc>
                <a:spcPct val="78000"/>
              </a:lnSpc>
              <a:spcBef>
                <a:spcPts val="0"/>
              </a:spcBef>
              <a:spcAft>
                <a:spcPts val="0"/>
              </a:spcAft>
              <a:defRPr sz="4000"/>
            </a:lvl1pPr>
          </a:lstStyle>
          <a:p>
            <a:r>
              <a:rPr lang="en-US" smtClean="0"/>
              <a:t>Click to edit Master title style</a:t>
            </a:r>
            <a:endParaRPr lang="en-US" dirty="0"/>
          </a:p>
        </p:txBody>
      </p:sp>
      <p:sp>
        <p:nvSpPr>
          <p:cNvPr id="3" name="Subtitle 2"/>
          <p:cNvSpPr>
            <a:spLocks noGrp="1"/>
          </p:cNvSpPr>
          <p:nvPr>
            <p:ph type="subTitle" idx="1"/>
          </p:nvPr>
        </p:nvSpPr>
        <p:spPr>
          <a:xfrm>
            <a:off x="4945954" y="5334001"/>
            <a:ext cx="3456094" cy="1066799"/>
          </a:xfrm>
        </p:spPr>
        <p:txBody>
          <a:bodyPr>
            <a:noAutofit/>
          </a:bodyPr>
          <a:lstStyle>
            <a:lvl1pPr marL="457200" indent="-457200" algn="l">
              <a:lnSpc>
                <a:spcPct val="78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Click to edit Master subtitle style</a:t>
            </a:r>
            <a:endParaRPr lang="en-US" dirty="0"/>
          </a:p>
        </p:txBody>
      </p:sp>
      <p:sp>
        <p:nvSpPr>
          <p:cNvPr id="7" name="Text Placeholder 6"/>
          <p:cNvSpPr>
            <a:spLocks noGrp="1"/>
          </p:cNvSpPr>
          <p:nvPr>
            <p:ph type="body" sz="quarter" idx="10"/>
          </p:nvPr>
        </p:nvSpPr>
        <p:spPr>
          <a:xfrm>
            <a:off x="730044" y="1905000"/>
            <a:ext cx="7682119" cy="1384994"/>
          </a:xfrm>
        </p:spPr>
        <p:txBody>
          <a:bodyPr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lvl="0"/>
            <a:r>
              <a:rPr lang="en-US" dirty="0" smtClean="0"/>
              <a:t>Click to edit Master text styles</a:t>
            </a:r>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Demo, Video etc. &quot;special&quot; slides">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45954" y="4038600"/>
            <a:ext cx="3456094" cy="914400"/>
          </a:xfrm>
        </p:spPr>
        <p:txBody>
          <a:bodyPr anchorCtr="0">
            <a:noAutofit/>
          </a:bodyPr>
          <a:lstStyle>
            <a:lvl1pPr>
              <a:lnSpc>
                <a:spcPct val="78000"/>
              </a:lnSpc>
              <a:spcBef>
                <a:spcPts val="0"/>
              </a:spcBef>
              <a:spcAft>
                <a:spcPts val="0"/>
              </a:spcAft>
              <a:defRPr sz="4000"/>
            </a:lvl1pPr>
          </a:lstStyle>
          <a:p>
            <a:r>
              <a:rPr lang="en-US" smtClean="0"/>
              <a:t>Click to edit Master title style</a:t>
            </a:r>
            <a:endParaRPr lang="en-US" dirty="0"/>
          </a:p>
        </p:txBody>
      </p:sp>
      <p:sp>
        <p:nvSpPr>
          <p:cNvPr id="7" name="Text Placeholder 6"/>
          <p:cNvSpPr>
            <a:spLocks noGrp="1"/>
          </p:cNvSpPr>
          <p:nvPr>
            <p:ph type="body" sz="quarter" idx="10"/>
          </p:nvPr>
        </p:nvSpPr>
        <p:spPr>
          <a:xfrm>
            <a:off x="730044" y="1905000"/>
            <a:ext cx="7682119" cy="1384994"/>
          </a:xfrm>
        </p:spPr>
        <p:txBody>
          <a:bodyPr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lvl="0"/>
            <a:r>
              <a:rPr lang="en-US" dirty="0" smtClean="0"/>
              <a:t>Click to edit Master text styles</a:t>
            </a:r>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730044" y="1411552"/>
            <a:ext cx="7672003" cy="2053960"/>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itle Placeholder 1"/>
          <p:cNvSpPr>
            <a:spLocks noGrp="1"/>
          </p:cNvSpPr>
          <p:nvPr>
            <p:ph type="title"/>
          </p:nvPr>
        </p:nvSpPr>
        <p:spPr>
          <a:xfrm>
            <a:off x="387054" y="152400"/>
            <a:ext cx="8375946" cy="609398"/>
          </a:xfrm>
          <a:prstGeom prst="rect">
            <a:avLst/>
          </a:prstGeom>
        </p:spPr>
        <p:txBody>
          <a:bodyPr/>
          <a:lstStyle>
            <a:lvl1pPr>
              <a:defRPr/>
            </a:lvl1pPr>
          </a:lstStyle>
          <a:p>
            <a:r>
              <a:rPr lang="en-US" smtClean="0"/>
              <a:t>Click to edit Master title style</a:t>
            </a:r>
            <a:endParaRPr lang="en-US"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_Title and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6" name="Text Placeholder 5"/>
          <p:cNvSpPr>
            <a:spLocks noGrp="1"/>
          </p:cNvSpPr>
          <p:nvPr>
            <p:ph type="body" sz="quarter" idx="10"/>
          </p:nvPr>
        </p:nvSpPr>
        <p:spPr>
          <a:xfrm>
            <a:off x="730044" y="1411553"/>
            <a:ext cx="7672004" cy="1994841"/>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idx="1"/>
          </p:nvPr>
        </p:nvSpPr>
        <p:spPr>
          <a:xfrm>
            <a:off x="730044" y="1412875"/>
            <a:ext cx="7681532" cy="22385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sz="half" idx="1"/>
          </p:nvPr>
        </p:nvSpPr>
        <p:spPr>
          <a:xfrm>
            <a:off x="730045" y="1411554"/>
            <a:ext cx="3670461" cy="1981376"/>
          </a:xfrm>
        </p:spPr>
        <p:txBody>
          <a:bodyPr/>
          <a:lstStyle>
            <a:lvl1pPr marL="339976" indent="-339976">
              <a:lnSpc>
                <a:spcPct val="78000"/>
              </a:lnSpc>
              <a:defRPr sz="2800"/>
            </a:lvl1pPr>
            <a:lvl2pPr marL="673338" indent="-325424">
              <a:lnSpc>
                <a:spcPct val="78000"/>
              </a:lnSpc>
              <a:defRPr sz="2400"/>
            </a:lvl2pPr>
            <a:lvl3pPr marL="953785" indent="-288384">
              <a:lnSpc>
                <a:spcPct val="78000"/>
              </a:lnSpc>
              <a:defRPr sz="2000"/>
            </a:lvl3pPr>
            <a:lvl4pPr marL="1227618" indent="-273833">
              <a:lnSpc>
                <a:spcPct val="78000"/>
              </a:lnSpc>
              <a:defRPr sz="1800"/>
            </a:lvl4pPr>
            <a:lvl5pPr marL="1516002" indent="-280447">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86330" y="1411554"/>
            <a:ext cx="3725246" cy="1981376"/>
          </a:xfrm>
        </p:spPr>
        <p:txBody>
          <a:bodyPr/>
          <a:lstStyle>
            <a:lvl1pPr marL="347914" indent="-347914">
              <a:lnSpc>
                <a:spcPct val="78000"/>
              </a:lnSpc>
              <a:defRPr sz="2800"/>
            </a:lvl1pPr>
            <a:lvl2pPr marL="673338" indent="-339976">
              <a:lnSpc>
                <a:spcPct val="78000"/>
              </a:lnSpc>
              <a:defRPr sz="2400"/>
            </a:lvl2pPr>
            <a:lvl3pPr marL="961722" indent="-302936">
              <a:lnSpc>
                <a:spcPct val="78000"/>
              </a:lnSpc>
              <a:defRPr sz="2000"/>
            </a:lvl3pPr>
            <a:lvl4pPr marL="1227618" indent="-265896">
              <a:lnSpc>
                <a:spcPct val="78000"/>
              </a:lnSpc>
              <a:defRPr sz="1800"/>
            </a:lvl4pPr>
            <a:lvl5pPr marL="1516002" indent="-273833">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730045" y="1411553"/>
            <a:ext cx="3670461" cy="600164"/>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30044" y="2174876"/>
            <a:ext cx="3670461" cy="1464503"/>
          </a:xfrm>
        </p:spPr>
        <p:txBody>
          <a:bodyPr/>
          <a:lstStyle>
            <a:lvl1pPr marL="281770" indent="-281770">
              <a:lnSpc>
                <a:spcPct val="78000"/>
              </a:lnSpc>
              <a:defRPr sz="2300"/>
            </a:lvl1pPr>
            <a:lvl2pPr marL="562218" indent="-265896">
              <a:lnSpc>
                <a:spcPct val="78000"/>
              </a:lnSpc>
              <a:defRPr sz="2000"/>
            </a:lvl2pPr>
            <a:lvl3pPr marL="813562" indent="-243407">
              <a:lnSpc>
                <a:spcPct val="78000"/>
              </a:lnSpc>
              <a:defRPr sz="1800"/>
            </a:lvl3pPr>
            <a:lvl4pPr marL="1050354" indent="-228856">
              <a:lnSpc>
                <a:spcPct val="78000"/>
              </a:lnSpc>
              <a:defRPr sz="1700"/>
            </a:lvl4pPr>
            <a:lvl5pPr marL="1279210" indent="-206367">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43495" y="1411553"/>
            <a:ext cx="3658553" cy="600164"/>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43495" y="2174876"/>
            <a:ext cx="3668081" cy="1464503"/>
          </a:xfrm>
        </p:spPr>
        <p:txBody>
          <a:bodyPr/>
          <a:lstStyle>
            <a:lvl1pPr marL="296321" indent="-296321">
              <a:lnSpc>
                <a:spcPct val="78000"/>
              </a:lnSpc>
              <a:defRPr sz="2300"/>
            </a:lvl1pPr>
            <a:lvl2pPr marL="570155" indent="-273833">
              <a:lnSpc>
                <a:spcPct val="78000"/>
              </a:lnSpc>
              <a:defRPr sz="2000"/>
            </a:lvl2pPr>
            <a:lvl3pPr marL="821499" indent="-244730">
              <a:lnSpc>
                <a:spcPct val="78000"/>
              </a:lnSpc>
              <a:defRPr sz="1800"/>
            </a:lvl3pPr>
            <a:lvl4pPr marL="1050354" indent="-236793">
              <a:lnSpc>
                <a:spcPct val="78000"/>
              </a:lnSpc>
              <a:defRPr sz="1700"/>
            </a:lvl4pPr>
            <a:lvl5pPr marL="1279210" indent="-220919">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ltGray">
      <p:bgPr>
        <a:blipFill dpi="0" rotWithShape="0">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4"/>
            <a:ext cx="8382000" cy="1892249"/>
          </a:xfrm>
        </p:spPr>
        <p:txBody>
          <a:bodyPr/>
          <a:lstStyle>
            <a:lvl1pPr marL="401638" indent="-401638">
              <a:spcAft>
                <a:spcPts val="0"/>
              </a:spcAft>
              <a:buClr>
                <a:schemeClr val="tx1"/>
              </a:buClr>
              <a:buSzPct val="70000"/>
              <a:buFont typeface="Wingdings" pitchFamily="2" charset="2"/>
              <a:buChar char="l"/>
              <a:defRPr/>
            </a:lvl1pPr>
            <a:lvl2pPr marL="858838" indent="-401638">
              <a:buClr>
                <a:schemeClr val="tx1"/>
              </a:buClr>
              <a:buSzPct val="70000"/>
              <a:buFont typeface="Wingdings" pitchFamily="2" charset="2"/>
              <a:buChar char="l"/>
              <a:defRPr/>
            </a:lvl2pPr>
            <a:lvl3pPr marL="1260475" indent="-401638">
              <a:buClr>
                <a:schemeClr val="tx1"/>
              </a:buClr>
              <a:buSzPct val="70000"/>
              <a:buFont typeface="Wingdings" pitchFamily="2" charset="2"/>
              <a:buChar char="l"/>
              <a:defRPr/>
            </a:lvl3pPr>
            <a:lvl4pPr marL="1717675" indent="-457200">
              <a:buClr>
                <a:schemeClr val="tx1"/>
              </a:buClr>
              <a:buSzPct val="70000"/>
              <a:buFont typeface="Wingdings" pitchFamily="2" charset="2"/>
              <a:buChar char="l"/>
              <a:defRPr/>
            </a:lvl4pPr>
            <a:lvl5pPr marL="2112963" indent="-395288">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_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1000" y="1411554"/>
            <a:ext cx="8382000" cy="1892249"/>
          </a:xfrm>
        </p:spPr>
        <p:txBody>
          <a:bodyPr/>
          <a:lstStyle>
            <a:lvl1pPr marL="401638" indent="-401638">
              <a:spcAft>
                <a:spcPts val="0"/>
              </a:spcAft>
              <a:buClr>
                <a:schemeClr val="tx1"/>
              </a:buClr>
              <a:buSzPct val="70000"/>
              <a:buFont typeface="Wingdings" pitchFamily="2" charset="2"/>
              <a:buChar char="l"/>
              <a:defRPr/>
            </a:lvl1pPr>
            <a:lvl2pPr marL="914400" indent="-457200">
              <a:buClr>
                <a:schemeClr val="tx1"/>
              </a:buClr>
              <a:buSzPct val="70000"/>
              <a:buFont typeface="Wingdings" pitchFamily="2" charset="2"/>
              <a:buChar char="l"/>
              <a:defRPr/>
            </a:lvl2pPr>
            <a:lvl3pPr marL="1371600" indent="-457200">
              <a:buClr>
                <a:schemeClr val="tx1"/>
              </a:buClr>
              <a:buSzPct val="70000"/>
              <a:buFont typeface="Wingdings" pitchFamily="2" charset="2"/>
              <a:buChar char="l"/>
              <a:defRPr/>
            </a:lvl3pPr>
            <a:lvl4pPr marL="1717675" indent="-346075">
              <a:buClr>
                <a:schemeClr val="tx1"/>
              </a:buClr>
              <a:buSzPct val="70000"/>
              <a:buFont typeface="Wingdings" pitchFamily="2" charset="2"/>
              <a:buChar char="l"/>
              <a:defRPr/>
            </a:lvl4pPr>
            <a:lvl5pPr marL="2057400" indent="-339725">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9144001" cy="619125"/>
          </a:xfrm>
          <a:solidFill>
            <a:srgbClr val="FFFF99"/>
          </a:solidFill>
        </p:spPr>
        <p:txBody>
          <a:bodyPr lIns="152394" tIns="76197" rIns="152394" bIns="76197" anchor="b" anchorCtr="0">
            <a:noAutofit/>
          </a:bodyPr>
          <a:lstStyle>
            <a:lvl1pPr algn="r">
              <a:buFont typeface="Arial" pitchFamily="34" charset="0"/>
              <a:buNone/>
              <a:defRPr>
                <a:solidFill>
                  <a:srgbClr val="000000"/>
                </a:solidFill>
                <a:effectLst/>
                <a:latin typeface="Calibri" pitchFamily="34" charset="0"/>
              </a:defRPr>
            </a:lvl1pPr>
          </a:lstStyle>
          <a:p>
            <a:pPr lvl="0"/>
            <a:r>
              <a:rPr lang="en-US" smtClean="0"/>
              <a:t>Click to edit Master text styles</a:t>
            </a:r>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a:xfrm>
            <a:off x="381000" y="1412875"/>
            <a:ext cx="8382000" cy="4911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5A16C0E5-489C-4719-BE4A-3234841C8617}" type="datetime1">
              <a:rPr lang="en-US"/>
              <a:pPr>
                <a:defRPr/>
              </a:pPr>
              <a:t>2/22/2009</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fontAlgn="auto">
              <a:spcBef>
                <a:spcPts val="0"/>
              </a:spcBef>
              <a:spcAft>
                <a:spcPts val="0"/>
              </a:spcAft>
              <a:defRPr>
                <a:latin typeface="+mn-lt"/>
              </a:defRPr>
            </a:lvl1pPr>
          </a:lstStyle>
          <a:p>
            <a:pPr>
              <a:defRPr/>
            </a:pPr>
            <a:r>
              <a:rPr lang="en-US"/>
              <a:t>Microsoft Confidential</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pPr>
              <a:defRPr/>
            </a:pPr>
            <a:fld id="{A372398C-01FC-43E3-8FCF-9B20F8C61C61}" type="slidenum">
              <a:rPr lang="en-US"/>
              <a:pPr>
                <a:defRPr/>
              </a:pPr>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6" name="Text Placeholder 5"/>
          <p:cNvSpPr>
            <a:spLocks noGrp="1"/>
          </p:cNvSpPr>
          <p:nvPr>
            <p:ph type="body" sz="quarter" idx="10"/>
          </p:nvPr>
        </p:nvSpPr>
        <p:spPr>
          <a:xfrm>
            <a:off x="576072" y="1463040"/>
            <a:ext cx="8001000" cy="1874520"/>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20135" y="1905001"/>
            <a:ext cx="7681913" cy="1523495"/>
          </a:xfrm>
        </p:spPr>
        <p:txBody>
          <a:bodyPr>
            <a:noAutofit/>
          </a:bodyPr>
          <a:lstStyle>
            <a:lvl1pPr>
              <a:lnSpc>
                <a:spcPct val="90000"/>
              </a:lnSpc>
              <a:defRPr sz="4400" b="1"/>
            </a:lvl1pPr>
          </a:lstStyle>
          <a:p>
            <a:r>
              <a:rPr lang="en-US" smtClean="0"/>
              <a:t>Click to edit Master title style</a:t>
            </a:r>
            <a:endParaRPr lang="en-US" dirty="0"/>
          </a:p>
        </p:txBody>
      </p:sp>
      <p:sp>
        <p:nvSpPr>
          <p:cNvPr id="3" name="Subtitle 2"/>
          <p:cNvSpPr>
            <a:spLocks noGrp="1"/>
          </p:cNvSpPr>
          <p:nvPr>
            <p:ph type="subTitle" idx="1"/>
          </p:nvPr>
        </p:nvSpPr>
        <p:spPr>
          <a:xfrm>
            <a:off x="4945954" y="4038600"/>
            <a:ext cx="3456094" cy="914400"/>
          </a:xfrm>
        </p:spPr>
        <p:txBody>
          <a:bodyPr>
            <a:noAutofit/>
          </a:bodyPr>
          <a:lstStyle>
            <a:lvl1pPr marL="457200" indent="-457200" algn="l">
              <a:lnSpc>
                <a:spcPct val="75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Click to edit Master subtitle style</a:t>
            </a:r>
            <a:endParaRPr lang="en-US" dirty="0"/>
          </a:p>
        </p:txBody>
      </p:sp>
      <p:sp>
        <p:nvSpPr>
          <p:cNvPr id="7" name="Text Placeholder 6"/>
          <p:cNvSpPr>
            <a:spLocks noGrp="1"/>
          </p:cNvSpPr>
          <p:nvPr>
            <p:ph type="body" sz="quarter" idx="10"/>
          </p:nvPr>
        </p:nvSpPr>
        <p:spPr>
          <a:xfrm>
            <a:off x="4945954" y="5486400"/>
            <a:ext cx="3456094" cy="838200"/>
          </a:xfrm>
        </p:spPr>
        <p:txBody>
          <a:bodyPr>
            <a:noAutofit/>
          </a:bodyPr>
          <a:lstStyle>
            <a:lvl1pPr marL="457200" indent="-457200" algn="l" defTabSz="914363" rtl="0" eaLnBrk="1" latinLnBrk="0" hangingPunct="1">
              <a:lnSpc>
                <a:spcPct val="75000"/>
              </a:lnSpc>
              <a:spcBef>
                <a:spcPts val="0"/>
              </a:spcBef>
              <a:spcAft>
                <a:spcPts val="0"/>
              </a:spcAft>
              <a:buFont typeface="Arial" pitchFamily="34" charset="0"/>
              <a:buNone/>
              <a:tabLst>
                <a:tab pos="457200" algn="l"/>
              </a:tabLst>
              <a:defRPr lang="en-US" sz="3000" kern="1200" dirty="0">
                <a:solidFill>
                  <a:schemeClr val="tx1">
                    <a:tint val="75000"/>
                  </a:schemeClr>
                </a:solidFill>
                <a:latin typeface="+mn-lt"/>
                <a:ea typeface="+mn-ea"/>
                <a:cs typeface="+mn-cs"/>
                <a:sym typeface="Wingdings"/>
              </a:defRPr>
            </a:lvl1pPr>
          </a:lstStyle>
          <a:p>
            <a:pPr lvl="0"/>
            <a:r>
              <a:rPr lang="en-US" dirty="0" smtClean="0"/>
              <a:t>Click to edit Master text styles</a:t>
            </a:r>
          </a:p>
        </p:txBody>
      </p:sp>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emo, Partner and Customer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45954" y="4038600"/>
            <a:ext cx="3456094" cy="914400"/>
          </a:xfrm>
        </p:spPr>
        <p:txBody>
          <a:bodyPr anchorCtr="0">
            <a:noAutofit/>
          </a:bodyPr>
          <a:lstStyle>
            <a:lvl1pPr>
              <a:lnSpc>
                <a:spcPct val="78000"/>
              </a:lnSpc>
              <a:spcBef>
                <a:spcPts val="0"/>
              </a:spcBef>
              <a:spcAft>
                <a:spcPts val="0"/>
              </a:spcAft>
              <a:defRPr sz="3600"/>
            </a:lvl1pPr>
          </a:lstStyle>
          <a:p>
            <a:r>
              <a:rPr lang="en-US" smtClean="0"/>
              <a:t>Click to edit Master title style</a:t>
            </a:r>
            <a:endParaRPr lang="en-US" dirty="0"/>
          </a:p>
        </p:txBody>
      </p:sp>
      <p:sp>
        <p:nvSpPr>
          <p:cNvPr id="3" name="Subtitle 2"/>
          <p:cNvSpPr>
            <a:spLocks noGrp="1"/>
          </p:cNvSpPr>
          <p:nvPr>
            <p:ph type="subTitle" idx="1"/>
          </p:nvPr>
        </p:nvSpPr>
        <p:spPr>
          <a:xfrm>
            <a:off x="4945954" y="5334001"/>
            <a:ext cx="3456094" cy="1066799"/>
          </a:xfrm>
        </p:spPr>
        <p:txBody>
          <a:bodyPr>
            <a:noAutofit/>
          </a:bodyPr>
          <a:lstStyle>
            <a:lvl1pPr marL="457200" indent="-457200" algn="l">
              <a:lnSpc>
                <a:spcPct val="78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Click to edit Master subtitle style</a:t>
            </a:r>
            <a:endParaRPr lang="en-US" dirty="0"/>
          </a:p>
        </p:txBody>
      </p:sp>
      <p:sp>
        <p:nvSpPr>
          <p:cNvPr id="7" name="Text Placeholder 6"/>
          <p:cNvSpPr>
            <a:spLocks noGrp="1"/>
          </p:cNvSpPr>
          <p:nvPr>
            <p:ph type="body" sz="quarter" idx="10"/>
          </p:nvPr>
        </p:nvSpPr>
        <p:spPr>
          <a:xfrm>
            <a:off x="730044" y="1905000"/>
            <a:ext cx="7682119" cy="1384994"/>
          </a:xfrm>
        </p:spPr>
        <p:txBody>
          <a:bodyPr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lvl="0"/>
            <a:r>
              <a:rPr lang="en-US" dirty="0" smtClean="0"/>
              <a:t>Click to edit Master text styles</a:t>
            </a:r>
          </a:p>
        </p:txBody>
      </p:sp>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Video and Announcing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45954" y="4038600"/>
            <a:ext cx="3456094" cy="914400"/>
          </a:xfrm>
        </p:spPr>
        <p:txBody>
          <a:bodyPr anchorCtr="0">
            <a:noAutofit/>
          </a:bodyPr>
          <a:lstStyle>
            <a:lvl1pPr>
              <a:lnSpc>
                <a:spcPct val="78000"/>
              </a:lnSpc>
              <a:spcBef>
                <a:spcPts val="0"/>
              </a:spcBef>
              <a:spcAft>
                <a:spcPts val="0"/>
              </a:spcAft>
              <a:defRPr sz="3600"/>
            </a:lvl1pPr>
          </a:lstStyle>
          <a:p>
            <a:r>
              <a:rPr lang="en-US" smtClean="0"/>
              <a:t>Click to edit Master title style</a:t>
            </a:r>
            <a:endParaRPr lang="en-US" dirty="0"/>
          </a:p>
        </p:txBody>
      </p:sp>
      <p:sp>
        <p:nvSpPr>
          <p:cNvPr id="7" name="Text Placeholder 6"/>
          <p:cNvSpPr>
            <a:spLocks noGrp="1"/>
          </p:cNvSpPr>
          <p:nvPr>
            <p:ph type="body" sz="quarter" idx="10"/>
          </p:nvPr>
        </p:nvSpPr>
        <p:spPr>
          <a:xfrm>
            <a:off x="730044" y="1905000"/>
            <a:ext cx="7682119" cy="1384994"/>
          </a:xfrm>
        </p:spPr>
        <p:txBody>
          <a:bodyPr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lvl="0"/>
            <a:r>
              <a:rPr lang="en-US" dirty="0" smtClean="0"/>
              <a:t>Click to edit Master text styles</a:t>
            </a:r>
          </a:p>
        </p:txBody>
      </p:sp>
    </p:spTree>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730044" y="1411552"/>
            <a:ext cx="7672003" cy="2053960"/>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itle Placeholder 1"/>
          <p:cNvSpPr>
            <a:spLocks noGrp="1"/>
          </p:cNvSpPr>
          <p:nvPr>
            <p:ph type="title"/>
          </p:nvPr>
        </p:nvSpPr>
        <p:spPr>
          <a:xfrm>
            <a:off x="387054" y="152400"/>
            <a:ext cx="8375946" cy="609398"/>
          </a:xfrm>
          <a:prstGeom prst="rect">
            <a:avLst/>
          </a:prstGeom>
        </p:spPr>
        <p:txBody>
          <a:bodyPr/>
          <a:lstStyle>
            <a:lvl1pPr>
              <a:defRPr/>
            </a:lvl1pPr>
          </a:lstStyle>
          <a:p>
            <a:r>
              <a:rPr lang="en-US" smtClean="0"/>
              <a:t>Click to edit Master title style</a:t>
            </a:r>
            <a:endParaRPr lang="en-US" dirty="0"/>
          </a:p>
        </p:txBody>
      </p:sp>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FUTURE CONTEN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dirty="0" smtClean="0"/>
              <a:t>Click to edit Master title style</a:t>
            </a:r>
            <a:endParaRPr lang="en-US" dirty="0"/>
          </a:p>
        </p:txBody>
      </p:sp>
      <p:sp>
        <p:nvSpPr>
          <p:cNvPr id="6" name="Text Placeholder 5"/>
          <p:cNvSpPr>
            <a:spLocks noGrp="1"/>
          </p:cNvSpPr>
          <p:nvPr>
            <p:ph type="body" sz="quarter" idx="10"/>
          </p:nvPr>
        </p:nvSpPr>
        <p:spPr>
          <a:xfrm>
            <a:off x="730044" y="1411553"/>
            <a:ext cx="7672004" cy="1994841"/>
          </a:xfrm>
        </p:spPr>
        <p:txBody>
          <a:bodyPr/>
          <a:lstStyle>
            <a:lvl1pPr>
              <a:lnSpc>
                <a:spcPct val="78000"/>
              </a:lnSpc>
              <a:defRPr/>
            </a:lvl1pPr>
            <a:lvl2pPr>
              <a:lnSpc>
                <a:spcPct val="78000"/>
              </a:lnSpc>
              <a:buClr>
                <a:srgbClr val="95E3E7"/>
              </a:buClr>
              <a:defRPr/>
            </a:lvl2pPr>
            <a:lvl3pPr>
              <a:lnSpc>
                <a:spcPct val="78000"/>
              </a:lnSpc>
              <a:buClr>
                <a:srgbClr val="95E3E7"/>
              </a:buClr>
              <a:defRPr/>
            </a:lvl3pPr>
            <a:lvl4pPr>
              <a:lnSpc>
                <a:spcPct val="78000"/>
              </a:lnSpc>
              <a:buClr>
                <a:srgbClr val="95E3E7"/>
              </a:buClr>
              <a:defRPr/>
            </a:lvl4pPr>
            <a:lvl5pPr>
              <a:lnSpc>
                <a:spcPct val="78000"/>
              </a:lnSpc>
              <a:buClr>
                <a:srgbClr val="95E3E7"/>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idx="1"/>
          </p:nvPr>
        </p:nvSpPr>
        <p:spPr>
          <a:xfrm>
            <a:off x="730044" y="1412875"/>
            <a:ext cx="7681532" cy="1994841"/>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Content Placeholder 2"/>
          <p:cNvSpPr>
            <a:spLocks noGrp="1"/>
          </p:cNvSpPr>
          <p:nvPr>
            <p:ph sz="half" idx="1"/>
          </p:nvPr>
        </p:nvSpPr>
        <p:spPr>
          <a:xfrm>
            <a:off x="730045" y="1411554"/>
            <a:ext cx="3670461" cy="1981376"/>
          </a:xfrm>
        </p:spPr>
        <p:txBody>
          <a:bodyPr/>
          <a:lstStyle>
            <a:lvl1pPr marL="339976" indent="-339976">
              <a:lnSpc>
                <a:spcPct val="78000"/>
              </a:lnSpc>
              <a:defRPr sz="2800"/>
            </a:lvl1pPr>
            <a:lvl2pPr marL="673338" indent="-325424">
              <a:lnSpc>
                <a:spcPct val="78000"/>
              </a:lnSpc>
              <a:defRPr sz="2400"/>
            </a:lvl2pPr>
            <a:lvl3pPr marL="953785" indent="-288384">
              <a:lnSpc>
                <a:spcPct val="78000"/>
              </a:lnSpc>
              <a:defRPr sz="2000"/>
            </a:lvl3pPr>
            <a:lvl4pPr marL="1227618" indent="-273833">
              <a:lnSpc>
                <a:spcPct val="78000"/>
              </a:lnSpc>
              <a:defRPr sz="1800"/>
            </a:lvl4pPr>
            <a:lvl5pPr marL="1516002" indent="-280447">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86330" y="1411554"/>
            <a:ext cx="3725246" cy="1981376"/>
          </a:xfrm>
        </p:spPr>
        <p:txBody>
          <a:bodyPr/>
          <a:lstStyle>
            <a:lvl1pPr marL="347914" indent="-347914">
              <a:lnSpc>
                <a:spcPct val="78000"/>
              </a:lnSpc>
              <a:defRPr sz="2800"/>
            </a:lvl1pPr>
            <a:lvl2pPr marL="673338" indent="-339976">
              <a:lnSpc>
                <a:spcPct val="78000"/>
              </a:lnSpc>
              <a:defRPr sz="2400"/>
            </a:lvl2pPr>
            <a:lvl3pPr marL="961722" indent="-302936">
              <a:lnSpc>
                <a:spcPct val="78000"/>
              </a:lnSpc>
              <a:defRPr sz="2000"/>
            </a:lvl3pPr>
            <a:lvl4pPr marL="1227618" indent="-265896">
              <a:lnSpc>
                <a:spcPct val="78000"/>
              </a:lnSpc>
              <a:defRPr sz="1800"/>
            </a:lvl4pPr>
            <a:lvl5pPr marL="1516002" indent="-273833">
              <a:lnSpc>
                <a:spcPct val="78000"/>
              </a:lnSpc>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730045" y="1411553"/>
            <a:ext cx="3670461" cy="600164"/>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30044" y="2174876"/>
            <a:ext cx="3670461" cy="1464503"/>
          </a:xfrm>
        </p:spPr>
        <p:txBody>
          <a:bodyPr/>
          <a:lstStyle>
            <a:lvl1pPr marL="281770" indent="-281770">
              <a:lnSpc>
                <a:spcPct val="78000"/>
              </a:lnSpc>
              <a:defRPr sz="2300"/>
            </a:lvl1pPr>
            <a:lvl2pPr marL="562218" indent="-265896">
              <a:lnSpc>
                <a:spcPct val="78000"/>
              </a:lnSpc>
              <a:defRPr sz="2000"/>
            </a:lvl2pPr>
            <a:lvl3pPr marL="813562" indent="-243407">
              <a:lnSpc>
                <a:spcPct val="78000"/>
              </a:lnSpc>
              <a:defRPr sz="1800"/>
            </a:lvl3pPr>
            <a:lvl4pPr marL="1050354" indent="-228856">
              <a:lnSpc>
                <a:spcPct val="78000"/>
              </a:lnSpc>
              <a:defRPr sz="1700"/>
            </a:lvl4pPr>
            <a:lvl5pPr marL="1279210" indent="-206367">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43495" y="1411553"/>
            <a:ext cx="3658553" cy="600164"/>
          </a:xfrm>
        </p:spPr>
        <p:txBody>
          <a:bodyPr anchor="b"/>
          <a:lstStyle>
            <a:lvl1pPr marL="0" indent="0">
              <a:lnSpc>
                <a:spcPct val="78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43495" y="2174876"/>
            <a:ext cx="3668081" cy="1464503"/>
          </a:xfrm>
        </p:spPr>
        <p:txBody>
          <a:bodyPr/>
          <a:lstStyle>
            <a:lvl1pPr marL="296321" indent="-296321">
              <a:lnSpc>
                <a:spcPct val="78000"/>
              </a:lnSpc>
              <a:defRPr sz="2300"/>
            </a:lvl1pPr>
            <a:lvl2pPr marL="570155" indent="-273833">
              <a:lnSpc>
                <a:spcPct val="78000"/>
              </a:lnSpc>
              <a:defRPr sz="2000"/>
            </a:lvl2pPr>
            <a:lvl3pPr marL="821499" indent="-244730">
              <a:lnSpc>
                <a:spcPct val="78000"/>
              </a:lnSpc>
              <a:defRPr sz="1800"/>
            </a:lvl3pPr>
            <a:lvl4pPr marL="1050354" indent="-236793">
              <a:lnSpc>
                <a:spcPct val="78000"/>
              </a:lnSpc>
              <a:defRPr sz="1700"/>
            </a:lvl4pPr>
            <a:lvl5pPr marL="1279210" indent="-220919">
              <a:lnSpc>
                <a:spcPct val="78000"/>
              </a:lnSpc>
              <a:defRPr sz="17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Tree>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WALKIN - Prints in GRAYSCALE">
    <p:bg bwMode="ltGray">
      <p:bgPr>
        <a:blipFill dpi="0" rotWithShape="0">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peaker Notes BLACK slide - you must hide i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baseline="0"/>
            </a:lvl1pPr>
          </a:lstStyle>
          <a:p>
            <a:r>
              <a:rPr lang="en-US" dirty="0" smtClean="0"/>
              <a:t>Click to edit Master title style</a:t>
            </a:r>
          </a:p>
        </p:txBody>
      </p:sp>
      <p:sp>
        <p:nvSpPr>
          <p:cNvPr id="6" name="Text Placeholder 5"/>
          <p:cNvSpPr>
            <a:spLocks noGrp="1"/>
          </p:cNvSpPr>
          <p:nvPr>
            <p:ph type="body" sz="quarter" idx="10"/>
          </p:nvPr>
        </p:nvSpPr>
        <p:spPr bwMode="white">
          <a:xfrm>
            <a:off x="381000" y="1411554"/>
            <a:ext cx="8382000" cy="1892249"/>
          </a:xfrm>
        </p:spPr>
        <p:txBody>
          <a:bodyPr/>
          <a:lstStyle>
            <a:lvl1pPr marL="401638" indent="-401638">
              <a:spcAft>
                <a:spcPts val="0"/>
              </a:spcAft>
              <a:buClr>
                <a:schemeClr val="tx1"/>
              </a:buClr>
              <a:buSzPct val="70000"/>
              <a:buFont typeface="Wingdings" pitchFamily="2" charset="2"/>
              <a:buChar char="l"/>
              <a:defRPr/>
            </a:lvl1pPr>
            <a:lvl2pPr marL="793750" indent="-384175">
              <a:buClr>
                <a:schemeClr val="tx1"/>
              </a:buClr>
              <a:buSzPct val="70000"/>
              <a:buFont typeface="Wingdings" pitchFamily="2" charset="2"/>
              <a:buChar char="l"/>
              <a:defRPr/>
            </a:lvl2pPr>
            <a:lvl3pPr marL="1147763" indent="-346075">
              <a:buClr>
                <a:schemeClr val="tx1"/>
              </a:buClr>
              <a:buSzPct val="70000"/>
              <a:buFont typeface="Wingdings" pitchFamily="2" charset="2"/>
              <a:buChar char="l"/>
              <a:defRPr/>
            </a:lvl3pPr>
            <a:lvl4pPr marL="1476375" indent="-328613">
              <a:buClr>
                <a:schemeClr val="tx1"/>
              </a:buClr>
              <a:buSzPct val="70000"/>
              <a:buFont typeface="Wingdings" pitchFamily="2" charset="2"/>
              <a:buChar char="l"/>
              <a:defRPr/>
            </a:lvl4pPr>
            <a:lvl5pPr marL="1812925" indent="-320675">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peaker Notes BLACK slide with Footer - you must hide i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lvl1pPr>
          </a:lstStyle>
          <a:p>
            <a:r>
              <a:rPr lang="en-US" dirty="0" smtClean="0"/>
              <a:t>Click to edit Master title style</a:t>
            </a:r>
            <a:endParaRPr lang="en-US" dirty="0"/>
          </a:p>
        </p:txBody>
      </p:sp>
      <p:sp>
        <p:nvSpPr>
          <p:cNvPr id="6" name="Text Placeholder 5"/>
          <p:cNvSpPr>
            <a:spLocks noGrp="1"/>
          </p:cNvSpPr>
          <p:nvPr>
            <p:ph type="body" sz="quarter" idx="10"/>
          </p:nvPr>
        </p:nvSpPr>
        <p:spPr bwMode="white">
          <a:xfrm>
            <a:off x="381000" y="1411554"/>
            <a:ext cx="8382000" cy="1892249"/>
          </a:xfrm>
        </p:spPr>
        <p:txBody>
          <a:bodyPr/>
          <a:lstStyle>
            <a:lvl1pPr marL="401638" indent="-401638">
              <a:spcAft>
                <a:spcPts val="0"/>
              </a:spcAft>
              <a:buClr>
                <a:schemeClr val="tx1"/>
              </a:buClr>
              <a:buSzPct val="70000"/>
              <a:buFont typeface="Wingdings" pitchFamily="2" charset="2"/>
              <a:buChar char="l"/>
              <a:defRPr/>
            </a:lvl1pPr>
            <a:lvl2pPr marL="801688" indent="-392113">
              <a:buClr>
                <a:schemeClr val="tx1"/>
              </a:buClr>
              <a:buSzPct val="70000"/>
              <a:buFont typeface="Wingdings" pitchFamily="2" charset="2"/>
              <a:buChar char="l"/>
              <a:defRPr/>
            </a:lvl2pPr>
            <a:lvl3pPr marL="1155700" indent="-346075">
              <a:buClr>
                <a:schemeClr val="tx1"/>
              </a:buClr>
              <a:buSzPct val="70000"/>
              <a:buFont typeface="Wingdings" pitchFamily="2" charset="2"/>
              <a:buChar char="l"/>
              <a:defRPr/>
            </a:lvl3pPr>
            <a:lvl4pPr marL="1476375" indent="-312738">
              <a:buClr>
                <a:schemeClr val="tx1"/>
              </a:buClr>
              <a:buSzPct val="70000"/>
              <a:buFont typeface="Wingdings" pitchFamily="2" charset="2"/>
              <a:buChar char="l"/>
              <a:defRPr/>
            </a:lvl4pPr>
            <a:lvl5pPr marL="1812925" indent="-320675">
              <a:buClr>
                <a:schemeClr val="tx1"/>
              </a:buClr>
              <a:buSzPct val="70000"/>
              <a:buFont typeface="Wingdings" pitchFamily="2" charset="2"/>
              <a:buChar char="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9144001" cy="619125"/>
          </a:xfrm>
          <a:solidFill>
            <a:srgbClr val="FFFF99"/>
          </a:solidFill>
        </p:spPr>
        <p:txBody>
          <a:bodyPr lIns="152394" tIns="76197" rIns="152394" bIns="76197" anchor="b" anchorCtr="0">
            <a:noAutofit/>
          </a:bodyPr>
          <a:lstStyle>
            <a:lvl1pPr algn="r">
              <a:buFont typeface="Arial" pitchFamily="34" charset="0"/>
              <a:buNone/>
              <a:defRPr>
                <a:solidFill>
                  <a:srgbClr val="000000"/>
                </a:solidFill>
                <a:effectLst/>
                <a:latin typeface="Calibri" pitchFamily="34" charset="0"/>
              </a:defRPr>
            </a:lvl1pPr>
          </a:lstStyle>
          <a:p>
            <a:pPr lvl="0"/>
            <a:r>
              <a:rPr lang="en-US" smtClean="0"/>
              <a:t>Click to edit Master text styles</a:t>
            </a:r>
          </a:p>
        </p:txBody>
      </p:sp>
    </p:spTree>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a:xfrm>
            <a:off x="381000" y="1412875"/>
            <a:ext cx="8382000" cy="4911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1_Demo, Video etc. &quot;special&quot; slides">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45954" y="4038600"/>
            <a:ext cx="3456094" cy="914400"/>
          </a:xfrm>
        </p:spPr>
        <p:txBody>
          <a:bodyPr anchorCtr="0">
            <a:noAutofit/>
          </a:bodyPr>
          <a:lstStyle>
            <a:lvl1pPr>
              <a:lnSpc>
                <a:spcPct val="78000"/>
              </a:lnSpc>
              <a:spcBef>
                <a:spcPts val="0"/>
              </a:spcBef>
              <a:spcAft>
                <a:spcPts val="0"/>
              </a:spcAft>
              <a:defRPr sz="4000"/>
            </a:lvl1pPr>
          </a:lstStyle>
          <a:p>
            <a:r>
              <a:rPr lang="en-US" smtClean="0"/>
              <a:t>Click to edit Master title style</a:t>
            </a:r>
            <a:endParaRPr lang="en-US" dirty="0"/>
          </a:p>
        </p:txBody>
      </p:sp>
      <p:sp>
        <p:nvSpPr>
          <p:cNvPr id="3" name="Subtitle 2"/>
          <p:cNvSpPr>
            <a:spLocks noGrp="1"/>
          </p:cNvSpPr>
          <p:nvPr>
            <p:ph type="subTitle" idx="1"/>
          </p:nvPr>
        </p:nvSpPr>
        <p:spPr>
          <a:xfrm>
            <a:off x="4945954" y="5334001"/>
            <a:ext cx="3456094" cy="1066799"/>
          </a:xfrm>
        </p:spPr>
        <p:txBody>
          <a:bodyPr>
            <a:noAutofit/>
          </a:bodyPr>
          <a:lstStyle>
            <a:lvl1pPr marL="457200" indent="-457200" algn="l">
              <a:lnSpc>
                <a:spcPct val="78000"/>
              </a:lnSpc>
              <a:spcBef>
                <a:spcPts val="0"/>
              </a:spcBef>
              <a:spcAft>
                <a:spcPts val="0"/>
              </a:spcAft>
              <a:buNone/>
              <a:tabLst>
                <a:tab pos="457200" algn="l"/>
              </a:tabLst>
              <a:defRPr sz="3000">
                <a:solidFill>
                  <a:schemeClr val="tx1">
                    <a:tint val="75000"/>
                  </a:schemeClr>
                </a:solidFill>
                <a:sym typeface="Wingding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dirty="0" smtClean="0"/>
              <a:t>Click to edit Master subtitle style</a:t>
            </a:r>
            <a:endParaRPr lang="en-US" dirty="0"/>
          </a:p>
        </p:txBody>
      </p:sp>
      <p:sp>
        <p:nvSpPr>
          <p:cNvPr id="7" name="Text Placeholder 6"/>
          <p:cNvSpPr>
            <a:spLocks noGrp="1"/>
          </p:cNvSpPr>
          <p:nvPr>
            <p:ph type="body" sz="quarter" idx="10"/>
          </p:nvPr>
        </p:nvSpPr>
        <p:spPr>
          <a:xfrm>
            <a:off x="730044" y="1905000"/>
            <a:ext cx="7682119" cy="1384994"/>
          </a:xfrm>
        </p:spPr>
        <p:txBody>
          <a:bodyPr anchor="t" anchorCtr="0">
            <a:noAutofit/>
            <a:scene3d>
              <a:camera prst="orthographicFront"/>
              <a:lightRig rig="flat" dir="t"/>
            </a:scene3d>
            <a:sp3d>
              <a:contourClr>
                <a:srgbClr val="F4A234"/>
              </a:contourClr>
            </a:sp3d>
          </a:bodyPr>
          <a:lstStyle>
            <a:lvl1pPr marL="0" indent="0" algn="l">
              <a:buFont typeface="Arial" pitchFamily="34" charset="0"/>
              <a:buNone/>
              <a:defRPr kumimoji="0" lang="en-US" sz="10000" b="0" i="0" u="none" strike="noStrike" kern="1200" cap="none" spc="-642" normalizeH="0" baseline="0" noProof="0" dirty="0" smtClean="0">
                <a:ln w="11430"/>
                <a:gradFill>
                  <a:gsLst>
                    <a:gs pos="62000">
                      <a:schemeClr val="tx1"/>
                    </a:gs>
                    <a:gs pos="88000">
                      <a:schemeClr val="tx1"/>
                    </a:gs>
                  </a:gsLst>
                  <a:lin ang="5400000"/>
                </a:gradFill>
                <a:effectLst/>
                <a:uLnTx/>
                <a:uFillTx/>
                <a:latin typeface="Calibri" pitchFamily="34" charset="0"/>
                <a:ea typeface="+mn-ea"/>
                <a:cs typeface="+mn-cs"/>
              </a:defRPr>
            </a:lvl1pPr>
          </a:lstStyle>
          <a:p>
            <a:pPr lvl="0"/>
            <a:r>
              <a:rPr lang="en-US" dirty="0" smtClean="0"/>
              <a:t>Click to edit Master text styles</a:t>
            </a:r>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fontAlgn="auto">
              <a:spcBef>
                <a:spcPts val="0"/>
              </a:spcBef>
              <a:spcAft>
                <a:spcPts val="0"/>
              </a:spcAft>
              <a:defRPr>
                <a:latin typeface="+mn-lt"/>
              </a:defRPr>
            </a:lvl1pPr>
          </a:lstStyle>
          <a:p>
            <a:pPr>
              <a:defRPr/>
            </a:pPr>
            <a:fld id="{B482994A-2F1E-44D6-8A91-278DCAD7232F}" type="datetime1">
              <a:rPr lang="en-US"/>
              <a:pPr>
                <a:defRPr/>
              </a:pPr>
              <a:t>2/22/2009</a:t>
            </a:fld>
            <a:endParaRPr lang="en-US"/>
          </a:p>
        </p:txBody>
      </p:sp>
      <p:sp>
        <p:nvSpPr>
          <p:cNvPr id="5" name="Slide Number Placeholder 5"/>
          <p:cNvSpPr>
            <a:spLocks noGrp="1"/>
          </p:cNvSpPr>
          <p:nvPr>
            <p:ph type="sldNum" sz="quarter" idx="11"/>
          </p:nvPr>
        </p:nvSpPr>
        <p:spPr>
          <a:xfrm>
            <a:off x="6553200" y="6356350"/>
            <a:ext cx="2133600" cy="365125"/>
          </a:xfrm>
          <a:prstGeom prst="rect">
            <a:avLst/>
          </a:prstGeom>
        </p:spPr>
        <p:txBody>
          <a:bodyPr/>
          <a:lstStyle>
            <a:lvl1pPr fontAlgn="auto">
              <a:spcBef>
                <a:spcPts val="0"/>
              </a:spcBef>
              <a:spcAft>
                <a:spcPts val="0"/>
              </a:spcAft>
              <a:defRPr>
                <a:latin typeface="+mn-lt"/>
              </a:defRPr>
            </a:lvl1pPr>
          </a:lstStyle>
          <a:p>
            <a:pPr>
              <a:defRPr/>
            </a:pPr>
            <a:fld id="{E0C24E25-79C3-4939-B9F2-B16B46081D1C}" type="slidenum">
              <a:rPr lang="en-US"/>
              <a:pPr>
                <a:defRPr/>
              </a:pPr>
              <a:t>‹#›</a:t>
            </a:fld>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eveloper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dirty="0" smtClean="0"/>
              <a:t>Click to edit Master title style</a:t>
            </a:r>
            <a:endParaRPr lang="en-US" dirty="0"/>
          </a:p>
        </p:txBody>
      </p:sp>
      <p:sp>
        <p:nvSpPr>
          <p:cNvPr id="6" name="Text Placeholder 5"/>
          <p:cNvSpPr>
            <a:spLocks noGrp="1"/>
          </p:cNvSpPr>
          <p:nvPr>
            <p:ph type="body" sz="quarter" idx="10"/>
          </p:nvPr>
        </p:nvSpPr>
        <p:spPr>
          <a:xfrm>
            <a:off x="576072" y="1463040"/>
            <a:ext cx="8001000" cy="1602939"/>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FUTURE - Developer Co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dirty="0" smtClean="0"/>
              <a:t>Click to edit Master title style</a:t>
            </a:r>
            <a:endParaRPr lang="en-US" dirty="0"/>
          </a:p>
        </p:txBody>
      </p:sp>
      <p:sp>
        <p:nvSpPr>
          <p:cNvPr id="6" name="Text Placeholder 5"/>
          <p:cNvSpPr>
            <a:spLocks noGrp="1"/>
          </p:cNvSpPr>
          <p:nvPr>
            <p:ph type="body" sz="quarter" idx="10"/>
          </p:nvPr>
        </p:nvSpPr>
        <p:spPr>
          <a:xfrm>
            <a:off x="576072" y="1463040"/>
            <a:ext cx="8001000" cy="1602939"/>
          </a:xfrm>
        </p:spPr>
        <p:txBody>
          <a:bodyPr/>
          <a:lstStyle>
            <a:lvl1pPr>
              <a:lnSpc>
                <a:spcPct val="78000"/>
              </a:lnSpc>
              <a:defRPr/>
            </a:lvl1pPr>
            <a:lvl2pPr>
              <a:lnSpc>
                <a:spcPct val="78000"/>
              </a:lnSpc>
              <a:defRPr/>
            </a:lvl2pPr>
            <a:lvl3pPr>
              <a:lnSpc>
                <a:spcPct val="78000"/>
              </a:lnSpc>
              <a:defRPr/>
            </a:lvl3pPr>
            <a:lvl4pPr>
              <a:lnSpc>
                <a:spcPct val="78000"/>
              </a:lnSpc>
              <a:defRPr/>
            </a:lvl4pPr>
            <a:lvl5pPr>
              <a:lnSpc>
                <a:spcPct val="78000"/>
              </a:lnSpc>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14.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5.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4.xml"/><Relationship Id="rId1" Type="http://schemas.openxmlformats.org/officeDocument/2006/relationships/slideLayout" Target="../slideLayouts/slideLayout31.xml"/><Relationship Id="rId4" Type="http://schemas.openxmlformats.org/officeDocument/2006/relationships/image" Target="../media/image9.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theme" Target="../theme/theme5.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10" Type="http://schemas.openxmlformats.org/officeDocument/2006/relationships/slideLayout" Target="../slideLayouts/slideLayout41.xml"/><Relationship Id="rId19" Type="http://schemas.openxmlformats.org/officeDocument/2006/relationships/image" Target="../media/image10.jpeg"/><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50.xml"/><Relationship Id="rId1" Type="http://schemas.openxmlformats.org/officeDocument/2006/relationships/slideLayout" Target="../slideLayouts/slideLayout49.xml"/><Relationship Id="rId5" Type="http://schemas.openxmlformats.org/officeDocument/2006/relationships/image" Target="../media/image9.png"/><Relationship Id="rId4" Type="http://schemas.openxmlformats.org/officeDocument/2006/relationships/image" Target="../media/image10.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a:lum/>
          </a:blip>
          <a:srcRect/>
          <a:stretch>
            <a:fillRect l="-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30188"/>
            <a:ext cx="8382000" cy="665162"/>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1027" name="Text Placeholder 2"/>
          <p:cNvSpPr>
            <a:spLocks noGrp="1"/>
          </p:cNvSpPr>
          <p:nvPr>
            <p:ph type="body" idx="1"/>
          </p:nvPr>
        </p:nvSpPr>
        <p:spPr bwMode="auto">
          <a:xfrm>
            <a:off x="381000" y="1412875"/>
            <a:ext cx="8382000" cy="213518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dk1" tx1="lt1" bg2="dk2" tx2="lt2" accent1="accent1" accent2="accent2" accent3="accent3" accent4="accent4" accent5="accent5" accent6="accent6" hlink="hlink" folHlink="folHlink"/>
  <p:sldLayoutIdLst>
    <p:sldLayoutId id="2147483746" r:id="rId1"/>
    <p:sldLayoutId id="2147483745" r:id="rId2"/>
    <p:sldLayoutId id="2147483744" r:id="rId3"/>
    <p:sldLayoutId id="2147483743" r:id="rId4"/>
    <p:sldLayoutId id="2147483742" r:id="rId5"/>
    <p:sldLayoutId id="2147483741" r:id="rId6"/>
    <p:sldLayoutId id="2147483740" r:id="rId7"/>
    <p:sldLayoutId id="2147483739" r:id="rId8"/>
    <p:sldLayoutId id="2147483738" r:id="rId9"/>
    <p:sldLayoutId id="2147483766" r:id="rId10"/>
    <p:sldLayoutId id="2147483767" r:id="rId11"/>
    <p:sldLayoutId id="2147483768" r:id="rId12"/>
    <p:sldLayoutId id="2147483769" r:id="rId13"/>
  </p:sldLayoutIdLst>
  <p:transition>
    <p:fade/>
  </p:transition>
  <p:txStyles>
    <p:titleStyle>
      <a:lvl1pPr algn="l" defTabSz="912813" rtl="0" fontAlgn="base">
        <a:lnSpc>
          <a:spcPct val="90000"/>
        </a:lnSpc>
        <a:spcBef>
          <a:spcPct val="0"/>
        </a:spcBef>
        <a:spcAft>
          <a:spcPct val="0"/>
        </a:spcAft>
        <a:defRPr lang="en-US" sz="4800" kern="1200" spc="-150" dirty="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Segoe" pitchFamily="34" charset="0"/>
          <a:ea typeface="+mn-ea"/>
          <a:cs typeface="Arial" charset="0"/>
        </a:defRPr>
      </a:lvl1pPr>
      <a:lvl2pPr algn="l" defTabSz="912813" rtl="0" fontAlgn="base">
        <a:lnSpc>
          <a:spcPct val="90000"/>
        </a:lnSpc>
        <a:spcBef>
          <a:spcPct val="0"/>
        </a:spcBef>
        <a:spcAft>
          <a:spcPct val="0"/>
        </a:spcAft>
        <a:defRPr sz="4800">
          <a:solidFill>
            <a:schemeClr val="tx1"/>
          </a:solidFill>
          <a:latin typeface="Segoe"/>
          <a:cs typeface="Arial" charset="0"/>
        </a:defRPr>
      </a:lvl2pPr>
      <a:lvl3pPr algn="l" defTabSz="912813" rtl="0" fontAlgn="base">
        <a:lnSpc>
          <a:spcPct val="90000"/>
        </a:lnSpc>
        <a:spcBef>
          <a:spcPct val="0"/>
        </a:spcBef>
        <a:spcAft>
          <a:spcPct val="0"/>
        </a:spcAft>
        <a:defRPr sz="4800">
          <a:solidFill>
            <a:schemeClr val="tx1"/>
          </a:solidFill>
          <a:latin typeface="Segoe"/>
          <a:cs typeface="Arial" charset="0"/>
        </a:defRPr>
      </a:lvl3pPr>
      <a:lvl4pPr algn="l" defTabSz="912813" rtl="0" fontAlgn="base">
        <a:lnSpc>
          <a:spcPct val="90000"/>
        </a:lnSpc>
        <a:spcBef>
          <a:spcPct val="0"/>
        </a:spcBef>
        <a:spcAft>
          <a:spcPct val="0"/>
        </a:spcAft>
        <a:defRPr sz="4800">
          <a:solidFill>
            <a:schemeClr val="tx1"/>
          </a:solidFill>
          <a:latin typeface="Segoe"/>
          <a:cs typeface="Arial" charset="0"/>
        </a:defRPr>
      </a:lvl4pPr>
      <a:lvl5pPr algn="l" defTabSz="912813" rtl="0" fontAlgn="base">
        <a:lnSpc>
          <a:spcPct val="90000"/>
        </a:lnSpc>
        <a:spcBef>
          <a:spcPct val="0"/>
        </a:spcBef>
        <a:spcAft>
          <a:spcPct val="0"/>
        </a:spcAft>
        <a:defRPr sz="4800">
          <a:solidFill>
            <a:schemeClr val="tx1"/>
          </a:solidFill>
          <a:latin typeface="Segoe"/>
          <a:cs typeface="Arial" charset="0"/>
        </a:defRPr>
      </a:lvl5pPr>
      <a:lvl6pPr marL="457200" algn="l" defTabSz="912813" rtl="0" fontAlgn="base">
        <a:lnSpc>
          <a:spcPct val="90000"/>
        </a:lnSpc>
        <a:spcBef>
          <a:spcPct val="0"/>
        </a:spcBef>
        <a:spcAft>
          <a:spcPct val="0"/>
        </a:spcAft>
        <a:defRPr sz="4800">
          <a:solidFill>
            <a:schemeClr val="tx1"/>
          </a:solidFill>
          <a:latin typeface="Segoe"/>
          <a:cs typeface="Arial" charset="0"/>
        </a:defRPr>
      </a:lvl6pPr>
      <a:lvl7pPr marL="914400" algn="l" defTabSz="912813" rtl="0" fontAlgn="base">
        <a:lnSpc>
          <a:spcPct val="90000"/>
        </a:lnSpc>
        <a:spcBef>
          <a:spcPct val="0"/>
        </a:spcBef>
        <a:spcAft>
          <a:spcPct val="0"/>
        </a:spcAft>
        <a:defRPr sz="4800">
          <a:solidFill>
            <a:schemeClr val="tx1"/>
          </a:solidFill>
          <a:latin typeface="Segoe"/>
          <a:cs typeface="Arial" charset="0"/>
        </a:defRPr>
      </a:lvl7pPr>
      <a:lvl8pPr marL="1371600" algn="l" defTabSz="912813" rtl="0" fontAlgn="base">
        <a:lnSpc>
          <a:spcPct val="90000"/>
        </a:lnSpc>
        <a:spcBef>
          <a:spcPct val="0"/>
        </a:spcBef>
        <a:spcAft>
          <a:spcPct val="0"/>
        </a:spcAft>
        <a:defRPr sz="4800">
          <a:solidFill>
            <a:schemeClr val="tx1"/>
          </a:solidFill>
          <a:latin typeface="Segoe"/>
          <a:cs typeface="Arial" charset="0"/>
        </a:defRPr>
      </a:lvl8pPr>
      <a:lvl9pPr marL="1828800" algn="l" defTabSz="912813" rtl="0" fontAlgn="base">
        <a:lnSpc>
          <a:spcPct val="90000"/>
        </a:lnSpc>
        <a:spcBef>
          <a:spcPct val="0"/>
        </a:spcBef>
        <a:spcAft>
          <a:spcPct val="0"/>
        </a:spcAft>
        <a:defRPr sz="4800">
          <a:solidFill>
            <a:schemeClr val="tx1"/>
          </a:solidFill>
          <a:latin typeface="Segoe"/>
          <a:cs typeface="Arial" charset="0"/>
        </a:defRPr>
      </a:lvl9pPr>
    </p:titleStyle>
    <p:bodyStyle>
      <a:lvl1pPr marL="396875" indent="-396875" algn="l" defTabSz="912813" rtl="0" fontAlgn="base">
        <a:lnSpc>
          <a:spcPct val="90000"/>
        </a:lnSpc>
        <a:spcBef>
          <a:spcPct val="20000"/>
        </a:spcBef>
        <a:spcAft>
          <a:spcPct val="0"/>
        </a:spcAft>
        <a:buBlip>
          <a:blip r:embed="rId16"/>
        </a:buBlip>
        <a:defRPr sz="3200" kern="1200">
          <a:solidFill>
            <a:schemeClr val="tx1"/>
          </a:solidFill>
          <a:latin typeface="+mn-lt"/>
          <a:ea typeface="+mn-ea"/>
          <a:cs typeface="+mn-cs"/>
        </a:defRPr>
      </a:lvl1pPr>
      <a:lvl2pPr marL="914400" indent="-396875" algn="l" defTabSz="912813" rtl="0" fontAlgn="base">
        <a:lnSpc>
          <a:spcPct val="90000"/>
        </a:lnSpc>
        <a:spcBef>
          <a:spcPct val="20000"/>
        </a:spcBef>
        <a:spcAft>
          <a:spcPct val="0"/>
        </a:spcAft>
        <a:buBlip>
          <a:blip r:embed="rId17"/>
        </a:buBlip>
        <a:defRPr sz="2800" kern="1200">
          <a:solidFill>
            <a:schemeClr val="tx1"/>
          </a:solidFill>
          <a:latin typeface="+mn-lt"/>
          <a:ea typeface="+mn-ea"/>
          <a:cs typeface="+mn-cs"/>
        </a:defRPr>
      </a:lvl2pPr>
      <a:lvl3pPr marL="1258888" indent="-344488" algn="l" defTabSz="912813" rtl="0" fontAlgn="base">
        <a:lnSpc>
          <a:spcPct val="90000"/>
        </a:lnSpc>
        <a:spcBef>
          <a:spcPct val="20000"/>
        </a:spcBef>
        <a:spcAft>
          <a:spcPct val="0"/>
        </a:spcAft>
        <a:buBlip>
          <a:blip r:embed="rId17"/>
        </a:buBlip>
        <a:defRPr sz="2400" kern="1200">
          <a:solidFill>
            <a:schemeClr val="tx1"/>
          </a:solidFill>
          <a:latin typeface="+mn-lt"/>
          <a:ea typeface="+mn-ea"/>
          <a:cs typeface="+mn-cs"/>
        </a:defRPr>
      </a:lvl3pPr>
      <a:lvl4pPr marL="1604963" indent="-346075" algn="l" defTabSz="912813" rtl="0" fontAlgn="base">
        <a:lnSpc>
          <a:spcPct val="90000"/>
        </a:lnSpc>
        <a:spcBef>
          <a:spcPct val="20000"/>
        </a:spcBef>
        <a:spcAft>
          <a:spcPct val="0"/>
        </a:spcAft>
        <a:buBlip>
          <a:blip r:embed="rId17"/>
        </a:buBlip>
        <a:defRPr sz="2400" kern="1200">
          <a:solidFill>
            <a:schemeClr val="tx1"/>
          </a:solidFill>
          <a:latin typeface="+mn-lt"/>
          <a:ea typeface="+mn-ea"/>
          <a:cs typeface="+mn-cs"/>
        </a:defRPr>
      </a:lvl4pPr>
      <a:lvl5pPr marL="1941513" indent="-336550" algn="l" defTabSz="912813" rtl="0" fontAlgn="base">
        <a:lnSpc>
          <a:spcPct val="90000"/>
        </a:lnSpc>
        <a:spcBef>
          <a:spcPct val="20000"/>
        </a:spcBef>
        <a:spcAft>
          <a:spcPct val="0"/>
        </a:spcAft>
        <a:buBlip>
          <a:blip r:embed="rId17"/>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pic>
        <p:nvPicPr>
          <p:cNvPr id="15362" name="Picture 3" descr="white rectangle.png"/>
          <p:cNvPicPr>
            <a:picLocks noChangeAspect="1"/>
          </p:cNvPicPr>
          <p:nvPr/>
        </p:nvPicPr>
        <p:blipFill>
          <a:blip r:embed="rId4"/>
          <a:srcRect b="10452"/>
          <a:stretch>
            <a:fillRect/>
          </a:stretch>
        </p:blipFill>
        <p:spPr bwMode="auto">
          <a:xfrm>
            <a:off x="0" y="1300163"/>
            <a:ext cx="9144000" cy="5557837"/>
          </a:xfrm>
          <a:prstGeom prst="rect">
            <a:avLst/>
          </a:prstGeom>
          <a:noFill/>
          <a:ln w="9525">
            <a:noFill/>
            <a:miter lim="800000"/>
            <a:headEnd/>
            <a:tailEnd/>
          </a:ln>
        </p:spPr>
      </p:pic>
      <p:sp>
        <p:nvSpPr>
          <p:cNvPr id="2" name="Title Placeholder 1"/>
          <p:cNvSpPr>
            <a:spLocks noGrp="1"/>
          </p:cNvSpPr>
          <p:nvPr>
            <p:ph type="title"/>
          </p:nvPr>
        </p:nvSpPr>
        <p:spPr>
          <a:xfrm>
            <a:off x="381000" y="230188"/>
            <a:ext cx="8382000" cy="665162"/>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15364" name="Text Placeholder 2"/>
          <p:cNvSpPr>
            <a:spLocks noGrp="1"/>
          </p:cNvSpPr>
          <p:nvPr>
            <p:ph type="body" idx="1"/>
          </p:nvPr>
        </p:nvSpPr>
        <p:spPr bwMode="auto">
          <a:xfrm>
            <a:off x="722313" y="1905000"/>
            <a:ext cx="8040687" cy="210820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747" r:id="rId1"/>
  </p:sldLayoutIdLst>
  <p:transition>
    <p:fade/>
  </p:transition>
  <p:txStyles>
    <p:titleStyle>
      <a:lvl1pPr algn="l" defTabSz="912813" rtl="0" fontAlgn="base">
        <a:lnSpc>
          <a:spcPct val="90000"/>
        </a:lnSpc>
        <a:spcBef>
          <a:spcPct val="0"/>
        </a:spcBef>
        <a:spcAft>
          <a:spcPct val="0"/>
        </a:spcAft>
        <a:defRPr lang="en-US" sz="4800" kern="1200" spc="-125" dirty="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Segoe" pitchFamily="34" charset="0"/>
          <a:ea typeface="+mn-ea"/>
          <a:cs typeface="Arial" charset="0"/>
        </a:defRPr>
      </a:lvl1pPr>
      <a:lvl2pPr algn="l" defTabSz="912813" rtl="0" fontAlgn="base">
        <a:lnSpc>
          <a:spcPct val="90000"/>
        </a:lnSpc>
        <a:spcBef>
          <a:spcPct val="0"/>
        </a:spcBef>
        <a:spcAft>
          <a:spcPct val="0"/>
        </a:spcAft>
        <a:defRPr sz="4800">
          <a:solidFill>
            <a:schemeClr val="tx1"/>
          </a:solidFill>
          <a:latin typeface="Segoe"/>
          <a:cs typeface="Arial" charset="0"/>
        </a:defRPr>
      </a:lvl2pPr>
      <a:lvl3pPr algn="l" defTabSz="912813" rtl="0" fontAlgn="base">
        <a:lnSpc>
          <a:spcPct val="90000"/>
        </a:lnSpc>
        <a:spcBef>
          <a:spcPct val="0"/>
        </a:spcBef>
        <a:spcAft>
          <a:spcPct val="0"/>
        </a:spcAft>
        <a:defRPr sz="4800">
          <a:solidFill>
            <a:schemeClr val="tx1"/>
          </a:solidFill>
          <a:latin typeface="Segoe"/>
          <a:cs typeface="Arial" charset="0"/>
        </a:defRPr>
      </a:lvl3pPr>
      <a:lvl4pPr algn="l" defTabSz="912813" rtl="0" fontAlgn="base">
        <a:lnSpc>
          <a:spcPct val="90000"/>
        </a:lnSpc>
        <a:spcBef>
          <a:spcPct val="0"/>
        </a:spcBef>
        <a:spcAft>
          <a:spcPct val="0"/>
        </a:spcAft>
        <a:defRPr sz="4800">
          <a:solidFill>
            <a:schemeClr val="tx1"/>
          </a:solidFill>
          <a:latin typeface="Segoe"/>
          <a:cs typeface="Arial" charset="0"/>
        </a:defRPr>
      </a:lvl4pPr>
      <a:lvl5pPr algn="l" defTabSz="912813" rtl="0" fontAlgn="base">
        <a:lnSpc>
          <a:spcPct val="90000"/>
        </a:lnSpc>
        <a:spcBef>
          <a:spcPct val="0"/>
        </a:spcBef>
        <a:spcAft>
          <a:spcPct val="0"/>
        </a:spcAft>
        <a:defRPr sz="4800">
          <a:solidFill>
            <a:schemeClr val="tx1"/>
          </a:solidFill>
          <a:latin typeface="Segoe"/>
          <a:cs typeface="Arial" charset="0"/>
        </a:defRPr>
      </a:lvl5pPr>
      <a:lvl6pPr marL="457200" algn="l" defTabSz="912813" rtl="0" fontAlgn="base">
        <a:lnSpc>
          <a:spcPct val="90000"/>
        </a:lnSpc>
        <a:spcBef>
          <a:spcPct val="0"/>
        </a:spcBef>
        <a:spcAft>
          <a:spcPct val="0"/>
        </a:spcAft>
        <a:defRPr sz="4800">
          <a:solidFill>
            <a:schemeClr val="tx1"/>
          </a:solidFill>
          <a:latin typeface="Segoe"/>
          <a:cs typeface="Arial" charset="0"/>
        </a:defRPr>
      </a:lvl6pPr>
      <a:lvl7pPr marL="914400" algn="l" defTabSz="912813" rtl="0" fontAlgn="base">
        <a:lnSpc>
          <a:spcPct val="90000"/>
        </a:lnSpc>
        <a:spcBef>
          <a:spcPct val="0"/>
        </a:spcBef>
        <a:spcAft>
          <a:spcPct val="0"/>
        </a:spcAft>
        <a:defRPr sz="4800">
          <a:solidFill>
            <a:schemeClr val="tx1"/>
          </a:solidFill>
          <a:latin typeface="Segoe"/>
          <a:cs typeface="Arial" charset="0"/>
        </a:defRPr>
      </a:lvl7pPr>
      <a:lvl8pPr marL="1371600" algn="l" defTabSz="912813" rtl="0" fontAlgn="base">
        <a:lnSpc>
          <a:spcPct val="90000"/>
        </a:lnSpc>
        <a:spcBef>
          <a:spcPct val="0"/>
        </a:spcBef>
        <a:spcAft>
          <a:spcPct val="0"/>
        </a:spcAft>
        <a:defRPr sz="4800">
          <a:solidFill>
            <a:schemeClr val="tx1"/>
          </a:solidFill>
          <a:latin typeface="Segoe"/>
          <a:cs typeface="Arial" charset="0"/>
        </a:defRPr>
      </a:lvl8pPr>
      <a:lvl9pPr marL="1828800" algn="l" defTabSz="912813" rtl="0" fontAlgn="base">
        <a:lnSpc>
          <a:spcPct val="90000"/>
        </a:lnSpc>
        <a:spcBef>
          <a:spcPct val="0"/>
        </a:spcBef>
        <a:spcAft>
          <a:spcPct val="0"/>
        </a:spcAft>
        <a:defRPr sz="4800">
          <a:solidFill>
            <a:schemeClr val="tx1"/>
          </a:solidFill>
          <a:latin typeface="Segoe"/>
          <a:cs typeface="Arial" charset="0"/>
        </a:defRPr>
      </a:lvl9pPr>
    </p:titleStyle>
    <p:bodyStyle>
      <a:lvl1pPr algn="l" defTabSz="912813" rtl="0" fontAlgn="base">
        <a:lnSpc>
          <a:spcPct val="90000"/>
        </a:lnSpc>
        <a:spcBef>
          <a:spcPct val="20000"/>
        </a:spcBef>
        <a:spcAft>
          <a:spcPct val="0"/>
        </a:spcAft>
        <a:buFont typeface="Arial" charset="0"/>
        <a:defRPr sz="3000" b="1" kern="1200">
          <a:solidFill>
            <a:schemeClr val="tx1"/>
          </a:solidFill>
          <a:latin typeface="Courier New" pitchFamily="49" charset="0"/>
          <a:ea typeface="+mn-ea"/>
          <a:cs typeface="Courier New" pitchFamily="49" charset="0"/>
        </a:defRPr>
      </a:lvl1pPr>
      <a:lvl2pPr marL="384175" indent="-6350" algn="l" defTabSz="912813" rtl="0" fontAlgn="base">
        <a:lnSpc>
          <a:spcPct val="90000"/>
        </a:lnSpc>
        <a:spcBef>
          <a:spcPct val="20000"/>
        </a:spcBef>
        <a:spcAft>
          <a:spcPct val="0"/>
        </a:spcAft>
        <a:buFont typeface="Arial" charset="0"/>
        <a:defRPr sz="2800" b="1" kern="1200">
          <a:solidFill>
            <a:schemeClr val="tx1"/>
          </a:solidFill>
          <a:latin typeface="Courier New" pitchFamily="49" charset="0"/>
          <a:ea typeface="+mn-ea"/>
          <a:cs typeface="Courier New" pitchFamily="49" charset="0"/>
        </a:defRPr>
      </a:lvl2pPr>
      <a:lvl3pPr marL="760413" indent="-6350" algn="l" defTabSz="912813" rtl="0" fontAlgn="base">
        <a:lnSpc>
          <a:spcPct val="90000"/>
        </a:lnSpc>
        <a:spcBef>
          <a:spcPct val="20000"/>
        </a:spcBef>
        <a:spcAft>
          <a:spcPct val="0"/>
        </a:spcAft>
        <a:buFont typeface="Arial" charset="0"/>
        <a:defRPr sz="2400" b="1" kern="1200">
          <a:solidFill>
            <a:schemeClr val="tx1"/>
          </a:solidFill>
          <a:latin typeface="Courier New" pitchFamily="49" charset="0"/>
          <a:ea typeface="+mn-ea"/>
          <a:cs typeface="Courier New" pitchFamily="49" charset="0"/>
        </a:defRPr>
      </a:lvl3pPr>
      <a:lvl4pPr marL="1093788" indent="6350" algn="l" defTabSz="912813" rtl="0" fontAlgn="base">
        <a:lnSpc>
          <a:spcPct val="90000"/>
        </a:lnSpc>
        <a:spcBef>
          <a:spcPct val="20000"/>
        </a:spcBef>
        <a:spcAft>
          <a:spcPct val="0"/>
        </a:spcAft>
        <a:buFont typeface="Arial" charset="0"/>
        <a:defRPr sz="2400" b="1" kern="1200">
          <a:solidFill>
            <a:schemeClr val="tx1"/>
          </a:solidFill>
          <a:latin typeface="Courier New" pitchFamily="49" charset="0"/>
          <a:ea typeface="+mn-ea"/>
          <a:cs typeface="Courier New" pitchFamily="49" charset="0"/>
        </a:defRPr>
      </a:lvl4pPr>
      <a:lvl5pPr marL="1425575" algn="l" defTabSz="912813" rtl="0" fontAlgn="base">
        <a:lnSpc>
          <a:spcPct val="90000"/>
        </a:lnSpc>
        <a:spcBef>
          <a:spcPct val="20000"/>
        </a:spcBef>
        <a:spcAft>
          <a:spcPct val="0"/>
        </a:spcAft>
        <a:buFont typeface="Arial" charset="0"/>
        <a:defRPr sz="2400" b="1" kern="1200">
          <a:solidFill>
            <a:schemeClr val="tx1"/>
          </a:solidFill>
          <a:latin typeface="Courier New" pitchFamily="49" charset="0"/>
          <a:ea typeface="+mn-ea"/>
          <a:cs typeface="Courier New"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8"/>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7350" y="228600"/>
            <a:ext cx="8369300" cy="554038"/>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730250" y="1408113"/>
            <a:ext cx="7672388" cy="1995487"/>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dk1" tx1="lt1" bg2="dk2" tx2="lt2" accent1="accent1" accent2="accent2" accent3="accent3" accent4="accent4" accent5="accent5" accent6="accent6" hlink="hlink" folHlink="folHlink"/>
  <p:sldLayoutIdLst>
    <p:sldLayoutId id="2147483770" r:id="rId1"/>
    <p:sldLayoutId id="2147483771" r:id="rId2"/>
    <p:sldLayoutId id="2147483772" r:id="rId3"/>
    <p:sldLayoutId id="2147483755" r:id="rId4"/>
    <p:sldLayoutId id="2147483773" r:id="rId5"/>
    <p:sldLayoutId id="2147483754" r:id="rId6"/>
    <p:sldLayoutId id="2147483753" r:id="rId7"/>
    <p:sldLayoutId id="2147483752" r:id="rId8"/>
    <p:sldLayoutId id="2147483751" r:id="rId9"/>
    <p:sldLayoutId id="2147483750" r:id="rId10"/>
    <p:sldLayoutId id="2147483774" r:id="rId11"/>
    <p:sldLayoutId id="2147483775" r:id="rId12"/>
    <p:sldLayoutId id="2147483776" r:id="rId13"/>
    <p:sldLayoutId id="2147483749" r:id="rId14"/>
    <p:sldLayoutId id="2147483748" r:id="rId15"/>
    <p:sldLayoutId id="2147483777" r:id="rId16"/>
  </p:sldLayoutIdLst>
  <p:transition>
    <p:fade/>
  </p:transition>
  <p:txStyles>
    <p:titleStyle>
      <a:lvl1pPr algn="l" defTabSz="912813" rtl="0" fontAlgn="base">
        <a:lnSpc>
          <a:spcPct val="90000"/>
        </a:lnSpc>
        <a:spcBef>
          <a:spcPct val="0"/>
        </a:spcBef>
        <a:spcAft>
          <a:spcPct val="0"/>
        </a:spcAft>
        <a:defRPr lang="en-US" sz="4000" kern="1200" spc="-150" dirty="0">
          <a:ln w="3175">
            <a:noFill/>
          </a:ln>
          <a:gradFill flip="none" rotWithShape="1">
            <a:gsLst>
              <a:gs pos="0">
                <a:schemeClr val="tx1"/>
              </a:gs>
              <a:gs pos="86000">
                <a:schemeClr val="tx1"/>
              </a:gs>
            </a:gsLst>
            <a:lin ang="5400000" scaled="0"/>
            <a:tileRect/>
          </a:gradFill>
          <a:latin typeface="+mj-lt"/>
          <a:ea typeface="+mn-ea"/>
          <a:cs typeface="Arial" charset="0"/>
        </a:defRPr>
      </a:lvl1pPr>
      <a:lvl2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2pPr>
      <a:lvl3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3pPr>
      <a:lvl4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4pPr>
      <a:lvl5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5pPr>
      <a:lvl6pPr marL="4572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6pPr>
      <a:lvl7pPr marL="9144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7pPr>
      <a:lvl8pPr marL="13716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8pPr>
      <a:lvl9pPr marL="18288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9pPr>
    </p:titleStyle>
    <p:bodyStyle>
      <a:lvl1pPr algn="l" defTabSz="912813" rtl="0" fontAlgn="base">
        <a:lnSpc>
          <a:spcPct val="78000"/>
        </a:lnSpc>
        <a:spcBef>
          <a:spcPct val="20000"/>
        </a:spcBef>
        <a:spcAft>
          <a:spcPts val="800"/>
        </a:spcAft>
        <a:buFont typeface="Arial" charset="0"/>
        <a:defRPr sz="3200" kern="1200">
          <a:gradFill>
            <a:gsLst>
              <a:gs pos="0">
                <a:schemeClr val="tx1"/>
              </a:gs>
              <a:gs pos="86000">
                <a:schemeClr val="tx1"/>
              </a:gs>
            </a:gsLst>
            <a:lin ang="5400000" scaled="0"/>
          </a:gradFill>
          <a:latin typeface="+mn-lt"/>
          <a:ea typeface="+mn-ea"/>
          <a:cs typeface="+mn-cs"/>
        </a:defRPr>
      </a:lvl1pPr>
      <a:lvl2pPr marL="741363" indent="-393700" algn="l" defTabSz="912813" rtl="0" fontAlgn="base">
        <a:lnSpc>
          <a:spcPct val="78000"/>
        </a:lnSpc>
        <a:spcBef>
          <a:spcPct val="20000"/>
        </a:spcBef>
        <a:spcAft>
          <a:spcPct val="0"/>
        </a:spcAft>
        <a:buClr>
          <a:schemeClr val="tx1"/>
        </a:buClr>
        <a:buSzPct val="90000"/>
        <a:buFont typeface="Wingdings" pitchFamily="2" charset="2"/>
        <a:buChar char=""/>
        <a:defRPr sz="2800" kern="1200">
          <a:gradFill>
            <a:gsLst>
              <a:gs pos="0">
                <a:schemeClr val="tx1"/>
              </a:gs>
              <a:gs pos="86000">
                <a:schemeClr val="tx1"/>
              </a:gs>
            </a:gsLst>
            <a:lin ang="5400000" scaled="0"/>
          </a:gradFill>
          <a:latin typeface="+mn-lt"/>
          <a:ea typeface="+mn-ea"/>
          <a:cs typeface="+mn-cs"/>
        </a:defRPr>
      </a:lvl2pPr>
      <a:lvl3pPr marL="1146175" indent="-404813" algn="l" defTabSz="912813" rtl="0" fontAlgn="base">
        <a:lnSpc>
          <a:spcPct val="78000"/>
        </a:lnSpc>
        <a:spcBef>
          <a:spcPct val="20000"/>
        </a:spcBef>
        <a:spcAft>
          <a:spcPct val="0"/>
        </a:spcAft>
        <a:buClr>
          <a:schemeClr val="tx1"/>
        </a:buClr>
        <a:buSzPct val="90000"/>
        <a:buFont typeface="Wingdings" pitchFamily="2" charset="2"/>
        <a:buChar char=""/>
        <a:defRPr sz="2400" kern="1200">
          <a:gradFill>
            <a:gsLst>
              <a:gs pos="0">
                <a:schemeClr val="tx1"/>
              </a:gs>
              <a:gs pos="86000">
                <a:schemeClr val="tx1"/>
              </a:gs>
            </a:gsLst>
            <a:lin ang="5400000" scaled="0"/>
          </a:gradFill>
          <a:latin typeface="+mn-lt"/>
          <a:ea typeface="+mn-ea"/>
          <a:cs typeface="+mn-cs"/>
        </a:defRPr>
      </a:lvl3pPr>
      <a:lvl4pPr marL="1539875" indent="-393700" algn="l" defTabSz="912813" rtl="0" fontAlgn="base">
        <a:lnSpc>
          <a:spcPct val="78000"/>
        </a:lnSpc>
        <a:spcBef>
          <a:spcPct val="20000"/>
        </a:spcBef>
        <a:spcAft>
          <a:spcPct val="0"/>
        </a:spcAft>
        <a:buClr>
          <a:schemeClr val="tx1"/>
        </a:buClr>
        <a:buSzPct val="90000"/>
        <a:buFont typeface="Wingdings" pitchFamily="2" charset="2"/>
        <a:buChar char=""/>
        <a:defRPr sz="2400" kern="1200">
          <a:gradFill>
            <a:gsLst>
              <a:gs pos="0">
                <a:schemeClr val="tx1"/>
              </a:gs>
              <a:gs pos="86000">
                <a:schemeClr val="tx1"/>
              </a:gs>
            </a:gsLst>
            <a:lin ang="5400000" scaled="0"/>
          </a:gradFill>
          <a:latin typeface="+mn-lt"/>
          <a:ea typeface="+mn-ea"/>
          <a:cs typeface="+mn-cs"/>
        </a:defRPr>
      </a:lvl4pPr>
      <a:lvl5pPr marL="1941513" indent="-401638" algn="l" defTabSz="912813" rtl="0" fontAlgn="base">
        <a:lnSpc>
          <a:spcPct val="78000"/>
        </a:lnSpc>
        <a:spcBef>
          <a:spcPct val="20000"/>
        </a:spcBef>
        <a:spcAft>
          <a:spcPct val="0"/>
        </a:spcAft>
        <a:buClr>
          <a:schemeClr val="tx1"/>
        </a:buClr>
        <a:buSzPct val="90000"/>
        <a:buFont typeface="Wingdings" pitchFamily="2" charset="2"/>
        <a:buChar char=""/>
        <a:defRPr sz="24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3"/>
          <a:srcRect/>
          <a:stretch>
            <a:fillRect/>
          </a:stretch>
        </a:blipFill>
        <a:effectLst/>
      </p:bgPr>
    </p:bg>
    <p:spTree>
      <p:nvGrpSpPr>
        <p:cNvPr id="1" name=""/>
        <p:cNvGrpSpPr/>
        <p:nvPr/>
      </p:nvGrpSpPr>
      <p:grpSpPr>
        <a:xfrm>
          <a:off x="0" y="0"/>
          <a:ext cx="0" cy="0"/>
          <a:chOff x="0" y="0"/>
          <a:chExt cx="0" cy="0"/>
        </a:xfrm>
      </p:grpSpPr>
      <p:pic>
        <p:nvPicPr>
          <p:cNvPr id="34818" name="Picture 4" descr="16-9-coding-white-space.png"/>
          <p:cNvPicPr>
            <a:picLocks noChangeAspect="1"/>
          </p:cNvPicPr>
          <p:nvPr/>
        </p:nvPicPr>
        <p:blipFill>
          <a:blip r:embed="rId4"/>
          <a:srcRect/>
          <a:stretch>
            <a:fillRect/>
          </a:stretch>
        </p:blipFill>
        <p:spPr bwMode="auto">
          <a:xfrm>
            <a:off x="387350" y="1331913"/>
            <a:ext cx="8369300" cy="5526087"/>
          </a:xfrm>
          <a:prstGeom prst="rect">
            <a:avLst/>
          </a:prstGeom>
          <a:noFill/>
          <a:ln w="9525">
            <a:noFill/>
            <a:miter lim="800000"/>
            <a:headEnd/>
            <a:tailEnd/>
          </a:ln>
        </p:spPr>
      </p:pic>
      <p:sp>
        <p:nvSpPr>
          <p:cNvPr id="2" name="Title Placeholder 1"/>
          <p:cNvSpPr>
            <a:spLocks noGrp="1"/>
          </p:cNvSpPr>
          <p:nvPr>
            <p:ph type="title"/>
          </p:nvPr>
        </p:nvSpPr>
        <p:spPr>
          <a:xfrm>
            <a:off x="381000" y="152400"/>
            <a:ext cx="8382000" cy="554038"/>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4820" name="Text Placeholder 2"/>
          <p:cNvSpPr>
            <a:spLocks noGrp="1"/>
          </p:cNvSpPr>
          <p:nvPr>
            <p:ph type="body" idx="1"/>
          </p:nvPr>
        </p:nvSpPr>
        <p:spPr bwMode="auto">
          <a:xfrm>
            <a:off x="573088" y="1460500"/>
            <a:ext cx="8005762" cy="187642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756" r:id="rId1"/>
  </p:sldLayoutIdLst>
  <p:transition>
    <p:fade/>
  </p:transition>
  <p:txStyles>
    <p:titleStyle>
      <a:lvl1pPr algn="l" defTabSz="912813" rtl="0" fontAlgn="base">
        <a:lnSpc>
          <a:spcPct val="90000"/>
        </a:lnSpc>
        <a:spcBef>
          <a:spcPct val="0"/>
        </a:spcBef>
        <a:spcAft>
          <a:spcPct val="0"/>
        </a:spcAft>
        <a:defRPr lang="en-US" sz="4000" kern="1200" spc="-150" dirty="0">
          <a:ln w="3175">
            <a:noFill/>
          </a:ln>
          <a:gradFill>
            <a:gsLst>
              <a:gs pos="0">
                <a:srgbClr val="FFFFFF"/>
              </a:gs>
              <a:gs pos="86000">
                <a:srgbClr val="FFFFFF"/>
              </a:gs>
            </a:gsLst>
            <a:lin ang="5400000" scaled="0"/>
          </a:gradFill>
          <a:latin typeface="+mj-lt"/>
          <a:ea typeface="+mn-ea"/>
          <a:cs typeface="Arial" charset="0"/>
        </a:defRPr>
      </a:lvl1pPr>
      <a:lvl2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2pPr>
      <a:lvl3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3pPr>
      <a:lvl4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4pPr>
      <a:lvl5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5pPr>
      <a:lvl6pPr marL="4572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6pPr>
      <a:lvl7pPr marL="9144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7pPr>
      <a:lvl8pPr marL="13716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8pPr>
      <a:lvl9pPr marL="18288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9pPr>
    </p:titleStyle>
    <p:bodyStyle>
      <a:lvl1pPr algn="l" defTabSz="912813" rtl="0" fontAlgn="base">
        <a:lnSpc>
          <a:spcPct val="90000"/>
        </a:lnSpc>
        <a:spcBef>
          <a:spcPct val="20000"/>
        </a:spcBef>
        <a:spcAft>
          <a:spcPct val="0"/>
        </a:spcAft>
        <a:buFont typeface="Arial" charset="0"/>
        <a:defRPr sz="2800" kern="1200">
          <a:solidFill>
            <a:schemeClr val="tx1"/>
          </a:solidFill>
          <a:latin typeface="Consolas" pitchFamily="49" charset="0"/>
          <a:ea typeface="+mn-ea"/>
          <a:cs typeface="Courier New" pitchFamily="49" charset="0"/>
        </a:defRPr>
      </a:lvl1pPr>
      <a:lvl2pPr marL="384175" indent="-6350" algn="l" defTabSz="912813" rtl="0" fontAlgn="base">
        <a:lnSpc>
          <a:spcPct val="90000"/>
        </a:lnSpc>
        <a:spcBef>
          <a:spcPct val="20000"/>
        </a:spcBef>
        <a:spcAft>
          <a:spcPct val="0"/>
        </a:spcAft>
        <a:buFont typeface="Arial" charset="0"/>
        <a:defRPr sz="2400" kern="1200">
          <a:solidFill>
            <a:schemeClr val="tx1"/>
          </a:solidFill>
          <a:latin typeface="Consolas" pitchFamily="49" charset="0"/>
          <a:ea typeface="+mn-ea"/>
          <a:cs typeface="Courier New" pitchFamily="49" charset="0"/>
        </a:defRPr>
      </a:lvl2pPr>
      <a:lvl3pPr marL="760413" indent="-6350" algn="l" defTabSz="912813" rtl="0" fontAlgn="base">
        <a:lnSpc>
          <a:spcPct val="90000"/>
        </a:lnSpc>
        <a:spcBef>
          <a:spcPct val="20000"/>
        </a:spcBef>
        <a:spcAft>
          <a:spcPct val="0"/>
        </a:spcAft>
        <a:buFont typeface="Arial" charset="0"/>
        <a:defRPr sz="2000" kern="1200">
          <a:solidFill>
            <a:schemeClr val="tx1"/>
          </a:solidFill>
          <a:latin typeface="Consolas" pitchFamily="49" charset="0"/>
          <a:ea typeface="+mn-ea"/>
          <a:cs typeface="Courier New" pitchFamily="49" charset="0"/>
        </a:defRPr>
      </a:lvl3pPr>
      <a:lvl4pPr marL="1093788" indent="6350" algn="l" defTabSz="912813" rtl="0" fontAlgn="base">
        <a:lnSpc>
          <a:spcPct val="90000"/>
        </a:lnSpc>
        <a:spcBef>
          <a:spcPct val="20000"/>
        </a:spcBef>
        <a:spcAft>
          <a:spcPct val="0"/>
        </a:spcAft>
        <a:buFont typeface="Arial" charset="0"/>
        <a:defRPr sz="2000" kern="1200">
          <a:solidFill>
            <a:schemeClr val="tx1"/>
          </a:solidFill>
          <a:latin typeface="Consolas" pitchFamily="49" charset="0"/>
          <a:ea typeface="+mn-ea"/>
          <a:cs typeface="Courier New" pitchFamily="49" charset="0"/>
        </a:defRPr>
      </a:lvl4pPr>
      <a:lvl5pPr marL="1425575" algn="l" defTabSz="912813" rtl="0" fontAlgn="base">
        <a:lnSpc>
          <a:spcPct val="90000"/>
        </a:lnSpc>
        <a:spcBef>
          <a:spcPct val="20000"/>
        </a:spcBef>
        <a:spcAft>
          <a:spcPct val="0"/>
        </a:spcAft>
        <a:buFont typeface="Arial" charset="0"/>
        <a:defRPr sz="2000" kern="1200">
          <a:solidFill>
            <a:schemeClr val="tx1"/>
          </a:solidFill>
          <a:latin typeface="Consolas" pitchFamily="49" charset="0"/>
          <a:ea typeface="+mn-ea"/>
          <a:cs typeface="Courier New"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9"/>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7350" y="152400"/>
            <a:ext cx="8369300" cy="554038"/>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730250" y="1408113"/>
            <a:ext cx="7672388" cy="1995487"/>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dk1" tx1="lt1" bg2="dk2" tx2="lt2" accent1="accent1" accent2="accent2" accent3="accent3" accent4="accent4" accent5="accent5" accent6="accent6" hlink="hlink" folHlink="folHlink"/>
  <p:sldLayoutIdLst>
    <p:sldLayoutId id="2147483778" r:id="rId1"/>
    <p:sldLayoutId id="2147483779" r:id="rId2"/>
    <p:sldLayoutId id="2147483780" r:id="rId3"/>
    <p:sldLayoutId id="2147483764" r:id="rId4"/>
    <p:sldLayoutId id="2147483781" r:id="rId5"/>
    <p:sldLayoutId id="2147483763" r:id="rId6"/>
    <p:sldLayoutId id="2147483762" r:id="rId7"/>
    <p:sldLayoutId id="2147483761" r:id="rId8"/>
    <p:sldLayoutId id="2147483760" r:id="rId9"/>
    <p:sldLayoutId id="2147483759" r:id="rId10"/>
    <p:sldLayoutId id="2147483782" r:id="rId11"/>
    <p:sldLayoutId id="2147483783" r:id="rId12"/>
    <p:sldLayoutId id="2147483784" r:id="rId13"/>
    <p:sldLayoutId id="2147483758" r:id="rId14"/>
    <p:sldLayoutId id="2147483757" r:id="rId15"/>
    <p:sldLayoutId id="2147483785" r:id="rId16"/>
    <p:sldLayoutId id="2147483786" r:id="rId17"/>
  </p:sldLayoutIdLst>
  <p:transition>
    <p:fade/>
  </p:transition>
  <p:txStyles>
    <p:titleStyle>
      <a:lvl1pPr algn="l" defTabSz="912813" rtl="0" fontAlgn="base">
        <a:lnSpc>
          <a:spcPct val="90000"/>
        </a:lnSpc>
        <a:spcBef>
          <a:spcPct val="0"/>
        </a:spcBef>
        <a:spcAft>
          <a:spcPct val="0"/>
        </a:spcAft>
        <a:defRPr lang="en-US" sz="4000" kern="1200" spc="-150" dirty="0">
          <a:ln w="3175">
            <a:noFill/>
          </a:ln>
          <a:gradFill flip="none" rotWithShape="1">
            <a:gsLst>
              <a:gs pos="0">
                <a:schemeClr val="tx1"/>
              </a:gs>
              <a:gs pos="86000">
                <a:schemeClr val="tx1"/>
              </a:gs>
            </a:gsLst>
            <a:lin ang="5400000" scaled="0"/>
            <a:tileRect/>
          </a:gradFill>
          <a:latin typeface="+mj-lt"/>
          <a:ea typeface="+mn-ea"/>
          <a:cs typeface="Arial" charset="0"/>
        </a:defRPr>
      </a:lvl1pPr>
      <a:lvl2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2pPr>
      <a:lvl3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3pPr>
      <a:lvl4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4pPr>
      <a:lvl5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5pPr>
      <a:lvl6pPr marL="4572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6pPr>
      <a:lvl7pPr marL="9144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7pPr>
      <a:lvl8pPr marL="13716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8pPr>
      <a:lvl9pPr marL="18288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9pPr>
    </p:titleStyle>
    <p:bodyStyle>
      <a:lvl1pPr marL="393700" indent="-393700" algn="l" defTabSz="912813" rtl="0" fontAlgn="base">
        <a:lnSpc>
          <a:spcPct val="78000"/>
        </a:lnSpc>
        <a:spcBef>
          <a:spcPct val="20000"/>
        </a:spcBef>
        <a:spcAft>
          <a:spcPts val="800"/>
        </a:spcAft>
        <a:buClr>
          <a:schemeClr val="tx1"/>
        </a:buClr>
        <a:buSzPct val="80000"/>
        <a:buFont typeface="Wingdings" pitchFamily="2" charset="2"/>
        <a:buChar char="l"/>
        <a:defRPr sz="3200" kern="1200">
          <a:gradFill>
            <a:gsLst>
              <a:gs pos="0">
                <a:schemeClr val="tx1"/>
              </a:gs>
              <a:gs pos="86000">
                <a:schemeClr val="tx1"/>
              </a:gs>
            </a:gsLst>
            <a:lin ang="5400000" scaled="0"/>
          </a:gradFill>
          <a:latin typeface="+mn-lt"/>
          <a:ea typeface="+mn-ea"/>
          <a:cs typeface="+mn-cs"/>
        </a:defRPr>
      </a:lvl1pPr>
      <a:lvl2pPr marL="801688" indent="-407988" algn="l" defTabSz="912813" rtl="0" fontAlgn="base">
        <a:lnSpc>
          <a:spcPct val="78000"/>
        </a:lnSpc>
        <a:spcBef>
          <a:spcPct val="20000"/>
        </a:spcBef>
        <a:spcAft>
          <a:spcPct val="0"/>
        </a:spcAft>
        <a:buClr>
          <a:srgbClr val="969696"/>
        </a:buClr>
        <a:buSzPct val="80000"/>
        <a:buFont typeface="Wingdings" pitchFamily="2" charset="2"/>
        <a:buChar char="l"/>
        <a:defRPr sz="2800" kern="1200">
          <a:gradFill>
            <a:gsLst>
              <a:gs pos="0">
                <a:schemeClr val="tx1"/>
              </a:gs>
              <a:gs pos="86000">
                <a:schemeClr val="tx1"/>
              </a:gs>
            </a:gsLst>
            <a:lin ang="5400000" scaled="0"/>
          </a:gradFill>
          <a:latin typeface="+mn-lt"/>
          <a:ea typeface="+mn-ea"/>
          <a:cs typeface="+mn-cs"/>
        </a:defRPr>
      </a:lvl2pPr>
      <a:lvl3pPr marL="1146175" indent="-328613" algn="l" defTabSz="912813" rtl="0" fontAlgn="base">
        <a:lnSpc>
          <a:spcPct val="78000"/>
        </a:lnSpc>
        <a:spcBef>
          <a:spcPct val="20000"/>
        </a:spcBef>
        <a:spcAft>
          <a:spcPct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3pPr>
      <a:lvl4pPr marL="1484313" indent="-338138" algn="l" defTabSz="912813" rtl="0" fontAlgn="base">
        <a:lnSpc>
          <a:spcPct val="78000"/>
        </a:lnSpc>
        <a:spcBef>
          <a:spcPct val="20000"/>
        </a:spcBef>
        <a:spcAft>
          <a:spcPct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4pPr>
      <a:lvl5pPr marL="1812925" indent="-320675" algn="l" defTabSz="912813" rtl="0" fontAlgn="base">
        <a:lnSpc>
          <a:spcPct val="78000"/>
        </a:lnSpc>
        <a:spcBef>
          <a:spcPct val="20000"/>
        </a:spcBef>
        <a:spcAft>
          <a:spcPct val="0"/>
        </a:spcAft>
        <a:buClr>
          <a:srgbClr val="969696"/>
        </a:buClr>
        <a:buSzPct val="80000"/>
        <a:buFont typeface="Wingdings" pitchFamily="2" charset="2"/>
        <a:buChar char="l"/>
        <a:defRPr sz="2400" kern="1200">
          <a:gradFill>
            <a:gsLst>
              <a:gs pos="0">
                <a:schemeClr val="tx1"/>
              </a:gs>
              <a:gs pos="86000">
                <a:schemeClr val="tx1"/>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4"/>
          <a:srcRect/>
          <a:stretch>
            <a:fillRect/>
          </a:stretch>
        </a:blipFill>
        <a:effectLst/>
      </p:bgPr>
    </p:bg>
    <p:spTree>
      <p:nvGrpSpPr>
        <p:cNvPr id="1" name=""/>
        <p:cNvGrpSpPr/>
        <p:nvPr/>
      </p:nvGrpSpPr>
      <p:grpSpPr>
        <a:xfrm>
          <a:off x="0" y="0"/>
          <a:ext cx="0" cy="0"/>
          <a:chOff x="0" y="0"/>
          <a:chExt cx="0" cy="0"/>
        </a:xfrm>
      </p:grpSpPr>
      <p:pic>
        <p:nvPicPr>
          <p:cNvPr id="55298" name="Picture 4" descr="16-9-coding-white-space.png"/>
          <p:cNvPicPr>
            <a:picLocks noChangeAspect="1"/>
          </p:cNvPicPr>
          <p:nvPr/>
        </p:nvPicPr>
        <p:blipFill>
          <a:blip r:embed="rId5"/>
          <a:srcRect/>
          <a:stretch>
            <a:fillRect/>
          </a:stretch>
        </p:blipFill>
        <p:spPr bwMode="auto">
          <a:xfrm>
            <a:off x="387350" y="1331913"/>
            <a:ext cx="8369300" cy="5526087"/>
          </a:xfrm>
          <a:prstGeom prst="rect">
            <a:avLst/>
          </a:prstGeom>
          <a:noFill/>
          <a:ln w="9525">
            <a:noFill/>
            <a:miter lim="800000"/>
            <a:headEnd/>
            <a:tailEnd/>
          </a:ln>
        </p:spPr>
      </p:pic>
      <p:sp>
        <p:nvSpPr>
          <p:cNvPr id="2" name="Title Placeholder 1"/>
          <p:cNvSpPr>
            <a:spLocks noGrp="1"/>
          </p:cNvSpPr>
          <p:nvPr>
            <p:ph type="title"/>
          </p:nvPr>
        </p:nvSpPr>
        <p:spPr>
          <a:xfrm>
            <a:off x="381000" y="152400"/>
            <a:ext cx="8382000" cy="554038"/>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55300" name="Text Placeholder 2"/>
          <p:cNvSpPr>
            <a:spLocks noGrp="1"/>
          </p:cNvSpPr>
          <p:nvPr>
            <p:ph type="body" idx="1"/>
          </p:nvPr>
        </p:nvSpPr>
        <p:spPr bwMode="auto">
          <a:xfrm>
            <a:off x="573088" y="1460500"/>
            <a:ext cx="8005762" cy="160178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765" r:id="rId1"/>
    <p:sldLayoutId id="2147483787" r:id="rId2"/>
  </p:sldLayoutIdLst>
  <p:transition>
    <p:fade/>
  </p:transition>
  <p:txStyles>
    <p:titleStyle>
      <a:lvl1pPr algn="l" defTabSz="912813" rtl="0" fontAlgn="base">
        <a:lnSpc>
          <a:spcPct val="90000"/>
        </a:lnSpc>
        <a:spcBef>
          <a:spcPct val="0"/>
        </a:spcBef>
        <a:spcAft>
          <a:spcPct val="0"/>
        </a:spcAft>
        <a:defRPr lang="en-US" sz="4000" kern="1200" spc="-150" dirty="0">
          <a:ln w="3175">
            <a:noFill/>
          </a:ln>
          <a:gradFill>
            <a:gsLst>
              <a:gs pos="0">
                <a:srgbClr val="FFFFFF"/>
              </a:gs>
              <a:gs pos="86000">
                <a:srgbClr val="FFFFFF"/>
              </a:gs>
            </a:gsLst>
            <a:lin ang="5400000" scaled="0"/>
          </a:gradFill>
          <a:latin typeface="+mj-lt"/>
          <a:ea typeface="+mn-ea"/>
          <a:cs typeface="Arial" charset="0"/>
        </a:defRPr>
      </a:lvl1pPr>
      <a:lvl2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2pPr>
      <a:lvl3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3pPr>
      <a:lvl4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4pPr>
      <a:lvl5pPr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5pPr>
      <a:lvl6pPr marL="4572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6pPr>
      <a:lvl7pPr marL="9144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7pPr>
      <a:lvl8pPr marL="13716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8pPr>
      <a:lvl9pPr marL="1828800" algn="l" defTabSz="912813" rtl="0" fontAlgn="base">
        <a:lnSpc>
          <a:spcPct val="90000"/>
        </a:lnSpc>
        <a:spcBef>
          <a:spcPct val="0"/>
        </a:spcBef>
        <a:spcAft>
          <a:spcPct val="0"/>
        </a:spcAft>
        <a:defRPr sz="4000">
          <a:solidFill>
            <a:schemeClr val="tx1"/>
          </a:solidFill>
          <a:latin typeface="Century Schoolbook" pitchFamily="18" charset="0"/>
          <a:cs typeface="Arial" charset="0"/>
        </a:defRPr>
      </a:lvl9pPr>
    </p:titleStyle>
    <p:bodyStyle>
      <a:lvl1pPr algn="l" defTabSz="912813" rtl="0" fontAlgn="base">
        <a:lnSpc>
          <a:spcPct val="78000"/>
        </a:lnSpc>
        <a:spcBef>
          <a:spcPct val="20000"/>
        </a:spcBef>
        <a:spcAft>
          <a:spcPct val="0"/>
        </a:spcAft>
        <a:buFont typeface="Arial" charset="0"/>
        <a:defRPr sz="2800" kern="1200">
          <a:solidFill>
            <a:schemeClr val="tx1"/>
          </a:solidFill>
          <a:latin typeface="Consolas" pitchFamily="49" charset="0"/>
          <a:ea typeface="+mn-ea"/>
          <a:cs typeface="Courier New" pitchFamily="49" charset="0"/>
        </a:defRPr>
      </a:lvl1pPr>
      <a:lvl2pPr marL="384175" indent="-6350" algn="l" defTabSz="912813" rtl="0" fontAlgn="base">
        <a:lnSpc>
          <a:spcPct val="78000"/>
        </a:lnSpc>
        <a:spcBef>
          <a:spcPct val="20000"/>
        </a:spcBef>
        <a:spcAft>
          <a:spcPct val="0"/>
        </a:spcAft>
        <a:buFont typeface="Arial" charset="0"/>
        <a:defRPr sz="2400" kern="1200">
          <a:solidFill>
            <a:schemeClr val="tx1"/>
          </a:solidFill>
          <a:latin typeface="Consolas" pitchFamily="49" charset="0"/>
          <a:ea typeface="+mn-ea"/>
          <a:cs typeface="Courier New" pitchFamily="49" charset="0"/>
        </a:defRPr>
      </a:lvl2pPr>
      <a:lvl3pPr marL="760413" indent="-6350" algn="l" defTabSz="912813" rtl="0" fontAlgn="base">
        <a:lnSpc>
          <a:spcPct val="78000"/>
        </a:lnSpc>
        <a:spcBef>
          <a:spcPct val="20000"/>
        </a:spcBef>
        <a:spcAft>
          <a:spcPct val="0"/>
        </a:spcAft>
        <a:buFont typeface="Arial" charset="0"/>
        <a:defRPr sz="2000" kern="1200">
          <a:solidFill>
            <a:schemeClr val="tx1"/>
          </a:solidFill>
          <a:latin typeface="Consolas" pitchFamily="49" charset="0"/>
          <a:ea typeface="+mn-ea"/>
          <a:cs typeface="Courier New" pitchFamily="49" charset="0"/>
        </a:defRPr>
      </a:lvl3pPr>
      <a:lvl4pPr marL="1093788" indent="6350" algn="l" defTabSz="912813" rtl="0" fontAlgn="base">
        <a:lnSpc>
          <a:spcPct val="78000"/>
        </a:lnSpc>
        <a:spcBef>
          <a:spcPct val="20000"/>
        </a:spcBef>
        <a:spcAft>
          <a:spcPct val="0"/>
        </a:spcAft>
        <a:buFont typeface="Arial" charset="0"/>
        <a:defRPr sz="2000" kern="1200">
          <a:solidFill>
            <a:schemeClr val="tx1"/>
          </a:solidFill>
          <a:latin typeface="Consolas" pitchFamily="49" charset="0"/>
          <a:ea typeface="+mn-ea"/>
          <a:cs typeface="Courier New" pitchFamily="49" charset="0"/>
        </a:defRPr>
      </a:lvl4pPr>
      <a:lvl5pPr marL="1425575" algn="l" defTabSz="912813" rtl="0" fontAlgn="base">
        <a:lnSpc>
          <a:spcPct val="78000"/>
        </a:lnSpc>
        <a:spcBef>
          <a:spcPct val="20000"/>
        </a:spcBef>
        <a:spcAft>
          <a:spcPct val="0"/>
        </a:spcAft>
        <a:buFont typeface="Arial" charset="0"/>
        <a:defRPr sz="2000" kern="1200">
          <a:solidFill>
            <a:schemeClr val="tx1"/>
          </a:solidFill>
          <a:latin typeface="Consolas" pitchFamily="49" charset="0"/>
          <a:ea typeface="+mn-ea"/>
          <a:cs typeface="Courier New"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4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40.xml"/><Relationship Id="rId6" Type="http://schemas.openxmlformats.org/officeDocument/2006/relationships/image" Target="../media/image16.png"/><Relationship Id="rId5" Type="http://schemas.openxmlformats.org/officeDocument/2006/relationships/image" Target="../media/image24.png"/><Relationship Id="rId4"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40.xml"/><Relationship Id="rId6" Type="http://schemas.openxmlformats.org/officeDocument/2006/relationships/image" Target="../media/image29.png"/><Relationship Id="rId11" Type="http://schemas.openxmlformats.org/officeDocument/2006/relationships/image" Target="../media/image34.jpe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6.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8.png"/><Relationship Id="rId7" Type="http://schemas.openxmlformats.org/officeDocument/2006/relationships/image" Target="../media/image37.jpeg"/><Relationship Id="rId2" Type="http://schemas.openxmlformats.org/officeDocument/2006/relationships/notesSlide" Target="../notesSlides/notesSlide6.xml"/><Relationship Id="rId1" Type="http://schemas.openxmlformats.org/officeDocument/2006/relationships/slideLayout" Target="../slideLayouts/slideLayout40.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25.png"/><Relationship Id="rId9" Type="http://schemas.openxmlformats.org/officeDocument/2006/relationships/image" Target="../media/image3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7.xml"/></Relationships>
</file>

<file path=ppt/slides/_rels/slide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41.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4.png"/><Relationship Id="rId12"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41.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51.png"/><Relationship Id="rId10" Type="http://schemas.openxmlformats.org/officeDocument/2006/relationships/image" Target="../media/image47.png"/><Relationship Id="rId4" Type="http://schemas.openxmlformats.org/officeDocument/2006/relationships/image" Target="../media/image50.png"/><Relationship Id="rId9" Type="http://schemas.openxmlformats.org/officeDocument/2006/relationships/image" Target="../media/image4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8.xml"/></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41.xml"/><Relationship Id="rId5" Type="http://schemas.openxmlformats.org/officeDocument/2006/relationships/image" Target="../media/image51.png"/><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8.xml"/></Relationships>
</file>

<file path=ppt/slides/_rels/slide1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41.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51.png"/><Relationship Id="rId9" Type="http://schemas.openxmlformats.org/officeDocument/2006/relationships/image" Target="../media/image4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8.xml"/></Relationships>
</file>

<file path=ppt/slides/_rels/slide22.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41.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51.png"/><Relationship Id="rId9" Type="http://schemas.openxmlformats.org/officeDocument/2006/relationships/image" Target="../media/image4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8.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41.xml"/><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3" Type="http://schemas.openxmlformats.org/officeDocument/2006/relationships/hyperlink" Target="http://www.azure.com/" TargetMode="External"/><Relationship Id="rId2" Type="http://schemas.openxmlformats.org/officeDocument/2006/relationships/notesSlide" Target="../notesSlides/notesSlide29.xml"/><Relationship Id="rId1" Type="http://schemas.openxmlformats.org/officeDocument/2006/relationships/slideLayout" Target="../slideLayouts/slideLayout3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defTabSz="914363" fontAlgn="auto">
              <a:spcAft>
                <a:spcPts val="0"/>
              </a:spcAft>
              <a:defRPr/>
            </a:pPr>
            <a:r>
              <a:rPr smtClean="0"/>
              <a:t>A Lap around the Azure Services Platform: Part II</a:t>
            </a:r>
            <a:endParaRPr/>
          </a:p>
        </p:txBody>
      </p:sp>
      <p:sp>
        <p:nvSpPr>
          <p:cNvPr id="3" name="Subtitle 2"/>
          <p:cNvSpPr>
            <a:spLocks noGrp="1"/>
          </p:cNvSpPr>
          <p:nvPr>
            <p:ph type="subTitle" idx="1"/>
          </p:nvPr>
        </p:nvSpPr>
        <p:spPr>
          <a:xfrm>
            <a:off x="1371600" y="3886200"/>
            <a:ext cx="7391400" cy="1752600"/>
          </a:xfrm>
        </p:spPr>
        <p:txBody>
          <a:bodyPr/>
          <a:lstStyle/>
          <a:p>
            <a:pPr algn="r" defTabSz="914363" fontAlgn="auto">
              <a:defRPr/>
            </a:pPr>
            <a:r>
              <a:rPr lang="en-US" dirty="0" smtClean="0"/>
              <a:t>John Shewchuk</a:t>
            </a:r>
          </a:p>
          <a:p>
            <a:pPr algn="r" defTabSz="914363" fontAlgn="auto">
              <a:defRPr/>
            </a:pPr>
            <a:r>
              <a:rPr lang="en-US" dirty="0" smtClean="0"/>
              <a:t>Dennis Pilarinos</a:t>
            </a:r>
          </a:p>
          <a:p>
            <a:pPr algn="r" defTabSz="914363" fontAlgn="auto">
              <a:defRPr/>
            </a:pPr>
            <a:r>
              <a:rPr lang="en-US" dirty="0" smtClean="0"/>
              <a:t>Microsoft Corporation</a:t>
            </a:r>
            <a:endParaRPr lang="en-US" dirty="0"/>
          </a:p>
        </p:txBody>
      </p:sp>
      <p:sp>
        <p:nvSpPr>
          <p:cNvPr id="59395" name="TextBox 3"/>
          <p:cNvSpPr txBox="1">
            <a:spLocks noChangeArrowheads="1"/>
          </p:cNvSpPr>
          <p:nvPr/>
        </p:nvSpPr>
        <p:spPr bwMode="auto">
          <a:xfrm>
            <a:off x="7924800" y="304800"/>
            <a:ext cx="723900" cy="400050"/>
          </a:xfrm>
          <a:prstGeom prst="rect">
            <a:avLst/>
          </a:prstGeom>
          <a:noFill/>
          <a:ln w="9525">
            <a:noFill/>
            <a:miter lim="800000"/>
            <a:headEnd/>
            <a:tailEnd/>
          </a:ln>
        </p:spPr>
        <p:txBody>
          <a:bodyPr wrap="none">
            <a:spAutoFit/>
          </a:bodyPr>
          <a:lstStyle/>
          <a:p>
            <a:r>
              <a:rPr lang="en-US" sz="2000">
                <a:latin typeface="Calibri" pitchFamily="34" charset="0"/>
              </a:rPr>
              <a:t>BB01</a:t>
            </a: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1" name="Group 27"/>
          <p:cNvGrpSpPr>
            <a:grpSpLocks/>
          </p:cNvGrpSpPr>
          <p:nvPr/>
        </p:nvGrpSpPr>
        <p:grpSpPr bwMode="auto">
          <a:xfrm>
            <a:off x="457200" y="1371600"/>
            <a:ext cx="8199438" cy="3733800"/>
            <a:chOff x="624839" y="1371600"/>
            <a:chExt cx="7894320" cy="3594930"/>
          </a:xfrm>
        </p:grpSpPr>
        <p:pic>
          <p:nvPicPr>
            <p:cNvPr id="61442" name="Picture 9" descr="C:\Users\maryfj\Desktop\PDC Visuals\Assets\Strata3D architecture chart\Logos\Dynamics CRM Online\dyn-CRM-Online_ALT_rgb_r.png"/>
            <p:cNvPicPr>
              <a:picLocks noChangeAspect="1" noChangeArrowheads="1"/>
            </p:cNvPicPr>
            <p:nvPr/>
          </p:nvPicPr>
          <p:blipFill>
            <a:blip r:embed="rId3"/>
            <a:srcRect/>
            <a:stretch>
              <a:fillRect/>
            </a:stretch>
          </p:blipFill>
          <p:spPr bwMode="invGray">
            <a:xfrm>
              <a:off x="6453240" y="1371600"/>
              <a:ext cx="1909307" cy="376383"/>
            </a:xfrm>
            <a:prstGeom prst="rect">
              <a:avLst/>
            </a:prstGeom>
            <a:noFill/>
            <a:ln w="9525">
              <a:noFill/>
              <a:miter lim="800000"/>
              <a:headEnd/>
              <a:tailEnd/>
            </a:ln>
          </p:spPr>
        </p:pic>
        <p:pic>
          <p:nvPicPr>
            <p:cNvPr id="61443" name="Picture 4" descr="C:\Users\maryfj\Desktop\PDC Visuals\Assets\Strata3D architecture chart\Logos\Office Live\ofc-Live_rgb_r.png"/>
            <p:cNvPicPr>
              <a:picLocks noChangeAspect="1" noChangeArrowheads="1"/>
            </p:cNvPicPr>
            <p:nvPr/>
          </p:nvPicPr>
          <p:blipFill>
            <a:blip r:embed="rId4"/>
            <a:srcRect/>
            <a:stretch>
              <a:fillRect/>
            </a:stretch>
          </p:blipFill>
          <p:spPr bwMode="invGray">
            <a:xfrm>
              <a:off x="2170085" y="1425815"/>
              <a:ext cx="1097566" cy="286654"/>
            </a:xfrm>
            <a:prstGeom prst="rect">
              <a:avLst/>
            </a:prstGeom>
            <a:noFill/>
            <a:ln w="9525">
              <a:noFill/>
              <a:miter lim="800000"/>
              <a:headEnd/>
              <a:tailEnd/>
            </a:ln>
          </p:spPr>
        </p:pic>
        <p:pic>
          <p:nvPicPr>
            <p:cNvPr id="61444" name="Picture 5" descr="C:\Users\maryfj\Desktop\PDC Visuals\Assets\Strata3D architecture chart\Logos\Windows Live\WLive_h_rgb_r.png"/>
            <p:cNvPicPr>
              <a:picLocks noChangeAspect="1" noChangeArrowheads="1"/>
            </p:cNvPicPr>
            <p:nvPr/>
          </p:nvPicPr>
          <p:blipFill>
            <a:blip r:embed="rId5"/>
            <a:srcRect/>
            <a:stretch>
              <a:fillRect/>
            </a:stretch>
          </p:blipFill>
          <p:spPr bwMode="invGray">
            <a:xfrm>
              <a:off x="708069" y="1527255"/>
              <a:ext cx="1303359" cy="173461"/>
            </a:xfrm>
            <a:prstGeom prst="rect">
              <a:avLst/>
            </a:prstGeom>
            <a:noFill/>
            <a:ln w="9525">
              <a:noFill/>
              <a:miter lim="800000"/>
              <a:headEnd/>
              <a:tailEnd/>
            </a:ln>
          </p:spPr>
        </p:pic>
        <p:pic>
          <p:nvPicPr>
            <p:cNvPr id="61445" name="Picture 6" descr="C:\Users\maryfj\Desktop\PDC Visuals\Assets\Strata3D architecture chart\Logos\SharePoint Online\ShrPt-Online_h_bL_r.png"/>
            <p:cNvPicPr>
              <a:picLocks noChangeAspect="1" noChangeArrowheads="1"/>
            </p:cNvPicPr>
            <p:nvPr/>
          </p:nvPicPr>
          <p:blipFill>
            <a:blip r:embed="rId6"/>
            <a:srcRect/>
            <a:stretch>
              <a:fillRect/>
            </a:stretch>
          </p:blipFill>
          <p:spPr bwMode="invGray">
            <a:xfrm>
              <a:off x="4888325" y="1476701"/>
              <a:ext cx="1406256" cy="211078"/>
            </a:xfrm>
            <a:prstGeom prst="rect">
              <a:avLst/>
            </a:prstGeom>
            <a:noFill/>
            <a:ln w="9525">
              <a:noFill/>
              <a:miter lim="800000"/>
              <a:headEnd/>
              <a:tailEnd/>
            </a:ln>
          </p:spPr>
        </p:pic>
        <p:grpSp>
          <p:nvGrpSpPr>
            <p:cNvPr id="61446" name="Group 35"/>
            <p:cNvGrpSpPr>
              <a:grpSpLocks/>
            </p:cNvGrpSpPr>
            <p:nvPr/>
          </p:nvGrpSpPr>
          <p:grpSpPr bwMode="auto">
            <a:xfrm>
              <a:off x="624839" y="2087316"/>
              <a:ext cx="7894320" cy="2879214"/>
              <a:chOff x="832903" y="1701800"/>
              <a:chExt cx="10523019" cy="3835400"/>
            </a:xfrm>
          </p:grpSpPr>
          <p:sp>
            <p:nvSpPr>
              <p:cNvPr id="59" name="Rounded Rectangle 58"/>
              <p:cNvSpPr/>
              <p:nvPr/>
            </p:nvSpPr>
            <p:spPr bwMode="auto">
              <a:xfrm>
                <a:off x="832903" y="1701800"/>
                <a:ext cx="10523019" cy="3835400"/>
              </a:xfrm>
              <a:prstGeom prst="roundRect">
                <a:avLst>
                  <a:gd name="adj" fmla="val 8190"/>
                </a:avLst>
              </a:prstGeom>
              <a:gradFill flip="none" rotWithShape="1">
                <a:gsLst>
                  <a:gs pos="0">
                    <a:srgbClr val="041E3A">
                      <a:alpha val="20000"/>
                    </a:srgbClr>
                  </a:gs>
                  <a:gs pos="39000">
                    <a:schemeClr val="tx1">
                      <a:alpha val="17000"/>
                    </a:schemeClr>
                  </a:gs>
                  <a:gs pos="88000">
                    <a:srgbClr val="05284F">
                      <a:alpha val="20000"/>
                    </a:srgbClr>
                  </a:gs>
                </a:gsLst>
                <a:lin ang="3000000" scaled="0"/>
                <a:tileRect/>
              </a:gradFill>
              <a:ln w="9525">
                <a:gradFill flip="none" rotWithShape="1">
                  <a:gsLst>
                    <a:gs pos="0">
                      <a:schemeClr val="tx1">
                        <a:alpha val="44000"/>
                      </a:schemeClr>
                    </a:gs>
                    <a:gs pos="50000">
                      <a:schemeClr val="tx1">
                        <a:alpha val="59000"/>
                      </a:schemeClr>
                    </a:gs>
                    <a:gs pos="100000">
                      <a:schemeClr val="tx1">
                        <a:alpha val="44000"/>
                      </a:schemeClr>
                    </a:gs>
                  </a:gsLst>
                  <a:lin ang="10800000" scaled="1"/>
                  <a:tileRect/>
                </a:gradFill>
                <a:headEnd type="none" w="med" len="med"/>
                <a:tailEnd type="none" w="med" len="med"/>
              </a:ln>
              <a:effectLst/>
              <a:scene3d>
                <a:camera prst="orthographicFront">
                  <a:rot lat="0" lon="0" rev="0"/>
                </a:camera>
                <a:lightRig rig="brightRoom" dir="t"/>
              </a:scene3d>
              <a:sp3d prstMaterial="softEdge">
                <a:extrusionClr>
                  <a:srgbClr val="041E3A"/>
                </a:extrusionClr>
                <a:contourClr>
                  <a:srgbClr val="000000"/>
                </a:contourClr>
              </a:sp3d>
            </p:spPr>
            <p:txBody>
              <a:bodyPr lIns="121893" tIns="60947" rIns="121893" bIns="60947" anchor="ctr"/>
              <a:lstStyle/>
              <a:p>
                <a:pPr algn="ctr" defTabSz="914304" fontAlgn="auto">
                  <a:spcBef>
                    <a:spcPts val="0"/>
                  </a:spcBef>
                  <a:spcAft>
                    <a:spcPts val="0"/>
                  </a:spcAft>
                  <a:defRPr/>
                </a:pPr>
                <a:r>
                  <a:rPr lang="en-US" dirty="0">
                    <a:solidFill>
                      <a:srgbClr val="FFFFFF"/>
                    </a:solidFill>
                    <a:latin typeface="Segoe" pitchFamily="34" charset="0"/>
                  </a:rPr>
                  <a:t>  </a:t>
                </a:r>
              </a:p>
            </p:txBody>
          </p:sp>
          <p:sp>
            <p:nvSpPr>
              <p:cNvPr id="60" name="Rectangle 59"/>
              <p:cNvSpPr/>
              <p:nvPr/>
            </p:nvSpPr>
            <p:spPr>
              <a:xfrm>
                <a:off x="1881980" y="1893683"/>
                <a:ext cx="8450740" cy="609600"/>
              </a:xfrm>
              <a:prstGeom prst="rect">
                <a:avLst/>
              </a:prstGeom>
            </p:spPr>
            <p:txBody>
              <a:bodyPr wrap="none" lIns="0" tIns="0" rIns="0" bIns="0"/>
              <a:lstStyle/>
              <a:p>
                <a:pPr algn="ctr" fontAlgn="auto">
                  <a:spcBef>
                    <a:spcPts val="0"/>
                  </a:spcBef>
                  <a:spcAft>
                    <a:spcPts val="0"/>
                  </a:spcAft>
                  <a:defRPr/>
                </a:pPr>
                <a:r>
                  <a:rPr lang="en-US" sz="3000" dirty="0">
                    <a:gradFill>
                      <a:gsLst>
                        <a:gs pos="0">
                          <a:schemeClr val="tx1"/>
                        </a:gs>
                        <a:gs pos="100000">
                          <a:schemeClr val="tx1"/>
                        </a:gs>
                      </a:gsLst>
                      <a:lin ang="5400000" scaled="0"/>
                    </a:gradFill>
                    <a:latin typeface="Segoe UI" pitchFamily="34" charset="0"/>
                    <a:cs typeface="Segoe UI" pitchFamily="34" charset="0"/>
                  </a:rPr>
                  <a:t>Azure</a:t>
                </a:r>
                <a:r>
                  <a:rPr lang="en-US" sz="1500" baseline="50000" dirty="0">
                    <a:gradFill>
                      <a:gsLst>
                        <a:gs pos="0">
                          <a:schemeClr val="tx1"/>
                        </a:gs>
                        <a:gs pos="100000">
                          <a:schemeClr val="tx1"/>
                        </a:gs>
                      </a:gsLst>
                      <a:lin ang="5400000" scaled="0"/>
                    </a:gradFill>
                    <a:latin typeface="Segoe UI" pitchFamily="34" charset="0"/>
                    <a:cs typeface="Segoe UI" pitchFamily="34" charset="0"/>
                  </a:rPr>
                  <a:t>™</a:t>
                </a:r>
                <a:r>
                  <a:rPr lang="en-US" sz="3000" dirty="0">
                    <a:gradFill>
                      <a:gsLst>
                        <a:gs pos="0">
                          <a:schemeClr val="tx1"/>
                        </a:gs>
                        <a:gs pos="100000">
                          <a:schemeClr val="tx1"/>
                        </a:gs>
                      </a:gsLst>
                      <a:lin ang="5400000" scaled="0"/>
                    </a:gradFill>
                    <a:latin typeface="Segoe UI" pitchFamily="34" charset="0"/>
                    <a:cs typeface="Segoe UI" pitchFamily="34" charset="0"/>
                  </a:rPr>
                  <a:t> Services Platform</a:t>
                </a:r>
                <a:endParaRPr lang="en-US" sz="3000" dirty="0">
                  <a:gradFill>
                    <a:gsLst>
                      <a:gs pos="0">
                        <a:schemeClr val="tx1"/>
                      </a:gs>
                      <a:gs pos="100000">
                        <a:schemeClr val="tx1"/>
                      </a:gs>
                    </a:gsLst>
                    <a:lin ang="5400000" scaled="0"/>
                  </a:gradFill>
                  <a:latin typeface="Segoe UI" pitchFamily="34" charset="0"/>
                  <a:cs typeface="Segoe UI" pitchFamily="34" charset="0"/>
                </a:endParaRPr>
              </a:p>
            </p:txBody>
          </p:sp>
        </p:grpSp>
        <p:grpSp>
          <p:nvGrpSpPr>
            <p:cNvPr id="61447" name="Group 24"/>
            <p:cNvGrpSpPr>
              <a:grpSpLocks/>
            </p:cNvGrpSpPr>
            <p:nvPr/>
          </p:nvGrpSpPr>
          <p:grpSpPr bwMode="auto">
            <a:xfrm>
              <a:off x="733604" y="2850022"/>
              <a:ext cx="1490472" cy="968636"/>
              <a:chOff x="977886" y="2717800"/>
              <a:chExt cx="1986778" cy="1290320"/>
            </a:xfrm>
          </p:grpSpPr>
          <p:sp>
            <p:nvSpPr>
              <p:cNvPr id="62" name="Rounded Rectangle 61"/>
              <p:cNvSpPr/>
              <p:nvPr/>
            </p:nvSpPr>
            <p:spPr bwMode="auto">
              <a:xfrm>
                <a:off x="977886" y="2717800"/>
                <a:ext cx="1986778" cy="1290320"/>
              </a:xfrm>
              <a:prstGeom prst="roundRect">
                <a:avLst>
                  <a:gd name="adj" fmla="val 23334"/>
                </a:avLst>
              </a:prstGeom>
              <a:solidFill>
                <a:srgbClr val="FFFFFF"/>
              </a:solidFill>
              <a:ln w="22225">
                <a:noFill/>
                <a:headEnd type="none" w="med" len="med"/>
                <a:tailEnd type="none" w="med" len="med"/>
              </a:ln>
              <a:effectLst>
                <a:outerShdw blurRad="12700" dist="25400" dir="18600000" algn="bl" rotWithShape="0">
                  <a:prstClr val="black">
                    <a:alpha val="42000"/>
                  </a:prstClr>
                </a:outerShdw>
              </a:effectLst>
              <a:scene3d>
                <a:camera prst="orthographicFront">
                  <a:rot lat="0" lon="0" rev="0"/>
                </a:camera>
                <a:lightRig rig="twoPt" dir="t">
                  <a:rot lat="0" lon="0" rev="9600000"/>
                </a:lightRig>
              </a:scene3d>
              <a:sp3d extrusionH="76200" prstMaterial="softEdge">
                <a:bevelT w="19050" h="25400" prst="angle"/>
                <a:bevelB w="0" h="0" prst="angle"/>
                <a:extrusionClr>
                  <a:srgbClr val="80F2F8"/>
                </a:extrusionClr>
                <a:contourClr>
                  <a:srgbClr val="01CACA">
                    <a:satMod val="300000"/>
                  </a:srgbClr>
                </a:contourClr>
              </a:sp3d>
            </p:spPr>
            <p:txBody>
              <a:bodyPr lIns="121893" tIns="60947" rIns="121893" bIns="60947" anchor="ctr"/>
              <a:lstStyle/>
              <a:p>
                <a:pPr algn="ctr" defTabSz="914304" fontAlgn="auto">
                  <a:spcBef>
                    <a:spcPts val="0"/>
                  </a:spcBef>
                  <a:spcAft>
                    <a:spcPts val="0"/>
                  </a:spcAft>
                  <a:defRPr/>
                </a:pPr>
                <a:endParaRPr lang="en-US" dirty="0">
                  <a:solidFill>
                    <a:srgbClr val="FFFFFF"/>
                  </a:solidFill>
                  <a:latin typeface="Segoe" pitchFamily="34" charset="0"/>
                </a:endParaRPr>
              </a:p>
            </p:txBody>
          </p:sp>
          <p:pic>
            <p:nvPicPr>
              <p:cNvPr id="61477" name="Picture 62" descr="LiveServices_h_rgb.png"/>
              <p:cNvPicPr>
                <a:picLocks noChangeAspect="1"/>
              </p:cNvPicPr>
              <p:nvPr/>
            </p:nvPicPr>
            <p:blipFill>
              <a:blip r:embed="rId7"/>
              <a:srcRect/>
              <a:stretch>
                <a:fillRect/>
              </a:stretch>
            </p:blipFill>
            <p:spPr bwMode="auto">
              <a:xfrm>
                <a:off x="1137018" y="3177934"/>
                <a:ext cx="1584547" cy="441175"/>
              </a:xfrm>
              <a:prstGeom prst="rect">
                <a:avLst/>
              </a:prstGeom>
              <a:noFill/>
              <a:ln w="9525">
                <a:noFill/>
                <a:miter lim="800000"/>
                <a:headEnd/>
                <a:tailEnd/>
              </a:ln>
            </p:spPr>
          </p:pic>
        </p:grpSp>
        <p:grpSp>
          <p:nvGrpSpPr>
            <p:cNvPr id="61448" name="Group 23"/>
            <p:cNvGrpSpPr>
              <a:grpSpLocks/>
            </p:cNvGrpSpPr>
            <p:nvPr/>
          </p:nvGrpSpPr>
          <p:grpSpPr bwMode="auto">
            <a:xfrm>
              <a:off x="741224" y="3917809"/>
              <a:ext cx="7652659" cy="892366"/>
              <a:chOff x="988043" y="4140200"/>
              <a:chExt cx="10238613" cy="1188720"/>
            </a:xfrm>
          </p:grpSpPr>
          <p:sp>
            <p:nvSpPr>
              <p:cNvPr id="65" name="Rounded Rectangle 64"/>
              <p:cNvSpPr/>
              <p:nvPr/>
            </p:nvSpPr>
            <p:spPr bwMode="auto">
              <a:xfrm>
                <a:off x="988043" y="4140200"/>
                <a:ext cx="10238613" cy="1188720"/>
              </a:xfrm>
              <a:prstGeom prst="roundRect">
                <a:avLst>
                  <a:gd name="adj" fmla="val 23334"/>
                </a:avLst>
              </a:prstGeom>
              <a:solidFill>
                <a:srgbClr val="FFFFFF"/>
              </a:solidFill>
              <a:ln w="22225">
                <a:noFill/>
                <a:headEnd type="none" w="med" len="med"/>
                <a:tailEnd type="none" w="med" len="med"/>
              </a:ln>
              <a:effectLst>
                <a:outerShdw blurRad="12700" dist="25400" dir="18600000" algn="bl" rotWithShape="0">
                  <a:prstClr val="black">
                    <a:alpha val="42000"/>
                  </a:prstClr>
                </a:outerShdw>
              </a:effectLst>
              <a:scene3d>
                <a:camera prst="orthographicFront">
                  <a:rot lat="0" lon="0" rev="0"/>
                </a:camera>
                <a:lightRig rig="twoPt" dir="t">
                  <a:rot lat="0" lon="0" rev="9600000"/>
                </a:lightRig>
              </a:scene3d>
              <a:sp3d extrusionH="76200" prstMaterial="softEdge">
                <a:bevelT w="19050" h="25400" prst="angle"/>
                <a:bevelB w="0" h="0" prst="angle"/>
                <a:extrusionClr>
                  <a:srgbClr val="80F2F8"/>
                </a:extrusionClr>
                <a:contourClr>
                  <a:srgbClr val="01CACA">
                    <a:satMod val="300000"/>
                  </a:srgbClr>
                </a:contourClr>
              </a:sp3d>
            </p:spPr>
            <p:txBody>
              <a:bodyPr lIns="121893" tIns="60947" rIns="121893" bIns="60947" anchor="ctr"/>
              <a:lstStyle/>
              <a:p>
                <a:pPr algn="ctr" defTabSz="914304" fontAlgn="auto">
                  <a:spcBef>
                    <a:spcPts val="0"/>
                  </a:spcBef>
                  <a:spcAft>
                    <a:spcPts val="0"/>
                  </a:spcAft>
                  <a:defRPr/>
                </a:pPr>
                <a:endParaRPr lang="en-US" dirty="0">
                  <a:solidFill>
                    <a:srgbClr val="FFFFFF"/>
                  </a:solidFill>
                  <a:latin typeface="Segoe" pitchFamily="34" charset="0"/>
                </a:endParaRPr>
              </a:p>
            </p:txBody>
          </p:sp>
          <p:pic>
            <p:nvPicPr>
              <p:cNvPr id="61473" name="Picture 65" descr="WinAzure_h_rgb.png"/>
              <p:cNvPicPr>
                <a:picLocks noChangeAspect="1"/>
              </p:cNvPicPr>
              <p:nvPr/>
            </p:nvPicPr>
            <p:blipFill>
              <a:blip r:embed="rId8"/>
              <a:srcRect/>
              <a:stretch>
                <a:fillRect/>
              </a:stretch>
            </p:blipFill>
            <p:spPr bwMode="auto">
              <a:xfrm>
                <a:off x="4044869" y="4301061"/>
                <a:ext cx="4124960" cy="767242"/>
              </a:xfrm>
              <a:prstGeom prst="rect">
                <a:avLst/>
              </a:prstGeom>
              <a:noFill/>
              <a:ln w="9525">
                <a:noFill/>
                <a:miter lim="800000"/>
                <a:headEnd/>
                <a:tailEnd/>
              </a:ln>
            </p:spPr>
          </p:pic>
        </p:grpSp>
        <p:grpSp>
          <p:nvGrpSpPr>
            <p:cNvPr id="61449" name="Group 32"/>
            <p:cNvGrpSpPr>
              <a:grpSpLocks/>
            </p:cNvGrpSpPr>
            <p:nvPr/>
          </p:nvGrpSpPr>
          <p:grpSpPr bwMode="auto">
            <a:xfrm>
              <a:off x="3818508" y="2850022"/>
              <a:ext cx="1490472" cy="968636"/>
              <a:chOff x="5113961" y="2717800"/>
              <a:chExt cx="1986778" cy="1290320"/>
            </a:xfrm>
          </p:grpSpPr>
          <p:sp>
            <p:nvSpPr>
              <p:cNvPr id="68" name="Rounded Rectangle 67"/>
              <p:cNvSpPr/>
              <p:nvPr/>
            </p:nvSpPr>
            <p:spPr bwMode="auto">
              <a:xfrm>
                <a:off x="5113961" y="2717800"/>
                <a:ext cx="1986778" cy="1290320"/>
              </a:xfrm>
              <a:prstGeom prst="roundRect">
                <a:avLst>
                  <a:gd name="adj" fmla="val 23334"/>
                </a:avLst>
              </a:prstGeom>
              <a:solidFill>
                <a:srgbClr val="FFFFFF"/>
              </a:solidFill>
              <a:ln w="22225">
                <a:noFill/>
                <a:headEnd type="none" w="med" len="med"/>
                <a:tailEnd type="none" w="med" len="med"/>
              </a:ln>
              <a:effectLst>
                <a:outerShdw blurRad="12700" dist="25400" dir="18600000" algn="bl" rotWithShape="0">
                  <a:prstClr val="black">
                    <a:alpha val="42000"/>
                  </a:prstClr>
                </a:outerShdw>
              </a:effectLst>
              <a:scene3d>
                <a:camera prst="orthographicFront">
                  <a:rot lat="0" lon="0" rev="0"/>
                </a:camera>
                <a:lightRig rig="twoPt" dir="t">
                  <a:rot lat="0" lon="0" rev="9600000"/>
                </a:lightRig>
              </a:scene3d>
              <a:sp3d extrusionH="76200" prstMaterial="softEdge">
                <a:bevelT w="19050" h="25400" prst="angle"/>
                <a:bevelB w="0" h="0" prst="angle"/>
                <a:extrusionClr>
                  <a:srgbClr val="80F2F8"/>
                </a:extrusionClr>
                <a:contourClr>
                  <a:srgbClr val="01CACA">
                    <a:satMod val="300000"/>
                  </a:srgbClr>
                </a:contourClr>
              </a:sp3d>
            </p:spPr>
            <p:txBody>
              <a:bodyPr lIns="121893" tIns="60947" rIns="121893" bIns="60947" anchor="ctr"/>
              <a:lstStyle/>
              <a:p>
                <a:pPr algn="ctr" defTabSz="914304" fontAlgn="auto">
                  <a:spcBef>
                    <a:spcPts val="0"/>
                  </a:spcBef>
                  <a:spcAft>
                    <a:spcPts val="0"/>
                  </a:spcAft>
                  <a:defRPr/>
                </a:pPr>
                <a:endParaRPr lang="en-US" dirty="0">
                  <a:solidFill>
                    <a:srgbClr val="FFFFFF"/>
                  </a:solidFill>
                  <a:latin typeface="Segoe" pitchFamily="34" charset="0"/>
                </a:endParaRPr>
              </a:p>
            </p:txBody>
          </p:sp>
          <p:pic>
            <p:nvPicPr>
              <p:cNvPr id="61469" name="Picture 2" descr="C:\Users\maryfj\Desktop\PDC Visuals\Assets\Strata3D architecture chart\Logos\SQL Services\SQLServices_h_rgb.png"/>
              <p:cNvPicPr>
                <a:picLocks noChangeAspect="1" noChangeArrowheads="1"/>
              </p:cNvPicPr>
              <p:nvPr/>
            </p:nvPicPr>
            <p:blipFill>
              <a:blip r:embed="rId9"/>
              <a:srcRect/>
              <a:stretch>
                <a:fillRect/>
              </a:stretch>
            </p:blipFill>
            <p:spPr bwMode="auto">
              <a:xfrm>
                <a:off x="5298232" y="3110653"/>
                <a:ext cx="1584547" cy="427939"/>
              </a:xfrm>
              <a:prstGeom prst="rect">
                <a:avLst/>
              </a:prstGeom>
              <a:noFill/>
              <a:ln w="9525">
                <a:noFill/>
                <a:miter lim="800000"/>
                <a:headEnd/>
                <a:tailEnd/>
              </a:ln>
            </p:spPr>
          </p:pic>
        </p:grpSp>
        <p:grpSp>
          <p:nvGrpSpPr>
            <p:cNvPr id="61450" name="Group 31"/>
            <p:cNvGrpSpPr>
              <a:grpSpLocks/>
            </p:cNvGrpSpPr>
            <p:nvPr/>
          </p:nvGrpSpPr>
          <p:grpSpPr bwMode="auto">
            <a:xfrm>
              <a:off x="2276056" y="2850022"/>
              <a:ext cx="1490472" cy="968636"/>
              <a:chOff x="3040845" y="2717800"/>
              <a:chExt cx="1986778" cy="1290320"/>
            </a:xfrm>
          </p:grpSpPr>
          <p:sp>
            <p:nvSpPr>
              <p:cNvPr id="71" name="Rounded Rectangle 70"/>
              <p:cNvSpPr/>
              <p:nvPr/>
            </p:nvSpPr>
            <p:spPr bwMode="auto">
              <a:xfrm>
                <a:off x="3040845" y="2717800"/>
                <a:ext cx="1986778" cy="1290320"/>
              </a:xfrm>
              <a:prstGeom prst="roundRect">
                <a:avLst>
                  <a:gd name="adj" fmla="val 23334"/>
                </a:avLst>
              </a:prstGeom>
              <a:solidFill>
                <a:srgbClr val="FFFFFF"/>
              </a:solidFill>
              <a:ln w="22225">
                <a:noFill/>
                <a:headEnd type="none" w="med" len="med"/>
                <a:tailEnd type="none" w="med" len="med"/>
              </a:ln>
              <a:effectLst>
                <a:outerShdw blurRad="12700" dist="25400" dir="18600000" algn="bl" rotWithShape="0">
                  <a:prstClr val="black">
                    <a:alpha val="42000"/>
                  </a:prstClr>
                </a:outerShdw>
              </a:effectLst>
              <a:scene3d>
                <a:camera prst="orthographicFront">
                  <a:rot lat="0" lon="0" rev="0"/>
                </a:camera>
                <a:lightRig rig="twoPt" dir="t">
                  <a:rot lat="0" lon="0" rev="9600000"/>
                </a:lightRig>
              </a:scene3d>
              <a:sp3d extrusionH="76200" prstMaterial="softEdge">
                <a:bevelT w="19050" h="25400" prst="angle"/>
                <a:bevelB w="0" h="0" prst="angle"/>
                <a:extrusionClr>
                  <a:srgbClr val="80F2F8"/>
                </a:extrusionClr>
                <a:contourClr>
                  <a:srgbClr val="01CACA">
                    <a:satMod val="300000"/>
                  </a:srgbClr>
                </a:contourClr>
              </a:sp3d>
            </p:spPr>
            <p:txBody>
              <a:bodyPr lIns="121893" tIns="60947" rIns="121893" bIns="60947" anchor="ctr"/>
              <a:lstStyle/>
              <a:p>
                <a:pPr algn="ctr" defTabSz="914304" fontAlgn="auto">
                  <a:spcBef>
                    <a:spcPts val="0"/>
                  </a:spcBef>
                  <a:spcAft>
                    <a:spcPts val="0"/>
                  </a:spcAft>
                  <a:defRPr/>
                </a:pPr>
                <a:endParaRPr lang="en-US" dirty="0">
                  <a:solidFill>
                    <a:srgbClr val="FFFFFF"/>
                  </a:solidFill>
                  <a:latin typeface="Segoe" pitchFamily="34" charset="0"/>
                </a:endParaRPr>
              </a:p>
            </p:txBody>
          </p:sp>
          <p:pic>
            <p:nvPicPr>
              <p:cNvPr id="61465" name="Picture 3" descr="C:\Users\maryfj\Desktop\PDC Visuals\Assets\Strata3D architecture chart\Logos\NET Services\NETServices_h_rgb.png"/>
              <p:cNvPicPr>
                <a:picLocks noChangeAspect="1" noChangeArrowheads="1"/>
              </p:cNvPicPr>
              <p:nvPr/>
            </p:nvPicPr>
            <p:blipFill>
              <a:blip r:embed="rId10"/>
              <a:srcRect/>
              <a:stretch>
                <a:fillRect/>
              </a:stretch>
            </p:blipFill>
            <p:spPr bwMode="auto">
              <a:xfrm>
                <a:off x="3063529" y="3147834"/>
                <a:ext cx="1850241" cy="430253"/>
              </a:xfrm>
              <a:prstGeom prst="rect">
                <a:avLst/>
              </a:prstGeom>
              <a:noFill/>
              <a:ln w="9525">
                <a:noFill/>
                <a:miter lim="800000"/>
                <a:headEnd/>
                <a:tailEnd/>
              </a:ln>
            </p:spPr>
          </p:pic>
        </p:grpSp>
        <p:pic>
          <p:nvPicPr>
            <p:cNvPr id="61451" name="Picture 72" descr="Exchange-Online-Logo-r.png"/>
            <p:cNvPicPr>
              <a:picLocks noChangeAspect="1"/>
            </p:cNvPicPr>
            <p:nvPr/>
          </p:nvPicPr>
          <p:blipFill>
            <a:blip r:embed="rId11"/>
            <a:srcRect/>
            <a:stretch>
              <a:fillRect/>
            </a:stretch>
          </p:blipFill>
          <p:spPr bwMode="invGray">
            <a:xfrm>
              <a:off x="3426309" y="1473041"/>
              <a:ext cx="1303359" cy="258596"/>
            </a:xfrm>
            <a:prstGeom prst="rect">
              <a:avLst/>
            </a:prstGeom>
            <a:noFill/>
            <a:ln w="9525">
              <a:noFill/>
              <a:miter lim="800000"/>
              <a:headEnd/>
              <a:tailEnd/>
            </a:ln>
          </p:spPr>
        </p:pic>
        <p:grpSp>
          <p:nvGrpSpPr>
            <p:cNvPr id="61452" name="Group 73"/>
            <p:cNvGrpSpPr>
              <a:grpSpLocks/>
            </p:cNvGrpSpPr>
            <p:nvPr/>
          </p:nvGrpSpPr>
          <p:grpSpPr bwMode="auto">
            <a:xfrm>
              <a:off x="6903411" y="2850022"/>
              <a:ext cx="1490472" cy="968636"/>
              <a:chOff x="9202153" y="2717800"/>
              <a:chExt cx="1986778" cy="1290320"/>
            </a:xfrm>
          </p:grpSpPr>
          <p:sp>
            <p:nvSpPr>
              <p:cNvPr id="75" name="Rounded Rectangle 74"/>
              <p:cNvSpPr/>
              <p:nvPr/>
            </p:nvSpPr>
            <p:spPr bwMode="auto">
              <a:xfrm>
                <a:off x="9202153" y="2717800"/>
                <a:ext cx="1986778" cy="1290320"/>
              </a:xfrm>
              <a:prstGeom prst="roundRect">
                <a:avLst>
                  <a:gd name="adj" fmla="val 23334"/>
                </a:avLst>
              </a:prstGeom>
              <a:solidFill>
                <a:srgbClr val="FFFFFF"/>
              </a:solidFill>
              <a:ln w="22225">
                <a:noFill/>
                <a:headEnd type="none" w="med" len="med"/>
                <a:tailEnd type="none" w="med" len="med"/>
              </a:ln>
              <a:effectLst>
                <a:outerShdw blurRad="12700" dist="25400" dir="18600000" algn="bl" rotWithShape="0">
                  <a:prstClr val="black">
                    <a:alpha val="42000"/>
                  </a:prstClr>
                </a:outerShdw>
              </a:effectLst>
              <a:scene3d>
                <a:camera prst="orthographicFront">
                  <a:rot lat="0" lon="0" rev="0"/>
                </a:camera>
                <a:lightRig rig="twoPt" dir="t">
                  <a:rot lat="0" lon="0" rev="9600000"/>
                </a:lightRig>
              </a:scene3d>
              <a:sp3d extrusionH="76200" prstMaterial="softEdge">
                <a:bevelT w="19050" h="25400" prst="angle"/>
                <a:bevelB w="0" h="0" prst="angle"/>
                <a:extrusionClr>
                  <a:srgbClr val="80F2F8"/>
                </a:extrusionClr>
                <a:contourClr>
                  <a:srgbClr val="01CACA">
                    <a:satMod val="300000"/>
                  </a:srgbClr>
                </a:contourClr>
              </a:sp3d>
            </p:spPr>
            <p:txBody>
              <a:bodyPr lIns="121893" tIns="60947" rIns="121893" bIns="60947" anchor="ctr"/>
              <a:lstStyle/>
              <a:p>
                <a:pPr algn="ctr" defTabSz="914304" fontAlgn="auto">
                  <a:spcBef>
                    <a:spcPts val="0"/>
                  </a:spcBef>
                  <a:spcAft>
                    <a:spcPts val="0"/>
                  </a:spcAft>
                  <a:defRPr/>
                </a:pPr>
                <a:endParaRPr lang="en-US" dirty="0">
                  <a:solidFill>
                    <a:srgbClr val="FFFFFF"/>
                  </a:solidFill>
                  <a:latin typeface="Segoe" pitchFamily="34" charset="0"/>
                </a:endParaRPr>
              </a:p>
            </p:txBody>
          </p:sp>
          <p:pic>
            <p:nvPicPr>
              <p:cNvPr id="61461" name="Picture 75" descr="dyn-CRM-Svc-2_bL.png"/>
              <p:cNvPicPr>
                <a:picLocks noChangeAspect="1"/>
              </p:cNvPicPr>
              <p:nvPr/>
            </p:nvPicPr>
            <p:blipFill>
              <a:blip r:embed="rId12"/>
              <a:srcRect/>
              <a:stretch>
                <a:fillRect/>
              </a:stretch>
            </p:blipFill>
            <p:spPr bwMode="auto">
              <a:xfrm>
                <a:off x="9257902" y="3173244"/>
                <a:ext cx="1874536" cy="359912"/>
              </a:xfrm>
              <a:prstGeom prst="rect">
                <a:avLst/>
              </a:prstGeom>
              <a:noFill/>
              <a:ln w="9525">
                <a:noFill/>
                <a:miter lim="800000"/>
                <a:headEnd/>
                <a:tailEnd/>
              </a:ln>
            </p:spPr>
          </p:pic>
        </p:grpSp>
        <p:grpSp>
          <p:nvGrpSpPr>
            <p:cNvPr id="61453" name="Group 76"/>
            <p:cNvGrpSpPr>
              <a:grpSpLocks/>
            </p:cNvGrpSpPr>
            <p:nvPr/>
          </p:nvGrpSpPr>
          <p:grpSpPr bwMode="auto">
            <a:xfrm>
              <a:off x="5360960" y="2850022"/>
              <a:ext cx="1490472" cy="968636"/>
              <a:chOff x="7146087" y="2717800"/>
              <a:chExt cx="1986778" cy="1290320"/>
            </a:xfrm>
          </p:grpSpPr>
          <p:sp>
            <p:nvSpPr>
              <p:cNvPr id="78" name="Rounded Rectangle 77"/>
              <p:cNvSpPr/>
              <p:nvPr/>
            </p:nvSpPr>
            <p:spPr bwMode="auto">
              <a:xfrm>
                <a:off x="7146087" y="2717800"/>
                <a:ext cx="1986778" cy="1290320"/>
              </a:xfrm>
              <a:prstGeom prst="roundRect">
                <a:avLst>
                  <a:gd name="adj" fmla="val 23334"/>
                </a:avLst>
              </a:prstGeom>
              <a:solidFill>
                <a:srgbClr val="FFFFFF"/>
              </a:solidFill>
              <a:ln w="22225">
                <a:noFill/>
                <a:headEnd type="none" w="med" len="med"/>
                <a:tailEnd type="none" w="med" len="med"/>
              </a:ln>
              <a:effectLst>
                <a:outerShdw blurRad="12700" dist="25400" dir="18600000" algn="bl" rotWithShape="0">
                  <a:prstClr val="black">
                    <a:alpha val="42000"/>
                  </a:prstClr>
                </a:outerShdw>
              </a:effectLst>
              <a:scene3d>
                <a:camera prst="orthographicFront">
                  <a:rot lat="0" lon="0" rev="0"/>
                </a:camera>
                <a:lightRig rig="twoPt" dir="t">
                  <a:rot lat="0" lon="0" rev="9600000"/>
                </a:lightRig>
              </a:scene3d>
              <a:sp3d extrusionH="76200" prstMaterial="softEdge">
                <a:bevelT w="19050" h="25400" prst="angle"/>
                <a:bevelB w="0" h="0" prst="angle"/>
                <a:extrusionClr>
                  <a:srgbClr val="80F2F8"/>
                </a:extrusionClr>
                <a:contourClr>
                  <a:srgbClr val="01CACA">
                    <a:satMod val="300000"/>
                  </a:srgbClr>
                </a:contourClr>
              </a:sp3d>
            </p:spPr>
            <p:txBody>
              <a:bodyPr lIns="121893" tIns="60947" rIns="121893" bIns="60947" anchor="ctr"/>
              <a:lstStyle/>
              <a:p>
                <a:pPr algn="ctr" defTabSz="914304" fontAlgn="auto">
                  <a:spcBef>
                    <a:spcPts val="0"/>
                  </a:spcBef>
                  <a:spcAft>
                    <a:spcPts val="0"/>
                  </a:spcAft>
                  <a:defRPr/>
                </a:pPr>
                <a:endParaRPr lang="en-US" dirty="0">
                  <a:solidFill>
                    <a:srgbClr val="FFFFFF"/>
                  </a:solidFill>
                  <a:latin typeface="Segoe" pitchFamily="34" charset="0"/>
                </a:endParaRPr>
              </a:p>
            </p:txBody>
          </p:sp>
          <p:pic>
            <p:nvPicPr>
              <p:cNvPr id="61457" name="Picture 78" descr="ShrPt-Svc-2_bL.png"/>
              <p:cNvPicPr>
                <a:picLocks noChangeAspect="1"/>
              </p:cNvPicPr>
              <p:nvPr/>
            </p:nvPicPr>
            <p:blipFill>
              <a:blip r:embed="rId13"/>
              <a:srcRect/>
              <a:stretch>
                <a:fillRect/>
              </a:stretch>
            </p:blipFill>
            <p:spPr bwMode="auto">
              <a:xfrm>
                <a:off x="7293883" y="3246376"/>
                <a:ext cx="1697714" cy="235982"/>
              </a:xfrm>
              <a:prstGeom prst="rect">
                <a:avLst/>
              </a:prstGeom>
              <a:noFill/>
              <a:ln w="9525">
                <a:noFill/>
                <a:miter lim="800000"/>
                <a:headEnd/>
                <a:tailEnd/>
              </a:ln>
            </p:spPr>
          </p:pic>
        </p:grpSp>
      </p:gr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350" y="152400"/>
            <a:ext cx="8369300" cy="553998"/>
          </a:xfrm>
        </p:spPr>
        <p:txBody>
          <a:bodyPr/>
          <a:lstStyle/>
          <a:p>
            <a:pPr defTabSz="914363" fontAlgn="auto">
              <a:spcAft>
                <a:spcPts val="0"/>
              </a:spcAft>
              <a:defRPr/>
            </a:pPr>
            <a:r>
              <a:rPr smtClean="0"/>
              <a:t>A Look Inside Azure</a:t>
            </a:r>
            <a:endParaRPr dirty="0"/>
          </a:p>
        </p:txBody>
      </p:sp>
      <p:sp>
        <p:nvSpPr>
          <p:cNvPr id="3" name="Rounded Rectangle 2"/>
          <p:cNvSpPr>
            <a:spLocks/>
          </p:cNvSpPr>
          <p:nvPr/>
        </p:nvSpPr>
        <p:spPr>
          <a:xfrm>
            <a:off x="2943000" y="2750608"/>
            <a:ext cx="2514600" cy="2273204"/>
          </a:xfrm>
          <a:prstGeom prst="roundRect">
            <a:avLst>
              <a:gd name="adj" fmla="val 6977"/>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91436" tIns="45718" rIns="91436" bIns="45718"/>
          <a:lstStyle/>
          <a:p>
            <a:pPr algn="ctr" defTabSz="914363">
              <a:lnSpc>
                <a:spcPct val="85000"/>
              </a:lnSpc>
              <a:spcBef>
                <a:spcPts val="1200"/>
              </a:spcBef>
              <a:defRPr/>
            </a:pPr>
            <a:endParaRPr lang="en-US" sz="2400"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4" name="Rounded Rectangle 3"/>
          <p:cNvSpPr>
            <a:spLocks/>
          </p:cNvSpPr>
          <p:nvPr/>
        </p:nvSpPr>
        <p:spPr>
          <a:xfrm>
            <a:off x="276001" y="2750608"/>
            <a:ext cx="2514600" cy="2273204"/>
          </a:xfrm>
          <a:prstGeom prst="roundRect">
            <a:avLst>
              <a:gd name="adj" fmla="val 7293"/>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91436" tIns="45718" rIns="91436" bIns="45718"/>
          <a:lstStyle/>
          <a:p>
            <a:pPr algn="ctr" defTabSz="914363">
              <a:lnSpc>
                <a:spcPct val="85000"/>
              </a:lnSpc>
              <a:spcBef>
                <a:spcPts val="1200"/>
              </a:spcBef>
              <a:defRPr/>
            </a:pPr>
            <a:endParaRPr lang="en-US" sz="2400"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5" name="Rounded Rectangle 4"/>
          <p:cNvSpPr>
            <a:spLocks/>
          </p:cNvSpPr>
          <p:nvPr/>
        </p:nvSpPr>
        <p:spPr>
          <a:xfrm>
            <a:off x="276000" y="5189008"/>
            <a:ext cx="8610599" cy="830792"/>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91436" tIns="45718" rIns="91436" bIns="45718" anchor="ctr"/>
          <a:lstStyle/>
          <a:p>
            <a:pPr defTabSz="914363">
              <a:lnSpc>
                <a:spcPct val="85000"/>
              </a:lnSpc>
              <a:spcBef>
                <a:spcPts val="1200"/>
              </a:spcBef>
              <a:defRPr/>
            </a:pPr>
            <a:endParaRPr lang="en-US" sz="2400"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6" name="Rounded Rectangle 5"/>
          <p:cNvSpPr>
            <a:spLocks/>
          </p:cNvSpPr>
          <p:nvPr/>
        </p:nvSpPr>
        <p:spPr bwMode="auto">
          <a:xfrm>
            <a:off x="428400" y="3588808"/>
            <a:ext cx="1059179"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Service</a:t>
            </a:r>
            <a:b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b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Bus</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7" name="Rounded Rectangle 6"/>
          <p:cNvSpPr>
            <a:spLocks/>
          </p:cNvSpPr>
          <p:nvPr/>
        </p:nvSpPr>
        <p:spPr bwMode="auto">
          <a:xfrm>
            <a:off x="428400" y="4274608"/>
            <a:ext cx="1059179"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Access</a:t>
            </a:r>
            <a:b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b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Control</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8" name="Rounded Rectangle 7"/>
          <p:cNvSpPr>
            <a:spLocks/>
          </p:cNvSpPr>
          <p:nvPr/>
        </p:nvSpPr>
        <p:spPr bwMode="auto">
          <a:xfrm>
            <a:off x="1571401" y="3588808"/>
            <a:ext cx="1066800"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Workflow</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9" name="Rounded Rectangle 8"/>
          <p:cNvSpPr>
            <a:spLocks/>
          </p:cNvSpPr>
          <p:nvPr/>
        </p:nvSpPr>
        <p:spPr bwMode="auto">
          <a:xfrm>
            <a:off x="1571400" y="4274608"/>
            <a:ext cx="1059179"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10" name="Rounded Rectangle 9"/>
          <p:cNvSpPr>
            <a:spLocks/>
          </p:cNvSpPr>
          <p:nvPr/>
        </p:nvSpPr>
        <p:spPr bwMode="auto">
          <a:xfrm>
            <a:off x="3095400" y="3588808"/>
            <a:ext cx="1059179"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Database</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11" name="Rounded Rectangle 10"/>
          <p:cNvSpPr>
            <a:spLocks/>
          </p:cNvSpPr>
          <p:nvPr/>
        </p:nvSpPr>
        <p:spPr bwMode="auto">
          <a:xfrm>
            <a:off x="3095400" y="4274608"/>
            <a:ext cx="1059179"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Reporting</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12" name="Rounded Rectangle 11"/>
          <p:cNvSpPr>
            <a:spLocks/>
          </p:cNvSpPr>
          <p:nvPr/>
        </p:nvSpPr>
        <p:spPr bwMode="auto">
          <a:xfrm>
            <a:off x="4238401" y="3588808"/>
            <a:ext cx="1066800"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Analytics</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13" name="Rounded Rectangle 12"/>
          <p:cNvSpPr>
            <a:spLocks/>
          </p:cNvSpPr>
          <p:nvPr/>
        </p:nvSpPr>
        <p:spPr bwMode="auto">
          <a:xfrm>
            <a:off x="4238400" y="4274608"/>
            <a:ext cx="1059179"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14" name="Rounded Rectangle 13"/>
          <p:cNvSpPr>
            <a:spLocks/>
          </p:cNvSpPr>
          <p:nvPr/>
        </p:nvSpPr>
        <p:spPr bwMode="auto">
          <a:xfrm>
            <a:off x="428399" y="5279608"/>
            <a:ext cx="1059179"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Compute</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15" name="Rounded Rectangle 14"/>
          <p:cNvSpPr>
            <a:spLocks/>
          </p:cNvSpPr>
          <p:nvPr/>
        </p:nvSpPr>
        <p:spPr bwMode="auto">
          <a:xfrm>
            <a:off x="1566319" y="5279608"/>
            <a:ext cx="1066800"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Storage</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16" name="Rounded Rectangle 15"/>
          <p:cNvSpPr>
            <a:spLocks/>
          </p:cNvSpPr>
          <p:nvPr/>
        </p:nvSpPr>
        <p:spPr bwMode="auto">
          <a:xfrm>
            <a:off x="2711860" y="5279608"/>
            <a:ext cx="1066800"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Manage</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17" name="Rounded Rectangle 16"/>
          <p:cNvSpPr>
            <a:spLocks/>
          </p:cNvSpPr>
          <p:nvPr/>
        </p:nvSpPr>
        <p:spPr>
          <a:xfrm>
            <a:off x="5610000" y="2750608"/>
            <a:ext cx="2514600" cy="2273204"/>
          </a:xfrm>
          <a:prstGeom prst="roundRect">
            <a:avLst>
              <a:gd name="adj" fmla="val 6977"/>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91436" tIns="45718" rIns="91436" bIns="45718"/>
          <a:lstStyle/>
          <a:p>
            <a:pPr algn="ctr" defTabSz="914363">
              <a:lnSpc>
                <a:spcPct val="85000"/>
              </a:lnSpc>
              <a:spcBef>
                <a:spcPts val="1200"/>
              </a:spcBef>
              <a:defRPr/>
            </a:pPr>
            <a:endParaRPr lang="en-US" sz="2400"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18" name="Rounded Rectangle 17"/>
          <p:cNvSpPr>
            <a:spLocks/>
          </p:cNvSpPr>
          <p:nvPr/>
        </p:nvSpPr>
        <p:spPr bwMode="auto">
          <a:xfrm>
            <a:off x="5762400" y="3588808"/>
            <a:ext cx="1059179"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Identity</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19" name="Rounded Rectangle 18"/>
          <p:cNvSpPr>
            <a:spLocks/>
          </p:cNvSpPr>
          <p:nvPr/>
        </p:nvSpPr>
        <p:spPr bwMode="auto">
          <a:xfrm>
            <a:off x="5762400" y="4274608"/>
            <a:ext cx="1059179"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Devices</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20" name="Rounded Rectangle 19"/>
          <p:cNvSpPr>
            <a:spLocks/>
          </p:cNvSpPr>
          <p:nvPr/>
        </p:nvSpPr>
        <p:spPr bwMode="auto">
          <a:xfrm>
            <a:off x="6905401" y="3588808"/>
            <a:ext cx="1066800"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Contacts</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21" name="Rounded Rectangle 20"/>
          <p:cNvSpPr>
            <a:spLocks/>
          </p:cNvSpPr>
          <p:nvPr/>
        </p:nvSpPr>
        <p:spPr bwMode="auto">
          <a:xfrm>
            <a:off x="6905400" y="4274608"/>
            <a:ext cx="1059179"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22" name="Rounded Rectangle 21"/>
          <p:cNvSpPr>
            <a:spLocks/>
          </p:cNvSpPr>
          <p:nvPr/>
        </p:nvSpPr>
        <p:spPr>
          <a:xfrm>
            <a:off x="8277000" y="2750608"/>
            <a:ext cx="609600" cy="2273204"/>
          </a:xfrm>
          <a:prstGeom prst="roundRect">
            <a:avLst>
              <a:gd name="adj" fmla="val 27861"/>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91436" tIns="45718" rIns="91436" bIns="45718" anchor="ctr"/>
          <a:lstStyle/>
          <a:p>
            <a:pPr algn="ctr" defTabSz="914363">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23" name="Rounded Rectangle 22"/>
          <p:cNvSpPr>
            <a:spLocks/>
          </p:cNvSpPr>
          <p:nvPr/>
        </p:nvSpPr>
        <p:spPr bwMode="auto">
          <a:xfrm>
            <a:off x="3857400" y="5279608"/>
            <a:ext cx="1066800" cy="609600"/>
          </a:xfrm>
          <a:prstGeom prst="roundRect">
            <a:avLst/>
          </a:prstGeom>
          <a:gradFill flip="none" rotWithShape="1">
            <a:gsLst>
              <a:gs pos="0">
                <a:schemeClr val="tx1"/>
              </a:gs>
              <a:gs pos="50000">
                <a:schemeClr val="tx1">
                  <a:alpha val="94000"/>
                </a:schemeClr>
              </a:gs>
              <a:gs pos="100000">
                <a:srgbClr val="A0C9FA">
                  <a:shade val="100000"/>
                  <a:satMod val="115000"/>
                </a:srgb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a:t>
            </a:r>
            <a:endParaRPr lang="en-US"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30" name="Rounded Rectangle 29"/>
          <p:cNvSpPr>
            <a:spLocks/>
          </p:cNvSpPr>
          <p:nvPr/>
        </p:nvSpPr>
        <p:spPr bwMode="auto">
          <a:xfrm>
            <a:off x="228600" y="1600200"/>
            <a:ext cx="8686800" cy="838200"/>
          </a:xfrm>
          <a:prstGeom prst="roundRect">
            <a:avLst/>
          </a:prstGeom>
          <a:gradFill flip="none" rotWithShape="1">
            <a:gsLst>
              <a:gs pos="0">
                <a:schemeClr val="accent2">
                  <a:lumMod val="20000"/>
                  <a:lumOff val="80000"/>
                </a:schemeClr>
              </a:gs>
              <a:gs pos="50000">
                <a:schemeClr val="tx1">
                  <a:alpha val="94000"/>
                </a:schemeClr>
              </a:gs>
              <a:gs pos="100000">
                <a:schemeClr val="accent2">
                  <a:lumMod val="75000"/>
                </a:schemeClr>
              </a:gs>
            </a:gsLst>
            <a:lin ang="5400000" scaled="1"/>
            <a:tileRect/>
          </a:gradFill>
          <a:ln>
            <a:noFill/>
            <a:headEnd type="none" w="med" len="med"/>
            <a:tailEnd type="none" w="med" len="med"/>
          </a:ln>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rgbClr val="FFC000">
                <a:satMod val="300000"/>
              </a:srgbClr>
            </a:contourClr>
          </a:sp3d>
        </p:spPr>
        <p:txBody>
          <a:bodyPr lIns="0" tIns="45718" rIns="0" bIns="45718" anchor="ctr"/>
          <a:lstStyle/>
          <a:p>
            <a:pPr algn="ctr">
              <a:lnSpc>
                <a:spcPct val="85000"/>
              </a:lnSpc>
              <a:spcBef>
                <a:spcPts val="1200"/>
              </a:spcBef>
              <a:defRPr/>
            </a:pPr>
            <a:r>
              <a:rPr lang="en-US" sz="3200"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rPr>
              <a:t>Your Applications</a:t>
            </a:r>
            <a:endParaRPr lang="en-US" sz="3200" spc="-100" dirty="0">
              <a:ln w="18415" cmpd="sng">
                <a:noFill/>
                <a:prstDash val="solid"/>
              </a:ln>
              <a:gradFill>
                <a:gsLst>
                  <a:gs pos="0">
                    <a:srgbClr val="000000"/>
                  </a:gs>
                  <a:gs pos="50000">
                    <a:srgbClr val="000000"/>
                  </a:gs>
                </a:gsLst>
                <a:lin ang="5400000" scaled="0"/>
              </a:gradFill>
              <a:latin typeface="Segoe UI" pitchFamily="34" charset="0"/>
              <a:cs typeface="Segoe UI" pitchFamily="34" charset="0"/>
            </a:endParaRPr>
          </a:p>
        </p:txBody>
      </p:sp>
      <p:sp>
        <p:nvSpPr>
          <p:cNvPr id="31" name="Rounded Rectangle 30"/>
          <p:cNvSpPr/>
          <p:nvPr/>
        </p:nvSpPr>
        <p:spPr bwMode="auto">
          <a:xfrm>
            <a:off x="152400" y="2645400"/>
            <a:ext cx="8839200" cy="3505200"/>
          </a:xfrm>
          <a:prstGeom prst="roundRect">
            <a:avLst>
              <a:gd name="adj" fmla="val 4279"/>
            </a:avLst>
          </a:prstGeom>
          <a:noFill/>
          <a:ln w="28575">
            <a:solidFill>
              <a:schemeClr val="tx2"/>
            </a:solidFill>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lIns="91436" tIns="45718" rIns="91436" bIns="45718" anchor="ctr"/>
          <a:lstStyle/>
          <a:p>
            <a:pPr algn="ctr" defTabSz="914099">
              <a:defRPr/>
            </a:pPr>
            <a:endParaRPr lang="en-US" sz="2000" dirty="0">
              <a:solidFill>
                <a:srgbClr val="FFFFFF"/>
              </a:solidFill>
              <a:effectLst>
                <a:outerShdw blurRad="38100" dist="38100" dir="2700000" algn="tl">
                  <a:srgbClr val="000000">
                    <a:alpha val="43137"/>
                  </a:srgbClr>
                </a:outerShdw>
              </a:effectLst>
            </a:endParaRPr>
          </a:p>
        </p:txBody>
      </p:sp>
      <p:pic>
        <p:nvPicPr>
          <p:cNvPr id="63523" name="Picture 3" descr="C:\Users\maryfj\Desktop\PDC Visuals\Assets\Strata3D architecture chart\Logos\NET Services\NETServices_h_rgb.png"/>
          <p:cNvPicPr>
            <a:picLocks noChangeAspect="1" noChangeArrowheads="1"/>
          </p:cNvPicPr>
          <p:nvPr/>
        </p:nvPicPr>
        <p:blipFill>
          <a:blip r:embed="rId3"/>
          <a:srcRect/>
          <a:stretch>
            <a:fillRect/>
          </a:stretch>
        </p:blipFill>
        <p:spPr bwMode="auto">
          <a:xfrm>
            <a:off x="457200" y="2886075"/>
            <a:ext cx="2209800" cy="514350"/>
          </a:xfrm>
          <a:prstGeom prst="rect">
            <a:avLst/>
          </a:prstGeom>
          <a:noFill/>
          <a:ln w="9525">
            <a:noFill/>
            <a:miter lim="800000"/>
            <a:headEnd/>
            <a:tailEnd/>
          </a:ln>
        </p:spPr>
      </p:pic>
      <p:pic>
        <p:nvPicPr>
          <p:cNvPr id="63524" name="Picture 2" descr="C:\Users\maryfj\Desktop\PDC Visuals\Assets\Strata3D architecture chart\Logos\SQL Services\SQLServices_h_rgb.png"/>
          <p:cNvPicPr>
            <a:picLocks noChangeAspect="1" noChangeArrowheads="1"/>
          </p:cNvPicPr>
          <p:nvPr/>
        </p:nvPicPr>
        <p:blipFill>
          <a:blip r:embed="rId4"/>
          <a:srcRect/>
          <a:stretch>
            <a:fillRect/>
          </a:stretch>
        </p:blipFill>
        <p:spPr bwMode="auto">
          <a:xfrm>
            <a:off x="3048000" y="2828925"/>
            <a:ext cx="2111375" cy="571500"/>
          </a:xfrm>
          <a:prstGeom prst="rect">
            <a:avLst/>
          </a:prstGeom>
          <a:noFill/>
          <a:ln w="9525">
            <a:noFill/>
            <a:miter lim="800000"/>
            <a:headEnd/>
            <a:tailEnd/>
          </a:ln>
        </p:spPr>
      </p:pic>
      <p:pic>
        <p:nvPicPr>
          <p:cNvPr id="63525" name="Picture 35" descr="LiveServices_h_rgb.png"/>
          <p:cNvPicPr>
            <a:picLocks noChangeAspect="1"/>
          </p:cNvPicPr>
          <p:nvPr/>
        </p:nvPicPr>
        <p:blipFill>
          <a:blip r:embed="rId5"/>
          <a:srcRect/>
          <a:stretch>
            <a:fillRect/>
          </a:stretch>
        </p:blipFill>
        <p:spPr bwMode="auto">
          <a:xfrm>
            <a:off x="5791200" y="2895600"/>
            <a:ext cx="1981200" cy="552450"/>
          </a:xfrm>
          <a:prstGeom prst="rect">
            <a:avLst/>
          </a:prstGeom>
          <a:noFill/>
          <a:ln w="9525">
            <a:noFill/>
            <a:miter lim="800000"/>
            <a:headEnd/>
            <a:tailEnd/>
          </a:ln>
        </p:spPr>
      </p:pic>
      <p:pic>
        <p:nvPicPr>
          <p:cNvPr id="63526" name="Picture 36" descr="WinAzure_h_rgb.png"/>
          <p:cNvPicPr>
            <a:picLocks noChangeAspect="1"/>
          </p:cNvPicPr>
          <p:nvPr/>
        </p:nvPicPr>
        <p:blipFill>
          <a:blip r:embed="rId6"/>
          <a:srcRect/>
          <a:stretch>
            <a:fillRect/>
          </a:stretch>
        </p:blipFill>
        <p:spPr bwMode="auto">
          <a:xfrm>
            <a:off x="5334000" y="5257800"/>
            <a:ext cx="3082925" cy="576263"/>
          </a:xfrm>
          <a:prstGeom prst="rect">
            <a:avLst/>
          </a:prstGeom>
          <a:noFill/>
          <a:ln w="9525">
            <a:noFill/>
            <a:miter lim="800000"/>
            <a:headEnd/>
            <a:tailEnd/>
          </a:ln>
        </p:spPr>
      </p:pic>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350" y="152400"/>
            <a:ext cx="8369300" cy="553998"/>
          </a:xfrm>
        </p:spPr>
        <p:txBody>
          <a:bodyPr/>
          <a:lstStyle/>
          <a:p>
            <a:pPr defTabSz="914363" fontAlgn="auto">
              <a:spcAft>
                <a:spcPts val="0"/>
              </a:spcAft>
              <a:defRPr/>
            </a:pPr>
            <a:r>
              <a:rPr/>
              <a:t>Our Approach to Azure Services</a:t>
            </a:r>
            <a:endParaRPr/>
          </a:p>
        </p:txBody>
      </p:sp>
      <p:grpSp>
        <p:nvGrpSpPr>
          <p:cNvPr id="65538" name="Group 29"/>
          <p:cNvGrpSpPr>
            <a:grpSpLocks/>
          </p:cNvGrpSpPr>
          <p:nvPr/>
        </p:nvGrpSpPr>
        <p:grpSpPr bwMode="auto">
          <a:xfrm>
            <a:off x="160338" y="4437063"/>
            <a:ext cx="8778875" cy="1554162"/>
            <a:chOff x="129268" y="4579219"/>
            <a:chExt cx="8778240" cy="1554480"/>
          </a:xfrm>
        </p:grpSpPr>
        <p:sp>
          <p:nvSpPr>
            <p:cNvPr id="28" name="Rounded Rectangle 27"/>
            <p:cNvSpPr/>
            <p:nvPr/>
          </p:nvSpPr>
          <p:spPr bwMode="gray">
            <a:xfrm flipH="1">
              <a:off x="129268" y="4579219"/>
              <a:ext cx="8778240" cy="1554480"/>
            </a:xfrm>
            <a:prstGeom prst="roundRect">
              <a:avLst>
                <a:gd name="adj" fmla="val 10044"/>
              </a:avLst>
            </a:prstGeom>
            <a:gradFill rotWithShape="1">
              <a:gsLst>
                <a:gs pos="0">
                  <a:srgbClr val="FFFFFF"/>
                </a:gs>
                <a:gs pos="7000">
                  <a:srgbClr val="FFFFFF">
                    <a:alpha val="47000"/>
                  </a:srgbClr>
                </a:gs>
                <a:gs pos="35000">
                  <a:srgbClr val="FFFFFF">
                    <a:alpha val="20000"/>
                  </a:srgbClr>
                </a:gs>
              </a:gsLst>
              <a:lin ang="16200000" scaled="0"/>
            </a:gradFill>
            <a:ln w="3175" cap="flat" cmpd="sng" algn="ctr">
              <a:solidFill>
                <a:srgbClr val="FFFFFF">
                  <a:alpha val="20000"/>
                </a:srgbClr>
              </a:solidFill>
              <a:prstDash val="solid"/>
              <a:headEnd type="none" w="med" len="med"/>
              <a:tailEnd type="none" w="med" len="med"/>
            </a:ln>
            <a:effectLst/>
          </p:spPr>
          <p:txBody>
            <a:bodyPr lIns="91436" tIns="45718" rIns="91436" bIns="45718" anchor="ctr"/>
            <a:lstStyle/>
            <a:p>
              <a:pPr algn="ctr" defTabSz="1096919" fontAlgn="auto">
                <a:spcBef>
                  <a:spcPts val="0"/>
                </a:spcBef>
                <a:spcAft>
                  <a:spcPts val="0"/>
                </a:spcAft>
                <a:defRPr/>
              </a:pPr>
              <a:endParaRPr lang="en-US" sz="2900" dirty="0">
                <a:solidFill>
                  <a:srgbClr val="FFFFFF"/>
                </a:solidFill>
                <a:latin typeface="Segoe" pitchFamily="34" charset="0"/>
              </a:endParaRPr>
            </a:p>
          </p:txBody>
        </p:sp>
        <p:sp>
          <p:nvSpPr>
            <p:cNvPr id="29" name="Rounded Rectangle 28"/>
            <p:cNvSpPr/>
            <p:nvPr/>
          </p:nvSpPr>
          <p:spPr bwMode="auto">
            <a:xfrm>
              <a:off x="208637" y="4642732"/>
              <a:ext cx="8630613" cy="1448096"/>
            </a:xfrm>
            <a:prstGeom prst="roundRect">
              <a:avLst>
                <a:gd name="adj" fmla="val 10513"/>
              </a:avLst>
            </a:prstGeom>
            <a:gradFill flip="none" rotWithShape="1">
              <a:gsLst>
                <a:gs pos="21000">
                  <a:srgbClr val="004D6C">
                    <a:alpha val="52000"/>
                  </a:srgbClr>
                </a:gs>
                <a:gs pos="93000">
                  <a:srgbClr val="050813"/>
                </a:gs>
                <a:gs pos="100000">
                  <a:srgbClr val="B4ECF2"/>
                </a:gs>
              </a:gsLst>
              <a:lin ang="13500000" scaled="1"/>
              <a:tileRect/>
            </a:gradFill>
            <a:ln w="38100" cap="flat" cmpd="thickThin" algn="ctr">
              <a:noFill/>
              <a:prstDash val="solid"/>
            </a:ln>
            <a:effectLst>
              <a:outerShdw blurRad="50800" dist="38100" dir="18900000" algn="bl" rotWithShape="0">
                <a:prstClr val="black">
                  <a:alpha val="40000"/>
                </a:prstClr>
              </a:outerShdw>
            </a:effectLst>
          </p:spPr>
          <p:txBody>
            <a:bodyPr lIns="137160" tIns="457200" rIns="0" bIns="0"/>
            <a:lstStyle/>
            <a:p>
              <a:pPr marL="223838" lvl="1" indent="-212725" algn="ctr">
                <a:lnSpc>
                  <a:spcPct val="90000"/>
                </a:lnSpc>
                <a:spcAft>
                  <a:spcPts val="300"/>
                </a:spcAft>
                <a:buSzPct val="80000"/>
                <a:buFontTx/>
                <a:buBlip>
                  <a:blip r:embed="rId3"/>
                </a:buBlip>
                <a:defRPr/>
              </a:pPr>
              <a:endParaRPr lang="en-US" sz="2000" dirty="0">
                <a:solidFill>
                  <a:srgbClr val="FFFFFF"/>
                </a:solidFill>
                <a:effectLst>
                  <a:outerShdw blurRad="38100" dist="38100" dir="2700000" algn="tl">
                    <a:srgbClr val="000000">
                      <a:alpha val="43137"/>
                    </a:srgbClr>
                  </a:outerShdw>
                </a:effectLst>
                <a:latin typeface="Segoe"/>
              </a:endParaRPr>
            </a:p>
          </p:txBody>
        </p:sp>
        <p:grpSp>
          <p:nvGrpSpPr>
            <p:cNvPr id="65558" name="Group 24"/>
            <p:cNvGrpSpPr>
              <a:grpSpLocks/>
            </p:cNvGrpSpPr>
            <p:nvPr/>
          </p:nvGrpSpPr>
          <p:grpSpPr bwMode="auto">
            <a:xfrm>
              <a:off x="457200" y="4642591"/>
              <a:ext cx="8234860" cy="1327666"/>
              <a:chOff x="457200" y="5177135"/>
              <a:chExt cx="8234860" cy="1327666"/>
            </a:xfrm>
          </p:grpSpPr>
          <p:sp>
            <p:nvSpPr>
              <p:cNvPr id="23" name="TextBox 22"/>
              <p:cNvSpPr txBox="1"/>
              <p:nvPr/>
            </p:nvSpPr>
            <p:spPr>
              <a:xfrm>
                <a:off x="457200" y="5177135"/>
                <a:ext cx="8001000" cy="461665"/>
              </a:xfrm>
              <a:prstGeom prst="rect">
                <a:avLst/>
              </a:prstGeom>
              <a:noFill/>
            </p:spPr>
            <p:txBody>
              <a:bodyPr>
                <a:spAutoFit/>
              </a:bodyPr>
              <a:lstStyle/>
              <a:p>
                <a:pPr fontAlgn="auto">
                  <a:spcBef>
                    <a:spcPts val="0"/>
                  </a:spcBef>
                  <a:spcAft>
                    <a:spcPts val="0"/>
                  </a:spcAft>
                  <a:defRPr/>
                </a:pPr>
                <a:r>
                  <a:rPr lang="en-US" sz="2400" dirty="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Segoe" pitchFamily="34" charset="0"/>
                    <a:cs typeface="Arial" charset="0"/>
                  </a:rPr>
                  <a:t>Extend Your Existing Investments </a:t>
                </a:r>
              </a:p>
            </p:txBody>
          </p:sp>
          <p:sp>
            <p:nvSpPr>
              <p:cNvPr id="65560" name="TextBox 13"/>
              <p:cNvSpPr txBox="1">
                <a:spLocks noChangeArrowheads="1"/>
              </p:cNvSpPr>
              <p:nvPr/>
            </p:nvSpPr>
            <p:spPr bwMode="auto">
              <a:xfrm>
                <a:off x="614860" y="5581471"/>
                <a:ext cx="8077200" cy="923330"/>
              </a:xfrm>
              <a:prstGeom prst="rect">
                <a:avLst/>
              </a:prstGeom>
              <a:noFill/>
              <a:ln w="9525">
                <a:noFill/>
                <a:miter lim="800000"/>
                <a:headEnd/>
                <a:tailEnd/>
              </a:ln>
            </p:spPr>
            <p:txBody>
              <a:bodyPr>
                <a:spAutoFit/>
              </a:bodyPr>
              <a:lstStyle/>
              <a:p>
                <a:pPr indent="265113">
                  <a:buFont typeface="Wingdings" pitchFamily="2" charset="2"/>
                  <a:buChar char="ü"/>
                </a:pPr>
                <a:r>
                  <a:rPr lang="en-US">
                    <a:latin typeface="Calibri" pitchFamily="34" charset="0"/>
                  </a:rPr>
                  <a:t>Familiar tools, languages, and frameworks with .NET and Visual Studio</a:t>
                </a:r>
              </a:p>
              <a:p>
                <a:pPr indent="265113">
                  <a:buFont typeface="Wingdings" pitchFamily="2" charset="2"/>
                  <a:buChar char="ü"/>
                </a:pPr>
                <a:r>
                  <a:rPr lang="en-US">
                    <a:latin typeface="Calibri" pitchFamily="34" charset="0"/>
                  </a:rPr>
                  <a:t>Provides the choice to build on-premises, cloud, or hybrid solutions</a:t>
                </a:r>
              </a:p>
              <a:p>
                <a:pPr indent="265113">
                  <a:buFont typeface="Wingdings" pitchFamily="2" charset="2"/>
                  <a:buChar char="ü"/>
                </a:pPr>
                <a:r>
                  <a:rPr lang="en-US">
                    <a:latin typeface="Calibri" pitchFamily="34" charset="0"/>
                  </a:rPr>
                  <a:t>Integrate with existing assets such as AD and premises applications</a:t>
                </a:r>
              </a:p>
            </p:txBody>
          </p:sp>
        </p:grpSp>
      </p:grpSp>
      <p:grpSp>
        <p:nvGrpSpPr>
          <p:cNvPr id="65539" name="Group 30"/>
          <p:cNvGrpSpPr>
            <a:grpSpLocks/>
          </p:cNvGrpSpPr>
          <p:nvPr/>
        </p:nvGrpSpPr>
        <p:grpSpPr bwMode="auto">
          <a:xfrm>
            <a:off x="160338" y="2930525"/>
            <a:ext cx="8778875" cy="1371600"/>
            <a:chOff x="129268" y="3047908"/>
            <a:chExt cx="8778240" cy="1371600"/>
          </a:xfrm>
        </p:grpSpPr>
        <p:sp>
          <p:nvSpPr>
            <p:cNvPr id="21" name="Rounded Rectangle 20"/>
            <p:cNvSpPr/>
            <p:nvPr/>
          </p:nvSpPr>
          <p:spPr bwMode="gray">
            <a:xfrm flipH="1">
              <a:off x="129268" y="3047908"/>
              <a:ext cx="8778240" cy="1371600"/>
            </a:xfrm>
            <a:prstGeom prst="roundRect">
              <a:avLst>
                <a:gd name="adj" fmla="val 10044"/>
              </a:avLst>
            </a:prstGeom>
            <a:gradFill rotWithShape="1">
              <a:gsLst>
                <a:gs pos="0">
                  <a:srgbClr val="FFFFFF"/>
                </a:gs>
                <a:gs pos="7000">
                  <a:srgbClr val="FFFFFF">
                    <a:alpha val="47000"/>
                  </a:srgbClr>
                </a:gs>
                <a:gs pos="35000">
                  <a:srgbClr val="FFFFFF">
                    <a:alpha val="20000"/>
                  </a:srgbClr>
                </a:gs>
              </a:gsLst>
              <a:lin ang="16200000" scaled="0"/>
            </a:gradFill>
            <a:ln w="3175" cap="flat" cmpd="sng" algn="ctr">
              <a:solidFill>
                <a:srgbClr val="FFFFFF">
                  <a:alpha val="20000"/>
                </a:srgbClr>
              </a:solidFill>
              <a:prstDash val="solid"/>
              <a:headEnd type="none" w="med" len="med"/>
              <a:tailEnd type="none" w="med" len="med"/>
            </a:ln>
            <a:effectLst/>
          </p:spPr>
          <p:txBody>
            <a:bodyPr lIns="91436" tIns="45718" rIns="91436" bIns="45718" anchor="ctr"/>
            <a:lstStyle/>
            <a:p>
              <a:pPr algn="ctr" defTabSz="1096919" fontAlgn="auto">
                <a:spcBef>
                  <a:spcPts val="0"/>
                </a:spcBef>
                <a:spcAft>
                  <a:spcPts val="0"/>
                </a:spcAft>
                <a:defRPr/>
              </a:pPr>
              <a:endParaRPr lang="en-US" sz="2900" dirty="0">
                <a:solidFill>
                  <a:srgbClr val="FFFFFF"/>
                </a:solidFill>
                <a:latin typeface="Segoe" pitchFamily="34" charset="0"/>
              </a:endParaRPr>
            </a:p>
          </p:txBody>
        </p:sp>
        <p:grpSp>
          <p:nvGrpSpPr>
            <p:cNvPr id="65550" name="Group 20"/>
            <p:cNvGrpSpPr>
              <a:grpSpLocks/>
            </p:cNvGrpSpPr>
            <p:nvPr/>
          </p:nvGrpSpPr>
          <p:grpSpPr bwMode="auto">
            <a:xfrm>
              <a:off x="228600" y="3123056"/>
              <a:ext cx="8610600" cy="1219200"/>
              <a:chOff x="228600" y="3657600"/>
              <a:chExt cx="8610600" cy="1219200"/>
            </a:xfrm>
          </p:grpSpPr>
          <p:sp>
            <p:nvSpPr>
              <p:cNvPr id="11" name="Rounded Rectangle 10"/>
              <p:cNvSpPr/>
              <p:nvPr/>
            </p:nvSpPr>
            <p:spPr bwMode="auto">
              <a:xfrm>
                <a:off x="229273" y="3657065"/>
                <a:ext cx="8609977" cy="1219200"/>
              </a:xfrm>
              <a:prstGeom prst="roundRect">
                <a:avLst>
                  <a:gd name="adj" fmla="val 10513"/>
                </a:avLst>
              </a:prstGeom>
              <a:gradFill flip="none" rotWithShape="1">
                <a:gsLst>
                  <a:gs pos="21000">
                    <a:srgbClr val="004D6C">
                      <a:alpha val="52000"/>
                    </a:srgbClr>
                  </a:gs>
                  <a:gs pos="93000">
                    <a:srgbClr val="050813"/>
                  </a:gs>
                  <a:gs pos="100000">
                    <a:srgbClr val="B4ECF2"/>
                  </a:gs>
                </a:gsLst>
                <a:lin ang="13500000" scaled="1"/>
                <a:tileRect/>
              </a:gradFill>
              <a:ln w="38100" cap="flat" cmpd="thickThin" algn="ctr">
                <a:noFill/>
                <a:prstDash val="solid"/>
              </a:ln>
              <a:effectLst>
                <a:outerShdw blurRad="50800" dist="38100" dir="18900000" algn="bl" rotWithShape="0">
                  <a:prstClr val="black">
                    <a:alpha val="40000"/>
                  </a:prstClr>
                </a:outerShdw>
              </a:effectLst>
            </p:spPr>
            <p:txBody>
              <a:bodyPr lIns="137160" tIns="457200" rIns="0" bIns="0"/>
              <a:lstStyle/>
              <a:p>
                <a:pPr marL="223838" lvl="1" indent="-212725" algn="ctr">
                  <a:lnSpc>
                    <a:spcPct val="90000"/>
                  </a:lnSpc>
                  <a:spcAft>
                    <a:spcPts val="300"/>
                  </a:spcAft>
                  <a:buSzPct val="80000"/>
                  <a:buFontTx/>
                  <a:buBlip>
                    <a:blip r:embed="rId3"/>
                  </a:buBlip>
                  <a:defRPr/>
                </a:pPr>
                <a:endParaRPr lang="en-US" sz="2000" dirty="0">
                  <a:solidFill>
                    <a:srgbClr val="FFFFFF"/>
                  </a:solidFill>
                  <a:effectLst>
                    <a:outerShdw blurRad="38100" dist="38100" dir="2700000" algn="tl">
                      <a:srgbClr val="000000">
                        <a:alpha val="43137"/>
                      </a:srgbClr>
                    </a:outerShdw>
                  </a:effectLst>
                  <a:latin typeface="Segoe"/>
                </a:endParaRPr>
              </a:p>
            </p:txBody>
          </p:sp>
          <p:sp>
            <p:nvSpPr>
              <p:cNvPr id="16" name="TextBox 15"/>
              <p:cNvSpPr txBox="1"/>
              <p:nvPr/>
            </p:nvSpPr>
            <p:spPr>
              <a:xfrm>
                <a:off x="457200" y="3657600"/>
                <a:ext cx="8001000" cy="461665"/>
              </a:xfrm>
              <a:prstGeom prst="rect">
                <a:avLst/>
              </a:prstGeom>
              <a:noFill/>
            </p:spPr>
            <p:txBody>
              <a:bodyPr>
                <a:spAutoFit/>
              </a:bodyPr>
              <a:lstStyle/>
              <a:p>
                <a:pPr fontAlgn="auto">
                  <a:spcBef>
                    <a:spcPts val="0"/>
                  </a:spcBef>
                  <a:spcAft>
                    <a:spcPts val="0"/>
                  </a:spcAft>
                  <a:defRPr/>
                </a:pPr>
                <a:r>
                  <a:rPr lang="en-US" sz="2400" dirty="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Segoe" pitchFamily="34" charset="0"/>
                    <a:cs typeface="Arial" charset="0"/>
                  </a:rPr>
                  <a:t>Base it on Internet Standards</a:t>
                </a:r>
              </a:p>
            </p:txBody>
          </p:sp>
          <p:sp>
            <p:nvSpPr>
              <p:cNvPr id="65553" name="TextBox 16"/>
              <p:cNvSpPr txBox="1">
                <a:spLocks noChangeArrowheads="1"/>
              </p:cNvSpPr>
              <p:nvPr/>
            </p:nvSpPr>
            <p:spPr bwMode="auto">
              <a:xfrm>
                <a:off x="614860" y="4039075"/>
                <a:ext cx="8077200" cy="646331"/>
              </a:xfrm>
              <a:prstGeom prst="rect">
                <a:avLst/>
              </a:prstGeom>
              <a:noFill/>
              <a:ln w="9525">
                <a:noFill/>
                <a:miter lim="800000"/>
                <a:headEnd/>
                <a:tailEnd/>
              </a:ln>
            </p:spPr>
            <p:txBody>
              <a:bodyPr>
                <a:spAutoFit/>
              </a:bodyPr>
              <a:lstStyle/>
              <a:p>
                <a:pPr indent="265113">
                  <a:buFont typeface="Wingdings" pitchFamily="2" charset="2"/>
                  <a:buChar char="ü"/>
                </a:pPr>
                <a:r>
                  <a:rPr lang="en-US">
                    <a:latin typeface="Calibri" pitchFamily="34" charset="0"/>
                  </a:rPr>
                  <a:t>Multiple protocol support including HTTP, REST, SOAP, AtomPub</a:t>
                </a:r>
              </a:p>
              <a:p>
                <a:pPr indent="265113">
                  <a:buFont typeface="Wingdings" pitchFamily="2" charset="2"/>
                  <a:buChar char="ü"/>
                </a:pPr>
                <a:r>
                  <a:rPr lang="en-US">
                    <a:latin typeface="Calibri" pitchFamily="34" charset="0"/>
                  </a:rPr>
                  <a:t>Broad investment in open, community-based access to Azure services</a:t>
                </a:r>
              </a:p>
            </p:txBody>
          </p:sp>
        </p:grpSp>
      </p:grpSp>
      <p:grpSp>
        <p:nvGrpSpPr>
          <p:cNvPr id="65540" name="Group 31"/>
          <p:cNvGrpSpPr>
            <a:grpSpLocks/>
          </p:cNvGrpSpPr>
          <p:nvPr/>
        </p:nvGrpSpPr>
        <p:grpSpPr bwMode="auto">
          <a:xfrm>
            <a:off x="160338" y="1241425"/>
            <a:ext cx="8791575" cy="1554163"/>
            <a:chOff x="129268" y="1383284"/>
            <a:chExt cx="8791392" cy="1554480"/>
          </a:xfrm>
        </p:grpSpPr>
        <p:sp>
          <p:nvSpPr>
            <p:cNvPr id="20" name="Rounded Rectangle 19"/>
            <p:cNvSpPr/>
            <p:nvPr/>
          </p:nvSpPr>
          <p:spPr bwMode="gray">
            <a:xfrm flipH="1">
              <a:off x="129268" y="1383284"/>
              <a:ext cx="8778240" cy="1554480"/>
            </a:xfrm>
            <a:prstGeom prst="roundRect">
              <a:avLst>
                <a:gd name="adj" fmla="val 10044"/>
              </a:avLst>
            </a:prstGeom>
            <a:gradFill rotWithShape="1">
              <a:gsLst>
                <a:gs pos="0">
                  <a:srgbClr val="FFFFFF"/>
                </a:gs>
                <a:gs pos="7000">
                  <a:srgbClr val="FFFFFF">
                    <a:alpha val="47000"/>
                  </a:srgbClr>
                </a:gs>
                <a:gs pos="35000">
                  <a:srgbClr val="FFFFFF">
                    <a:alpha val="20000"/>
                  </a:srgbClr>
                </a:gs>
              </a:gsLst>
              <a:lin ang="16200000" scaled="0"/>
            </a:gradFill>
            <a:ln w="3175" cap="flat" cmpd="sng" algn="ctr">
              <a:solidFill>
                <a:srgbClr val="FFFFFF">
                  <a:alpha val="20000"/>
                </a:srgbClr>
              </a:solidFill>
              <a:prstDash val="solid"/>
              <a:headEnd type="none" w="med" len="med"/>
              <a:tailEnd type="none" w="med" len="med"/>
            </a:ln>
            <a:effectLst/>
          </p:spPr>
          <p:txBody>
            <a:bodyPr lIns="91436" tIns="45718" rIns="91436" bIns="45718" anchor="ctr"/>
            <a:lstStyle/>
            <a:p>
              <a:pPr algn="ctr" defTabSz="1096919" fontAlgn="auto">
                <a:spcBef>
                  <a:spcPts val="0"/>
                </a:spcBef>
                <a:spcAft>
                  <a:spcPts val="0"/>
                </a:spcAft>
                <a:defRPr/>
              </a:pPr>
              <a:endParaRPr lang="en-US" sz="2900" dirty="0">
                <a:solidFill>
                  <a:srgbClr val="FFFFFF"/>
                </a:solidFill>
                <a:latin typeface="Segoe" pitchFamily="34" charset="0"/>
              </a:endParaRPr>
            </a:p>
          </p:txBody>
        </p:sp>
        <p:sp>
          <p:nvSpPr>
            <p:cNvPr id="5" name="Rounded Rectangle 4"/>
            <p:cNvSpPr/>
            <p:nvPr/>
          </p:nvSpPr>
          <p:spPr bwMode="auto">
            <a:xfrm>
              <a:off x="208641" y="1446797"/>
              <a:ext cx="8631057" cy="1448095"/>
            </a:xfrm>
            <a:prstGeom prst="roundRect">
              <a:avLst>
                <a:gd name="adj" fmla="val 10513"/>
              </a:avLst>
            </a:prstGeom>
            <a:gradFill flip="none" rotWithShape="1">
              <a:gsLst>
                <a:gs pos="21000">
                  <a:srgbClr val="004D6C">
                    <a:alpha val="52000"/>
                  </a:srgbClr>
                </a:gs>
                <a:gs pos="93000">
                  <a:srgbClr val="050813"/>
                </a:gs>
                <a:gs pos="100000">
                  <a:srgbClr val="B4ECF2"/>
                </a:gs>
              </a:gsLst>
              <a:lin ang="13500000" scaled="1"/>
              <a:tileRect/>
            </a:gradFill>
            <a:ln w="38100" cap="flat" cmpd="thickThin" algn="ctr">
              <a:noFill/>
              <a:prstDash val="solid"/>
            </a:ln>
            <a:effectLst>
              <a:outerShdw blurRad="50800" dist="38100" dir="18900000" algn="bl" rotWithShape="0">
                <a:prstClr val="black">
                  <a:alpha val="40000"/>
                </a:prstClr>
              </a:outerShdw>
            </a:effectLst>
          </p:spPr>
          <p:txBody>
            <a:bodyPr lIns="137160" tIns="457200" rIns="0" bIns="0"/>
            <a:lstStyle/>
            <a:p>
              <a:pPr marL="223838" lvl="1" indent="-212725" algn="ctr">
                <a:lnSpc>
                  <a:spcPct val="90000"/>
                </a:lnSpc>
                <a:spcAft>
                  <a:spcPts val="300"/>
                </a:spcAft>
                <a:buSzPct val="80000"/>
                <a:buFontTx/>
                <a:buBlip>
                  <a:blip r:embed="rId3"/>
                </a:buBlip>
                <a:defRPr/>
              </a:pPr>
              <a:endParaRPr lang="en-US" sz="2000" dirty="0">
                <a:solidFill>
                  <a:srgbClr val="FFFFFF"/>
                </a:solidFill>
                <a:effectLst>
                  <a:outerShdw blurRad="38100" dist="38100" dir="2700000" algn="tl">
                    <a:srgbClr val="000000">
                      <a:alpha val="43137"/>
                    </a:srgbClr>
                  </a:outerShdw>
                </a:effectLst>
                <a:latin typeface="Segoe"/>
              </a:endParaRPr>
            </a:p>
          </p:txBody>
        </p:sp>
        <p:sp>
          <p:nvSpPr>
            <p:cNvPr id="15" name="TextBox 14"/>
            <p:cNvSpPr txBox="1"/>
            <p:nvPr/>
          </p:nvSpPr>
          <p:spPr>
            <a:xfrm>
              <a:off x="457200" y="1471867"/>
              <a:ext cx="8305800" cy="461665"/>
            </a:xfrm>
            <a:prstGeom prst="rect">
              <a:avLst/>
            </a:prstGeom>
            <a:noFill/>
          </p:spPr>
          <p:txBody>
            <a:bodyPr>
              <a:spAutoFit/>
            </a:bodyPr>
            <a:lstStyle/>
            <a:p>
              <a:pPr fontAlgn="auto">
                <a:spcBef>
                  <a:spcPts val="0"/>
                </a:spcBef>
                <a:spcAft>
                  <a:spcPts val="0"/>
                </a:spcAft>
                <a:defRPr/>
              </a:pPr>
              <a:r>
                <a:rPr lang="en-US" sz="2400" dirty="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Segoe" pitchFamily="34" charset="0"/>
                  <a:cs typeface="Arial" charset="0"/>
                </a:rPr>
                <a:t>Provide a Flexible Services Platform with Internet Scale</a:t>
              </a:r>
            </a:p>
          </p:txBody>
        </p:sp>
        <p:sp>
          <p:nvSpPr>
            <p:cNvPr id="65546" name="TextBox 18"/>
            <p:cNvSpPr txBox="1">
              <a:spLocks noChangeArrowheads="1"/>
            </p:cNvSpPr>
            <p:nvPr/>
          </p:nvSpPr>
          <p:spPr bwMode="auto">
            <a:xfrm>
              <a:off x="614860" y="1834522"/>
              <a:ext cx="8305800" cy="923330"/>
            </a:xfrm>
            <a:prstGeom prst="rect">
              <a:avLst/>
            </a:prstGeom>
            <a:noFill/>
            <a:ln w="9525">
              <a:noFill/>
              <a:miter lim="800000"/>
              <a:headEnd/>
              <a:tailEnd/>
            </a:ln>
          </p:spPr>
          <p:txBody>
            <a:bodyPr>
              <a:spAutoFit/>
            </a:bodyPr>
            <a:lstStyle/>
            <a:p>
              <a:pPr indent="265113">
                <a:buFont typeface="Wingdings" pitchFamily="2" charset="2"/>
                <a:buChar char="ü"/>
              </a:pPr>
              <a:r>
                <a:rPr lang="en-US">
                  <a:latin typeface="Calibri" pitchFamily="34" charset="0"/>
                </a:rPr>
                <a:t>Simple scenarios are simple – complex scenarios are possible</a:t>
              </a:r>
            </a:p>
            <a:p>
              <a:pPr indent="265113">
                <a:buFont typeface="Wingdings" pitchFamily="2" charset="2"/>
                <a:buChar char="ü"/>
              </a:pPr>
              <a:r>
                <a:rPr lang="en-US">
                  <a:latin typeface="Calibri" pitchFamily="34" charset="0"/>
                </a:rPr>
                <a:t>Services hosted in Microsoft’s data centers</a:t>
              </a:r>
            </a:p>
            <a:p>
              <a:pPr indent="265113">
                <a:buFont typeface="Wingdings" pitchFamily="2" charset="2"/>
                <a:buChar char="ü"/>
              </a:pPr>
              <a:r>
                <a:rPr lang="en-US">
                  <a:latin typeface="Calibri" pitchFamily="34" charset="0"/>
                </a:rPr>
                <a:t>Designed for high availability &amp; scalability</a:t>
              </a: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7"/>
          <p:cNvGrpSpPr>
            <a:grpSpLocks/>
          </p:cNvGrpSpPr>
          <p:nvPr/>
        </p:nvGrpSpPr>
        <p:grpSpPr bwMode="auto">
          <a:xfrm>
            <a:off x="381000" y="4259263"/>
            <a:ext cx="1684338" cy="1684337"/>
            <a:chOff x="3579274" y="3627421"/>
            <a:chExt cx="1822116" cy="1822112"/>
          </a:xfrm>
        </p:grpSpPr>
        <p:sp>
          <p:nvSpPr>
            <p:cNvPr id="28" name="Oval 27"/>
            <p:cNvSpPr>
              <a:spLocks noChangeAspect="1"/>
            </p:cNvSpPr>
            <p:nvPr/>
          </p:nvSpPr>
          <p:spPr bwMode="auto">
            <a:xfrm>
              <a:off x="3579274" y="3627421"/>
              <a:ext cx="1822116" cy="1822112"/>
            </a:xfrm>
            <a:prstGeom prst="ellipse">
              <a:avLst/>
            </a:prstGeom>
            <a:gradFill flip="none" rotWithShape="1">
              <a:gsLst>
                <a:gs pos="14000">
                  <a:srgbClr val="FFFFFF"/>
                </a:gs>
                <a:gs pos="50000">
                  <a:srgbClr val="000000">
                    <a:alpha val="0"/>
                  </a:srgbClr>
                </a:gs>
                <a:gs pos="74000">
                  <a:srgbClr val="000000">
                    <a:alpha val="50000"/>
                  </a:srgbClr>
                </a:gs>
                <a:gs pos="90000">
                  <a:srgbClr val="FFFFFF">
                    <a:alpha val="45000"/>
                  </a:srgbClr>
                </a:gs>
              </a:gsLst>
              <a:path path="circle">
                <a:fillToRect l="100000" t="100000"/>
              </a:path>
              <a:tileRect r="-100000" b="-100000"/>
            </a:gradFill>
            <a:ln w="76200" cmpd="sng">
              <a:solidFill>
                <a:srgbClr val="FFFFFF">
                  <a:alpha val="50000"/>
                </a:srgbClr>
              </a:solidFill>
              <a:headEnd type="none" w="med" len="med"/>
              <a:tailEnd type="none" w="med" len="med"/>
            </a:ln>
            <a:effectLst>
              <a:outerShdw blurRad="304800" sx="103000" sy="103000" algn="ctr" rotWithShape="0">
                <a:prstClr val="black">
                  <a:alpha val="40000"/>
                </a:prstClr>
              </a:outerShdw>
            </a:effectLst>
            <a:scene3d>
              <a:camera prst="orthographicFront"/>
              <a:lightRig rig="threePt" dir="t"/>
            </a:scene3d>
            <a:sp3d prstMaterial="plastic">
              <a:bevelT w="508000" h="127000"/>
            </a:sp3d>
          </p:spPr>
          <p:style>
            <a:lnRef idx="2">
              <a:schemeClr val="accent1"/>
            </a:lnRef>
            <a:fillRef idx="1">
              <a:schemeClr val="lt1"/>
            </a:fillRef>
            <a:effectRef idx="0">
              <a:schemeClr val="accent1"/>
            </a:effectRef>
            <a:fontRef idx="minor">
              <a:schemeClr val="dk1"/>
            </a:fontRef>
          </p:style>
          <p:txBody>
            <a:bodyPr lIns="91436" tIns="45718" rIns="91436" bIns="45718" anchor="ctr"/>
            <a:lstStyle/>
            <a:p>
              <a:pPr algn="ctr" defTabSz="914099">
                <a:defRPr/>
              </a:pPr>
              <a:endParaRPr lang="en-US" sz="2300" dirty="0">
                <a:solidFill>
                  <a:srgbClr val="FFFFFF"/>
                </a:solidFill>
                <a:effectLst>
                  <a:outerShdw blurRad="38100" dist="38100" dir="2700000" algn="tl">
                    <a:srgbClr val="000000">
                      <a:alpha val="43137"/>
                    </a:srgbClr>
                  </a:outerShdw>
                </a:effectLst>
                <a:latin typeface="Segoe" pitchFamily="34" charset="0"/>
              </a:endParaRPr>
            </a:p>
          </p:txBody>
        </p:sp>
        <p:pic>
          <p:nvPicPr>
            <p:cNvPr id="67608" name="Picture 28" descr="C:\Program Files\Microsoft Resource DVD Artwork\DVD_ART\BoxShots_Logos\Microsoft .NET - NET\Microsoft .NET logo white.png"/>
            <p:cNvPicPr>
              <a:picLocks noChangeAspect="1" noChangeArrowheads="1"/>
            </p:cNvPicPr>
            <p:nvPr/>
          </p:nvPicPr>
          <p:blipFill>
            <a:blip r:embed="rId3"/>
            <a:srcRect/>
            <a:stretch>
              <a:fillRect/>
            </a:stretch>
          </p:blipFill>
          <p:spPr bwMode="auto">
            <a:xfrm>
              <a:off x="3912131" y="3962842"/>
              <a:ext cx="1260986" cy="664548"/>
            </a:xfrm>
            <a:prstGeom prst="rect">
              <a:avLst/>
            </a:prstGeom>
            <a:noFill/>
            <a:ln w="9525">
              <a:noFill/>
              <a:miter lim="800000"/>
              <a:headEnd/>
              <a:tailEnd/>
            </a:ln>
          </p:spPr>
        </p:pic>
        <p:pic>
          <p:nvPicPr>
            <p:cNvPr id="67609" name="Picture 3" descr="\\eventsql\dvd\Online_ART\DVD_ART34\Logos\Microsoft .NET Framework - NET\NET framework logo white vert.png"/>
            <p:cNvPicPr>
              <a:picLocks noChangeAspect="1" noChangeArrowheads="1"/>
            </p:cNvPicPr>
            <p:nvPr/>
          </p:nvPicPr>
          <p:blipFill>
            <a:blip r:embed="rId4"/>
            <a:srcRect l="4407" t="56555"/>
            <a:stretch>
              <a:fillRect/>
            </a:stretch>
          </p:blipFill>
          <p:spPr bwMode="auto">
            <a:xfrm>
              <a:off x="3818069" y="4727216"/>
              <a:ext cx="1408381" cy="260997"/>
            </a:xfrm>
            <a:prstGeom prst="rect">
              <a:avLst/>
            </a:prstGeom>
            <a:noFill/>
            <a:ln w="9525">
              <a:noFill/>
              <a:miter lim="800000"/>
              <a:headEnd/>
              <a:tailEnd/>
            </a:ln>
          </p:spPr>
        </p:pic>
      </p:grpSp>
      <p:sp>
        <p:nvSpPr>
          <p:cNvPr id="41" name="Freeform 28"/>
          <p:cNvSpPr>
            <a:spLocks noChangeAspect="1"/>
          </p:cNvSpPr>
          <p:nvPr/>
        </p:nvSpPr>
        <p:spPr bwMode="auto">
          <a:xfrm rot="-4266104">
            <a:off x="4987131" y="3048794"/>
            <a:ext cx="3109913" cy="2060575"/>
          </a:xfrm>
          <a:custGeom>
            <a:avLst/>
            <a:gdLst>
              <a:gd name="T0" fmla="*/ 29 w 2851"/>
              <a:gd name="T1" fmla="*/ 2041 h 2041"/>
              <a:gd name="T2" fmla="*/ 2688 w 2851"/>
              <a:gd name="T3" fmla="*/ 536 h 2041"/>
              <a:gd name="T4" fmla="*/ 2851 w 2851"/>
              <a:gd name="T5" fmla="*/ 619 h 2041"/>
              <a:gd name="T6" fmla="*/ 2745 w 2851"/>
              <a:gd name="T7" fmla="*/ 0 h 2041"/>
              <a:gd name="T8" fmla="*/ 2182 w 2851"/>
              <a:gd name="T9" fmla="*/ 440 h 2041"/>
              <a:gd name="T10" fmla="*/ 2365 w 2851"/>
              <a:gd name="T11" fmla="*/ 450 h 2041"/>
              <a:gd name="T12" fmla="*/ 0 w 2851"/>
              <a:gd name="T13" fmla="*/ 2041 h 2041"/>
              <a:gd name="T14" fmla="*/ 0 60000 65536"/>
              <a:gd name="T15" fmla="*/ 0 60000 65536"/>
              <a:gd name="T16" fmla="*/ 0 60000 65536"/>
              <a:gd name="T17" fmla="*/ 0 60000 65536"/>
              <a:gd name="T18" fmla="*/ 0 60000 65536"/>
              <a:gd name="T19" fmla="*/ 0 60000 65536"/>
              <a:gd name="T20" fmla="*/ 0 60000 65536"/>
              <a:gd name="T21" fmla="*/ 0 w 2851"/>
              <a:gd name="T22" fmla="*/ 0 h 2041"/>
              <a:gd name="T23" fmla="*/ 2851 w 2851"/>
              <a:gd name="T24" fmla="*/ 2041 h 20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1" h="2041">
                <a:moveTo>
                  <a:pt x="29" y="2041"/>
                </a:moveTo>
                <a:cubicBezTo>
                  <a:pt x="1973" y="2041"/>
                  <a:pt x="2688" y="536"/>
                  <a:pt x="2688" y="536"/>
                </a:cubicBezTo>
                <a:cubicBezTo>
                  <a:pt x="2851" y="619"/>
                  <a:pt x="2851" y="619"/>
                  <a:pt x="2851" y="619"/>
                </a:cubicBezTo>
                <a:cubicBezTo>
                  <a:pt x="2745" y="0"/>
                  <a:pt x="2745" y="0"/>
                  <a:pt x="2745" y="0"/>
                </a:cubicBezTo>
                <a:cubicBezTo>
                  <a:pt x="2400" y="300"/>
                  <a:pt x="2182" y="440"/>
                  <a:pt x="2182" y="440"/>
                </a:cubicBezTo>
                <a:cubicBezTo>
                  <a:pt x="2365" y="450"/>
                  <a:pt x="2365" y="450"/>
                  <a:pt x="2365" y="450"/>
                </a:cubicBezTo>
                <a:cubicBezTo>
                  <a:pt x="2365" y="450"/>
                  <a:pt x="1878" y="1748"/>
                  <a:pt x="0" y="2041"/>
                </a:cubicBezTo>
              </a:path>
            </a:pathLst>
          </a:cu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noFill/>
            <a:round/>
            <a:headEnd/>
            <a:tailEnd/>
          </a:ln>
        </p:spPr>
        <p:txBody>
          <a:bodyPr/>
          <a:lstStyle/>
          <a:p>
            <a:endParaRPr lang="en-US">
              <a:latin typeface="Calibri" pitchFamily="34" charset="0"/>
            </a:endParaRPr>
          </a:p>
        </p:txBody>
      </p:sp>
      <p:sp>
        <p:nvSpPr>
          <p:cNvPr id="45" name="Freeform 28"/>
          <p:cNvSpPr>
            <a:spLocks noChangeAspect="1"/>
          </p:cNvSpPr>
          <p:nvPr/>
        </p:nvSpPr>
        <p:spPr bwMode="auto">
          <a:xfrm rot="13714494" flipV="1">
            <a:off x="1358107" y="3020219"/>
            <a:ext cx="2919412" cy="2089150"/>
          </a:xfrm>
          <a:custGeom>
            <a:avLst/>
            <a:gdLst>
              <a:gd name="T0" fmla="*/ 29 w 2851"/>
              <a:gd name="T1" fmla="*/ 2041 h 2041"/>
              <a:gd name="T2" fmla="*/ 2688 w 2851"/>
              <a:gd name="T3" fmla="*/ 536 h 2041"/>
              <a:gd name="T4" fmla="*/ 2851 w 2851"/>
              <a:gd name="T5" fmla="*/ 619 h 2041"/>
              <a:gd name="T6" fmla="*/ 2745 w 2851"/>
              <a:gd name="T7" fmla="*/ 0 h 2041"/>
              <a:gd name="T8" fmla="*/ 2182 w 2851"/>
              <a:gd name="T9" fmla="*/ 440 h 2041"/>
              <a:gd name="T10" fmla="*/ 2365 w 2851"/>
              <a:gd name="T11" fmla="*/ 450 h 2041"/>
              <a:gd name="T12" fmla="*/ 0 w 2851"/>
              <a:gd name="T13" fmla="*/ 2041 h 2041"/>
              <a:gd name="T14" fmla="*/ 0 60000 65536"/>
              <a:gd name="T15" fmla="*/ 0 60000 65536"/>
              <a:gd name="T16" fmla="*/ 0 60000 65536"/>
              <a:gd name="T17" fmla="*/ 0 60000 65536"/>
              <a:gd name="T18" fmla="*/ 0 60000 65536"/>
              <a:gd name="T19" fmla="*/ 0 60000 65536"/>
              <a:gd name="T20" fmla="*/ 0 60000 65536"/>
              <a:gd name="T21" fmla="*/ 0 w 2851"/>
              <a:gd name="T22" fmla="*/ 0 h 2041"/>
              <a:gd name="T23" fmla="*/ 2851 w 2851"/>
              <a:gd name="T24" fmla="*/ 2041 h 20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1" h="2041">
                <a:moveTo>
                  <a:pt x="29" y="2041"/>
                </a:moveTo>
                <a:cubicBezTo>
                  <a:pt x="1973" y="2041"/>
                  <a:pt x="2688" y="536"/>
                  <a:pt x="2688" y="536"/>
                </a:cubicBezTo>
                <a:cubicBezTo>
                  <a:pt x="2851" y="619"/>
                  <a:pt x="2851" y="619"/>
                  <a:pt x="2851" y="619"/>
                </a:cubicBezTo>
                <a:cubicBezTo>
                  <a:pt x="2745" y="0"/>
                  <a:pt x="2745" y="0"/>
                  <a:pt x="2745" y="0"/>
                </a:cubicBezTo>
                <a:cubicBezTo>
                  <a:pt x="2400" y="300"/>
                  <a:pt x="2182" y="440"/>
                  <a:pt x="2182" y="440"/>
                </a:cubicBezTo>
                <a:cubicBezTo>
                  <a:pt x="2365" y="450"/>
                  <a:pt x="2365" y="450"/>
                  <a:pt x="2365" y="450"/>
                </a:cubicBezTo>
                <a:cubicBezTo>
                  <a:pt x="2365" y="450"/>
                  <a:pt x="1878" y="1748"/>
                  <a:pt x="0" y="2041"/>
                </a:cubicBezTo>
              </a:path>
            </a:pathLst>
          </a:cu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noFill/>
            <a:round/>
            <a:headEnd/>
            <a:tailEnd/>
          </a:ln>
        </p:spPr>
        <p:txBody>
          <a:bodyPr/>
          <a:lstStyle/>
          <a:p>
            <a:endParaRPr lang="en-US">
              <a:latin typeface="Calibri" pitchFamily="34" charset="0"/>
            </a:endParaRPr>
          </a:p>
        </p:txBody>
      </p:sp>
      <p:pic>
        <p:nvPicPr>
          <p:cNvPr id="26" name="Picture 4" descr="C:\Program Files\Microsoft Resource DVD Artwork\DVD_ART\Artwork_Imagery\Shapes and Graphics\Internet Cloud\cloud 1.png"/>
          <p:cNvPicPr>
            <a:picLocks noChangeAspect="1" noChangeArrowheads="1"/>
          </p:cNvPicPr>
          <p:nvPr/>
        </p:nvPicPr>
        <p:blipFill>
          <a:blip r:embed="rId5">
            <a:lum bright="80000"/>
          </a:blip>
          <a:srcRect/>
          <a:stretch>
            <a:fillRect/>
          </a:stretch>
        </p:blipFill>
        <p:spPr bwMode="auto">
          <a:xfrm>
            <a:off x="586303" y="1196398"/>
            <a:ext cx="7565603" cy="2805586"/>
          </a:xfrm>
          <a:prstGeom prst="ellipse">
            <a:avLst/>
          </a:prstGeom>
          <a:noFill/>
        </p:spPr>
      </p:pic>
      <p:pic>
        <p:nvPicPr>
          <p:cNvPr id="48" name="Picture 47" descr="Rubh_white.png"/>
          <p:cNvPicPr>
            <a:picLocks noChangeAspect="1"/>
          </p:cNvPicPr>
          <p:nvPr/>
        </p:nvPicPr>
        <p:blipFill>
          <a:blip r:embed="rId6"/>
          <a:srcRect l="18200" b="32178"/>
          <a:stretch>
            <a:fillRect/>
          </a:stretch>
        </p:blipFill>
        <p:spPr>
          <a:xfrm>
            <a:off x="4021138" y="4376738"/>
            <a:ext cx="1300162" cy="1323975"/>
          </a:xfrm>
          <a:prstGeom prst="rect">
            <a:avLst/>
          </a:prstGeom>
          <a:effectLst>
            <a:outerShdw blurRad="127000" dist="50800" dir="5760000" algn="ctr" rotWithShape="0">
              <a:schemeClr val="tx1"/>
            </a:outerShdw>
          </a:effectLst>
        </p:spPr>
      </p:pic>
      <p:pic>
        <p:nvPicPr>
          <p:cNvPr id="49" name="Picture 2" descr="http://www.protenus.com/Portals/0/java%20logo.png"/>
          <p:cNvPicPr>
            <a:picLocks noChangeAspect="1" noChangeArrowheads="1"/>
          </p:cNvPicPr>
          <p:nvPr/>
        </p:nvPicPr>
        <p:blipFill>
          <a:blip r:embed="rId7">
            <a:lum bright="-10000"/>
          </a:blip>
          <a:srcRect/>
          <a:stretch>
            <a:fillRect/>
          </a:stretch>
        </p:blipFill>
        <p:spPr bwMode="auto">
          <a:xfrm>
            <a:off x="2994025" y="3836988"/>
            <a:ext cx="850900" cy="1582737"/>
          </a:xfrm>
          <a:prstGeom prst="rect">
            <a:avLst/>
          </a:prstGeom>
          <a:noFill/>
          <a:ln w="9525">
            <a:noFill/>
            <a:miter lim="800000"/>
            <a:headEnd/>
            <a:tailEnd/>
          </a:ln>
        </p:spPr>
      </p:pic>
      <p:pic>
        <p:nvPicPr>
          <p:cNvPr id="50" name="Picture 49" descr="python.png"/>
          <p:cNvPicPr>
            <a:picLocks noChangeAspect="1"/>
          </p:cNvPicPr>
          <p:nvPr/>
        </p:nvPicPr>
        <p:blipFill>
          <a:blip r:embed="rId8">
            <a:lum bright="100000"/>
          </a:blip>
          <a:srcRect/>
          <a:stretch>
            <a:fillRect/>
          </a:stretch>
        </p:blipFill>
        <p:spPr bwMode="auto">
          <a:xfrm>
            <a:off x="2159000" y="5830888"/>
            <a:ext cx="2411413" cy="747712"/>
          </a:xfrm>
          <a:prstGeom prst="rect">
            <a:avLst/>
          </a:prstGeom>
          <a:noFill/>
          <a:ln w="9525">
            <a:noFill/>
            <a:miter lim="800000"/>
            <a:headEnd/>
            <a:tailEnd/>
          </a:ln>
        </p:spPr>
      </p:pic>
      <p:pic>
        <p:nvPicPr>
          <p:cNvPr id="51" name="Picture 4" descr="http://neowide.com/images/neowide/http:__www.sizlopedia.com_wp-content_uploads_php-logo.png"/>
          <p:cNvPicPr>
            <a:picLocks noChangeAspect="1" noChangeArrowheads="1"/>
          </p:cNvPicPr>
          <p:nvPr/>
        </p:nvPicPr>
        <p:blipFill>
          <a:blip r:embed="rId9"/>
          <a:srcRect/>
          <a:stretch>
            <a:fillRect/>
          </a:stretch>
        </p:blipFill>
        <p:spPr bwMode="auto">
          <a:xfrm>
            <a:off x="5464175" y="4548188"/>
            <a:ext cx="1522413" cy="804862"/>
          </a:xfrm>
          <a:prstGeom prst="rect">
            <a:avLst/>
          </a:prstGeom>
          <a:noFill/>
          <a:ln w="9525">
            <a:noFill/>
            <a:miter lim="800000"/>
            <a:headEnd/>
            <a:tailEnd/>
          </a:ln>
        </p:spPr>
      </p:pic>
      <p:sp>
        <p:nvSpPr>
          <p:cNvPr id="57" name="Freeform 28"/>
          <p:cNvSpPr>
            <a:spLocks noChangeAspect="1"/>
          </p:cNvSpPr>
          <p:nvPr/>
        </p:nvSpPr>
        <p:spPr bwMode="auto">
          <a:xfrm rot="15923225" flipV="1">
            <a:off x="531019" y="2329656"/>
            <a:ext cx="2117725" cy="1490663"/>
          </a:xfrm>
          <a:custGeom>
            <a:avLst/>
            <a:gdLst>
              <a:gd name="T0" fmla="*/ 29 w 2851"/>
              <a:gd name="T1" fmla="*/ 2041 h 2041"/>
              <a:gd name="T2" fmla="*/ 2688 w 2851"/>
              <a:gd name="T3" fmla="*/ 536 h 2041"/>
              <a:gd name="T4" fmla="*/ 2851 w 2851"/>
              <a:gd name="T5" fmla="*/ 619 h 2041"/>
              <a:gd name="T6" fmla="*/ 2745 w 2851"/>
              <a:gd name="T7" fmla="*/ 0 h 2041"/>
              <a:gd name="T8" fmla="*/ 2182 w 2851"/>
              <a:gd name="T9" fmla="*/ 440 h 2041"/>
              <a:gd name="T10" fmla="*/ 2365 w 2851"/>
              <a:gd name="T11" fmla="*/ 450 h 2041"/>
              <a:gd name="T12" fmla="*/ 0 w 2851"/>
              <a:gd name="T13" fmla="*/ 2041 h 2041"/>
              <a:gd name="T14" fmla="*/ 0 60000 65536"/>
              <a:gd name="T15" fmla="*/ 0 60000 65536"/>
              <a:gd name="T16" fmla="*/ 0 60000 65536"/>
              <a:gd name="T17" fmla="*/ 0 60000 65536"/>
              <a:gd name="T18" fmla="*/ 0 60000 65536"/>
              <a:gd name="T19" fmla="*/ 0 60000 65536"/>
              <a:gd name="T20" fmla="*/ 0 60000 65536"/>
              <a:gd name="T21" fmla="*/ 0 w 2851"/>
              <a:gd name="T22" fmla="*/ 0 h 2041"/>
              <a:gd name="T23" fmla="*/ 2851 w 2851"/>
              <a:gd name="T24" fmla="*/ 2041 h 20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1" h="2041">
                <a:moveTo>
                  <a:pt x="29" y="2041"/>
                </a:moveTo>
                <a:cubicBezTo>
                  <a:pt x="1973" y="2041"/>
                  <a:pt x="2688" y="536"/>
                  <a:pt x="2688" y="536"/>
                </a:cubicBezTo>
                <a:cubicBezTo>
                  <a:pt x="2851" y="619"/>
                  <a:pt x="2851" y="619"/>
                  <a:pt x="2851" y="619"/>
                </a:cubicBezTo>
                <a:cubicBezTo>
                  <a:pt x="2745" y="0"/>
                  <a:pt x="2745" y="0"/>
                  <a:pt x="2745" y="0"/>
                </a:cubicBezTo>
                <a:cubicBezTo>
                  <a:pt x="2400" y="300"/>
                  <a:pt x="2182" y="440"/>
                  <a:pt x="2182" y="440"/>
                </a:cubicBezTo>
                <a:cubicBezTo>
                  <a:pt x="2365" y="450"/>
                  <a:pt x="2365" y="450"/>
                  <a:pt x="2365" y="450"/>
                </a:cubicBezTo>
                <a:cubicBezTo>
                  <a:pt x="2365" y="450"/>
                  <a:pt x="1878" y="1748"/>
                  <a:pt x="0" y="2041"/>
                </a:cubicBezTo>
              </a:path>
            </a:pathLst>
          </a:cu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noFill/>
            <a:round/>
            <a:headEnd/>
            <a:tailEnd/>
          </a:ln>
        </p:spPr>
        <p:txBody>
          <a:bodyPr/>
          <a:lstStyle/>
          <a:p>
            <a:endParaRPr lang="en-US">
              <a:latin typeface="Calibri" pitchFamily="34" charset="0"/>
            </a:endParaRPr>
          </a:p>
        </p:txBody>
      </p:sp>
      <p:sp>
        <p:nvSpPr>
          <p:cNvPr id="59" name="Freeform 28"/>
          <p:cNvSpPr>
            <a:spLocks noChangeAspect="1"/>
          </p:cNvSpPr>
          <p:nvPr/>
        </p:nvSpPr>
        <p:spPr bwMode="auto">
          <a:xfrm rot="-3763804">
            <a:off x="3542507" y="2645569"/>
            <a:ext cx="1727200" cy="1233487"/>
          </a:xfrm>
          <a:custGeom>
            <a:avLst/>
            <a:gdLst>
              <a:gd name="T0" fmla="*/ 29 w 2851"/>
              <a:gd name="T1" fmla="*/ 2041 h 2041"/>
              <a:gd name="T2" fmla="*/ 2688 w 2851"/>
              <a:gd name="T3" fmla="*/ 536 h 2041"/>
              <a:gd name="T4" fmla="*/ 2851 w 2851"/>
              <a:gd name="T5" fmla="*/ 619 h 2041"/>
              <a:gd name="T6" fmla="*/ 2745 w 2851"/>
              <a:gd name="T7" fmla="*/ 0 h 2041"/>
              <a:gd name="T8" fmla="*/ 2182 w 2851"/>
              <a:gd name="T9" fmla="*/ 440 h 2041"/>
              <a:gd name="T10" fmla="*/ 2365 w 2851"/>
              <a:gd name="T11" fmla="*/ 450 h 2041"/>
              <a:gd name="T12" fmla="*/ 0 w 2851"/>
              <a:gd name="T13" fmla="*/ 2041 h 2041"/>
              <a:gd name="T14" fmla="*/ 0 60000 65536"/>
              <a:gd name="T15" fmla="*/ 0 60000 65536"/>
              <a:gd name="T16" fmla="*/ 0 60000 65536"/>
              <a:gd name="T17" fmla="*/ 0 60000 65536"/>
              <a:gd name="T18" fmla="*/ 0 60000 65536"/>
              <a:gd name="T19" fmla="*/ 0 60000 65536"/>
              <a:gd name="T20" fmla="*/ 0 60000 65536"/>
              <a:gd name="T21" fmla="*/ 0 w 2851"/>
              <a:gd name="T22" fmla="*/ 0 h 2041"/>
              <a:gd name="T23" fmla="*/ 2851 w 2851"/>
              <a:gd name="T24" fmla="*/ 2041 h 20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1" h="2041">
                <a:moveTo>
                  <a:pt x="29" y="2041"/>
                </a:moveTo>
                <a:cubicBezTo>
                  <a:pt x="1973" y="2041"/>
                  <a:pt x="2688" y="536"/>
                  <a:pt x="2688" y="536"/>
                </a:cubicBezTo>
                <a:cubicBezTo>
                  <a:pt x="2851" y="619"/>
                  <a:pt x="2851" y="619"/>
                  <a:pt x="2851" y="619"/>
                </a:cubicBezTo>
                <a:cubicBezTo>
                  <a:pt x="2745" y="0"/>
                  <a:pt x="2745" y="0"/>
                  <a:pt x="2745" y="0"/>
                </a:cubicBezTo>
                <a:cubicBezTo>
                  <a:pt x="2400" y="300"/>
                  <a:pt x="2182" y="440"/>
                  <a:pt x="2182" y="440"/>
                </a:cubicBezTo>
                <a:cubicBezTo>
                  <a:pt x="2365" y="450"/>
                  <a:pt x="2365" y="450"/>
                  <a:pt x="2365" y="450"/>
                </a:cubicBezTo>
                <a:cubicBezTo>
                  <a:pt x="2365" y="450"/>
                  <a:pt x="1878" y="1748"/>
                  <a:pt x="0" y="2041"/>
                </a:cubicBezTo>
              </a:path>
            </a:pathLst>
          </a:cu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noFill/>
            <a:round/>
            <a:headEnd/>
            <a:tailEnd/>
          </a:ln>
        </p:spPr>
        <p:txBody>
          <a:bodyPr/>
          <a:lstStyle/>
          <a:p>
            <a:endParaRPr lang="en-US">
              <a:latin typeface="Calibri" pitchFamily="34" charset="0"/>
            </a:endParaRPr>
          </a:p>
        </p:txBody>
      </p:sp>
      <p:sp>
        <p:nvSpPr>
          <p:cNvPr id="61" name="Freeform 28"/>
          <p:cNvSpPr>
            <a:spLocks noChangeAspect="1"/>
          </p:cNvSpPr>
          <p:nvPr/>
        </p:nvSpPr>
        <p:spPr bwMode="auto">
          <a:xfrm rot="-5111608">
            <a:off x="4719638" y="2654300"/>
            <a:ext cx="1879600" cy="1422400"/>
          </a:xfrm>
          <a:custGeom>
            <a:avLst/>
            <a:gdLst>
              <a:gd name="T0" fmla="*/ 29 w 2851"/>
              <a:gd name="T1" fmla="*/ 2041 h 2041"/>
              <a:gd name="T2" fmla="*/ 2688 w 2851"/>
              <a:gd name="T3" fmla="*/ 536 h 2041"/>
              <a:gd name="T4" fmla="*/ 2851 w 2851"/>
              <a:gd name="T5" fmla="*/ 619 h 2041"/>
              <a:gd name="T6" fmla="*/ 2745 w 2851"/>
              <a:gd name="T7" fmla="*/ 0 h 2041"/>
              <a:gd name="T8" fmla="*/ 2182 w 2851"/>
              <a:gd name="T9" fmla="*/ 440 h 2041"/>
              <a:gd name="T10" fmla="*/ 2365 w 2851"/>
              <a:gd name="T11" fmla="*/ 450 h 2041"/>
              <a:gd name="T12" fmla="*/ 0 w 2851"/>
              <a:gd name="T13" fmla="*/ 2041 h 2041"/>
              <a:gd name="T14" fmla="*/ 0 60000 65536"/>
              <a:gd name="T15" fmla="*/ 0 60000 65536"/>
              <a:gd name="T16" fmla="*/ 0 60000 65536"/>
              <a:gd name="T17" fmla="*/ 0 60000 65536"/>
              <a:gd name="T18" fmla="*/ 0 60000 65536"/>
              <a:gd name="T19" fmla="*/ 0 60000 65536"/>
              <a:gd name="T20" fmla="*/ 0 60000 65536"/>
              <a:gd name="T21" fmla="*/ 0 w 2851"/>
              <a:gd name="T22" fmla="*/ 0 h 2041"/>
              <a:gd name="T23" fmla="*/ 2851 w 2851"/>
              <a:gd name="T24" fmla="*/ 2041 h 20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1" h="2041">
                <a:moveTo>
                  <a:pt x="29" y="2041"/>
                </a:moveTo>
                <a:cubicBezTo>
                  <a:pt x="1973" y="2041"/>
                  <a:pt x="2688" y="536"/>
                  <a:pt x="2688" y="536"/>
                </a:cubicBezTo>
                <a:cubicBezTo>
                  <a:pt x="2851" y="619"/>
                  <a:pt x="2851" y="619"/>
                  <a:pt x="2851" y="619"/>
                </a:cubicBezTo>
                <a:cubicBezTo>
                  <a:pt x="2745" y="0"/>
                  <a:pt x="2745" y="0"/>
                  <a:pt x="2745" y="0"/>
                </a:cubicBezTo>
                <a:cubicBezTo>
                  <a:pt x="2400" y="300"/>
                  <a:pt x="2182" y="440"/>
                  <a:pt x="2182" y="440"/>
                </a:cubicBezTo>
                <a:cubicBezTo>
                  <a:pt x="2365" y="450"/>
                  <a:pt x="2365" y="450"/>
                  <a:pt x="2365" y="450"/>
                </a:cubicBezTo>
                <a:cubicBezTo>
                  <a:pt x="2365" y="450"/>
                  <a:pt x="1878" y="1748"/>
                  <a:pt x="0" y="2041"/>
                </a:cubicBezTo>
              </a:path>
            </a:pathLst>
          </a:cu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noFill/>
            <a:round/>
            <a:headEnd/>
            <a:tailEnd/>
          </a:ln>
        </p:spPr>
        <p:txBody>
          <a:bodyPr/>
          <a:lstStyle/>
          <a:p>
            <a:endParaRPr lang="en-US">
              <a:latin typeface="Calibri" pitchFamily="34" charset="0"/>
            </a:endParaRPr>
          </a:p>
        </p:txBody>
      </p:sp>
      <p:sp>
        <p:nvSpPr>
          <p:cNvPr id="21" name="Title 1"/>
          <p:cNvSpPr>
            <a:spLocks noGrp="1"/>
          </p:cNvSpPr>
          <p:nvPr>
            <p:ph type="title"/>
          </p:nvPr>
        </p:nvSpPr>
        <p:spPr>
          <a:xfrm>
            <a:off x="387350" y="152400"/>
            <a:ext cx="8369300" cy="553998"/>
          </a:xfrm>
        </p:spPr>
        <p:txBody>
          <a:bodyPr/>
          <a:lstStyle/>
          <a:p>
            <a:pPr defTabSz="914363" fontAlgn="auto">
              <a:spcAft>
                <a:spcPts val="0"/>
              </a:spcAft>
              <a:defRPr/>
            </a:pPr>
            <a:r>
              <a:rPr dirty="0" smtClean="0"/>
              <a:t>Interoperability</a:t>
            </a:r>
            <a:endParaRPr dirty="0"/>
          </a:p>
        </p:txBody>
      </p:sp>
      <p:pic>
        <p:nvPicPr>
          <p:cNvPr id="22" name="Picture 21" descr="openid-logo-2.png"/>
          <p:cNvPicPr>
            <a:picLocks noChangeAspect="1"/>
          </p:cNvPicPr>
          <p:nvPr/>
        </p:nvPicPr>
        <p:blipFill>
          <a:blip r:embed="rId10"/>
          <a:srcRect/>
          <a:stretch>
            <a:fillRect/>
          </a:stretch>
        </p:blipFill>
        <p:spPr bwMode="auto">
          <a:xfrm>
            <a:off x="5192713" y="5715000"/>
            <a:ext cx="2609850" cy="869950"/>
          </a:xfrm>
          <a:prstGeom prst="rect">
            <a:avLst/>
          </a:prstGeom>
          <a:noFill/>
          <a:ln w="9525">
            <a:noFill/>
            <a:miter lim="800000"/>
            <a:headEnd/>
            <a:tailEnd/>
          </a:ln>
        </p:spPr>
      </p:pic>
      <p:pic>
        <p:nvPicPr>
          <p:cNvPr id="23" name="Picture 2" descr="http://www.thedebugstore.com/acatalog/Large_Eclipse_Logo.jpg"/>
          <p:cNvPicPr>
            <a:picLocks noChangeAspect="1" noChangeArrowheads="1"/>
          </p:cNvPicPr>
          <p:nvPr/>
        </p:nvPicPr>
        <p:blipFill>
          <a:blip r:embed="rId11"/>
          <a:stretch>
            <a:fillRect/>
          </a:stretch>
        </p:blipFill>
        <p:spPr bwMode="auto">
          <a:xfrm>
            <a:off x="7243941" y="4358246"/>
            <a:ext cx="1840679" cy="1840679"/>
          </a:xfrm>
          <a:prstGeom prst="rect">
            <a:avLst/>
          </a:prstGeom>
          <a:noFill/>
          <a:ln>
            <a:noFill/>
          </a:ln>
          <a:effectLst>
            <a:softEdge rad="317500"/>
          </a:effectLst>
        </p:spPr>
      </p:pic>
      <p:sp>
        <p:nvSpPr>
          <p:cNvPr id="24" name="Freeform 28"/>
          <p:cNvSpPr>
            <a:spLocks noChangeAspect="1"/>
          </p:cNvSpPr>
          <p:nvPr/>
        </p:nvSpPr>
        <p:spPr bwMode="auto">
          <a:xfrm rot="3665357" flipH="1">
            <a:off x="2593975" y="2719388"/>
            <a:ext cx="1489075" cy="1266825"/>
          </a:xfrm>
          <a:custGeom>
            <a:avLst/>
            <a:gdLst>
              <a:gd name="T0" fmla="*/ 29 w 2851"/>
              <a:gd name="T1" fmla="*/ 2041 h 2041"/>
              <a:gd name="T2" fmla="*/ 2688 w 2851"/>
              <a:gd name="T3" fmla="*/ 536 h 2041"/>
              <a:gd name="T4" fmla="*/ 2851 w 2851"/>
              <a:gd name="T5" fmla="*/ 619 h 2041"/>
              <a:gd name="T6" fmla="*/ 2745 w 2851"/>
              <a:gd name="T7" fmla="*/ 0 h 2041"/>
              <a:gd name="T8" fmla="*/ 2182 w 2851"/>
              <a:gd name="T9" fmla="*/ 440 h 2041"/>
              <a:gd name="T10" fmla="*/ 2365 w 2851"/>
              <a:gd name="T11" fmla="*/ 450 h 2041"/>
              <a:gd name="T12" fmla="*/ 0 w 2851"/>
              <a:gd name="T13" fmla="*/ 2041 h 2041"/>
              <a:gd name="T14" fmla="*/ 0 60000 65536"/>
              <a:gd name="T15" fmla="*/ 0 60000 65536"/>
              <a:gd name="T16" fmla="*/ 0 60000 65536"/>
              <a:gd name="T17" fmla="*/ 0 60000 65536"/>
              <a:gd name="T18" fmla="*/ 0 60000 65536"/>
              <a:gd name="T19" fmla="*/ 0 60000 65536"/>
              <a:gd name="T20" fmla="*/ 0 60000 65536"/>
              <a:gd name="T21" fmla="*/ 0 w 2851"/>
              <a:gd name="T22" fmla="*/ 0 h 2041"/>
              <a:gd name="T23" fmla="*/ 2851 w 2851"/>
              <a:gd name="T24" fmla="*/ 2041 h 20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1" h="2041">
                <a:moveTo>
                  <a:pt x="29" y="2041"/>
                </a:moveTo>
                <a:cubicBezTo>
                  <a:pt x="1973" y="2041"/>
                  <a:pt x="2688" y="536"/>
                  <a:pt x="2688" y="536"/>
                </a:cubicBezTo>
                <a:cubicBezTo>
                  <a:pt x="2851" y="619"/>
                  <a:pt x="2851" y="619"/>
                  <a:pt x="2851" y="619"/>
                </a:cubicBezTo>
                <a:cubicBezTo>
                  <a:pt x="2745" y="0"/>
                  <a:pt x="2745" y="0"/>
                  <a:pt x="2745" y="0"/>
                </a:cubicBezTo>
                <a:cubicBezTo>
                  <a:pt x="2400" y="300"/>
                  <a:pt x="2182" y="440"/>
                  <a:pt x="2182" y="440"/>
                </a:cubicBezTo>
                <a:cubicBezTo>
                  <a:pt x="2365" y="450"/>
                  <a:pt x="2365" y="450"/>
                  <a:pt x="2365" y="450"/>
                </a:cubicBezTo>
                <a:cubicBezTo>
                  <a:pt x="2365" y="450"/>
                  <a:pt x="1878" y="1748"/>
                  <a:pt x="0" y="2041"/>
                </a:cubicBezTo>
              </a:path>
            </a:pathLst>
          </a:cu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noFill/>
            <a:round/>
            <a:headEnd/>
            <a:tailEnd/>
          </a:ln>
        </p:spPr>
        <p:txBody>
          <a:bodyPr/>
          <a:lstStyle/>
          <a:p>
            <a:endParaRPr lang="en-US">
              <a:latin typeface="Calibri" pitchFamily="34" charset="0"/>
            </a:endParaRPr>
          </a:p>
        </p:txBody>
      </p:sp>
      <p:sp>
        <p:nvSpPr>
          <p:cNvPr id="25" name="Freeform 28"/>
          <p:cNvSpPr>
            <a:spLocks noChangeAspect="1"/>
          </p:cNvSpPr>
          <p:nvPr/>
        </p:nvSpPr>
        <p:spPr bwMode="auto">
          <a:xfrm rot="-4186036">
            <a:off x="6792119" y="2674144"/>
            <a:ext cx="1758950" cy="1497012"/>
          </a:xfrm>
          <a:custGeom>
            <a:avLst/>
            <a:gdLst>
              <a:gd name="T0" fmla="*/ 29 w 2851"/>
              <a:gd name="T1" fmla="*/ 2041 h 2041"/>
              <a:gd name="T2" fmla="*/ 2688 w 2851"/>
              <a:gd name="T3" fmla="*/ 536 h 2041"/>
              <a:gd name="T4" fmla="*/ 2851 w 2851"/>
              <a:gd name="T5" fmla="*/ 619 h 2041"/>
              <a:gd name="T6" fmla="*/ 2745 w 2851"/>
              <a:gd name="T7" fmla="*/ 0 h 2041"/>
              <a:gd name="T8" fmla="*/ 2182 w 2851"/>
              <a:gd name="T9" fmla="*/ 440 h 2041"/>
              <a:gd name="T10" fmla="*/ 2365 w 2851"/>
              <a:gd name="T11" fmla="*/ 450 h 2041"/>
              <a:gd name="T12" fmla="*/ 0 w 2851"/>
              <a:gd name="T13" fmla="*/ 2041 h 2041"/>
              <a:gd name="T14" fmla="*/ 0 60000 65536"/>
              <a:gd name="T15" fmla="*/ 0 60000 65536"/>
              <a:gd name="T16" fmla="*/ 0 60000 65536"/>
              <a:gd name="T17" fmla="*/ 0 60000 65536"/>
              <a:gd name="T18" fmla="*/ 0 60000 65536"/>
              <a:gd name="T19" fmla="*/ 0 60000 65536"/>
              <a:gd name="T20" fmla="*/ 0 60000 65536"/>
              <a:gd name="T21" fmla="*/ 0 w 2851"/>
              <a:gd name="T22" fmla="*/ 0 h 2041"/>
              <a:gd name="T23" fmla="*/ 2851 w 2851"/>
              <a:gd name="T24" fmla="*/ 2041 h 20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1" h="2041">
                <a:moveTo>
                  <a:pt x="29" y="2041"/>
                </a:moveTo>
                <a:cubicBezTo>
                  <a:pt x="1973" y="2041"/>
                  <a:pt x="2688" y="536"/>
                  <a:pt x="2688" y="536"/>
                </a:cubicBezTo>
                <a:cubicBezTo>
                  <a:pt x="2851" y="619"/>
                  <a:pt x="2851" y="619"/>
                  <a:pt x="2851" y="619"/>
                </a:cubicBezTo>
                <a:cubicBezTo>
                  <a:pt x="2745" y="0"/>
                  <a:pt x="2745" y="0"/>
                  <a:pt x="2745" y="0"/>
                </a:cubicBezTo>
                <a:cubicBezTo>
                  <a:pt x="2400" y="300"/>
                  <a:pt x="2182" y="440"/>
                  <a:pt x="2182" y="440"/>
                </a:cubicBezTo>
                <a:cubicBezTo>
                  <a:pt x="2365" y="450"/>
                  <a:pt x="2365" y="450"/>
                  <a:pt x="2365" y="450"/>
                </a:cubicBezTo>
                <a:cubicBezTo>
                  <a:pt x="2365" y="450"/>
                  <a:pt x="1878" y="1748"/>
                  <a:pt x="0" y="2041"/>
                </a:cubicBezTo>
              </a:path>
            </a:pathLst>
          </a:cu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noFill/>
            <a:round/>
            <a:headEnd/>
            <a:tailEnd/>
          </a:ln>
        </p:spPr>
        <p:txBody>
          <a:bodyPr/>
          <a:lstStyle/>
          <a:p>
            <a:endParaRPr lang="en-US">
              <a:latin typeface="Calibri" pitchFamily="34" charset="0"/>
            </a:endParaRPr>
          </a:p>
        </p:txBody>
      </p:sp>
      <p:sp>
        <p:nvSpPr>
          <p:cNvPr id="19" name="Rounded Rectangle 18"/>
          <p:cNvSpPr/>
          <p:nvPr/>
        </p:nvSpPr>
        <p:spPr bwMode="gray">
          <a:xfrm rot="10800000" flipH="1" flipV="1">
            <a:off x="199627" y="1175793"/>
            <a:ext cx="8738562" cy="2552700"/>
          </a:xfrm>
          <a:prstGeom prst="roundRect">
            <a:avLst>
              <a:gd name="adj" fmla="val 9720"/>
            </a:avLst>
          </a:prstGeom>
          <a:gradFill flip="none" rotWithShape="1">
            <a:gsLst>
              <a:gs pos="0">
                <a:srgbClr val="FFFFFF"/>
              </a:gs>
              <a:gs pos="7000">
                <a:srgbClr val="FFFFFF">
                  <a:alpha val="47000"/>
                </a:srgbClr>
              </a:gs>
              <a:gs pos="35000">
                <a:srgbClr val="FFFFFF">
                  <a:alpha val="20000"/>
                </a:srgbClr>
              </a:gs>
            </a:gsLst>
            <a:lin ang="5400000" scaled="1"/>
            <a:tileRect/>
          </a:gradFill>
          <a:ln w="3175" cap="flat" cmpd="sng" algn="ctr">
            <a:solidFill>
              <a:srgbClr val="FFFFFF">
                <a:alpha val="20000"/>
              </a:srgbClr>
            </a:solidFill>
            <a:prstDash val="solid"/>
            <a:headEnd type="none" w="med" len="med"/>
            <a:tailEnd type="none" w="med" len="med"/>
          </a:ln>
          <a:effectLst/>
        </p:spPr>
        <p:txBody>
          <a:bodyPr lIns="91436" tIns="45718" rIns="91436" bIns="45718" anchor="ctr"/>
          <a:lstStyle/>
          <a:p>
            <a:pPr algn="ctr" defTabSz="1096919" fontAlgn="auto">
              <a:spcBef>
                <a:spcPts val="0"/>
              </a:spcBef>
              <a:spcAft>
                <a:spcPts val="0"/>
              </a:spcAft>
              <a:defRPr/>
            </a:pPr>
            <a:endParaRPr lang="en-US" sz="3200" dirty="0">
              <a:solidFill>
                <a:schemeClr val="accent2">
                  <a:lumMod val="50000"/>
                </a:schemeClr>
              </a:solidFill>
              <a:latin typeface="Segoe UI" pitchFamily="34" charset="0"/>
              <a:cs typeface="Segoe UI" pitchFamily="34" charset="0"/>
            </a:endParaRPr>
          </a:p>
          <a:p>
            <a:pPr algn="ctr" defTabSz="1096919" fontAlgn="auto">
              <a:spcBef>
                <a:spcPts val="0"/>
              </a:spcBef>
              <a:spcAft>
                <a:spcPts val="0"/>
              </a:spcAft>
              <a:defRPr/>
            </a:pPr>
            <a:r>
              <a:rPr lang="en-US" sz="3200" dirty="0">
                <a:solidFill>
                  <a:schemeClr val="accent2">
                    <a:lumMod val="50000"/>
                  </a:schemeClr>
                </a:solidFill>
                <a:latin typeface="Segoe" pitchFamily="34" charset="0"/>
              </a:rPr>
              <a:t/>
            </a:r>
            <a:br>
              <a:rPr lang="en-US" sz="3200" dirty="0">
                <a:solidFill>
                  <a:schemeClr val="accent2">
                    <a:lumMod val="50000"/>
                  </a:schemeClr>
                </a:solidFill>
                <a:latin typeface="Segoe" pitchFamily="34" charset="0"/>
              </a:rPr>
            </a:br>
            <a:endParaRPr lang="en-US" sz="3200" dirty="0">
              <a:solidFill>
                <a:schemeClr val="accent2">
                  <a:lumMod val="50000"/>
                </a:schemeClr>
              </a:solidFill>
              <a:latin typeface="Segoe" pitchFamily="34" charset="0"/>
            </a:endParaRPr>
          </a:p>
        </p:txBody>
      </p:sp>
      <p:sp>
        <p:nvSpPr>
          <p:cNvPr id="31" name="Rectangle 30"/>
          <p:cNvSpPr/>
          <p:nvPr/>
        </p:nvSpPr>
        <p:spPr>
          <a:xfrm>
            <a:off x="2209800" y="1838325"/>
            <a:ext cx="4005263" cy="523875"/>
          </a:xfrm>
          <a:prstGeom prst="rect">
            <a:avLst/>
          </a:prstGeom>
        </p:spPr>
        <p:txBody>
          <a:bodyPr wrap="none">
            <a:spAutoFit/>
          </a:bodyPr>
          <a:lstStyle/>
          <a:p>
            <a:pPr algn="ctr" fontAlgn="auto">
              <a:spcBef>
                <a:spcPts val="0"/>
              </a:spcBef>
              <a:spcAft>
                <a:spcPts val="0"/>
              </a:spcAft>
              <a:defRPr/>
            </a:pPr>
            <a:r>
              <a:rPr lang="en-US" sz="2800" dirty="0">
                <a:solidFill>
                  <a:schemeClr val="bg1"/>
                </a:solidFill>
                <a:effectLst>
                  <a:outerShdw blurRad="38100" dist="38100" dir="2700000" algn="tl">
                    <a:srgbClr val="000000">
                      <a:alpha val="43137"/>
                    </a:srgbClr>
                  </a:outerShdw>
                </a:effectLst>
                <a:latin typeface="Segoe UI" pitchFamily="34" charset="0"/>
                <a:cs typeface="Segoe UI" pitchFamily="34" charset="0"/>
              </a:rPr>
              <a:t>Azure</a:t>
            </a:r>
            <a:r>
              <a:rPr lang="en-US" sz="1400" baseline="50000" dirty="0">
                <a:solidFill>
                  <a:schemeClr val="bg1"/>
                </a:solidFill>
                <a:effectLst>
                  <a:outerShdw blurRad="38100" dist="38100" dir="2700000" algn="tl">
                    <a:srgbClr val="000000">
                      <a:alpha val="43137"/>
                    </a:srgbClr>
                  </a:outerShdw>
                </a:effectLst>
                <a:latin typeface="Segoe UI" pitchFamily="34" charset="0"/>
                <a:cs typeface="Segoe UI" pitchFamily="34" charset="0"/>
              </a:rPr>
              <a:t>™</a:t>
            </a:r>
            <a:r>
              <a:rPr lang="en-US" sz="2800" dirty="0">
                <a:solidFill>
                  <a:schemeClr val="bg1"/>
                </a:solidFill>
                <a:effectLst>
                  <a:outerShdw blurRad="38100" dist="38100" dir="2700000" algn="tl">
                    <a:srgbClr val="000000">
                      <a:alpha val="43137"/>
                    </a:srgbClr>
                  </a:outerShdw>
                </a:effectLst>
                <a:latin typeface="Segoe UI" pitchFamily="34" charset="0"/>
                <a:cs typeface="Segoe UI" pitchFamily="34" charset="0"/>
              </a:rPr>
              <a:t> Services Platform</a:t>
            </a:r>
            <a:endParaRPr lang="en-US" sz="2800" dirty="0">
              <a:solidFill>
                <a:schemeClr val="bg1"/>
              </a:solidFill>
              <a:effectLst>
                <a:outerShdw blurRad="38100" dist="38100" dir="2700000" algn="tl">
                  <a:srgbClr val="000000">
                    <a:alpha val="43137"/>
                  </a:srgbClr>
                </a:outerShdw>
              </a:effectLst>
              <a:latin typeface="Segoe UI" pitchFamily="34" charset="0"/>
              <a:cs typeface="Segoe UI"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22" presetClass="entr" presetSubtype="4" fill="hold" grpId="0" nodeType="withEffect">
                                  <p:stCondLst>
                                    <p:cond delay="1500"/>
                                  </p:stCondLst>
                                  <p:childTnLst>
                                    <p:set>
                                      <p:cBhvr>
                                        <p:cTn id="9" dur="1" fill="hold">
                                          <p:stCondLst>
                                            <p:cond delay="0"/>
                                          </p:stCondLst>
                                        </p:cTn>
                                        <p:tgtEl>
                                          <p:spTgt spid="57"/>
                                        </p:tgtEl>
                                        <p:attrNameLst>
                                          <p:attrName>style.visibility</p:attrName>
                                        </p:attrNameLst>
                                      </p:cBhvr>
                                      <p:to>
                                        <p:strVal val="visible"/>
                                      </p:to>
                                    </p:set>
                                    <p:animEffect transition="in" filter="wipe(down)">
                                      <p:cBhvr>
                                        <p:cTn id="10" dur="1000"/>
                                        <p:tgtEl>
                                          <p:spTgt spid="5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fade">
                                      <p:cBhvr>
                                        <p:cTn id="15" dur="2000"/>
                                        <p:tgtEl>
                                          <p:spTgt spid="49"/>
                                        </p:tgtEl>
                                      </p:cBhvr>
                                    </p:animEffect>
                                  </p:childTnLst>
                                </p:cTn>
                              </p:par>
                              <p:par>
                                <p:cTn id="16" presetID="10" presetClass="entr" presetSubtype="0" fill="hold" nodeType="with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fade">
                                      <p:cBhvr>
                                        <p:cTn id="18" dur="2000"/>
                                        <p:tgtEl>
                                          <p:spTgt spid="50"/>
                                        </p:tgtEl>
                                      </p:cBhvr>
                                    </p:animEffect>
                                  </p:childTnLst>
                                </p:cTn>
                              </p:par>
                              <p:par>
                                <p:cTn id="19" presetID="10" presetClass="entr" presetSubtype="0" fill="hold" nodeType="with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fade">
                                      <p:cBhvr>
                                        <p:cTn id="21" dur="2000"/>
                                        <p:tgtEl>
                                          <p:spTgt spid="48"/>
                                        </p:tgtEl>
                                      </p:cBhvr>
                                    </p:animEffect>
                                  </p:childTnLst>
                                </p:cTn>
                              </p:par>
                              <p:par>
                                <p:cTn id="22" presetID="10" presetClass="entr" presetSubtype="0" fill="hold" nodeType="withEffect">
                                  <p:stCondLst>
                                    <p:cond delay="0"/>
                                  </p:stCondLst>
                                  <p:childTnLst>
                                    <p:set>
                                      <p:cBhvr>
                                        <p:cTn id="23" dur="1" fill="hold">
                                          <p:stCondLst>
                                            <p:cond delay="0"/>
                                          </p:stCondLst>
                                        </p:cTn>
                                        <p:tgtEl>
                                          <p:spTgt spid="51"/>
                                        </p:tgtEl>
                                        <p:attrNameLst>
                                          <p:attrName>style.visibility</p:attrName>
                                        </p:attrNameLst>
                                      </p:cBhvr>
                                      <p:to>
                                        <p:strVal val="visible"/>
                                      </p:to>
                                    </p:set>
                                    <p:animEffect transition="in" filter="fade">
                                      <p:cBhvr>
                                        <p:cTn id="24" dur="2000"/>
                                        <p:tgtEl>
                                          <p:spTgt spid="51"/>
                                        </p:tgtEl>
                                      </p:cBhvr>
                                    </p:animEffect>
                                  </p:childTnLst>
                                </p:cTn>
                              </p:par>
                              <p:par>
                                <p:cTn id="25" presetID="10"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2000"/>
                                        <p:tgtEl>
                                          <p:spTgt spid="22"/>
                                        </p:tgtEl>
                                      </p:cBhvr>
                                    </p:animEffect>
                                  </p:childTnLst>
                                </p:cTn>
                              </p:par>
                              <p:par>
                                <p:cTn id="28" presetID="10" presetClass="entr" presetSubtype="0" fill="hold"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2000"/>
                                        <p:tgtEl>
                                          <p:spTgt spid="23"/>
                                        </p:tgtEl>
                                      </p:cBhvr>
                                    </p:animEffect>
                                  </p:childTnLst>
                                </p:cTn>
                              </p:par>
                              <p:par>
                                <p:cTn id="31" presetID="22" presetClass="entr" presetSubtype="4" fill="hold" grpId="0" nodeType="withEffect">
                                  <p:stCondLst>
                                    <p:cond delay="1500"/>
                                  </p:stCondLst>
                                  <p:childTnLst>
                                    <p:set>
                                      <p:cBhvr>
                                        <p:cTn id="32" dur="1" fill="hold">
                                          <p:stCondLst>
                                            <p:cond delay="0"/>
                                          </p:stCondLst>
                                        </p:cTn>
                                        <p:tgtEl>
                                          <p:spTgt spid="45"/>
                                        </p:tgtEl>
                                        <p:attrNameLst>
                                          <p:attrName>style.visibility</p:attrName>
                                        </p:attrNameLst>
                                      </p:cBhvr>
                                      <p:to>
                                        <p:strVal val="visible"/>
                                      </p:to>
                                    </p:set>
                                    <p:animEffect transition="in" filter="wipe(down)">
                                      <p:cBhvr>
                                        <p:cTn id="33" dur="1000"/>
                                        <p:tgtEl>
                                          <p:spTgt spid="45"/>
                                        </p:tgtEl>
                                      </p:cBhvr>
                                    </p:animEffect>
                                  </p:childTnLst>
                                </p:cTn>
                              </p:par>
                              <p:par>
                                <p:cTn id="34" presetID="22" presetClass="entr" presetSubtype="4" fill="hold" grpId="0" nodeType="withEffect">
                                  <p:stCondLst>
                                    <p:cond delay="1500"/>
                                  </p:stCondLst>
                                  <p:childTnLst>
                                    <p:set>
                                      <p:cBhvr>
                                        <p:cTn id="35" dur="1" fill="hold">
                                          <p:stCondLst>
                                            <p:cond delay="0"/>
                                          </p:stCondLst>
                                        </p:cTn>
                                        <p:tgtEl>
                                          <p:spTgt spid="59"/>
                                        </p:tgtEl>
                                        <p:attrNameLst>
                                          <p:attrName>style.visibility</p:attrName>
                                        </p:attrNameLst>
                                      </p:cBhvr>
                                      <p:to>
                                        <p:strVal val="visible"/>
                                      </p:to>
                                    </p:set>
                                    <p:animEffect transition="in" filter="wipe(down)">
                                      <p:cBhvr>
                                        <p:cTn id="36" dur="1000"/>
                                        <p:tgtEl>
                                          <p:spTgt spid="59"/>
                                        </p:tgtEl>
                                      </p:cBhvr>
                                    </p:animEffect>
                                  </p:childTnLst>
                                </p:cTn>
                              </p:par>
                              <p:par>
                                <p:cTn id="37" presetID="22" presetClass="entr" presetSubtype="4" fill="hold" grpId="0" nodeType="withEffect">
                                  <p:stCondLst>
                                    <p:cond delay="1500"/>
                                  </p:stCondLst>
                                  <p:childTnLst>
                                    <p:set>
                                      <p:cBhvr>
                                        <p:cTn id="38" dur="1" fill="hold">
                                          <p:stCondLst>
                                            <p:cond delay="0"/>
                                          </p:stCondLst>
                                        </p:cTn>
                                        <p:tgtEl>
                                          <p:spTgt spid="61"/>
                                        </p:tgtEl>
                                        <p:attrNameLst>
                                          <p:attrName>style.visibility</p:attrName>
                                        </p:attrNameLst>
                                      </p:cBhvr>
                                      <p:to>
                                        <p:strVal val="visible"/>
                                      </p:to>
                                    </p:set>
                                    <p:animEffect transition="in" filter="wipe(down)">
                                      <p:cBhvr>
                                        <p:cTn id="39" dur="1000"/>
                                        <p:tgtEl>
                                          <p:spTgt spid="61"/>
                                        </p:tgtEl>
                                      </p:cBhvr>
                                    </p:animEffect>
                                  </p:childTnLst>
                                </p:cTn>
                              </p:par>
                              <p:par>
                                <p:cTn id="40" presetID="22" presetClass="entr" presetSubtype="4" fill="hold" grpId="0" nodeType="withEffect">
                                  <p:stCondLst>
                                    <p:cond delay="1500"/>
                                  </p:stCondLst>
                                  <p:childTnLst>
                                    <p:set>
                                      <p:cBhvr>
                                        <p:cTn id="41" dur="1" fill="hold">
                                          <p:stCondLst>
                                            <p:cond delay="0"/>
                                          </p:stCondLst>
                                        </p:cTn>
                                        <p:tgtEl>
                                          <p:spTgt spid="41"/>
                                        </p:tgtEl>
                                        <p:attrNameLst>
                                          <p:attrName>style.visibility</p:attrName>
                                        </p:attrNameLst>
                                      </p:cBhvr>
                                      <p:to>
                                        <p:strVal val="visible"/>
                                      </p:to>
                                    </p:set>
                                    <p:animEffect transition="in" filter="wipe(down)">
                                      <p:cBhvr>
                                        <p:cTn id="42" dur="1000"/>
                                        <p:tgtEl>
                                          <p:spTgt spid="41"/>
                                        </p:tgtEl>
                                      </p:cBhvr>
                                    </p:animEffect>
                                  </p:childTnLst>
                                </p:cTn>
                              </p:par>
                              <p:par>
                                <p:cTn id="43" presetID="22" presetClass="entr" presetSubtype="4" fill="hold" grpId="0" nodeType="withEffect">
                                  <p:stCondLst>
                                    <p:cond delay="1500"/>
                                  </p:stCondLst>
                                  <p:childTnLst>
                                    <p:set>
                                      <p:cBhvr>
                                        <p:cTn id="44" dur="1" fill="hold">
                                          <p:stCondLst>
                                            <p:cond delay="0"/>
                                          </p:stCondLst>
                                        </p:cTn>
                                        <p:tgtEl>
                                          <p:spTgt spid="24"/>
                                        </p:tgtEl>
                                        <p:attrNameLst>
                                          <p:attrName>style.visibility</p:attrName>
                                        </p:attrNameLst>
                                      </p:cBhvr>
                                      <p:to>
                                        <p:strVal val="visible"/>
                                      </p:to>
                                    </p:set>
                                    <p:animEffect transition="in" filter="wipe(down)">
                                      <p:cBhvr>
                                        <p:cTn id="45" dur="1000"/>
                                        <p:tgtEl>
                                          <p:spTgt spid="24"/>
                                        </p:tgtEl>
                                      </p:cBhvr>
                                    </p:animEffect>
                                  </p:childTnLst>
                                </p:cTn>
                              </p:par>
                              <p:par>
                                <p:cTn id="46" presetID="22" presetClass="entr" presetSubtype="4" fill="hold" grpId="0" nodeType="withEffect">
                                  <p:stCondLst>
                                    <p:cond delay="1500"/>
                                  </p:stCondLst>
                                  <p:childTnLst>
                                    <p:set>
                                      <p:cBhvr>
                                        <p:cTn id="47" dur="1" fill="hold">
                                          <p:stCondLst>
                                            <p:cond delay="0"/>
                                          </p:stCondLst>
                                        </p:cTn>
                                        <p:tgtEl>
                                          <p:spTgt spid="25"/>
                                        </p:tgtEl>
                                        <p:attrNameLst>
                                          <p:attrName>style.visibility</p:attrName>
                                        </p:attrNameLst>
                                      </p:cBhvr>
                                      <p:to>
                                        <p:strVal val="visible"/>
                                      </p:to>
                                    </p:set>
                                    <p:animEffect transition="in" filter="wipe(down)">
                                      <p:cBhvr>
                                        <p:cTn id="48"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5" grpId="0" animBg="1"/>
      <p:bldP spid="57" grpId="0" animBg="1"/>
      <p:bldP spid="59" grpId="0" animBg="1"/>
      <p:bldP spid="61" grpId="0" animBg="1"/>
      <p:bldP spid="24" grpId="0" animBg="1"/>
      <p:bldP spid="2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4" descr="C:\Program Files\Microsoft Resource DVD Artwork\DVD_ART\Artwork_Imagery\Shapes and Graphics\Internet Cloud\cloud 1.png"/>
          <p:cNvPicPr>
            <a:picLocks noChangeAspect="1" noChangeArrowheads="1"/>
          </p:cNvPicPr>
          <p:nvPr/>
        </p:nvPicPr>
        <p:blipFill>
          <a:blip r:embed="rId3">
            <a:lum bright="80000"/>
          </a:blip>
          <a:srcRect/>
          <a:stretch>
            <a:fillRect/>
          </a:stretch>
        </p:blipFill>
        <p:spPr bwMode="auto">
          <a:xfrm>
            <a:off x="2122488" y="804863"/>
            <a:ext cx="5165725" cy="1919287"/>
          </a:xfrm>
          <a:prstGeom prst="rect">
            <a:avLst/>
          </a:prstGeom>
          <a:noFill/>
          <a:ln w="9525">
            <a:noFill/>
            <a:miter lim="800000"/>
            <a:headEnd/>
            <a:tailEnd/>
          </a:ln>
        </p:spPr>
      </p:pic>
      <p:sp>
        <p:nvSpPr>
          <p:cNvPr id="58" name="Rounded Rectangle 57"/>
          <p:cNvSpPr/>
          <p:nvPr/>
        </p:nvSpPr>
        <p:spPr bwMode="gray">
          <a:xfrm flipH="1">
            <a:off x="232902" y="4830803"/>
            <a:ext cx="8738562" cy="1683014"/>
          </a:xfrm>
          <a:prstGeom prst="roundRect">
            <a:avLst>
              <a:gd name="adj" fmla="val 17338"/>
            </a:avLst>
          </a:prstGeom>
          <a:gradFill rotWithShape="1">
            <a:gsLst>
              <a:gs pos="0">
                <a:srgbClr val="FFFFFF"/>
              </a:gs>
              <a:gs pos="7000">
                <a:srgbClr val="FFFFFF">
                  <a:alpha val="47000"/>
                </a:srgbClr>
              </a:gs>
              <a:gs pos="35000">
                <a:srgbClr val="FFFFFF">
                  <a:alpha val="20000"/>
                </a:srgbClr>
              </a:gs>
            </a:gsLst>
            <a:lin ang="16200000" scaled="0"/>
          </a:gradFill>
          <a:ln w="3175" cap="flat" cmpd="sng" algn="ctr">
            <a:solidFill>
              <a:srgbClr val="FFFFFF">
                <a:alpha val="20000"/>
              </a:srgbClr>
            </a:solidFill>
            <a:prstDash val="solid"/>
            <a:headEnd type="none" w="med" len="med"/>
            <a:tailEnd type="none" w="med" len="med"/>
          </a:ln>
          <a:effectLst/>
        </p:spPr>
        <p:txBody>
          <a:bodyPr lIns="91436" tIns="45718" rIns="91436" bIns="45718" anchor="ctr"/>
          <a:lstStyle/>
          <a:p>
            <a:pPr algn="ctr" defTabSz="1096919" fontAlgn="auto">
              <a:spcBef>
                <a:spcPts val="0"/>
              </a:spcBef>
              <a:spcAft>
                <a:spcPts val="0"/>
              </a:spcAft>
              <a:defRPr/>
            </a:pPr>
            <a:endParaRPr lang="en-US" sz="2900" dirty="0">
              <a:solidFill>
                <a:srgbClr val="FFFFFF"/>
              </a:solidFill>
              <a:latin typeface="Segoe" pitchFamily="34" charset="0"/>
            </a:endParaRPr>
          </a:p>
        </p:txBody>
      </p:sp>
      <p:grpSp>
        <p:nvGrpSpPr>
          <p:cNvPr id="69637" name="Group 66"/>
          <p:cNvGrpSpPr>
            <a:grpSpLocks/>
          </p:cNvGrpSpPr>
          <p:nvPr/>
        </p:nvGrpSpPr>
        <p:grpSpPr bwMode="auto">
          <a:xfrm>
            <a:off x="323850" y="4910138"/>
            <a:ext cx="8556625" cy="1525587"/>
            <a:chOff x="146649" y="5332020"/>
            <a:chExt cx="8557404" cy="1525979"/>
          </a:xfrm>
        </p:grpSpPr>
        <p:sp>
          <p:nvSpPr>
            <p:cNvPr id="68" name="Rounded Rectangle 67"/>
            <p:cNvSpPr>
              <a:spLocks/>
            </p:cNvSpPr>
            <p:nvPr/>
          </p:nvSpPr>
          <p:spPr bwMode="auto">
            <a:xfrm>
              <a:off x="146649" y="5332020"/>
              <a:ext cx="8557404" cy="1525979"/>
            </a:xfrm>
            <a:prstGeom prst="roundRect">
              <a:avLst/>
            </a:prstGeom>
            <a:gradFill flip="none" rotWithShape="1">
              <a:gsLst>
                <a:gs pos="6000">
                  <a:srgbClr val="AFF0FF"/>
                </a:gs>
                <a:gs pos="21000">
                  <a:srgbClr val="004D6C">
                    <a:alpha val="52000"/>
                  </a:srgbClr>
                </a:gs>
                <a:gs pos="56000">
                  <a:srgbClr val="050813"/>
                </a:gs>
                <a:gs pos="100000">
                  <a:srgbClr val="B4ECF2"/>
                </a:gs>
              </a:gsLst>
              <a:path path="circle">
                <a:fillToRect r="100000" b="100000"/>
              </a:path>
              <a:tileRect l="-100000" t="-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137160" tIns="457200" rIns="0" bIns="0"/>
            <a:lstStyle/>
            <a:p>
              <a:pPr marL="223838" lvl="1" indent="-212725">
                <a:lnSpc>
                  <a:spcPct val="90000"/>
                </a:lnSpc>
                <a:spcAft>
                  <a:spcPts val="300"/>
                </a:spcAft>
                <a:buSzPct val="80000"/>
                <a:buFontTx/>
                <a:buBlip>
                  <a:blip r:embed="rId4"/>
                </a:buBlip>
                <a:defRPr/>
              </a:pPr>
              <a:endParaRPr lang="en-US" sz="2000" dirty="0">
                <a:solidFill>
                  <a:srgbClr val="FFFFFF"/>
                </a:solidFill>
                <a:effectLst>
                  <a:outerShdw blurRad="38100" dist="38100" dir="2700000" algn="tl">
                    <a:srgbClr val="000000">
                      <a:alpha val="43137"/>
                    </a:srgbClr>
                  </a:outerShdw>
                </a:effectLst>
              </a:endParaRPr>
            </a:p>
          </p:txBody>
        </p:sp>
        <p:pic>
          <p:nvPicPr>
            <p:cNvPr id="69657" name="Picture 3" descr="C:\Users\aliciat\Desktop\Events\MIX\ForMonicaRayOzzieKit\ForMonicaRayOzzieKit\DataCenterOne\MSdatacenter.png"/>
            <p:cNvPicPr>
              <a:picLocks noChangeAspect="1" noChangeArrowheads="1"/>
            </p:cNvPicPr>
            <p:nvPr/>
          </p:nvPicPr>
          <p:blipFill>
            <a:blip r:embed="rId5">
              <a:lum bright="30000" contrast="40000"/>
            </a:blip>
            <a:srcRect/>
            <a:stretch>
              <a:fillRect/>
            </a:stretch>
          </p:blipFill>
          <p:spPr bwMode="auto">
            <a:xfrm>
              <a:off x="3157268" y="5520902"/>
              <a:ext cx="2975277" cy="1283783"/>
            </a:xfrm>
            <a:prstGeom prst="rect">
              <a:avLst/>
            </a:prstGeom>
            <a:noFill/>
            <a:ln w="9525">
              <a:noFill/>
              <a:miter lim="800000"/>
              <a:headEnd/>
              <a:tailEnd/>
            </a:ln>
          </p:spPr>
        </p:pic>
        <p:grpSp>
          <p:nvGrpSpPr>
            <p:cNvPr id="69658" name="Group 21"/>
            <p:cNvGrpSpPr>
              <a:grpSpLocks noChangeAspect="1"/>
            </p:cNvGrpSpPr>
            <p:nvPr/>
          </p:nvGrpSpPr>
          <p:grpSpPr bwMode="auto">
            <a:xfrm>
              <a:off x="617883" y="5490904"/>
              <a:ext cx="1614669" cy="1200841"/>
              <a:chOff x="439751" y="4433409"/>
              <a:chExt cx="3166019" cy="2354591"/>
            </a:xfrm>
          </p:grpSpPr>
          <p:pic>
            <p:nvPicPr>
              <p:cNvPr id="69662" name="Picture 2" descr="C:\Users\monical\Desktop\Desktop_PC.png"/>
              <p:cNvPicPr>
                <a:picLocks noChangeAspect="1" noChangeArrowheads="1"/>
              </p:cNvPicPr>
              <p:nvPr/>
            </p:nvPicPr>
            <p:blipFill>
              <a:blip r:embed="rId6"/>
              <a:srcRect/>
              <a:stretch>
                <a:fillRect/>
              </a:stretch>
            </p:blipFill>
            <p:spPr bwMode="auto">
              <a:xfrm>
                <a:off x="439751" y="4433409"/>
                <a:ext cx="3166019" cy="2354591"/>
              </a:xfrm>
              <a:prstGeom prst="rect">
                <a:avLst/>
              </a:prstGeom>
              <a:noFill/>
              <a:ln w="9525">
                <a:noFill/>
                <a:miter lim="800000"/>
                <a:headEnd/>
                <a:tailEnd/>
              </a:ln>
            </p:spPr>
          </p:pic>
          <p:pic>
            <p:nvPicPr>
              <p:cNvPr id="69663" name="Picture 74" descr="pc-screen.png"/>
              <p:cNvPicPr>
                <a:picLocks noChangeAspect="1"/>
              </p:cNvPicPr>
              <p:nvPr/>
            </p:nvPicPr>
            <p:blipFill>
              <a:blip r:embed="rId7"/>
              <a:srcRect/>
              <a:stretch>
                <a:fillRect/>
              </a:stretch>
            </p:blipFill>
            <p:spPr bwMode="auto">
              <a:xfrm>
                <a:off x="814946" y="4554691"/>
                <a:ext cx="1985363" cy="1475679"/>
              </a:xfrm>
              <a:prstGeom prst="rect">
                <a:avLst/>
              </a:prstGeom>
              <a:noFill/>
              <a:ln w="9525">
                <a:noFill/>
                <a:miter lim="800000"/>
                <a:headEnd/>
                <a:tailEnd/>
              </a:ln>
            </p:spPr>
          </p:pic>
        </p:grpSp>
        <p:grpSp>
          <p:nvGrpSpPr>
            <p:cNvPr id="69659" name="Group 25"/>
            <p:cNvGrpSpPr>
              <a:grpSpLocks noChangeAspect="1"/>
            </p:cNvGrpSpPr>
            <p:nvPr/>
          </p:nvGrpSpPr>
          <p:grpSpPr bwMode="auto">
            <a:xfrm>
              <a:off x="7481469" y="5499077"/>
              <a:ext cx="756684" cy="1201133"/>
              <a:chOff x="8116228" y="4247190"/>
              <a:chExt cx="1282518" cy="2035819"/>
            </a:xfrm>
          </p:grpSpPr>
          <p:pic>
            <p:nvPicPr>
              <p:cNvPr id="69660" name="Picture 71" descr="zune.png"/>
              <p:cNvPicPr>
                <a:picLocks noChangeAspect="1"/>
              </p:cNvPicPr>
              <p:nvPr/>
            </p:nvPicPr>
            <p:blipFill>
              <a:blip r:embed="rId8"/>
              <a:srcRect/>
              <a:stretch>
                <a:fillRect/>
              </a:stretch>
            </p:blipFill>
            <p:spPr bwMode="auto">
              <a:xfrm>
                <a:off x="8116228" y="4247190"/>
                <a:ext cx="1282518" cy="2035819"/>
              </a:xfrm>
              <a:prstGeom prst="rect">
                <a:avLst/>
              </a:prstGeom>
              <a:noFill/>
              <a:ln w="9525">
                <a:noFill/>
                <a:miter lim="800000"/>
                <a:headEnd/>
                <a:tailEnd/>
              </a:ln>
            </p:spPr>
          </p:pic>
          <p:pic>
            <p:nvPicPr>
              <p:cNvPr id="69661" name="Picture 72" descr="outllook_phonescreen.png"/>
              <p:cNvPicPr>
                <a:picLocks noChangeAspect="1"/>
              </p:cNvPicPr>
              <p:nvPr/>
            </p:nvPicPr>
            <p:blipFill>
              <a:blip r:embed="rId9"/>
              <a:srcRect/>
              <a:stretch>
                <a:fillRect/>
              </a:stretch>
            </p:blipFill>
            <p:spPr bwMode="auto">
              <a:xfrm>
                <a:off x="8262749" y="4518970"/>
                <a:ext cx="958944" cy="1264694"/>
              </a:xfrm>
              <a:prstGeom prst="rect">
                <a:avLst/>
              </a:prstGeom>
              <a:noFill/>
              <a:ln w="9525">
                <a:noFill/>
                <a:miter lim="800000"/>
                <a:headEnd/>
                <a:tailEnd/>
              </a:ln>
            </p:spPr>
          </p:pic>
        </p:grpSp>
      </p:grpSp>
      <p:grpSp>
        <p:nvGrpSpPr>
          <p:cNvPr id="5" name="Group 78"/>
          <p:cNvGrpSpPr>
            <a:grpSpLocks/>
          </p:cNvGrpSpPr>
          <p:nvPr/>
        </p:nvGrpSpPr>
        <p:grpSpPr bwMode="auto">
          <a:xfrm>
            <a:off x="3810000" y="1438275"/>
            <a:ext cx="1831975" cy="800100"/>
            <a:chOff x="3966705" y="1992498"/>
            <a:chExt cx="1321156" cy="893477"/>
          </a:xfrm>
        </p:grpSpPr>
        <p:sp>
          <p:nvSpPr>
            <p:cNvPr id="69652" name="Freeform 28"/>
            <p:cNvSpPr>
              <a:spLocks noChangeAspect="1"/>
            </p:cNvSpPr>
            <p:nvPr/>
          </p:nvSpPr>
          <p:spPr bwMode="auto">
            <a:xfrm rot="4370674" flipH="1">
              <a:off x="4524172" y="2078380"/>
              <a:ext cx="733482" cy="793896"/>
            </a:xfrm>
            <a:custGeom>
              <a:avLst/>
              <a:gdLst>
                <a:gd name="T0" fmla="*/ 29 w 2851"/>
                <a:gd name="T1" fmla="*/ 2041 h 2041"/>
                <a:gd name="T2" fmla="*/ 2688 w 2851"/>
                <a:gd name="T3" fmla="*/ 536 h 2041"/>
                <a:gd name="T4" fmla="*/ 2851 w 2851"/>
                <a:gd name="T5" fmla="*/ 619 h 2041"/>
                <a:gd name="T6" fmla="*/ 2745 w 2851"/>
                <a:gd name="T7" fmla="*/ 0 h 2041"/>
                <a:gd name="T8" fmla="*/ 2182 w 2851"/>
                <a:gd name="T9" fmla="*/ 440 h 2041"/>
                <a:gd name="T10" fmla="*/ 2365 w 2851"/>
                <a:gd name="T11" fmla="*/ 450 h 2041"/>
                <a:gd name="T12" fmla="*/ 0 w 2851"/>
                <a:gd name="T13" fmla="*/ 2041 h 2041"/>
                <a:gd name="T14" fmla="*/ 0 60000 65536"/>
                <a:gd name="T15" fmla="*/ 0 60000 65536"/>
                <a:gd name="T16" fmla="*/ 0 60000 65536"/>
                <a:gd name="T17" fmla="*/ 0 60000 65536"/>
                <a:gd name="T18" fmla="*/ 0 60000 65536"/>
                <a:gd name="T19" fmla="*/ 0 60000 65536"/>
                <a:gd name="T20" fmla="*/ 0 60000 65536"/>
                <a:gd name="T21" fmla="*/ 0 w 2851"/>
                <a:gd name="T22" fmla="*/ 0 h 2041"/>
                <a:gd name="T23" fmla="*/ 2851 w 2851"/>
                <a:gd name="T24" fmla="*/ 2041 h 20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1" h="2041">
                  <a:moveTo>
                    <a:pt x="29" y="2041"/>
                  </a:moveTo>
                  <a:cubicBezTo>
                    <a:pt x="1973" y="2041"/>
                    <a:pt x="2688" y="536"/>
                    <a:pt x="2688" y="536"/>
                  </a:cubicBezTo>
                  <a:cubicBezTo>
                    <a:pt x="2851" y="619"/>
                    <a:pt x="2851" y="619"/>
                    <a:pt x="2851" y="619"/>
                  </a:cubicBezTo>
                  <a:cubicBezTo>
                    <a:pt x="2745" y="0"/>
                    <a:pt x="2745" y="0"/>
                    <a:pt x="2745" y="0"/>
                  </a:cubicBezTo>
                  <a:cubicBezTo>
                    <a:pt x="2400" y="300"/>
                    <a:pt x="2182" y="440"/>
                    <a:pt x="2182" y="440"/>
                  </a:cubicBezTo>
                  <a:cubicBezTo>
                    <a:pt x="2365" y="450"/>
                    <a:pt x="2365" y="450"/>
                    <a:pt x="2365" y="450"/>
                  </a:cubicBezTo>
                  <a:cubicBezTo>
                    <a:pt x="2365" y="450"/>
                    <a:pt x="1878" y="1748"/>
                    <a:pt x="0" y="2041"/>
                  </a:cubicBezTo>
                </a:path>
              </a:pathLst>
            </a:cu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noFill/>
              <a:round/>
              <a:headEnd/>
              <a:tailEnd/>
            </a:ln>
          </p:spPr>
          <p:txBody>
            <a:bodyPr/>
            <a:lstStyle/>
            <a:p>
              <a:endParaRPr lang="en-US">
                <a:latin typeface="Calibri" pitchFamily="34" charset="0"/>
              </a:endParaRPr>
            </a:p>
          </p:txBody>
        </p:sp>
        <p:sp>
          <p:nvSpPr>
            <p:cNvPr id="69653" name="Freeform 80"/>
            <p:cNvSpPr>
              <a:spLocks noChangeAspect="1"/>
            </p:cNvSpPr>
            <p:nvPr/>
          </p:nvSpPr>
          <p:spPr bwMode="auto">
            <a:xfrm rot="-4838035">
              <a:off x="3839275" y="2119928"/>
              <a:ext cx="893477" cy="638618"/>
            </a:xfrm>
            <a:custGeom>
              <a:avLst/>
              <a:gdLst>
                <a:gd name="T0" fmla="*/ 29 w 2851"/>
                <a:gd name="T1" fmla="*/ 2041 h 2041"/>
                <a:gd name="T2" fmla="*/ 2688 w 2851"/>
                <a:gd name="T3" fmla="*/ 536 h 2041"/>
                <a:gd name="T4" fmla="*/ 2851 w 2851"/>
                <a:gd name="T5" fmla="*/ 619 h 2041"/>
                <a:gd name="T6" fmla="*/ 2745 w 2851"/>
                <a:gd name="T7" fmla="*/ 0 h 2041"/>
                <a:gd name="T8" fmla="*/ 2182 w 2851"/>
                <a:gd name="T9" fmla="*/ 440 h 2041"/>
                <a:gd name="T10" fmla="*/ 2365 w 2851"/>
                <a:gd name="T11" fmla="*/ 450 h 2041"/>
                <a:gd name="T12" fmla="*/ 0 w 2851"/>
                <a:gd name="T13" fmla="*/ 2041 h 2041"/>
                <a:gd name="T14" fmla="*/ 0 60000 65536"/>
                <a:gd name="T15" fmla="*/ 0 60000 65536"/>
                <a:gd name="T16" fmla="*/ 0 60000 65536"/>
                <a:gd name="T17" fmla="*/ 0 60000 65536"/>
                <a:gd name="T18" fmla="*/ 0 60000 65536"/>
                <a:gd name="T19" fmla="*/ 0 60000 65536"/>
                <a:gd name="T20" fmla="*/ 0 60000 65536"/>
                <a:gd name="T21" fmla="*/ 0 w 2851"/>
                <a:gd name="T22" fmla="*/ 0 h 2041"/>
                <a:gd name="T23" fmla="*/ 2851 w 2851"/>
                <a:gd name="T24" fmla="*/ 2041 h 20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1" h="2041">
                  <a:moveTo>
                    <a:pt x="29" y="2041"/>
                  </a:moveTo>
                  <a:cubicBezTo>
                    <a:pt x="1973" y="2041"/>
                    <a:pt x="2688" y="536"/>
                    <a:pt x="2688" y="536"/>
                  </a:cubicBezTo>
                  <a:cubicBezTo>
                    <a:pt x="2851" y="619"/>
                    <a:pt x="2851" y="619"/>
                    <a:pt x="2851" y="619"/>
                  </a:cubicBezTo>
                  <a:cubicBezTo>
                    <a:pt x="2745" y="0"/>
                    <a:pt x="2745" y="0"/>
                    <a:pt x="2745" y="0"/>
                  </a:cubicBezTo>
                  <a:cubicBezTo>
                    <a:pt x="2400" y="300"/>
                    <a:pt x="2182" y="440"/>
                    <a:pt x="2182" y="440"/>
                  </a:cubicBezTo>
                  <a:cubicBezTo>
                    <a:pt x="2365" y="450"/>
                    <a:pt x="2365" y="450"/>
                    <a:pt x="2365" y="450"/>
                  </a:cubicBezTo>
                  <a:cubicBezTo>
                    <a:pt x="2365" y="450"/>
                    <a:pt x="1878" y="1748"/>
                    <a:pt x="0" y="2041"/>
                  </a:cubicBezTo>
                </a:path>
              </a:pathLst>
            </a:cu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noFill/>
              <a:round/>
              <a:headEnd/>
              <a:tailEnd/>
            </a:ln>
          </p:spPr>
          <p:txBody>
            <a:bodyPr/>
            <a:lstStyle/>
            <a:p>
              <a:endParaRPr lang="en-US">
                <a:latin typeface="Calibri" pitchFamily="34" charset="0"/>
              </a:endParaRPr>
            </a:p>
          </p:txBody>
        </p:sp>
      </p:grpSp>
      <p:grpSp>
        <p:nvGrpSpPr>
          <p:cNvPr id="69639" name="Group 76"/>
          <p:cNvGrpSpPr>
            <a:grpSpLocks/>
          </p:cNvGrpSpPr>
          <p:nvPr/>
        </p:nvGrpSpPr>
        <p:grpSpPr bwMode="auto">
          <a:xfrm>
            <a:off x="1843088" y="1871663"/>
            <a:ext cx="5518150" cy="2911475"/>
            <a:chOff x="1255042" y="1128499"/>
            <a:chExt cx="6694283" cy="3533900"/>
          </a:xfrm>
        </p:grpSpPr>
        <p:grpSp>
          <p:nvGrpSpPr>
            <p:cNvPr id="69641" name="Group 58"/>
            <p:cNvGrpSpPr>
              <a:grpSpLocks noChangeAspect="1"/>
            </p:cNvGrpSpPr>
            <p:nvPr/>
          </p:nvGrpSpPr>
          <p:grpSpPr bwMode="auto">
            <a:xfrm>
              <a:off x="1255042" y="1128499"/>
              <a:ext cx="6694283" cy="3533900"/>
              <a:chOff x="2125260" y="2624447"/>
              <a:chExt cx="5151265" cy="2719346"/>
            </a:xfrm>
          </p:grpSpPr>
          <p:sp>
            <p:nvSpPr>
              <p:cNvPr id="60" name="Oval 59"/>
              <p:cNvSpPr>
                <a:spLocks noChangeAspect="1"/>
              </p:cNvSpPr>
              <p:nvPr/>
            </p:nvSpPr>
            <p:spPr bwMode="auto">
              <a:xfrm>
                <a:off x="3728732" y="2624447"/>
                <a:ext cx="1939875" cy="1620635"/>
              </a:xfrm>
              <a:prstGeom prst="ellipse">
                <a:avLst/>
              </a:prstGeom>
              <a:gradFill flip="none" rotWithShape="1">
                <a:gsLst>
                  <a:gs pos="0">
                    <a:srgbClr val="FFFFFF"/>
                  </a:gs>
                  <a:gs pos="16000">
                    <a:srgbClr val="FFFFFF">
                      <a:alpha val="35000"/>
                    </a:srgbClr>
                  </a:gs>
                  <a:gs pos="29000">
                    <a:srgbClr val="000000">
                      <a:alpha val="2000"/>
                    </a:srgbClr>
                  </a:gs>
                </a:gsLst>
                <a:lin ang="5400000" scaled="1"/>
                <a:tileRect/>
              </a:gradFill>
              <a:ln>
                <a:noFill/>
                <a:headEnd type="none" w="med" len="med"/>
                <a:tailEnd type="none" w="med" len="med"/>
              </a:ln>
              <a:effectLst>
                <a:outerShdw blurRad="177800" algn="ctr" rotWithShape="0">
                  <a:srgbClr val="FFFFFF"/>
                </a:outerShdw>
              </a:effectLst>
            </p:spPr>
            <p:style>
              <a:lnRef idx="2">
                <a:schemeClr val="accent1"/>
              </a:lnRef>
              <a:fillRef idx="1">
                <a:schemeClr val="lt1"/>
              </a:fillRef>
              <a:effectRef idx="0">
                <a:schemeClr val="accent1"/>
              </a:effectRef>
              <a:fontRef idx="minor">
                <a:schemeClr val="dk1"/>
              </a:fontRef>
            </p:style>
            <p:txBody>
              <a:bodyPr lIns="91436" tIns="45718" rIns="91436" bIns="45718" anchor="ctr"/>
              <a:lstStyle/>
              <a:p>
                <a:pPr algn="ctr" defTabSz="914099">
                  <a:defRPr/>
                </a:pPr>
                <a:endParaRPr lang="en-US" sz="2300" dirty="0">
                  <a:solidFill>
                    <a:srgbClr val="FFFFFF"/>
                  </a:solidFill>
                  <a:effectLst>
                    <a:outerShdw blurRad="38100" dist="38100" dir="2700000" algn="tl">
                      <a:srgbClr val="000000">
                        <a:alpha val="43137"/>
                      </a:srgbClr>
                    </a:outerShdw>
                  </a:effectLst>
                  <a:latin typeface="Segoe" pitchFamily="34" charset="0"/>
                </a:endParaRPr>
              </a:p>
            </p:txBody>
          </p:sp>
          <p:grpSp>
            <p:nvGrpSpPr>
              <p:cNvPr id="69644" name="Group 13"/>
              <p:cNvGrpSpPr>
                <a:grpSpLocks/>
              </p:cNvGrpSpPr>
              <p:nvPr/>
            </p:nvGrpSpPr>
            <p:grpSpPr bwMode="auto">
              <a:xfrm>
                <a:off x="2125260" y="2678963"/>
                <a:ext cx="5151265" cy="2664830"/>
                <a:chOff x="2410268" y="1657685"/>
                <a:chExt cx="5151265" cy="2664830"/>
              </a:xfrm>
            </p:grpSpPr>
            <p:sp>
              <p:nvSpPr>
                <p:cNvPr id="69645" name="Freeform 28"/>
                <p:cNvSpPr>
                  <a:spLocks noChangeAspect="1"/>
                </p:cNvSpPr>
                <p:nvPr/>
              </p:nvSpPr>
              <p:spPr bwMode="auto">
                <a:xfrm rot="9688257">
                  <a:off x="2410268" y="2805536"/>
                  <a:ext cx="1755362" cy="1254655"/>
                </a:xfrm>
                <a:custGeom>
                  <a:avLst/>
                  <a:gdLst>
                    <a:gd name="T0" fmla="*/ 29 w 2851"/>
                    <a:gd name="T1" fmla="*/ 2041 h 2041"/>
                    <a:gd name="T2" fmla="*/ 2688 w 2851"/>
                    <a:gd name="T3" fmla="*/ 536 h 2041"/>
                    <a:gd name="T4" fmla="*/ 2851 w 2851"/>
                    <a:gd name="T5" fmla="*/ 619 h 2041"/>
                    <a:gd name="T6" fmla="*/ 2745 w 2851"/>
                    <a:gd name="T7" fmla="*/ 0 h 2041"/>
                    <a:gd name="T8" fmla="*/ 2182 w 2851"/>
                    <a:gd name="T9" fmla="*/ 440 h 2041"/>
                    <a:gd name="T10" fmla="*/ 2365 w 2851"/>
                    <a:gd name="T11" fmla="*/ 450 h 2041"/>
                    <a:gd name="T12" fmla="*/ 0 w 2851"/>
                    <a:gd name="T13" fmla="*/ 2041 h 2041"/>
                    <a:gd name="T14" fmla="*/ 0 60000 65536"/>
                    <a:gd name="T15" fmla="*/ 0 60000 65536"/>
                    <a:gd name="T16" fmla="*/ 0 60000 65536"/>
                    <a:gd name="T17" fmla="*/ 0 60000 65536"/>
                    <a:gd name="T18" fmla="*/ 0 60000 65536"/>
                    <a:gd name="T19" fmla="*/ 0 60000 65536"/>
                    <a:gd name="T20" fmla="*/ 0 60000 65536"/>
                    <a:gd name="T21" fmla="*/ 0 w 2851"/>
                    <a:gd name="T22" fmla="*/ 0 h 2041"/>
                    <a:gd name="T23" fmla="*/ 2851 w 2851"/>
                    <a:gd name="T24" fmla="*/ 2041 h 20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1" h="2041">
                      <a:moveTo>
                        <a:pt x="29" y="2041"/>
                      </a:moveTo>
                      <a:cubicBezTo>
                        <a:pt x="1973" y="2041"/>
                        <a:pt x="2688" y="536"/>
                        <a:pt x="2688" y="536"/>
                      </a:cubicBezTo>
                      <a:cubicBezTo>
                        <a:pt x="2851" y="619"/>
                        <a:pt x="2851" y="619"/>
                        <a:pt x="2851" y="619"/>
                      </a:cubicBezTo>
                      <a:cubicBezTo>
                        <a:pt x="2745" y="0"/>
                        <a:pt x="2745" y="0"/>
                        <a:pt x="2745" y="0"/>
                      </a:cubicBezTo>
                      <a:cubicBezTo>
                        <a:pt x="2400" y="300"/>
                        <a:pt x="2182" y="440"/>
                        <a:pt x="2182" y="440"/>
                      </a:cubicBezTo>
                      <a:cubicBezTo>
                        <a:pt x="2365" y="450"/>
                        <a:pt x="2365" y="450"/>
                        <a:pt x="2365" y="450"/>
                      </a:cubicBezTo>
                      <a:cubicBezTo>
                        <a:pt x="2365" y="450"/>
                        <a:pt x="1878" y="1748"/>
                        <a:pt x="0" y="2041"/>
                      </a:cubicBezTo>
                    </a:path>
                  </a:pathLst>
                </a:cu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noFill/>
                  <a:round/>
                  <a:headEnd/>
                  <a:tailEnd/>
                </a:ln>
              </p:spPr>
              <p:txBody>
                <a:bodyPr/>
                <a:lstStyle/>
                <a:p>
                  <a:endParaRPr lang="en-US">
                    <a:latin typeface="Calibri" pitchFamily="34" charset="0"/>
                  </a:endParaRPr>
                </a:p>
              </p:txBody>
            </p:sp>
            <p:sp>
              <p:nvSpPr>
                <p:cNvPr id="69646" name="Freeform 28"/>
                <p:cNvSpPr>
                  <a:spLocks noChangeAspect="1"/>
                </p:cNvSpPr>
                <p:nvPr/>
              </p:nvSpPr>
              <p:spPr bwMode="auto">
                <a:xfrm rot="935521" flipV="1">
                  <a:off x="5805885" y="2823060"/>
                  <a:ext cx="1755648" cy="1256633"/>
                </a:xfrm>
                <a:custGeom>
                  <a:avLst/>
                  <a:gdLst>
                    <a:gd name="T0" fmla="*/ 29 w 2851"/>
                    <a:gd name="T1" fmla="*/ 2041 h 2041"/>
                    <a:gd name="T2" fmla="*/ 2688 w 2851"/>
                    <a:gd name="T3" fmla="*/ 536 h 2041"/>
                    <a:gd name="T4" fmla="*/ 2851 w 2851"/>
                    <a:gd name="T5" fmla="*/ 619 h 2041"/>
                    <a:gd name="T6" fmla="*/ 2745 w 2851"/>
                    <a:gd name="T7" fmla="*/ 0 h 2041"/>
                    <a:gd name="T8" fmla="*/ 2182 w 2851"/>
                    <a:gd name="T9" fmla="*/ 440 h 2041"/>
                    <a:gd name="T10" fmla="*/ 2365 w 2851"/>
                    <a:gd name="T11" fmla="*/ 450 h 2041"/>
                    <a:gd name="T12" fmla="*/ 0 w 2851"/>
                    <a:gd name="T13" fmla="*/ 2041 h 2041"/>
                    <a:gd name="T14" fmla="*/ 0 60000 65536"/>
                    <a:gd name="T15" fmla="*/ 0 60000 65536"/>
                    <a:gd name="T16" fmla="*/ 0 60000 65536"/>
                    <a:gd name="T17" fmla="*/ 0 60000 65536"/>
                    <a:gd name="T18" fmla="*/ 0 60000 65536"/>
                    <a:gd name="T19" fmla="*/ 0 60000 65536"/>
                    <a:gd name="T20" fmla="*/ 0 60000 65536"/>
                    <a:gd name="T21" fmla="*/ 0 w 2851"/>
                    <a:gd name="T22" fmla="*/ 0 h 2041"/>
                    <a:gd name="T23" fmla="*/ 2851 w 2851"/>
                    <a:gd name="T24" fmla="*/ 2041 h 20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1" h="2041">
                      <a:moveTo>
                        <a:pt x="29" y="2041"/>
                      </a:moveTo>
                      <a:cubicBezTo>
                        <a:pt x="1973" y="2041"/>
                        <a:pt x="2688" y="536"/>
                        <a:pt x="2688" y="536"/>
                      </a:cubicBezTo>
                      <a:cubicBezTo>
                        <a:pt x="2851" y="619"/>
                        <a:pt x="2851" y="619"/>
                        <a:pt x="2851" y="619"/>
                      </a:cubicBezTo>
                      <a:cubicBezTo>
                        <a:pt x="2745" y="0"/>
                        <a:pt x="2745" y="0"/>
                        <a:pt x="2745" y="0"/>
                      </a:cubicBezTo>
                      <a:cubicBezTo>
                        <a:pt x="2400" y="300"/>
                        <a:pt x="2182" y="440"/>
                        <a:pt x="2182" y="440"/>
                      </a:cubicBezTo>
                      <a:cubicBezTo>
                        <a:pt x="2365" y="450"/>
                        <a:pt x="2365" y="450"/>
                        <a:pt x="2365" y="450"/>
                      </a:cubicBezTo>
                      <a:cubicBezTo>
                        <a:pt x="2365" y="450"/>
                        <a:pt x="1878" y="1748"/>
                        <a:pt x="0" y="2041"/>
                      </a:cubicBezTo>
                    </a:path>
                  </a:pathLst>
                </a:custGeom>
                <a:gradFill rotWithShape="1">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2700000" scaled="1"/>
                </a:gradFill>
                <a:ln w="9525">
                  <a:noFill/>
                  <a:round/>
                  <a:headEnd/>
                  <a:tailEnd/>
                </a:ln>
              </p:spPr>
              <p:txBody>
                <a:bodyPr/>
                <a:lstStyle/>
                <a:p>
                  <a:endParaRPr lang="en-US">
                    <a:latin typeface="Calibri" pitchFamily="34" charset="0"/>
                  </a:endParaRPr>
                </a:p>
              </p:txBody>
            </p:sp>
            <p:sp>
              <p:nvSpPr>
                <p:cNvPr id="69647" name="Freeform 74"/>
                <p:cNvSpPr>
                  <a:spLocks/>
                </p:cNvSpPr>
                <p:nvPr/>
              </p:nvSpPr>
              <p:spPr bwMode="auto">
                <a:xfrm rot="5400000">
                  <a:off x="4644133" y="3725662"/>
                  <a:ext cx="749932" cy="443774"/>
                </a:xfrm>
                <a:custGeom>
                  <a:avLst/>
                  <a:gdLst>
                    <a:gd name="T0" fmla="*/ 0 w 454"/>
                    <a:gd name="T1" fmla="*/ 147 h 199"/>
                    <a:gd name="T2" fmla="*/ 306 w 454"/>
                    <a:gd name="T3" fmla="*/ 147 h 199"/>
                    <a:gd name="T4" fmla="*/ 295 w 454"/>
                    <a:gd name="T5" fmla="*/ 199 h 199"/>
                    <a:gd name="T6" fmla="*/ 454 w 454"/>
                    <a:gd name="T7" fmla="*/ 100 h 199"/>
                    <a:gd name="T8" fmla="*/ 295 w 454"/>
                    <a:gd name="T9" fmla="*/ 0 h 199"/>
                    <a:gd name="T10" fmla="*/ 306 w 454"/>
                    <a:gd name="T11" fmla="*/ 52 h 199"/>
                    <a:gd name="T12" fmla="*/ 0 w 454"/>
                    <a:gd name="T13" fmla="*/ 52 h 199"/>
                    <a:gd name="T14" fmla="*/ 0 w 454"/>
                    <a:gd name="T15" fmla="*/ 147 h 199"/>
                    <a:gd name="T16" fmla="*/ 0 60000 65536"/>
                    <a:gd name="T17" fmla="*/ 0 60000 65536"/>
                    <a:gd name="T18" fmla="*/ 0 60000 65536"/>
                    <a:gd name="T19" fmla="*/ 0 60000 65536"/>
                    <a:gd name="T20" fmla="*/ 0 60000 65536"/>
                    <a:gd name="T21" fmla="*/ 0 60000 65536"/>
                    <a:gd name="T22" fmla="*/ 0 60000 65536"/>
                    <a:gd name="T23" fmla="*/ 0 60000 65536"/>
                    <a:gd name="T24" fmla="*/ 0 w 454"/>
                    <a:gd name="T25" fmla="*/ 0 h 199"/>
                    <a:gd name="T26" fmla="*/ 454 w 454"/>
                    <a:gd name="T27" fmla="*/ 199 h 19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54" h="199">
                      <a:moveTo>
                        <a:pt x="0" y="147"/>
                      </a:moveTo>
                      <a:lnTo>
                        <a:pt x="306" y="147"/>
                      </a:lnTo>
                      <a:lnTo>
                        <a:pt x="295" y="199"/>
                      </a:lnTo>
                      <a:lnTo>
                        <a:pt x="454" y="100"/>
                      </a:lnTo>
                      <a:lnTo>
                        <a:pt x="295" y="0"/>
                      </a:lnTo>
                      <a:lnTo>
                        <a:pt x="306" y="52"/>
                      </a:lnTo>
                      <a:lnTo>
                        <a:pt x="0" y="52"/>
                      </a:lnTo>
                      <a:lnTo>
                        <a:pt x="0" y="147"/>
                      </a:lnTo>
                      <a:close/>
                    </a:path>
                  </a:pathLst>
                </a:custGeom>
                <a:gradFill rotWithShape="1">
                  <a:gsLst>
                    <a:gs pos="0">
                      <a:srgbClr val="FFFFFF"/>
                    </a:gs>
                    <a:gs pos="32001">
                      <a:srgbClr val="FFFFFF"/>
                    </a:gs>
                    <a:gs pos="67000">
                      <a:srgbClr val="B2B2B2"/>
                    </a:gs>
                    <a:gs pos="100000">
                      <a:srgbClr val="777777"/>
                    </a:gs>
                  </a:gsLst>
                  <a:lin ang="10800000" scaled="1"/>
                </a:gradFill>
                <a:ln w="9525">
                  <a:noFill/>
                  <a:round/>
                  <a:headEnd/>
                  <a:tailEnd/>
                </a:ln>
              </p:spPr>
              <p:txBody>
                <a:bodyPr/>
                <a:lstStyle/>
                <a:p>
                  <a:endParaRPr lang="en-US">
                    <a:latin typeface="Calibri" pitchFamily="34" charset="0"/>
                  </a:endParaRPr>
                </a:p>
              </p:txBody>
            </p:sp>
            <p:sp>
              <p:nvSpPr>
                <p:cNvPr id="65" name="Oval 64"/>
                <p:cNvSpPr>
                  <a:spLocks noChangeAspect="1"/>
                </p:cNvSpPr>
                <p:nvPr/>
              </p:nvSpPr>
              <p:spPr bwMode="auto">
                <a:xfrm>
                  <a:off x="4030746" y="1657685"/>
                  <a:ext cx="1911705" cy="1911703"/>
                </a:xfrm>
                <a:prstGeom prst="ellipse">
                  <a:avLst/>
                </a:prstGeom>
                <a:gradFill flip="none" rotWithShape="1">
                  <a:gsLst>
                    <a:gs pos="14000">
                      <a:srgbClr val="FFFFFF"/>
                    </a:gs>
                    <a:gs pos="50000">
                      <a:srgbClr val="000000">
                        <a:alpha val="0"/>
                      </a:srgbClr>
                    </a:gs>
                    <a:gs pos="74000">
                      <a:srgbClr val="000000">
                        <a:alpha val="50000"/>
                      </a:srgbClr>
                    </a:gs>
                    <a:gs pos="90000">
                      <a:srgbClr val="FFFFFF">
                        <a:alpha val="45000"/>
                      </a:srgbClr>
                    </a:gs>
                  </a:gsLst>
                  <a:path path="circle">
                    <a:fillToRect l="100000" t="100000"/>
                  </a:path>
                  <a:tileRect r="-100000" b="-100000"/>
                </a:gradFill>
                <a:ln w="76200" cmpd="sng">
                  <a:solidFill>
                    <a:srgbClr val="FFFFFF">
                      <a:alpha val="50000"/>
                    </a:srgbClr>
                  </a:solidFill>
                  <a:headEnd type="none" w="med" len="med"/>
                  <a:tailEnd type="none" w="med" len="med"/>
                </a:ln>
                <a:effectLst>
                  <a:outerShdw blurRad="304800" sx="103000" sy="103000" algn="ctr" rotWithShape="0">
                    <a:prstClr val="black">
                      <a:alpha val="40000"/>
                    </a:prstClr>
                  </a:outerShdw>
                </a:effectLst>
                <a:scene3d>
                  <a:camera prst="orthographicFront"/>
                  <a:lightRig rig="threePt" dir="t"/>
                </a:scene3d>
                <a:sp3d prstMaterial="plastic">
                  <a:bevelT w="508000" h="127000"/>
                </a:sp3d>
              </p:spPr>
              <p:style>
                <a:lnRef idx="2">
                  <a:schemeClr val="accent1"/>
                </a:lnRef>
                <a:fillRef idx="1">
                  <a:schemeClr val="lt1"/>
                </a:fillRef>
                <a:effectRef idx="0">
                  <a:schemeClr val="accent1"/>
                </a:effectRef>
                <a:fontRef idx="minor">
                  <a:schemeClr val="dk1"/>
                </a:fontRef>
              </p:style>
              <p:txBody>
                <a:bodyPr lIns="91436" tIns="45718" rIns="91436" bIns="45718" anchor="ctr"/>
                <a:lstStyle/>
                <a:p>
                  <a:pPr algn="ctr" defTabSz="914099">
                    <a:defRPr/>
                  </a:pPr>
                  <a:endParaRPr lang="en-US" sz="2300" dirty="0">
                    <a:solidFill>
                      <a:srgbClr val="FFFFFF"/>
                    </a:solidFill>
                    <a:effectLst>
                      <a:outerShdw blurRad="38100" dist="38100" dir="2700000" algn="tl">
                        <a:srgbClr val="000000">
                          <a:alpha val="43137"/>
                        </a:srgbClr>
                      </a:outerShdw>
                    </a:effectLst>
                    <a:latin typeface="Segoe" pitchFamily="34" charset="0"/>
                  </a:endParaRPr>
                </a:p>
              </p:txBody>
            </p:sp>
            <p:pic>
              <p:nvPicPr>
                <p:cNvPr id="69651" name="Picture 65" descr="C:\Program Files\Microsoft Resource DVD Artwork\DVD_ART\BoxShots_Logos\Microsoft .NET - NET\Microsoft .NET logo white.png"/>
                <p:cNvPicPr>
                  <a:picLocks noChangeAspect="1" noChangeArrowheads="1"/>
                </p:cNvPicPr>
                <p:nvPr/>
              </p:nvPicPr>
              <p:blipFill>
                <a:blip r:embed="rId10"/>
                <a:srcRect/>
                <a:stretch>
                  <a:fillRect/>
                </a:stretch>
              </p:blipFill>
              <p:spPr bwMode="auto">
                <a:xfrm>
                  <a:off x="4341557" y="2109888"/>
                  <a:ext cx="1322985" cy="697225"/>
                </a:xfrm>
                <a:prstGeom prst="rect">
                  <a:avLst/>
                </a:prstGeom>
                <a:noFill/>
                <a:ln w="9525">
                  <a:noFill/>
                  <a:miter lim="800000"/>
                  <a:headEnd/>
                  <a:tailEnd/>
                </a:ln>
              </p:spPr>
            </p:pic>
          </p:grpSp>
        </p:grpSp>
        <p:pic>
          <p:nvPicPr>
            <p:cNvPr id="69642" name="Picture 3" descr="\\eventsql\dvd\Online_ART\DVD_ART34\Logos\Microsoft .NET Framework - NET\NET framework logo white vert.png"/>
            <p:cNvPicPr>
              <a:picLocks noChangeAspect="1" noChangeArrowheads="1"/>
            </p:cNvPicPr>
            <p:nvPr/>
          </p:nvPicPr>
          <p:blipFill>
            <a:blip r:embed="rId11"/>
            <a:srcRect l="4407" t="56555"/>
            <a:stretch>
              <a:fillRect/>
            </a:stretch>
          </p:blipFill>
          <p:spPr bwMode="auto">
            <a:xfrm>
              <a:off x="3650689" y="2714538"/>
              <a:ext cx="1920240" cy="355857"/>
            </a:xfrm>
            <a:prstGeom prst="rect">
              <a:avLst/>
            </a:prstGeom>
            <a:noFill/>
            <a:ln w="9525">
              <a:noFill/>
              <a:miter lim="800000"/>
              <a:headEnd/>
              <a:tailEnd/>
            </a:ln>
          </p:spPr>
        </p:pic>
      </p:grpSp>
      <p:sp>
        <p:nvSpPr>
          <p:cNvPr id="28" name="Title 1"/>
          <p:cNvSpPr>
            <a:spLocks noGrp="1"/>
          </p:cNvSpPr>
          <p:nvPr>
            <p:ph type="title"/>
          </p:nvPr>
        </p:nvSpPr>
        <p:spPr>
          <a:xfrm>
            <a:off x="381000" y="230188"/>
            <a:ext cx="8382000" cy="1329595"/>
          </a:xfrm>
        </p:spPr>
        <p:txBody>
          <a:bodyPr/>
          <a:lstStyle/>
          <a:p>
            <a:pPr defTabSz="914363" fontAlgn="auto">
              <a:spcAft>
                <a:spcPts val="0"/>
              </a:spcAft>
              <a:defRPr/>
            </a:pPr>
            <a:r>
              <a:rPr dirty="0" smtClean="0"/>
              <a:t>.NET Framework Evolution</a:t>
            </a:r>
            <a:br>
              <a:rPr dirty="0" smtClean="0"/>
            </a:br>
            <a:endParaRPr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20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946650" y="4038600"/>
            <a:ext cx="3455988" cy="914400"/>
          </a:xfrm>
        </p:spPr>
        <p:txBody>
          <a:bodyPr/>
          <a:lstStyle/>
          <a:p>
            <a:pPr defTabSz="914363" fontAlgn="auto">
              <a:defRPr/>
            </a:pPr>
            <a:endParaRPr/>
          </a:p>
        </p:txBody>
      </p:sp>
      <p:sp>
        <p:nvSpPr>
          <p:cNvPr id="3" name="Subtitle 2"/>
          <p:cNvSpPr>
            <a:spLocks noGrp="1"/>
          </p:cNvSpPr>
          <p:nvPr>
            <p:ph type="subTitle" idx="1"/>
          </p:nvPr>
        </p:nvSpPr>
        <p:spPr>
          <a:xfrm>
            <a:off x="4946650" y="5334000"/>
            <a:ext cx="3455988" cy="1066800"/>
          </a:xfrm>
        </p:spPr>
        <p:txBody>
          <a:bodyPr/>
          <a:lstStyle/>
          <a:p>
            <a:pPr defTabSz="914363" fontAlgn="auto">
              <a:defRPr/>
            </a:pPr>
            <a:endParaRPr lang="en-US"/>
          </a:p>
        </p:txBody>
      </p:sp>
      <p:sp>
        <p:nvSpPr>
          <p:cNvPr id="4" name="Text Placeholder 3"/>
          <p:cNvSpPr>
            <a:spLocks noGrp="1"/>
          </p:cNvSpPr>
          <p:nvPr>
            <p:ph type="body" sz="quarter" idx="10"/>
          </p:nvPr>
        </p:nvSpPr>
        <p:spPr/>
        <p:txBody>
          <a:bodyPr/>
          <a:lstStyle/>
          <a:p>
            <a:pPr defTabSz="914363" fontAlgn="auto">
              <a:defRPr/>
            </a:pPr>
            <a:r>
              <a:rPr sz="8000"/>
              <a:t>Services In Action</a:t>
            </a:r>
            <a:endParaRPr sz="8000"/>
          </a:p>
        </p:txBody>
      </p:sp>
    </p:spTree>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ounded Rectangle 33"/>
          <p:cNvSpPr/>
          <p:nvPr/>
        </p:nvSpPr>
        <p:spPr>
          <a:xfrm>
            <a:off x="2209800" y="3657600"/>
            <a:ext cx="2271486" cy="2133600"/>
          </a:xfrm>
          <a:prstGeom prst="roundRect">
            <a:avLst>
              <a:gd name="adj" fmla="val 12302"/>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p>
        </p:txBody>
      </p:sp>
      <p:sp>
        <p:nvSpPr>
          <p:cNvPr id="11" name="Rectangle 10"/>
          <p:cNvSpPr/>
          <p:nvPr/>
        </p:nvSpPr>
        <p:spPr>
          <a:xfrm>
            <a:off x="2286000" y="3733800"/>
            <a:ext cx="1017588"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Litware</a:t>
            </a:r>
          </a:p>
        </p:txBody>
      </p:sp>
      <p:grpSp>
        <p:nvGrpSpPr>
          <p:cNvPr id="50" name="Group 49"/>
          <p:cNvGrpSpPr>
            <a:grpSpLocks/>
          </p:cNvGrpSpPr>
          <p:nvPr/>
        </p:nvGrpSpPr>
        <p:grpSpPr bwMode="auto">
          <a:xfrm>
            <a:off x="4022725" y="525463"/>
            <a:ext cx="2470150" cy="3159125"/>
            <a:chOff x="5182639" y="526197"/>
            <a:chExt cx="2470031" cy="3158064"/>
          </a:xfrm>
        </p:grpSpPr>
        <p:sp>
          <p:nvSpPr>
            <p:cNvPr id="60" name="Freeform 59"/>
            <p:cNvSpPr/>
            <p:nvPr/>
          </p:nvSpPr>
          <p:spPr bwMode="auto">
            <a:xfrm rot="21385679">
              <a:off x="5182639" y="1715194"/>
              <a:ext cx="1306723" cy="1969067"/>
            </a:xfrm>
            <a:custGeom>
              <a:avLst/>
              <a:gdLst>
                <a:gd name="connsiteX0" fmla="*/ 0 w 2008961"/>
                <a:gd name="connsiteY0" fmla="*/ 594870 h 1057169"/>
                <a:gd name="connsiteX1" fmla="*/ 1155748 w 2008961"/>
                <a:gd name="connsiteY1" fmla="*/ 258343 h 1057169"/>
                <a:gd name="connsiteX2" fmla="*/ 679852 w 2008961"/>
                <a:gd name="connsiteY2" fmla="*/ 112175 h 1057169"/>
                <a:gd name="connsiteX3" fmla="*/ 2008961 w 2008961"/>
                <a:gd name="connsiteY3" fmla="*/ 0 h 1057169"/>
                <a:gd name="connsiteX4" fmla="*/ 1417490 w 2008961"/>
                <a:gd name="connsiteY4" fmla="*/ 768232 h 1057169"/>
                <a:gd name="connsiteX5" fmla="*/ 1352904 w 2008961"/>
                <a:gd name="connsiteY5" fmla="*/ 441903 h 1057169"/>
                <a:gd name="connsiteX6" fmla="*/ 95180 w 2008961"/>
                <a:gd name="connsiteY6" fmla="*/ 1057169 h 1057169"/>
                <a:gd name="connsiteX7" fmla="*/ 244747 w 2008961"/>
                <a:gd name="connsiteY7" fmla="*/ 758034 h 1057169"/>
                <a:gd name="connsiteX8" fmla="*/ 0 w 2008961"/>
                <a:gd name="connsiteY8" fmla="*/ 594870 h 1057169"/>
                <a:gd name="connsiteX0" fmla="*/ 0 w 2008961"/>
                <a:gd name="connsiteY0" fmla="*/ 594870 h 1057169"/>
                <a:gd name="connsiteX1" fmla="*/ 1155748 w 2008961"/>
                <a:gd name="connsiteY1" fmla="*/ 258343 h 1057169"/>
                <a:gd name="connsiteX2" fmla="*/ 679852 w 2008961"/>
                <a:gd name="connsiteY2" fmla="*/ 112175 h 1057169"/>
                <a:gd name="connsiteX3" fmla="*/ 2008961 w 2008961"/>
                <a:gd name="connsiteY3" fmla="*/ 0 h 1057169"/>
                <a:gd name="connsiteX4" fmla="*/ 1417490 w 2008961"/>
                <a:gd name="connsiteY4" fmla="*/ 768232 h 1057169"/>
                <a:gd name="connsiteX5" fmla="*/ 1352904 w 2008961"/>
                <a:gd name="connsiteY5" fmla="*/ 441903 h 1057169"/>
                <a:gd name="connsiteX6" fmla="*/ 95180 w 2008961"/>
                <a:gd name="connsiteY6" fmla="*/ 1057169 h 1057169"/>
                <a:gd name="connsiteX7" fmla="*/ 244747 w 2008961"/>
                <a:gd name="connsiteY7" fmla="*/ 758034 h 1057169"/>
                <a:gd name="connsiteX8" fmla="*/ 0 w 2008961"/>
                <a:gd name="connsiteY8" fmla="*/ 594870 h 1057169"/>
                <a:gd name="connsiteX0" fmla="*/ 0 w 2008961"/>
                <a:gd name="connsiteY0" fmla="*/ 594870 h 1057169"/>
                <a:gd name="connsiteX1" fmla="*/ 1155748 w 2008961"/>
                <a:gd name="connsiteY1" fmla="*/ 258343 h 1057169"/>
                <a:gd name="connsiteX2" fmla="*/ 679852 w 2008961"/>
                <a:gd name="connsiteY2" fmla="*/ 112175 h 1057169"/>
                <a:gd name="connsiteX3" fmla="*/ 2008961 w 2008961"/>
                <a:gd name="connsiteY3" fmla="*/ 0 h 1057169"/>
                <a:gd name="connsiteX4" fmla="*/ 1417490 w 2008961"/>
                <a:gd name="connsiteY4" fmla="*/ 768232 h 1057169"/>
                <a:gd name="connsiteX5" fmla="*/ 1352904 w 2008961"/>
                <a:gd name="connsiteY5" fmla="*/ 441903 h 1057169"/>
                <a:gd name="connsiteX6" fmla="*/ 95180 w 2008961"/>
                <a:gd name="connsiteY6" fmla="*/ 1057169 h 1057169"/>
                <a:gd name="connsiteX7" fmla="*/ 244747 w 2008961"/>
                <a:gd name="connsiteY7" fmla="*/ 758034 h 1057169"/>
                <a:gd name="connsiteX8" fmla="*/ 0 w 2008961"/>
                <a:gd name="connsiteY8" fmla="*/ 594870 h 1057169"/>
                <a:gd name="connsiteX0" fmla="*/ 0 w 2008961"/>
                <a:gd name="connsiteY0" fmla="*/ 594870 h 1057169"/>
                <a:gd name="connsiteX1" fmla="*/ 1155748 w 2008961"/>
                <a:gd name="connsiteY1" fmla="*/ 258343 h 1057169"/>
                <a:gd name="connsiteX2" fmla="*/ 679852 w 2008961"/>
                <a:gd name="connsiteY2" fmla="*/ 112175 h 1057169"/>
                <a:gd name="connsiteX3" fmla="*/ 2008961 w 2008961"/>
                <a:gd name="connsiteY3" fmla="*/ 0 h 1057169"/>
                <a:gd name="connsiteX4" fmla="*/ 1417490 w 2008961"/>
                <a:gd name="connsiteY4" fmla="*/ 768232 h 1057169"/>
                <a:gd name="connsiteX5" fmla="*/ 1352904 w 2008961"/>
                <a:gd name="connsiteY5" fmla="*/ 441903 h 1057169"/>
                <a:gd name="connsiteX6" fmla="*/ 95180 w 2008961"/>
                <a:gd name="connsiteY6" fmla="*/ 1057169 h 1057169"/>
                <a:gd name="connsiteX7" fmla="*/ 244747 w 2008961"/>
                <a:gd name="connsiteY7" fmla="*/ 758034 h 1057169"/>
                <a:gd name="connsiteX8" fmla="*/ 0 w 2008961"/>
                <a:gd name="connsiteY8" fmla="*/ 594870 h 1057169"/>
                <a:gd name="connsiteX0" fmla="*/ 0 w 2008961"/>
                <a:gd name="connsiteY0" fmla="*/ 594870 h 1971569"/>
                <a:gd name="connsiteX1" fmla="*/ 1155748 w 2008961"/>
                <a:gd name="connsiteY1" fmla="*/ 258343 h 1971569"/>
                <a:gd name="connsiteX2" fmla="*/ 679852 w 2008961"/>
                <a:gd name="connsiteY2" fmla="*/ 112175 h 1971569"/>
                <a:gd name="connsiteX3" fmla="*/ 2008961 w 2008961"/>
                <a:gd name="connsiteY3" fmla="*/ 0 h 1971569"/>
                <a:gd name="connsiteX4" fmla="*/ 1417490 w 2008961"/>
                <a:gd name="connsiteY4" fmla="*/ 768232 h 1971569"/>
                <a:gd name="connsiteX5" fmla="*/ 1352904 w 2008961"/>
                <a:gd name="connsiteY5" fmla="*/ 441903 h 1971569"/>
                <a:gd name="connsiteX6" fmla="*/ 552380 w 2008961"/>
                <a:gd name="connsiteY6" fmla="*/ 1971569 h 1971569"/>
                <a:gd name="connsiteX7" fmla="*/ 244747 w 2008961"/>
                <a:gd name="connsiteY7" fmla="*/ 758034 h 1971569"/>
                <a:gd name="connsiteX8" fmla="*/ 0 w 2008961"/>
                <a:gd name="connsiteY8" fmla="*/ 594870 h 1971569"/>
                <a:gd name="connsiteX0" fmla="*/ 0 w 2008961"/>
                <a:gd name="connsiteY0" fmla="*/ 594870 h 1971569"/>
                <a:gd name="connsiteX1" fmla="*/ 1155748 w 2008961"/>
                <a:gd name="connsiteY1" fmla="*/ 258343 h 1971569"/>
                <a:gd name="connsiteX2" fmla="*/ 679852 w 2008961"/>
                <a:gd name="connsiteY2" fmla="*/ 112175 h 1971569"/>
                <a:gd name="connsiteX3" fmla="*/ 2008961 w 2008961"/>
                <a:gd name="connsiteY3" fmla="*/ 0 h 1971569"/>
                <a:gd name="connsiteX4" fmla="*/ 1417490 w 2008961"/>
                <a:gd name="connsiteY4" fmla="*/ 768232 h 1971569"/>
                <a:gd name="connsiteX5" fmla="*/ 1352904 w 2008961"/>
                <a:gd name="connsiteY5" fmla="*/ 441903 h 1971569"/>
                <a:gd name="connsiteX6" fmla="*/ 552380 w 2008961"/>
                <a:gd name="connsiteY6" fmla="*/ 1971569 h 1971569"/>
                <a:gd name="connsiteX7" fmla="*/ 549547 w 2008961"/>
                <a:gd name="connsiteY7" fmla="*/ 1520034 h 1971569"/>
                <a:gd name="connsiteX8" fmla="*/ 0 w 2008961"/>
                <a:gd name="connsiteY8" fmla="*/ 594870 h 1971569"/>
                <a:gd name="connsiteX0" fmla="*/ 0 w 1932761"/>
                <a:gd name="connsiteY0" fmla="*/ 1737870 h 1971569"/>
                <a:gd name="connsiteX1" fmla="*/ 1079548 w 1932761"/>
                <a:gd name="connsiteY1" fmla="*/ 258343 h 1971569"/>
                <a:gd name="connsiteX2" fmla="*/ 603652 w 1932761"/>
                <a:gd name="connsiteY2" fmla="*/ 112175 h 1971569"/>
                <a:gd name="connsiteX3" fmla="*/ 1932761 w 1932761"/>
                <a:gd name="connsiteY3" fmla="*/ 0 h 1971569"/>
                <a:gd name="connsiteX4" fmla="*/ 1341290 w 1932761"/>
                <a:gd name="connsiteY4" fmla="*/ 768232 h 1971569"/>
                <a:gd name="connsiteX5" fmla="*/ 1276704 w 1932761"/>
                <a:gd name="connsiteY5" fmla="*/ 441903 h 1971569"/>
                <a:gd name="connsiteX6" fmla="*/ 476180 w 1932761"/>
                <a:gd name="connsiteY6" fmla="*/ 1971569 h 1971569"/>
                <a:gd name="connsiteX7" fmla="*/ 473347 w 1932761"/>
                <a:gd name="connsiteY7" fmla="*/ 1520034 h 1971569"/>
                <a:gd name="connsiteX8" fmla="*/ 0 w 1932761"/>
                <a:gd name="connsiteY8" fmla="*/ 1737870 h 1971569"/>
                <a:gd name="connsiteX0" fmla="*/ 0 w 1932761"/>
                <a:gd name="connsiteY0" fmla="*/ 1737870 h 1971569"/>
                <a:gd name="connsiteX1" fmla="*/ 1079548 w 1932761"/>
                <a:gd name="connsiteY1" fmla="*/ 258343 h 1971569"/>
                <a:gd name="connsiteX2" fmla="*/ 603652 w 1932761"/>
                <a:gd name="connsiteY2" fmla="*/ 112175 h 1971569"/>
                <a:gd name="connsiteX3" fmla="*/ 1932761 w 1932761"/>
                <a:gd name="connsiteY3" fmla="*/ 0 h 1971569"/>
                <a:gd name="connsiteX4" fmla="*/ 1341290 w 1932761"/>
                <a:gd name="connsiteY4" fmla="*/ 768232 h 1971569"/>
                <a:gd name="connsiteX5" fmla="*/ 1276704 w 1932761"/>
                <a:gd name="connsiteY5" fmla="*/ 441903 h 1971569"/>
                <a:gd name="connsiteX6" fmla="*/ 476180 w 1932761"/>
                <a:gd name="connsiteY6" fmla="*/ 1971569 h 1971569"/>
                <a:gd name="connsiteX7" fmla="*/ 473347 w 1932761"/>
                <a:gd name="connsiteY7" fmla="*/ 1520034 h 1971569"/>
                <a:gd name="connsiteX8" fmla="*/ 0 w 1932761"/>
                <a:gd name="connsiteY8" fmla="*/ 1737870 h 1971569"/>
                <a:gd name="connsiteX0" fmla="*/ 0 w 1932761"/>
                <a:gd name="connsiteY0" fmla="*/ 1737870 h 1971569"/>
                <a:gd name="connsiteX1" fmla="*/ 1079548 w 1932761"/>
                <a:gd name="connsiteY1" fmla="*/ 258343 h 1971569"/>
                <a:gd name="connsiteX2" fmla="*/ 603652 w 1932761"/>
                <a:gd name="connsiteY2" fmla="*/ 112175 h 1971569"/>
                <a:gd name="connsiteX3" fmla="*/ 1932761 w 1932761"/>
                <a:gd name="connsiteY3" fmla="*/ 0 h 1971569"/>
                <a:gd name="connsiteX4" fmla="*/ 1569890 w 1932761"/>
                <a:gd name="connsiteY4" fmla="*/ 844432 h 1971569"/>
                <a:gd name="connsiteX5" fmla="*/ 1276704 w 1932761"/>
                <a:gd name="connsiteY5" fmla="*/ 441903 h 1971569"/>
                <a:gd name="connsiteX6" fmla="*/ 476180 w 1932761"/>
                <a:gd name="connsiteY6" fmla="*/ 1971569 h 1971569"/>
                <a:gd name="connsiteX7" fmla="*/ 473347 w 1932761"/>
                <a:gd name="connsiteY7" fmla="*/ 1520034 h 1971569"/>
                <a:gd name="connsiteX8" fmla="*/ 0 w 1932761"/>
                <a:gd name="connsiteY8" fmla="*/ 1737870 h 1971569"/>
                <a:gd name="connsiteX0" fmla="*/ 0 w 1932761"/>
                <a:gd name="connsiteY0" fmla="*/ 1737870 h 1971569"/>
                <a:gd name="connsiteX1" fmla="*/ 1079548 w 1932761"/>
                <a:gd name="connsiteY1" fmla="*/ 258343 h 1971569"/>
                <a:gd name="connsiteX2" fmla="*/ 603652 w 1932761"/>
                <a:gd name="connsiteY2" fmla="*/ 112175 h 1971569"/>
                <a:gd name="connsiteX3" fmla="*/ 1932761 w 1932761"/>
                <a:gd name="connsiteY3" fmla="*/ 0 h 1971569"/>
                <a:gd name="connsiteX4" fmla="*/ 1569890 w 1932761"/>
                <a:gd name="connsiteY4" fmla="*/ 844432 h 1971569"/>
                <a:gd name="connsiteX5" fmla="*/ 1429104 w 1932761"/>
                <a:gd name="connsiteY5" fmla="*/ 518103 h 1971569"/>
                <a:gd name="connsiteX6" fmla="*/ 476180 w 1932761"/>
                <a:gd name="connsiteY6" fmla="*/ 1971569 h 1971569"/>
                <a:gd name="connsiteX7" fmla="*/ 473347 w 1932761"/>
                <a:gd name="connsiteY7" fmla="*/ 1520034 h 1971569"/>
                <a:gd name="connsiteX8" fmla="*/ 0 w 1932761"/>
                <a:gd name="connsiteY8" fmla="*/ 1737870 h 1971569"/>
                <a:gd name="connsiteX0" fmla="*/ 0 w 1932761"/>
                <a:gd name="connsiteY0" fmla="*/ 1737870 h 1971569"/>
                <a:gd name="connsiteX1" fmla="*/ 1308148 w 1932761"/>
                <a:gd name="connsiteY1" fmla="*/ 410743 h 1971569"/>
                <a:gd name="connsiteX2" fmla="*/ 603652 w 1932761"/>
                <a:gd name="connsiteY2" fmla="*/ 112175 h 1971569"/>
                <a:gd name="connsiteX3" fmla="*/ 1932761 w 1932761"/>
                <a:gd name="connsiteY3" fmla="*/ 0 h 1971569"/>
                <a:gd name="connsiteX4" fmla="*/ 1569890 w 1932761"/>
                <a:gd name="connsiteY4" fmla="*/ 844432 h 1971569"/>
                <a:gd name="connsiteX5" fmla="*/ 1429104 w 1932761"/>
                <a:gd name="connsiteY5" fmla="*/ 518103 h 1971569"/>
                <a:gd name="connsiteX6" fmla="*/ 476180 w 1932761"/>
                <a:gd name="connsiteY6" fmla="*/ 1971569 h 1971569"/>
                <a:gd name="connsiteX7" fmla="*/ 473347 w 1932761"/>
                <a:gd name="connsiteY7" fmla="*/ 1520034 h 1971569"/>
                <a:gd name="connsiteX8" fmla="*/ 0 w 1932761"/>
                <a:gd name="connsiteY8" fmla="*/ 1737870 h 1971569"/>
                <a:gd name="connsiteX0" fmla="*/ 0 w 1856561"/>
                <a:gd name="connsiteY0" fmla="*/ 1661670 h 1895369"/>
                <a:gd name="connsiteX1" fmla="*/ 1308148 w 1856561"/>
                <a:gd name="connsiteY1" fmla="*/ 334543 h 1895369"/>
                <a:gd name="connsiteX2" fmla="*/ 603652 w 1856561"/>
                <a:gd name="connsiteY2" fmla="*/ 35975 h 1895369"/>
                <a:gd name="connsiteX3" fmla="*/ 1856561 w 1856561"/>
                <a:gd name="connsiteY3" fmla="*/ 0 h 1895369"/>
                <a:gd name="connsiteX4" fmla="*/ 1569890 w 1856561"/>
                <a:gd name="connsiteY4" fmla="*/ 768232 h 1895369"/>
                <a:gd name="connsiteX5" fmla="*/ 1429104 w 1856561"/>
                <a:gd name="connsiteY5" fmla="*/ 441903 h 1895369"/>
                <a:gd name="connsiteX6" fmla="*/ 476180 w 1856561"/>
                <a:gd name="connsiteY6" fmla="*/ 1895369 h 1895369"/>
                <a:gd name="connsiteX7" fmla="*/ 473347 w 1856561"/>
                <a:gd name="connsiteY7" fmla="*/ 1443834 h 1895369"/>
                <a:gd name="connsiteX8" fmla="*/ 0 w 1856561"/>
                <a:gd name="connsiteY8" fmla="*/ 1661670 h 1895369"/>
                <a:gd name="connsiteX0" fmla="*/ 0 w 1856561"/>
                <a:gd name="connsiteY0" fmla="*/ 1661670 h 1895369"/>
                <a:gd name="connsiteX1" fmla="*/ 1308148 w 1856561"/>
                <a:gd name="connsiteY1" fmla="*/ 3345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441903 h 1895369"/>
                <a:gd name="connsiteX6" fmla="*/ 476180 w 1856561"/>
                <a:gd name="connsiteY6" fmla="*/ 1895369 h 1895369"/>
                <a:gd name="connsiteX7" fmla="*/ 473347 w 1856561"/>
                <a:gd name="connsiteY7" fmla="*/ 14438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441903 h 1895369"/>
                <a:gd name="connsiteX6" fmla="*/ 476180 w 1856561"/>
                <a:gd name="connsiteY6" fmla="*/ 1895369 h 1895369"/>
                <a:gd name="connsiteX7" fmla="*/ 473347 w 1856561"/>
                <a:gd name="connsiteY7" fmla="*/ 14438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4438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395111 w 1856561"/>
                <a:gd name="connsiteY5" fmla="*/ 56569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780361"/>
                <a:gd name="connsiteY0" fmla="*/ 1737870 h 1971569"/>
                <a:gd name="connsiteX1" fmla="*/ 1155748 w 1780361"/>
                <a:gd name="connsiteY1" fmla="*/ 486943 h 1971569"/>
                <a:gd name="connsiteX2" fmla="*/ 832252 w 1780361"/>
                <a:gd name="connsiteY2" fmla="*/ 340775 h 1971569"/>
                <a:gd name="connsiteX3" fmla="*/ 1780361 w 1780361"/>
                <a:gd name="connsiteY3" fmla="*/ 0 h 1971569"/>
                <a:gd name="connsiteX4" fmla="*/ 1569890 w 1780361"/>
                <a:gd name="connsiteY4" fmla="*/ 844432 h 1971569"/>
                <a:gd name="connsiteX5" fmla="*/ 1395111 w 1780361"/>
                <a:gd name="connsiteY5" fmla="*/ 641893 h 1971569"/>
                <a:gd name="connsiteX6" fmla="*/ 476180 w 1780361"/>
                <a:gd name="connsiteY6" fmla="*/ 1971569 h 1971569"/>
                <a:gd name="connsiteX7" fmla="*/ 473347 w 1780361"/>
                <a:gd name="connsiteY7" fmla="*/ 1672434 h 1971569"/>
                <a:gd name="connsiteX8" fmla="*/ 0 w 1780361"/>
                <a:gd name="connsiteY8" fmla="*/ 1737870 h 1971569"/>
                <a:gd name="connsiteX0" fmla="*/ 0 w 1780361"/>
                <a:gd name="connsiteY0" fmla="*/ 1737870 h 1971569"/>
                <a:gd name="connsiteX1" fmla="*/ 1231948 w 1780361"/>
                <a:gd name="connsiteY1" fmla="*/ 486943 h 1971569"/>
                <a:gd name="connsiteX2" fmla="*/ 832252 w 1780361"/>
                <a:gd name="connsiteY2" fmla="*/ 340775 h 1971569"/>
                <a:gd name="connsiteX3" fmla="*/ 1780361 w 1780361"/>
                <a:gd name="connsiteY3" fmla="*/ 0 h 1971569"/>
                <a:gd name="connsiteX4" fmla="*/ 1569890 w 1780361"/>
                <a:gd name="connsiteY4" fmla="*/ 844432 h 1971569"/>
                <a:gd name="connsiteX5" fmla="*/ 1395111 w 1780361"/>
                <a:gd name="connsiteY5" fmla="*/ 641893 h 1971569"/>
                <a:gd name="connsiteX6" fmla="*/ 476180 w 1780361"/>
                <a:gd name="connsiteY6" fmla="*/ 1971569 h 1971569"/>
                <a:gd name="connsiteX7" fmla="*/ 473347 w 1780361"/>
                <a:gd name="connsiteY7" fmla="*/ 1672434 h 1971569"/>
                <a:gd name="connsiteX8" fmla="*/ 0 w 1780361"/>
                <a:gd name="connsiteY8" fmla="*/ 1737870 h 1971569"/>
                <a:gd name="connsiteX0" fmla="*/ 0 w 1780361"/>
                <a:gd name="connsiteY0" fmla="*/ 1737870 h 1971569"/>
                <a:gd name="connsiteX1" fmla="*/ 1155748 w 1780361"/>
                <a:gd name="connsiteY1" fmla="*/ 486943 h 1971569"/>
                <a:gd name="connsiteX2" fmla="*/ 832252 w 1780361"/>
                <a:gd name="connsiteY2" fmla="*/ 340775 h 1971569"/>
                <a:gd name="connsiteX3" fmla="*/ 1780361 w 1780361"/>
                <a:gd name="connsiteY3" fmla="*/ 0 h 1971569"/>
                <a:gd name="connsiteX4" fmla="*/ 1569890 w 1780361"/>
                <a:gd name="connsiteY4" fmla="*/ 844432 h 1971569"/>
                <a:gd name="connsiteX5" fmla="*/ 1395111 w 1780361"/>
                <a:gd name="connsiteY5" fmla="*/ 641893 h 1971569"/>
                <a:gd name="connsiteX6" fmla="*/ 476180 w 1780361"/>
                <a:gd name="connsiteY6" fmla="*/ 1971569 h 1971569"/>
                <a:gd name="connsiteX7" fmla="*/ 473347 w 1780361"/>
                <a:gd name="connsiteY7" fmla="*/ 1672434 h 1971569"/>
                <a:gd name="connsiteX8" fmla="*/ 0 w 1780361"/>
                <a:gd name="connsiteY8" fmla="*/ 1737870 h 1971569"/>
                <a:gd name="connsiteX0" fmla="*/ 0 w 1704161"/>
                <a:gd name="connsiteY0" fmla="*/ 1737870 h 1971569"/>
                <a:gd name="connsiteX1" fmla="*/ 1155748 w 1704161"/>
                <a:gd name="connsiteY1" fmla="*/ 486943 h 1971569"/>
                <a:gd name="connsiteX2" fmla="*/ 832252 w 1704161"/>
                <a:gd name="connsiteY2" fmla="*/ 340775 h 1971569"/>
                <a:gd name="connsiteX3" fmla="*/ 1704161 w 1704161"/>
                <a:gd name="connsiteY3" fmla="*/ 0 h 1971569"/>
                <a:gd name="connsiteX4" fmla="*/ 1569890 w 1704161"/>
                <a:gd name="connsiteY4" fmla="*/ 844432 h 1971569"/>
                <a:gd name="connsiteX5" fmla="*/ 1395111 w 1704161"/>
                <a:gd name="connsiteY5" fmla="*/ 641893 h 1971569"/>
                <a:gd name="connsiteX6" fmla="*/ 476180 w 1704161"/>
                <a:gd name="connsiteY6" fmla="*/ 1971569 h 1971569"/>
                <a:gd name="connsiteX7" fmla="*/ 473347 w 1704161"/>
                <a:gd name="connsiteY7" fmla="*/ 1672434 h 1971569"/>
                <a:gd name="connsiteX8" fmla="*/ 0 w 1704161"/>
                <a:gd name="connsiteY8" fmla="*/ 1737870 h 1971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4161" h="1971569">
                  <a:moveTo>
                    <a:pt x="0" y="1737870"/>
                  </a:moveTo>
                  <a:cubicBezTo>
                    <a:pt x="477029" y="1380664"/>
                    <a:pt x="882391" y="960573"/>
                    <a:pt x="1155748" y="486943"/>
                  </a:cubicBezTo>
                  <a:lnTo>
                    <a:pt x="832252" y="340775"/>
                  </a:lnTo>
                  <a:lnTo>
                    <a:pt x="1704161" y="0"/>
                  </a:lnTo>
                  <a:lnTo>
                    <a:pt x="1569890" y="844432"/>
                  </a:lnTo>
                  <a:lnTo>
                    <a:pt x="1395111" y="641893"/>
                  </a:lnTo>
                  <a:cubicBezTo>
                    <a:pt x="1093900" y="1171800"/>
                    <a:pt x="793821" y="1512480"/>
                    <a:pt x="476180" y="1971569"/>
                  </a:cubicBezTo>
                  <a:cubicBezTo>
                    <a:pt x="475236" y="1821057"/>
                    <a:pt x="474291" y="1822946"/>
                    <a:pt x="473347" y="1672434"/>
                  </a:cubicBezTo>
                  <a:cubicBezTo>
                    <a:pt x="300580" y="1702364"/>
                    <a:pt x="304516" y="1686105"/>
                    <a:pt x="0" y="1737870"/>
                  </a:cubicBezTo>
                  <a:close/>
                </a:path>
              </a:pathLst>
            </a:custGeom>
            <a:gradFill flip="none" rotWithShape="1">
              <a:gsLst>
                <a:gs pos="0">
                  <a:srgbClr val="00B0F0">
                    <a:tint val="66000"/>
                    <a:satMod val="160000"/>
                    <a:alpha val="24000"/>
                  </a:srgbClr>
                </a:gs>
                <a:gs pos="50000">
                  <a:srgbClr val="00B0F0">
                    <a:tint val="44500"/>
                    <a:satMod val="160000"/>
                    <a:alpha val="17000"/>
                  </a:srgbClr>
                </a:gs>
                <a:gs pos="100000">
                  <a:srgbClr val="00B0F0">
                    <a:tint val="23500"/>
                    <a:satMod val="160000"/>
                    <a:alpha val="0"/>
                  </a:srgbClr>
                </a:gs>
              </a:gsLst>
              <a:lin ang="10800000" scaled="1"/>
              <a:tileRect/>
            </a:gradFill>
            <a:ln>
              <a:noFill/>
              <a:headEnd type="none" w="med" len="med"/>
              <a:tailEnd type="none" w="med" len="med"/>
            </a:ln>
            <a:effectLst/>
            <a:scene3d>
              <a:camera prst="orthographicFront" fov="0">
                <a:rot lat="0" lon="0" rev="0"/>
              </a:camera>
              <a:lightRig rig="glow" dir="t">
                <a:rot lat="0" lon="0" rev="6360000"/>
              </a:lightRig>
            </a:scene3d>
          </p:spPr>
          <p:style>
            <a:lnRef idx="0">
              <a:schemeClr val="dk1"/>
            </a:lnRef>
            <a:fillRef idx="3">
              <a:schemeClr val="dk1"/>
            </a:fillRef>
            <a:effectRef idx="3">
              <a:schemeClr val="dk1"/>
            </a:effectRef>
            <a:fontRef idx="minor">
              <a:schemeClr val="lt1"/>
            </a:fontRef>
          </p:style>
          <p:txBody>
            <a:bodyPr lIns="91436" tIns="45718" rIns="91436" bIns="45718" anchor="ctr"/>
            <a:lstStyle/>
            <a:p>
              <a:pPr algn="ctr" defTabSz="914099">
                <a:defRPr/>
              </a:pPr>
              <a:endParaRPr lang="en-US" dirty="0">
                <a:solidFill>
                  <a:srgbClr val="FFFFFF"/>
                </a:solidFill>
                <a:effectLst>
                  <a:outerShdw blurRad="38100" dist="38100" dir="2700000" algn="tl">
                    <a:srgbClr val="000000">
                      <a:alpha val="43137"/>
                    </a:srgbClr>
                  </a:outerShdw>
                </a:effectLst>
                <a:latin typeface="Segoe" pitchFamily="34" charset="0"/>
              </a:endParaRPr>
            </a:p>
          </p:txBody>
        </p:sp>
        <p:sp>
          <p:nvSpPr>
            <p:cNvPr id="12" name="Rounded Rectangle 11"/>
            <p:cNvSpPr/>
            <p:nvPr/>
          </p:nvSpPr>
          <p:spPr>
            <a:xfrm>
              <a:off x="6128670" y="526197"/>
              <a:ext cx="1524000" cy="990600"/>
            </a:xfrm>
            <a:prstGeom prst="roundRect">
              <a:avLst/>
            </a:prstGeom>
            <a:solidFill>
              <a:srgbClr val="00B050"/>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p>
          </p:txBody>
        </p:sp>
        <p:sp>
          <p:nvSpPr>
            <p:cNvPr id="14" name="Rectangle 13"/>
            <p:cNvSpPr/>
            <p:nvPr/>
          </p:nvSpPr>
          <p:spPr>
            <a:xfrm>
              <a:off x="6144618" y="610306"/>
              <a:ext cx="1479479" cy="829984"/>
            </a:xfrm>
            <a:prstGeom prst="rect">
              <a:avLst/>
            </a:prstGeom>
            <a:solidFill>
              <a:srgbClr val="00B050"/>
            </a:solidFill>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Adventure </a:t>
              </a:r>
              <a:br>
                <a:rPr lang="en-US" sz="2400" spc="-150" dirty="0">
                  <a:solidFill>
                    <a:schemeClr val="bg1"/>
                  </a:solidFill>
                  <a:latin typeface="Segoe UI" pitchFamily="34" charset="0"/>
                  <a:cs typeface="Segoe UI" pitchFamily="34" charset="0"/>
                </a:rPr>
              </a:br>
              <a:r>
                <a:rPr lang="en-US" sz="2400" spc="-150" dirty="0">
                  <a:solidFill>
                    <a:schemeClr val="bg1"/>
                  </a:solidFill>
                  <a:latin typeface="Segoe UI" pitchFamily="34" charset="0"/>
                  <a:cs typeface="Segoe UI" pitchFamily="34" charset="0"/>
                </a:rPr>
                <a:t>   Works</a:t>
              </a:r>
              <a:endParaRPr lang="en-US" sz="2400" spc="-150" dirty="0">
                <a:solidFill>
                  <a:schemeClr val="bg1"/>
                </a:solidFill>
                <a:latin typeface="Segoe UI" pitchFamily="34" charset="0"/>
                <a:cs typeface="Segoe UI" pitchFamily="34" charset="0"/>
              </a:endParaRPr>
            </a:p>
          </p:txBody>
        </p:sp>
      </p:grpSp>
      <p:sp>
        <p:nvSpPr>
          <p:cNvPr id="73734" name="Rectangle 47"/>
          <p:cNvSpPr>
            <a:spLocks noChangeArrowheads="1"/>
          </p:cNvSpPr>
          <p:nvPr/>
        </p:nvSpPr>
        <p:spPr bwMode="auto">
          <a:xfrm>
            <a:off x="2743200" y="5486400"/>
            <a:ext cx="1471613" cy="276225"/>
          </a:xfrm>
          <a:prstGeom prst="rect">
            <a:avLst/>
          </a:prstGeom>
          <a:noFill/>
          <a:ln w="9525">
            <a:noFill/>
            <a:miter lim="800000"/>
            <a:headEnd/>
            <a:tailEnd/>
          </a:ln>
        </p:spPr>
        <p:txBody>
          <a:bodyPr wrap="none">
            <a:spAutoFit/>
          </a:bodyPr>
          <a:lstStyle/>
          <a:p>
            <a:r>
              <a:rPr lang="en-US" sz="1200">
                <a:latin typeface="Calibri" pitchFamily="34" charset="0"/>
              </a:rPr>
              <a:t>Hosted at Rackspace</a:t>
            </a:r>
          </a:p>
        </p:txBody>
      </p:sp>
      <p:pic>
        <p:nvPicPr>
          <p:cNvPr id="73735" name="Picture 2" descr="D:\DVD_ART34\Artwork_Imagery\Icons - Illustrations\_eHOME ICONS\dense servers tall rack.png"/>
          <p:cNvPicPr>
            <a:picLocks noChangeAspect="1" noChangeArrowheads="1"/>
          </p:cNvPicPr>
          <p:nvPr/>
        </p:nvPicPr>
        <p:blipFill>
          <a:blip r:embed="rId3"/>
          <a:srcRect/>
          <a:stretch>
            <a:fillRect/>
          </a:stretch>
        </p:blipFill>
        <p:spPr bwMode="auto">
          <a:xfrm>
            <a:off x="3581400" y="4267200"/>
            <a:ext cx="609600" cy="1050925"/>
          </a:xfrm>
          <a:prstGeom prst="rect">
            <a:avLst/>
          </a:prstGeom>
          <a:noFill/>
          <a:ln w="9525">
            <a:noFill/>
            <a:miter lim="800000"/>
            <a:headEnd/>
            <a:tailEnd/>
          </a:ln>
        </p:spPr>
      </p:pic>
      <p:sp>
        <p:nvSpPr>
          <p:cNvPr id="73736" name="Rectangle 7"/>
          <p:cNvSpPr>
            <a:spLocks noChangeArrowheads="1"/>
          </p:cNvSpPr>
          <p:nvPr/>
        </p:nvSpPr>
        <p:spPr bwMode="auto">
          <a:xfrm>
            <a:off x="2667000" y="4724400"/>
            <a:ext cx="1143000" cy="369888"/>
          </a:xfrm>
          <a:prstGeom prst="rect">
            <a:avLst/>
          </a:prstGeom>
          <a:noFill/>
          <a:ln w="9525">
            <a:noFill/>
            <a:miter lim="800000"/>
            <a:headEnd/>
            <a:tailEnd/>
          </a:ln>
        </p:spPr>
        <p:txBody>
          <a:bodyPr wrap="none">
            <a:spAutoFit/>
          </a:bodyPr>
          <a:lstStyle/>
          <a:p>
            <a:r>
              <a:rPr lang="en-US">
                <a:latin typeface="Calibri" pitchFamily="34" charset="0"/>
              </a:rPr>
              <a:t>ASP.NET</a:t>
            </a:r>
          </a:p>
        </p:txBody>
      </p:sp>
      <p:grpSp>
        <p:nvGrpSpPr>
          <p:cNvPr id="54" name="Group 53"/>
          <p:cNvGrpSpPr>
            <a:grpSpLocks/>
          </p:cNvGrpSpPr>
          <p:nvPr/>
        </p:nvGrpSpPr>
        <p:grpSpPr bwMode="auto">
          <a:xfrm>
            <a:off x="4759325" y="1752600"/>
            <a:ext cx="4232275" cy="2667000"/>
            <a:chOff x="4759163" y="1752600"/>
            <a:chExt cx="4232437" cy="2667000"/>
          </a:xfrm>
        </p:grpSpPr>
        <p:sp>
          <p:nvSpPr>
            <p:cNvPr id="17" name="Rounded Rectangle 16"/>
            <p:cNvSpPr/>
            <p:nvPr/>
          </p:nvSpPr>
          <p:spPr>
            <a:xfrm>
              <a:off x="6400800" y="1752600"/>
              <a:ext cx="2590800" cy="2667000"/>
            </a:xfrm>
            <a:prstGeom prst="roundRect">
              <a:avLst>
                <a:gd name="adj" fmla="val 8875"/>
              </a:avLst>
            </a:prstGeom>
            <a:solidFill>
              <a:srgbClr val="00B050"/>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solidFill>
                  <a:schemeClr val="bg1"/>
                </a:solidFill>
              </a:endParaRPr>
            </a:p>
          </p:txBody>
        </p:sp>
        <p:sp>
          <p:nvSpPr>
            <p:cNvPr id="18" name="Rectangle 17"/>
            <p:cNvSpPr/>
            <p:nvPr/>
          </p:nvSpPr>
          <p:spPr>
            <a:xfrm>
              <a:off x="6476904" y="1752600"/>
              <a:ext cx="1190671"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Contoso</a:t>
              </a:r>
              <a:endParaRPr lang="en-US" sz="2400" spc="-150" dirty="0">
                <a:solidFill>
                  <a:schemeClr val="bg1"/>
                </a:solidFill>
                <a:latin typeface="Segoe UI" pitchFamily="34" charset="0"/>
                <a:cs typeface="Segoe UI" pitchFamily="34" charset="0"/>
              </a:endParaRPr>
            </a:p>
          </p:txBody>
        </p:sp>
        <p:sp>
          <p:nvSpPr>
            <p:cNvPr id="73755" name="Rectangle 19"/>
            <p:cNvSpPr>
              <a:spLocks noChangeArrowheads="1"/>
            </p:cNvSpPr>
            <p:nvPr/>
          </p:nvSpPr>
          <p:spPr bwMode="auto">
            <a:xfrm>
              <a:off x="7487476" y="2133600"/>
              <a:ext cx="540469" cy="369332"/>
            </a:xfrm>
            <a:prstGeom prst="rect">
              <a:avLst/>
            </a:prstGeom>
            <a:noFill/>
            <a:ln w="9525">
              <a:noFill/>
              <a:miter lim="800000"/>
              <a:headEnd/>
              <a:tailEnd/>
            </a:ln>
          </p:spPr>
          <p:txBody>
            <a:bodyPr wrap="none">
              <a:spAutoFit/>
            </a:bodyPr>
            <a:lstStyle/>
            <a:p>
              <a:r>
                <a:rPr lang="en-US">
                  <a:latin typeface="Calibri" pitchFamily="34" charset="0"/>
                </a:rPr>
                <a:t>SAP</a:t>
              </a:r>
            </a:p>
          </p:txBody>
        </p:sp>
        <p:sp>
          <p:nvSpPr>
            <p:cNvPr id="73756" name="Rectangle 25"/>
            <p:cNvSpPr>
              <a:spLocks noChangeArrowheads="1"/>
            </p:cNvSpPr>
            <p:nvPr/>
          </p:nvSpPr>
          <p:spPr bwMode="auto">
            <a:xfrm>
              <a:off x="7301820" y="3669268"/>
              <a:ext cx="615425" cy="369332"/>
            </a:xfrm>
            <a:prstGeom prst="rect">
              <a:avLst/>
            </a:prstGeom>
            <a:noFill/>
            <a:ln w="9525">
              <a:noFill/>
              <a:miter lim="800000"/>
              <a:headEnd/>
              <a:tailEnd/>
            </a:ln>
          </p:spPr>
          <p:txBody>
            <a:bodyPr wrap="none">
              <a:spAutoFit/>
            </a:bodyPr>
            <a:lstStyle/>
            <a:p>
              <a:r>
                <a:rPr lang="en-US">
                  <a:latin typeface="Calibri" pitchFamily="34" charset="0"/>
                </a:rPr>
                <a:t>Cory</a:t>
              </a:r>
            </a:p>
          </p:txBody>
        </p:sp>
        <p:sp>
          <p:nvSpPr>
            <p:cNvPr id="73757" name="Rectangle 28"/>
            <p:cNvSpPr>
              <a:spLocks noChangeArrowheads="1"/>
            </p:cNvSpPr>
            <p:nvPr/>
          </p:nvSpPr>
          <p:spPr bwMode="auto">
            <a:xfrm>
              <a:off x="7388218" y="2747809"/>
              <a:ext cx="460382" cy="369332"/>
            </a:xfrm>
            <a:prstGeom prst="rect">
              <a:avLst/>
            </a:prstGeom>
            <a:noFill/>
            <a:ln w="9525">
              <a:noFill/>
              <a:miter lim="800000"/>
              <a:headEnd/>
              <a:tailEnd/>
            </a:ln>
          </p:spPr>
          <p:txBody>
            <a:bodyPr wrap="none">
              <a:spAutoFit/>
            </a:bodyPr>
            <a:lstStyle/>
            <a:p>
              <a:r>
                <a:rPr lang="en-US">
                  <a:latin typeface="Calibri" pitchFamily="34" charset="0"/>
                </a:rPr>
                <a:t>AD</a:t>
              </a:r>
            </a:p>
          </p:txBody>
        </p:sp>
        <p:pic>
          <p:nvPicPr>
            <p:cNvPr id="73758" name="Picture 4" descr="D:\DVD_ART34\Artwork_Imagery\Icons - Illustrations\_eHOME ICONS\Server rack applicance large.png"/>
            <p:cNvPicPr>
              <a:picLocks noChangeAspect="1" noChangeArrowheads="1"/>
            </p:cNvPicPr>
            <p:nvPr/>
          </p:nvPicPr>
          <p:blipFill>
            <a:blip r:embed="rId4"/>
            <a:srcRect/>
            <a:stretch>
              <a:fillRect/>
            </a:stretch>
          </p:blipFill>
          <p:spPr bwMode="auto">
            <a:xfrm flipH="1">
              <a:off x="8027945" y="1905000"/>
              <a:ext cx="811255" cy="1106425"/>
            </a:xfrm>
            <a:prstGeom prst="rect">
              <a:avLst/>
            </a:prstGeom>
            <a:noFill/>
            <a:ln w="9525">
              <a:noFill/>
              <a:miter lim="800000"/>
              <a:headEnd/>
              <a:tailEnd/>
            </a:ln>
          </p:spPr>
        </p:pic>
        <p:pic>
          <p:nvPicPr>
            <p:cNvPr id="73759" name="Picture 5" descr="D:\DVD_ART34\Artwork_Imagery\Icons - Illustrations\_eHOME ICONS\keyboard mouse.png"/>
            <p:cNvPicPr>
              <a:picLocks noChangeAspect="1" noChangeArrowheads="1"/>
            </p:cNvPicPr>
            <p:nvPr/>
          </p:nvPicPr>
          <p:blipFill>
            <a:blip r:embed="rId5"/>
            <a:srcRect/>
            <a:stretch>
              <a:fillRect/>
            </a:stretch>
          </p:blipFill>
          <p:spPr bwMode="auto">
            <a:xfrm>
              <a:off x="7067395" y="4038600"/>
              <a:ext cx="609600" cy="256618"/>
            </a:xfrm>
            <a:prstGeom prst="rect">
              <a:avLst/>
            </a:prstGeom>
            <a:noFill/>
            <a:ln w="9525">
              <a:noFill/>
              <a:miter lim="800000"/>
              <a:headEnd/>
              <a:tailEnd/>
            </a:ln>
          </p:spPr>
        </p:pic>
        <p:pic>
          <p:nvPicPr>
            <p:cNvPr id="73760" name="Picture 6" descr="D:\DVD_ART34\Artwork_Imagery\Icons - Illustrations\_eHOME ICONS\tv plasma flat panel letterbox monitor.png"/>
            <p:cNvPicPr>
              <a:picLocks noChangeAspect="1" noChangeArrowheads="1"/>
            </p:cNvPicPr>
            <p:nvPr/>
          </p:nvPicPr>
          <p:blipFill>
            <a:blip r:embed="rId6"/>
            <a:srcRect/>
            <a:stretch>
              <a:fillRect/>
            </a:stretch>
          </p:blipFill>
          <p:spPr bwMode="auto">
            <a:xfrm>
              <a:off x="6838795" y="3581400"/>
              <a:ext cx="533400" cy="528638"/>
            </a:xfrm>
            <a:prstGeom prst="rect">
              <a:avLst/>
            </a:prstGeom>
            <a:noFill/>
            <a:ln w="9525">
              <a:noFill/>
              <a:miter lim="800000"/>
              <a:headEnd/>
              <a:tailEnd/>
            </a:ln>
          </p:spPr>
        </p:pic>
        <p:pic>
          <p:nvPicPr>
            <p:cNvPr id="73761" name="Picture 7" descr="D:\DVD_ART34\Artwork_Imagery\Icons - Illustrations\_eHOME ICONS\Supercomputer servers super computer 2.png"/>
            <p:cNvPicPr>
              <a:picLocks noChangeAspect="1" noChangeArrowheads="1"/>
            </p:cNvPicPr>
            <p:nvPr/>
          </p:nvPicPr>
          <p:blipFill>
            <a:blip r:embed="rId7"/>
            <a:srcRect/>
            <a:stretch>
              <a:fillRect/>
            </a:stretch>
          </p:blipFill>
          <p:spPr bwMode="auto">
            <a:xfrm flipH="1">
              <a:off x="6839876" y="2366809"/>
              <a:ext cx="627724" cy="833591"/>
            </a:xfrm>
            <a:prstGeom prst="rect">
              <a:avLst/>
            </a:prstGeom>
            <a:noFill/>
            <a:ln w="9525">
              <a:noFill/>
              <a:miter lim="800000"/>
              <a:headEnd/>
              <a:tailEnd/>
            </a:ln>
          </p:spPr>
        </p:pic>
        <p:pic>
          <p:nvPicPr>
            <p:cNvPr id="73762" name="Picture 8" descr="D:\DVD_ART34\Artwork_Imagery\Icons - Illustrations\_eHOME ICONS\application servers computer.png"/>
            <p:cNvPicPr>
              <a:picLocks noChangeAspect="1" noChangeArrowheads="1"/>
            </p:cNvPicPr>
            <p:nvPr/>
          </p:nvPicPr>
          <p:blipFill>
            <a:blip r:embed="rId8"/>
            <a:srcRect/>
            <a:stretch>
              <a:fillRect/>
            </a:stretch>
          </p:blipFill>
          <p:spPr bwMode="auto">
            <a:xfrm flipH="1">
              <a:off x="8153400" y="3200400"/>
              <a:ext cx="666750" cy="939511"/>
            </a:xfrm>
            <a:prstGeom prst="rect">
              <a:avLst/>
            </a:prstGeom>
            <a:noFill/>
            <a:ln w="9525">
              <a:noFill/>
              <a:miter lim="800000"/>
              <a:headEnd/>
              <a:tailEnd/>
            </a:ln>
          </p:spPr>
        </p:pic>
        <p:sp>
          <p:nvSpPr>
            <p:cNvPr id="73763" name="Rectangle 50"/>
            <p:cNvSpPr>
              <a:spLocks noChangeArrowheads="1"/>
            </p:cNvSpPr>
            <p:nvPr/>
          </p:nvSpPr>
          <p:spPr bwMode="auto">
            <a:xfrm>
              <a:off x="8231341" y="4038600"/>
              <a:ext cx="607859" cy="369332"/>
            </a:xfrm>
            <a:prstGeom prst="rect">
              <a:avLst/>
            </a:prstGeom>
            <a:noFill/>
            <a:ln w="9525">
              <a:noFill/>
              <a:miter lim="800000"/>
              <a:headEnd/>
              <a:tailEnd/>
            </a:ln>
          </p:spPr>
          <p:txBody>
            <a:bodyPr wrap="none">
              <a:spAutoFit/>
            </a:bodyPr>
            <a:lstStyle/>
            <a:p>
              <a:r>
                <a:rPr lang="en-US">
                  <a:latin typeface="Calibri" pitchFamily="34" charset="0"/>
                </a:rPr>
                <a:t>Mail</a:t>
              </a:r>
            </a:p>
          </p:txBody>
        </p:sp>
        <p:pic>
          <p:nvPicPr>
            <p:cNvPr id="73764" name="Picture 12" descr="D:\DVD_ART34\Artwork_Imagery\Icons - Illustrations\Misc\bricks fire wall firewall secure security.png"/>
            <p:cNvPicPr>
              <a:picLocks noChangeAspect="1" noChangeArrowheads="1"/>
            </p:cNvPicPr>
            <p:nvPr/>
          </p:nvPicPr>
          <p:blipFill>
            <a:blip r:embed="rId9"/>
            <a:srcRect/>
            <a:stretch>
              <a:fillRect/>
            </a:stretch>
          </p:blipFill>
          <p:spPr bwMode="auto">
            <a:xfrm>
              <a:off x="6346126" y="2286000"/>
              <a:ext cx="421714" cy="1676400"/>
            </a:xfrm>
            <a:prstGeom prst="rect">
              <a:avLst/>
            </a:prstGeom>
            <a:noFill/>
            <a:ln w="9525">
              <a:noFill/>
              <a:miter lim="800000"/>
              <a:headEnd/>
              <a:tailEnd/>
            </a:ln>
          </p:spPr>
        </p:pic>
        <p:sp>
          <p:nvSpPr>
            <p:cNvPr id="61" name="Freeform 60"/>
            <p:cNvSpPr/>
            <p:nvPr/>
          </p:nvSpPr>
          <p:spPr bwMode="auto">
            <a:xfrm rot="1614263">
              <a:off x="4759163" y="2475147"/>
              <a:ext cx="1267515" cy="1804006"/>
            </a:xfrm>
            <a:custGeom>
              <a:avLst/>
              <a:gdLst>
                <a:gd name="connsiteX0" fmla="*/ 0 w 2008961"/>
                <a:gd name="connsiteY0" fmla="*/ 594870 h 1057169"/>
                <a:gd name="connsiteX1" fmla="*/ 1155748 w 2008961"/>
                <a:gd name="connsiteY1" fmla="*/ 258343 h 1057169"/>
                <a:gd name="connsiteX2" fmla="*/ 679852 w 2008961"/>
                <a:gd name="connsiteY2" fmla="*/ 112175 h 1057169"/>
                <a:gd name="connsiteX3" fmla="*/ 2008961 w 2008961"/>
                <a:gd name="connsiteY3" fmla="*/ 0 h 1057169"/>
                <a:gd name="connsiteX4" fmla="*/ 1417490 w 2008961"/>
                <a:gd name="connsiteY4" fmla="*/ 768232 h 1057169"/>
                <a:gd name="connsiteX5" fmla="*/ 1352904 w 2008961"/>
                <a:gd name="connsiteY5" fmla="*/ 441903 h 1057169"/>
                <a:gd name="connsiteX6" fmla="*/ 95180 w 2008961"/>
                <a:gd name="connsiteY6" fmla="*/ 1057169 h 1057169"/>
                <a:gd name="connsiteX7" fmla="*/ 244747 w 2008961"/>
                <a:gd name="connsiteY7" fmla="*/ 758034 h 1057169"/>
                <a:gd name="connsiteX8" fmla="*/ 0 w 2008961"/>
                <a:gd name="connsiteY8" fmla="*/ 594870 h 1057169"/>
                <a:gd name="connsiteX0" fmla="*/ 0 w 2008961"/>
                <a:gd name="connsiteY0" fmla="*/ 594870 h 1057169"/>
                <a:gd name="connsiteX1" fmla="*/ 1155748 w 2008961"/>
                <a:gd name="connsiteY1" fmla="*/ 258343 h 1057169"/>
                <a:gd name="connsiteX2" fmla="*/ 679852 w 2008961"/>
                <a:gd name="connsiteY2" fmla="*/ 112175 h 1057169"/>
                <a:gd name="connsiteX3" fmla="*/ 2008961 w 2008961"/>
                <a:gd name="connsiteY3" fmla="*/ 0 h 1057169"/>
                <a:gd name="connsiteX4" fmla="*/ 1417490 w 2008961"/>
                <a:gd name="connsiteY4" fmla="*/ 768232 h 1057169"/>
                <a:gd name="connsiteX5" fmla="*/ 1352904 w 2008961"/>
                <a:gd name="connsiteY5" fmla="*/ 441903 h 1057169"/>
                <a:gd name="connsiteX6" fmla="*/ 95180 w 2008961"/>
                <a:gd name="connsiteY6" fmla="*/ 1057169 h 1057169"/>
                <a:gd name="connsiteX7" fmla="*/ 244747 w 2008961"/>
                <a:gd name="connsiteY7" fmla="*/ 758034 h 1057169"/>
                <a:gd name="connsiteX8" fmla="*/ 0 w 2008961"/>
                <a:gd name="connsiteY8" fmla="*/ 594870 h 1057169"/>
                <a:gd name="connsiteX0" fmla="*/ 0 w 2008961"/>
                <a:gd name="connsiteY0" fmla="*/ 594870 h 1057169"/>
                <a:gd name="connsiteX1" fmla="*/ 1155748 w 2008961"/>
                <a:gd name="connsiteY1" fmla="*/ 258343 h 1057169"/>
                <a:gd name="connsiteX2" fmla="*/ 679852 w 2008961"/>
                <a:gd name="connsiteY2" fmla="*/ 112175 h 1057169"/>
                <a:gd name="connsiteX3" fmla="*/ 2008961 w 2008961"/>
                <a:gd name="connsiteY3" fmla="*/ 0 h 1057169"/>
                <a:gd name="connsiteX4" fmla="*/ 1417490 w 2008961"/>
                <a:gd name="connsiteY4" fmla="*/ 768232 h 1057169"/>
                <a:gd name="connsiteX5" fmla="*/ 1352904 w 2008961"/>
                <a:gd name="connsiteY5" fmla="*/ 441903 h 1057169"/>
                <a:gd name="connsiteX6" fmla="*/ 95180 w 2008961"/>
                <a:gd name="connsiteY6" fmla="*/ 1057169 h 1057169"/>
                <a:gd name="connsiteX7" fmla="*/ 244747 w 2008961"/>
                <a:gd name="connsiteY7" fmla="*/ 758034 h 1057169"/>
                <a:gd name="connsiteX8" fmla="*/ 0 w 2008961"/>
                <a:gd name="connsiteY8" fmla="*/ 594870 h 1057169"/>
                <a:gd name="connsiteX0" fmla="*/ 0 w 2008961"/>
                <a:gd name="connsiteY0" fmla="*/ 594870 h 1057169"/>
                <a:gd name="connsiteX1" fmla="*/ 1155748 w 2008961"/>
                <a:gd name="connsiteY1" fmla="*/ 258343 h 1057169"/>
                <a:gd name="connsiteX2" fmla="*/ 679852 w 2008961"/>
                <a:gd name="connsiteY2" fmla="*/ 112175 h 1057169"/>
                <a:gd name="connsiteX3" fmla="*/ 2008961 w 2008961"/>
                <a:gd name="connsiteY3" fmla="*/ 0 h 1057169"/>
                <a:gd name="connsiteX4" fmla="*/ 1417490 w 2008961"/>
                <a:gd name="connsiteY4" fmla="*/ 768232 h 1057169"/>
                <a:gd name="connsiteX5" fmla="*/ 1352904 w 2008961"/>
                <a:gd name="connsiteY5" fmla="*/ 441903 h 1057169"/>
                <a:gd name="connsiteX6" fmla="*/ 95180 w 2008961"/>
                <a:gd name="connsiteY6" fmla="*/ 1057169 h 1057169"/>
                <a:gd name="connsiteX7" fmla="*/ 244747 w 2008961"/>
                <a:gd name="connsiteY7" fmla="*/ 758034 h 1057169"/>
                <a:gd name="connsiteX8" fmla="*/ 0 w 2008961"/>
                <a:gd name="connsiteY8" fmla="*/ 594870 h 1057169"/>
                <a:gd name="connsiteX0" fmla="*/ 0 w 2008961"/>
                <a:gd name="connsiteY0" fmla="*/ 594870 h 1971569"/>
                <a:gd name="connsiteX1" fmla="*/ 1155748 w 2008961"/>
                <a:gd name="connsiteY1" fmla="*/ 258343 h 1971569"/>
                <a:gd name="connsiteX2" fmla="*/ 679852 w 2008961"/>
                <a:gd name="connsiteY2" fmla="*/ 112175 h 1971569"/>
                <a:gd name="connsiteX3" fmla="*/ 2008961 w 2008961"/>
                <a:gd name="connsiteY3" fmla="*/ 0 h 1971569"/>
                <a:gd name="connsiteX4" fmla="*/ 1417490 w 2008961"/>
                <a:gd name="connsiteY4" fmla="*/ 768232 h 1971569"/>
                <a:gd name="connsiteX5" fmla="*/ 1352904 w 2008961"/>
                <a:gd name="connsiteY5" fmla="*/ 441903 h 1971569"/>
                <a:gd name="connsiteX6" fmla="*/ 552380 w 2008961"/>
                <a:gd name="connsiteY6" fmla="*/ 1971569 h 1971569"/>
                <a:gd name="connsiteX7" fmla="*/ 244747 w 2008961"/>
                <a:gd name="connsiteY7" fmla="*/ 758034 h 1971569"/>
                <a:gd name="connsiteX8" fmla="*/ 0 w 2008961"/>
                <a:gd name="connsiteY8" fmla="*/ 594870 h 1971569"/>
                <a:gd name="connsiteX0" fmla="*/ 0 w 2008961"/>
                <a:gd name="connsiteY0" fmla="*/ 594870 h 1971569"/>
                <a:gd name="connsiteX1" fmla="*/ 1155748 w 2008961"/>
                <a:gd name="connsiteY1" fmla="*/ 258343 h 1971569"/>
                <a:gd name="connsiteX2" fmla="*/ 679852 w 2008961"/>
                <a:gd name="connsiteY2" fmla="*/ 112175 h 1971569"/>
                <a:gd name="connsiteX3" fmla="*/ 2008961 w 2008961"/>
                <a:gd name="connsiteY3" fmla="*/ 0 h 1971569"/>
                <a:gd name="connsiteX4" fmla="*/ 1417490 w 2008961"/>
                <a:gd name="connsiteY4" fmla="*/ 768232 h 1971569"/>
                <a:gd name="connsiteX5" fmla="*/ 1352904 w 2008961"/>
                <a:gd name="connsiteY5" fmla="*/ 441903 h 1971569"/>
                <a:gd name="connsiteX6" fmla="*/ 552380 w 2008961"/>
                <a:gd name="connsiteY6" fmla="*/ 1971569 h 1971569"/>
                <a:gd name="connsiteX7" fmla="*/ 549547 w 2008961"/>
                <a:gd name="connsiteY7" fmla="*/ 1520034 h 1971569"/>
                <a:gd name="connsiteX8" fmla="*/ 0 w 2008961"/>
                <a:gd name="connsiteY8" fmla="*/ 594870 h 1971569"/>
                <a:gd name="connsiteX0" fmla="*/ 0 w 1932761"/>
                <a:gd name="connsiteY0" fmla="*/ 1737870 h 1971569"/>
                <a:gd name="connsiteX1" fmla="*/ 1079548 w 1932761"/>
                <a:gd name="connsiteY1" fmla="*/ 258343 h 1971569"/>
                <a:gd name="connsiteX2" fmla="*/ 603652 w 1932761"/>
                <a:gd name="connsiteY2" fmla="*/ 112175 h 1971569"/>
                <a:gd name="connsiteX3" fmla="*/ 1932761 w 1932761"/>
                <a:gd name="connsiteY3" fmla="*/ 0 h 1971569"/>
                <a:gd name="connsiteX4" fmla="*/ 1341290 w 1932761"/>
                <a:gd name="connsiteY4" fmla="*/ 768232 h 1971569"/>
                <a:gd name="connsiteX5" fmla="*/ 1276704 w 1932761"/>
                <a:gd name="connsiteY5" fmla="*/ 441903 h 1971569"/>
                <a:gd name="connsiteX6" fmla="*/ 476180 w 1932761"/>
                <a:gd name="connsiteY6" fmla="*/ 1971569 h 1971569"/>
                <a:gd name="connsiteX7" fmla="*/ 473347 w 1932761"/>
                <a:gd name="connsiteY7" fmla="*/ 1520034 h 1971569"/>
                <a:gd name="connsiteX8" fmla="*/ 0 w 1932761"/>
                <a:gd name="connsiteY8" fmla="*/ 1737870 h 1971569"/>
                <a:gd name="connsiteX0" fmla="*/ 0 w 1932761"/>
                <a:gd name="connsiteY0" fmla="*/ 1737870 h 1971569"/>
                <a:gd name="connsiteX1" fmla="*/ 1079548 w 1932761"/>
                <a:gd name="connsiteY1" fmla="*/ 258343 h 1971569"/>
                <a:gd name="connsiteX2" fmla="*/ 603652 w 1932761"/>
                <a:gd name="connsiteY2" fmla="*/ 112175 h 1971569"/>
                <a:gd name="connsiteX3" fmla="*/ 1932761 w 1932761"/>
                <a:gd name="connsiteY3" fmla="*/ 0 h 1971569"/>
                <a:gd name="connsiteX4" fmla="*/ 1341290 w 1932761"/>
                <a:gd name="connsiteY4" fmla="*/ 768232 h 1971569"/>
                <a:gd name="connsiteX5" fmla="*/ 1276704 w 1932761"/>
                <a:gd name="connsiteY5" fmla="*/ 441903 h 1971569"/>
                <a:gd name="connsiteX6" fmla="*/ 476180 w 1932761"/>
                <a:gd name="connsiteY6" fmla="*/ 1971569 h 1971569"/>
                <a:gd name="connsiteX7" fmla="*/ 473347 w 1932761"/>
                <a:gd name="connsiteY7" fmla="*/ 1520034 h 1971569"/>
                <a:gd name="connsiteX8" fmla="*/ 0 w 1932761"/>
                <a:gd name="connsiteY8" fmla="*/ 1737870 h 1971569"/>
                <a:gd name="connsiteX0" fmla="*/ 0 w 1932761"/>
                <a:gd name="connsiteY0" fmla="*/ 1737870 h 1971569"/>
                <a:gd name="connsiteX1" fmla="*/ 1079548 w 1932761"/>
                <a:gd name="connsiteY1" fmla="*/ 258343 h 1971569"/>
                <a:gd name="connsiteX2" fmla="*/ 603652 w 1932761"/>
                <a:gd name="connsiteY2" fmla="*/ 112175 h 1971569"/>
                <a:gd name="connsiteX3" fmla="*/ 1932761 w 1932761"/>
                <a:gd name="connsiteY3" fmla="*/ 0 h 1971569"/>
                <a:gd name="connsiteX4" fmla="*/ 1569890 w 1932761"/>
                <a:gd name="connsiteY4" fmla="*/ 844432 h 1971569"/>
                <a:gd name="connsiteX5" fmla="*/ 1276704 w 1932761"/>
                <a:gd name="connsiteY5" fmla="*/ 441903 h 1971569"/>
                <a:gd name="connsiteX6" fmla="*/ 476180 w 1932761"/>
                <a:gd name="connsiteY6" fmla="*/ 1971569 h 1971569"/>
                <a:gd name="connsiteX7" fmla="*/ 473347 w 1932761"/>
                <a:gd name="connsiteY7" fmla="*/ 1520034 h 1971569"/>
                <a:gd name="connsiteX8" fmla="*/ 0 w 1932761"/>
                <a:gd name="connsiteY8" fmla="*/ 1737870 h 1971569"/>
                <a:gd name="connsiteX0" fmla="*/ 0 w 1932761"/>
                <a:gd name="connsiteY0" fmla="*/ 1737870 h 1971569"/>
                <a:gd name="connsiteX1" fmla="*/ 1079548 w 1932761"/>
                <a:gd name="connsiteY1" fmla="*/ 258343 h 1971569"/>
                <a:gd name="connsiteX2" fmla="*/ 603652 w 1932761"/>
                <a:gd name="connsiteY2" fmla="*/ 112175 h 1971569"/>
                <a:gd name="connsiteX3" fmla="*/ 1932761 w 1932761"/>
                <a:gd name="connsiteY3" fmla="*/ 0 h 1971569"/>
                <a:gd name="connsiteX4" fmla="*/ 1569890 w 1932761"/>
                <a:gd name="connsiteY4" fmla="*/ 844432 h 1971569"/>
                <a:gd name="connsiteX5" fmla="*/ 1429104 w 1932761"/>
                <a:gd name="connsiteY5" fmla="*/ 518103 h 1971569"/>
                <a:gd name="connsiteX6" fmla="*/ 476180 w 1932761"/>
                <a:gd name="connsiteY6" fmla="*/ 1971569 h 1971569"/>
                <a:gd name="connsiteX7" fmla="*/ 473347 w 1932761"/>
                <a:gd name="connsiteY7" fmla="*/ 1520034 h 1971569"/>
                <a:gd name="connsiteX8" fmla="*/ 0 w 1932761"/>
                <a:gd name="connsiteY8" fmla="*/ 1737870 h 1971569"/>
                <a:gd name="connsiteX0" fmla="*/ 0 w 1932761"/>
                <a:gd name="connsiteY0" fmla="*/ 1737870 h 1971569"/>
                <a:gd name="connsiteX1" fmla="*/ 1308148 w 1932761"/>
                <a:gd name="connsiteY1" fmla="*/ 410743 h 1971569"/>
                <a:gd name="connsiteX2" fmla="*/ 603652 w 1932761"/>
                <a:gd name="connsiteY2" fmla="*/ 112175 h 1971569"/>
                <a:gd name="connsiteX3" fmla="*/ 1932761 w 1932761"/>
                <a:gd name="connsiteY3" fmla="*/ 0 h 1971569"/>
                <a:gd name="connsiteX4" fmla="*/ 1569890 w 1932761"/>
                <a:gd name="connsiteY4" fmla="*/ 844432 h 1971569"/>
                <a:gd name="connsiteX5" fmla="*/ 1429104 w 1932761"/>
                <a:gd name="connsiteY5" fmla="*/ 518103 h 1971569"/>
                <a:gd name="connsiteX6" fmla="*/ 476180 w 1932761"/>
                <a:gd name="connsiteY6" fmla="*/ 1971569 h 1971569"/>
                <a:gd name="connsiteX7" fmla="*/ 473347 w 1932761"/>
                <a:gd name="connsiteY7" fmla="*/ 1520034 h 1971569"/>
                <a:gd name="connsiteX8" fmla="*/ 0 w 1932761"/>
                <a:gd name="connsiteY8" fmla="*/ 1737870 h 1971569"/>
                <a:gd name="connsiteX0" fmla="*/ 0 w 1856561"/>
                <a:gd name="connsiteY0" fmla="*/ 1661670 h 1895369"/>
                <a:gd name="connsiteX1" fmla="*/ 1308148 w 1856561"/>
                <a:gd name="connsiteY1" fmla="*/ 334543 h 1895369"/>
                <a:gd name="connsiteX2" fmla="*/ 603652 w 1856561"/>
                <a:gd name="connsiteY2" fmla="*/ 35975 h 1895369"/>
                <a:gd name="connsiteX3" fmla="*/ 1856561 w 1856561"/>
                <a:gd name="connsiteY3" fmla="*/ 0 h 1895369"/>
                <a:gd name="connsiteX4" fmla="*/ 1569890 w 1856561"/>
                <a:gd name="connsiteY4" fmla="*/ 768232 h 1895369"/>
                <a:gd name="connsiteX5" fmla="*/ 1429104 w 1856561"/>
                <a:gd name="connsiteY5" fmla="*/ 441903 h 1895369"/>
                <a:gd name="connsiteX6" fmla="*/ 476180 w 1856561"/>
                <a:gd name="connsiteY6" fmla="*/ 1895369 h 1895369"/>
                <a:gd name="connsiteX7" fmla="*/ 473347 w 1856561"/>
                <a:gd name="connsiteY7" fmla="*/ 1443834 h 1895369"/>
                <a:gd name="connsiteX8" fmla="*/ 0 w 1856561"/>
                <a:gd name="connsiteY8" fmla="*/ 1661670 h 1895369"/>
                <a:gd name="connsiteX0" fmla="*/ 0 w 1856561"/>
                <a:gd name="connsiteY0" fmla="*/ 1661670 h 1895369"/>
                <a:gd name="connsiteX1" fmla="*/ 1308148 w 1856561"/>
                <a:gd name="connsiteY1" fmla="*/ 3345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441903 h 1895369"/>
                <a:gd name="connsiteX6" fmla="*/ 476180 w 1856561"/>
                <a:gd name="connsiteY6" fmla="*/ 1895369 h 1895369"/>
                <a:gd name="connsiteX7" fmla="*/ 473347 w 1856561"/>
                <a:gd name="connsiteY7" fmla="*/ 14438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441903 h 1895369"/>
                <a:gd name="connsiteX6" fmla="*/ 476180 w 1856561"/>
                <a:gd name="connsiteY6" fmla="*/ 1895369 h 1895369"/>
                <a:gd name="connsiteX7" fmla="*/ 473347 w 1856561"/>
                <a:gd name="connsiteY7" fmla="*/ 14438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4438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395111 w 1856561"/>
                <a:gd name="connsiteY5" fmla="*/ 56569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780361"/>
                <a:gd name="connsiteY0" fmla="*/ 1737870 h 1971569"/>
                <a:gd name="connsiteX1" fmla="*/ 1155748 w 1780361"/>
                <a:gd name="connsiteY1" fmla="*/ 486943 h 1971569"/>
                <a:gd name="connsiteX2" fmla="*/ 832252 w 1780361"/>
                <a:gd name="connsiteY2" fmla="*/ 340775 h 1971569"/>
                <a:gd name="connsiteX3" fmla="*/ 1780361 w 1780361"/>
                <a:gd name="connsiteY3" fmla="*/ 0 h 1971569"/>
                <a:gd name="connsiteX4" fmla="*/ 1569890 w 1780361"/>
                <a:gd name="connsiteY4" fmla="*/ 844432 h 1971569"/>
                <a:gd name="connsiteX5" fmla="*/ 1395111 w 1780361"/>
                <a:gd name="connsiteY5" fmla="*/ 641893 h 1971569"/>
                <a:gd name="connsiteX6" fmla="*/ 476180 w 1780361"/>
                <a:gd name="connsiteY6" fmla="*/ 1971569 h 1971569"/>
                <a:gd name="connsiteX7" fmla="*/ 473347 w 1780361"/>
                <a:gd name="connsiteY7" fmla="*/ 1672434 h 1971569"/>
                <a:gd name="connsiteX8" fmla="*/ 0 w 1780361"/>
                <a:gd name="connsiteY8" fmla="*/ 1737870 h 1971569"/>
                <a:gd name="connsiteX0" fmla="*/ 0 w 1780361"/>
                <a:gd name="connsiteY0" fmla="*/ 1737870 h 1971569"/>
                <a:gd name="connsiteX1" fmla="*/ 1231948 w 1780361"/>
                <a:gd name="connsiteY1" fmla="*/ 486943 h 1971569"/>
                <a:gd name="connsiteX2" fmla="*/ 832252 w 1780361"/>
                <a:gd name="connsiteY2" fmla="*/ 340775 h 1971569"/>
                <a:gd name="connsiteX3" fmla="*/ 1780361 w 1780361"/>
                <a:gd name="connsiteY3" fmla="*/ 0 h 1971569"/>
                <a:gd name="connsiteX4" fmla="*/ 1569890 w 1780361"/>
                <a:gd name="connsiteY4" fmla="*/ 844432 h 1971569"/>
                <a:gd name="connsiteX5" fmla="*/ 1395111 w 1780361"/>
                <a:gd name="connsiteY5" fmla="*/ 641893 h 1971569"/>
                <a:gd name="connsiteX6" fmla="*/ 476180 w 1780361"/>
                <a:gd name="connsiteY6" fmla="*/ 1971569 h 1971569"/>
                <a:gd name="connsiteX7" fmla="*/ 473347 w 1780361"/>
                <a:gd name="connsiteY7" fmla="*/ 1672434 h 1971569"/>
                <a:gd name="connsiteX8" fmla="*/ 0 w 1780361"/>
                <a:gd name="connsiteY8" fmla="*/ 1737870 h 1971569"/>
                <a:gd name="connsiteX0" fmla="*/ 0 w 1780361"/>
                <a:gd name="connsiteY0" fmla="*/ 1737870 h 1971569"/>
                <a:gd name="connsiteX1" fmla="*/ 1155748 w 1780361"/>
                <a:gd name="connsiteY1" fmla="*/ 486943 h 1971569"/>
                <a:gd name="connsiteX2" fmla="*/ 832252 w 1780361"/>
                <a:gd name="connsiteY2" fmla="*/ 340775 h 1971569"/>
                <a:gd name="connsiteX3" fmla="*/ 1780361 w 1780361"/>
                <a:gd name="connsiteY3" fmla="*/ 0 h 1971569"/>
                <a:gd name="connsiteX4" fmla="*/ 1569890 w 1780361"/>
                <a:gd name="connsiteY4" fmla="*/ 844432 h 1971569"/>
                <a:gd name="connsiteX5" fmla="*/ 1395111 w 1780361"/>
                <a:gd name="connsiteY5" fmla="*/ 641893 h 1971569"/>
                <a:gd name="connsiteX6" fmla="*/ 476180 w 1780361"/>
                <a:gd name="connsiteY6" fmla="*/ 1971569 h 1971569"/>
                <a:gd name="connsiteX7" fmla="*/ 473347 w 1780361"/>
                <a:gd name="connsiteY7" fmla="*/ 1672434 h 1971569"/>
                <a:gd name="connsiteX8" fmla="*/ 0 w 1780361"/>
                <a:gd name="connsiteY8" fmla="*/ 1737870 h 1971569"/>
                <a:gd name="connsiteX0" fmla="*/ 0 w 1704161"/>
                <a:gd name="connsiteY0" fmla="*/ 1737870 h 1971569"/>
                <a:gd name="connsiteX1" fmla="*/ 1155748 w 1704161"/>
                <a:gd name="connsiteY1" fmla="*/ 486943 h 1971569"/>
                <a:gd name="connsiteX2" fmla="*/ 832252 w 1704161"/>
                <a:gd name="connsiteY2" fmla="*/ 340775 h 1971569"/>
                <a:gd name="connsiteX3" fmla="*/ 1704161 w 1704161"/>
                <a:gd name="connsiteY3" fmla="*/ 0 h 1971569"/>
                <a:gd name="connsiteX4" fmla="*/ 1569890 w 1704161"/>
                <a:gd name="connsiteY4" fmla="*/ 844432 h 1971569"/>
                <a:gd name="connsiteX5" fmla="*/ 1395111 w 1704161"/>
                <a:gd name="connsiteY5" fmla="*/ 641893 h 1971569"/>
                <a:gd name="connsiteX6" fmla="*/ 476180 w 1704161"/>
                <a:gd name="connsiteY6" fmla="*/ 1971569 h 1971569"/>
                <a:gd name="connsiteX7" fmla="*/ 473347 w 1704161"/>
                <a:gd name="connsiteY7" fmla="*/ 1672434 h 1971569"/>
                <a:gd name="connsiteX8" fmla="*/ 0 w 1704161"/>
                <a:gd name="connsiteY8" fmla="*/ 1737870 h 1971569"/>
                <a:gd name="connsiteX0" fmla="*/ 0 w 1513230"/>
                <a:gd name="connsiteY0" fmla="*/ 1626116 h 1971569"/>
                <a:gd name="connsiteX1" fmla="*/ 964817 w 1513230"/>
                <a:gd name="connsiteY1" fmla="*/ 486943 h 1971569"/>
                <a:gd name="connsiteX2" fmla="*/ 641321 w 1513230"/>
                <a:gd name="connsiteY2" fmla="*/ 340775 h 1971569"/>
                <a:gd name="connsiteX3" fmla="*/ 1513230 w 1513230"/>
                <a:gd name="connsiteY3" fmla="*/ 0 h 1971569"/>
                <a:gd name="connsiteX4" fmla="*/ 1378959 w 1513230"/>
                <a:gd name="connsiteY4" fmla="*/ 844432 h 1971569"/>
                <a:gd name="connsiteX5" fmla="*/ 1204180 w 1513230"/>
                <a:gd name="connsiteY5" fmla="*/ 641893 h 1971569"/>
                <a:gd name="connsiteX6" fmla="*/ 285249 w 1513230"/>
                <a:gd name="connsiteY6" fmla="*/ 1971569 h 1971569"/>
                <a:gd name="connsiteX7" fmla="*/ 282416 w 1513230"/>
                <a:gd name="connsiteY7" fmla="*/ 1672434 h 1971569"/>
                <a:gd name="connsiteX8" fmla="*/ 0 w 1513230"/>
                <a:gd name="connsiteY8" fmla="*/ 1626116 h 1971569"/>
                <a:gd name="connsiteX0" fmla="*/ 0 w 1513230"/>
                <a:gd name="connsiteY0" fmla="*/ 1626116 h 1971569"/>
                <a:gd name="connsiteX1" fmla="*/ 964817 w 1513230"/>
                <a:gd name="connsiteY1" fmla="*/ 486943 h 1971569"/>
                <a:gd name="connsiteX2" fmla="*/ 641321 w 1513230"/>
                <a:gd name="connsiteY2" fmla="*/ 340775 h 1971569"/>
                <a:gd name="connsiteX3" fmla="*/ 1513230 w 1513230"/>
                <a:gd name="connsiteY3" fmla="*/ 0 h 1971569"/>
                <a:gd name="connsiteX4" fmla="*/ 1378959 w 1513230"/>
                <a:gd name="connsiteY4" fmla="*/ 844432 h 1971569"/>
                <a:gd name="connsiteX5" fmla="*/ 1204180 w 1513230"/>
                <a:gd name="connsiteY5" fmla="*/ 641893 h 1971569"/>
                <a:gd name="connsiteX6" fmla="*/ 285249 w 1513230"/>
                <a:gd name="connsiteY6" fmla="*/ 1971569 h 1971569"/>
                <a:gd name="connsiteX7" fmla="*/ 468803 w 1513230"/>
                <a:gd name="connsiteY7" fmla="*/ 1511537 h 1971569"/>
                <a:gd name="connsiteX8" fmla="*/ 0 w 1513230"/>
                <a:gd name="connsiteY8" fmla="*/ 1626116 h 1971569"/>
                <a:gd name="connsiteX0" fmla="*/ 0 w 1513230"/>
                <a:gd name="connsiteY0" fmla="*/ 1626116 h 1917415"/>
                <a:gd name="connsiteX1" fmla="*/ 964817 w 1513230"/>
                <a:gd name="connsiteY1" fmla="*/ 486943 h 1917415"/>
                <a:gd name="connsiteX2" fmla="*/ 641321 w 1513230"/>
                <a:gd name="connsiteY2" fmla="*/ 340775 h 1917415"/>
                <a:gd name="connsiteX3" fmla="*/ 1513230 w 1513230"/>
                <a:gd name="connsiteY3" fmla="*/ 0 h 1917415"/>
                <a:gd name="connsiteX4" fmla="*/ 1378959 w 1513230"/>
                <a:gd name="connsiteY4" fmla="*/ 844432 h 1917415"/>
                <a:gd name="connsiteX5" fmla="*/ 1204180 w 1513230"/>
                <a:gd name="connsiteY5" fmla="*/ 641893 h 1917415"/>
                <a:gd name="connsiteX6" fmla="*/ 456846 w 1513230"/>
                <a:gd name="connsiteY6" fmla="*/ 1917415 h 1917415"/>
                <a:gd name="connsiteX7" fmla="*/ 468803 w 1513230"/>
                <a:gd name="connsiteY7" fmla="*/ 1511537 h 1917415"/>
                <a:gd name="connsiteX8" fmla="*/ 0 w 1513230"/>
                <a:gd name="connsiteY8" fmla="*/ 1626116 h 1917415"/>
                <a:gd name="connsiteX0" fmla="*/ 0 w 1358274"/>
                <a:gd name="connsiteY0" fmla="*/ 1498590 h 1917415"/>
                <a:gd name="connsiteX1" fmla="*/ 809861 w 1358274"/>
                <a:gd name="connsiteY1" fmla="*/ 486943 h 1917415"/>
                <a:gd name="connsiteX2" fmla="*/ 486365 w 1358274"/>
                <a:gd name="connsiteY2" fmla="*/ 340775 h 1917415"/>
                <a:gd name="connsiteX3" fmla="*/ 1358274 w 1358274"/>
                <a:gd name="connsiteY3" fmla="*/ 0 h 1917415"/>
                <a:gd name="connsiteX4" fmla="*/ 1224003 w 1358274"/>
                <a:gd name="connsiteY4" fmla="*/ 844432 h 1917415"/>
                <a:gd name="connsiteX5" fmla="*/ 1049224 w 1358274"/>
                <a:gd name="connsiteY5" fmla="*/ 641893 h 1917415"/>
                <a:gd name="connsiteX6" fmla="*/ 301890 w 1358274"/>
                <a:gd name="connsiteY6" fmla="*/ 1917415 h 1917415"/>
                <a:gd name="connsiteX7" fmla="*/ 313847 w 1358274"/>
                <a:gd name="connsiteY7" fmla="*/ 1511537 h 1917415"/>
                <a:gd name="connsiteX8" fmla="*/ 0 w 1358274"/>
                <a:gd name="connsiteY8" fmla="*/ 1498590 h 1917415"/>
                <a:gd name="connsiteX0" fmla="*/ 0 w 1358274"/>
                <a:gd name="connsiteY0" fmla="*/ 1498590 h 1917415"/>
                <a:gd name="connsiteX1" fmla="*/ 809861 w 1358274"/>
                <a:gd name="connsiteY1" fmla="*/ 486943 h 1917415"/>
                <a:gd name="connsiteX2" fmla="*/ 486365 w 1358274"/>
                <a:gd name="connsiteY2" fmla="*/ 340775 h 1917415"/>
                <a:gd name="connsiteX3" fmla="*/ 1358274 w 1358274"/>
                <a:gd name="connsiteY3" fmla="*/ 0 h 1917415"/>
                <a:gd name="connsiteX4" fmla="*/ 1224003 w 1358274"/>
                <a:gd name="connsiteY4" fmla="*/ 844432 h 1917415"/>
                <a:gd name="connsiteX5" fmla="*/ 1049224 w 1358274"/>
                <a:gd name="connsiteY5" fmla="*/ 641893 h 1917415"/>
                <a:gd name="connsiteX6" fmla="*/ 301890 w 1358274"/>
                <a:gd name="connsiteY6" fmla="*/ 1917415 h 1917415"/>
                <a:gd name="connsiteX7" fmla="*/ 313847 w 1358274"/>
                <a:gd name="connsiteY7" fmla="*/ 1511537 h 1917415"/>
                <a:gd name="connsiteX8" fmla="*/ 0 w 1358274"/>
                <a:gd name="connsiteY8" fmla="*/ 1498590 h 1917415"/>
                <a:gd name="connsiteX0" fmla="*/ 0 w 1358274"/>
                <a:gd name="connsiteY0" fmla="*/ 1498590 h 1917415"/>
                <a:gd name="connsiteX1" fmla="*/ 809861 w 1358274"/>
                <a:gd name="connsiteY1" fmla="*/ 486943 h 1917415"/>
                <a:gd name="connsiteX2" fmla="*/ 486365 w 1358274"/>
                <a:gd name="connsiteY2" fmla="*/ 340775 h 1917415"/>
                <a:gd name="connsiteX3" fmla="*/ 1358274 w 1358274"/>
                <a:gd name="connsiteY3" fmla="*/ 0 h 1917415"/>
                <a:gd name="connsiteX4" fmla="*/ 1224003 w 1358274"/>
                <a:gd name="connsiteY4" fmla="*/ 844432 h 1917415"/>
                <a:gd name="connsiteX5" fmla="*/ 1049224 w 1358274"/>
                <a:gd name="connsiteY5" fmla="*/ 641893 h 1917415"/>
                <a:gd name="connsiteX6" fmla="*/ 301890 w 1358274"/>
                <a:gd name="connsiteY6" fmla="*/ 1917415 h 1917415"/>
                <a:gd name="connsiteX7" fmla="*/ 313847 w 1358274"/>
                <a:gd name="connsiteY7" fmla="*/ 1511537 h 1917415"/>
                <a:gd name="connsiteX8" fmla="*/ 0 w 1358274"/>
                <a:gd name="connsiteY8" fmla="*/ 1498590 h 1917415"/>
                <a:gd name="connsiteX0" fmla="*/ 0 w 1358274"/>
                <a:gd name="connsiteY0" fmla="*/ 1498590 h 1917415"/>
                <a:gd name="connsiteX1" fmla="*/ 809861 w 1358274"/>
                <a:gd name="connsiteY1" fmla="*/ 486943 h 1917415"/>
                <a:gd name="connsiteX2" fmla="*/ 486365 w 1358274"/>
                <a:gd name="connsiteY2" fmla="*/ 340775 h 1917415"/>
                <a:gd name="connsiteX3" fmla="*/ 1358274 w 1358274"/>
                <a:gd name="connsiteY3" fmla="*/ 0 h 1917415"/>
                <a:gd name="connsiteX4" fmla="*/ 1224003 w 1358274"/>
                <a:gd name="connsiteY4" fmla="*/ 844432 h 1917415"/>
                <a:gd name="connsiteX5" fmla="*/ 1049224 w 1358274"/>
                <a:gd name="connsiteY5" fmla="*/ 641893 h 1917415"/>
                <a:gd name="connsiteX6" fmla="*/ 301890 w 1358274"/>
                <a:gd name="connsiteY6" fmla="*/ 1917415 h 1917415"/>
                <a:gd name="connsiteX7" fmla="*/ 313847 w 1358274"/>
                <a:gd name="connsiteY7" fmla="*/ 1511537 h 1917415"/>
                <a:gd name="connsiteX8" fmla="*/ 0 w 1358274"/>
                <a:gd name="connsiteY8" fmla="*/ 1498590 h 1917415"/>
                <a:gd name="connsiteX0" fmla="*/ 0 w 1358274"/>
                <a:gd name="connsiteY0" fmla="*/ 1498590 h 1917415"/>
                <a:gd name="connsiteX1" fmla="*/ 809861 w 1358274"/>
                <a:gd name="connsiteY1" fmla="*/ 486943 h 1917415"/>
                <a:gd name="connsiteX2" fmla="*/ 531511 w 1358274"/>
                <a:gd name="connsiteY2" fmla="*/ 385222 h 1917415"/>
                <a:gd name="connsiteX3" fmla="*/ 1358274 w 1358274"/>
                <a:gd name="connsiteY3" fmla="*/ 0 h 1917415"/>
                <a:gd name="connsiteX4" fmla="*/ 1224003 w 1358274"/>
                <a:gd name="connsiteY4" fmla="*/ 844432 h 1917415"/>
                <a:gd name="connsiteX5" fmla="*/ 1049224 w 1358274"/>
                <a:gd name="connsiteY5" fmla="*/ 641893 h 1917415"/>
                <a:gd name="connsiteX6" fmla="*/ 301890 w 1358274"/>
                <a:gd name="connsiteY6" fmla="*/ 1917415 h 1917415"/>
                <a:gd name="connsiteX7" fmla="*/ 313847 w 1358274"/>
                <a:gd name="connsiteY7" fmla="*/ 1511537 h 1917415"/>
                <a:gd name="connsiteX8" fmla="*/ 0 w 1358274"/>
                <a:gd name="connsiteY8" fmla="*/ 1498590 h 1917415"/>
                <a:gd name="connsiteX0" fmla="*/ 0 w 1267515"/>
                <a:gd name="connsiteY0" fmla="*/ 1385181 h 1804006"/>
                <a:gd name="connsiteX1" fmla="*/ 809861 w 1267515"/>
                <a:gd name="connsiteY1" fmla="*/ 373534 h 1804006"/>
                <a:gd name="connsiteX2" fmla="*/ 531511 w 1267515"/>
                <a:gd name="connsiteY2" fmla="*/ 271813 h 1804006"/>
                <a:gd name="connsiteX3" fmla="*/ 1267515 w 1267515"/>
                <a:gd name="connsiteY3" fmla="*/ 0 h 1804006"/>
                <a:gd name="connsiteX4" fmla="*/ 1224003 w 1267515"/>
                <a:gd name="connsiteY4" fmla="*/ 731023 h 1804006"/>
                <a:gd name="connsiteX5" fmla="*/ 1049224 w 1267515"/>
                <a:gd name="connsiteY5" fmla="*/ 528484 h 1804006"/>
                <a:gd name="connsiteX6" fmla="*/ 301890 w 1267515"/>
                <a:gd name="connsiteY6" fmla="*/ 1804006 h 1804006"/>
                <a:gd name="connsiteX7" fmla="*/ 313847 w 1267515"/>
                <a:gd name="connsiteY7" fmla="*/ 1398128 h 1804006"/>
                <a:gd name="connsiteX8" fmla="*/ 0 w 1267515"/>
                <a:gd name="connsiteY8" fmla="*/ 1385181 h 1804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67515" h="1804006">
                  <a:moveTo>
                    <a:pt x="0" y="1385181"/>
                  </a:moveTo>
                  <a:cubicBezTo>
                    <a:pt x="477029" y="1027975"/>
                    <a:pt x="536504" y="847164"/>
                    <a:pt x="809861" y="373534"/>
                  </a:cubicBezTo>
                  <a:lnTo>
                    <a:pt x="531511" y="271813"/>
                  </a:lnTo>
                  <a:lnTo>
                    <a:pt x="1267515" y="0"/>
                  </a:lnTo>
                  <a:lnTo>
                    <a:pt x="1224003" y="731023"/>
                  </a:lnTo>
                  <a:lnTo>
                    <a:pt x="1049224" y="528484"/>
                  </a:lnTo>
                  <a:cubicBezTo>
                    <a:pt x="748013" y="1058391"/>
                    <a:pt x="619531" y="1344917"/>
                    <a:pt x="301890" y="1804006"/>
                  </a:cubicBezTo>
                  <a:cubicBezTo>
                    <a:pt x="300946" y="1653494"/>
                    <a:pt x="314791" y="1548640"/>
                    <a:pt x="313847" y="1398128"/>
                  </a:cubicBezTo>
                  <a:cubicBezTo>
                    <a:pt x="136476" y="1353427"/>
                    <a:pt x="97874" y="1361955"/>
                    <a:pt x="0" y="1385181"/>
                  </a:cubicBezTo>
                  <a:close/>
                </a:path>
              </a:pathLst>
            </a:custGeom>
            <a:gradFill flip="none" rotWithShape="1">
              <a:gsLst>
                <a:gs pos="0">
                  <a:srgbClr val="00B0F0">
                    <a:tint val="66000"/>
                    <a:satMod val="160000"/>
                    <a:alpha val="24000"/>
                  </a:srgbClr>
                </a:gs>
                <a:gs pos="50000">
                  <a:srgbClr val="00B0F0">
                    <a:tint val="44500"/>
                    <a:satMod val="160000"/>
                    <a:alpha val="17000"/>
                  </a:srgbClr>
                </a:gs>
                <a:gs pos="100000">
                  <a:srgbClr val="00B0F0">
                    <a:tint val="23500"/>
                    <a:satMod val="160000"/>
                    <a:alpha val="0"/>
                  </a:srgbClr>
                </a:gs>
              </a:gsLst>
              <a:lin ang="10800000" scaled="1"/>
              <a:tileRect/>
            </a:gradFill>
            <a:ln>
              <a:noFill/>
              <a:headEnd type="none" w="med" len="med"/>
              <a:tailEnd type="none" w="med" len="med"/>
            </a:ln>
            <a:effectLst/>
            <a:scene3d>
              <a:camera prst="orthographicFront" fov="0">
                <a:rot lat="0" lon="0" rev="0"/>
              </a:camera>
              <a:lightRig rig="glow" dir="t">
                <a:rot lat="0" lon="0" rev="6360000"/>
              </a:lightRig>
            </a:scene3d>
          </p:spPr>
          <p:style>
            <a:lnRef idx="0">
              <a:schemeClr val="dk1"/>
            </a:lnRef>
            <a:fillRef idx="3">
              <a:schemeClr val="dk1"/>
            </a:fillRef>
            <a:effectRef idx="3">
              <a:schemeClr val="dk1"/>
            </a:effectRef>
            <a:fontRef idx="minor">
              <a:schemeClr val="lt1"/>
            </a:fontRef>
          </p:style>
          <p:txBody>
            <a:bodyPr lIns="91436" tIns="45718" rIns="91436" bIns="45718" anchor="ctr"/>
            <a:lstStyle/>
            <a:p>
              <a:pPr algn="ctr" defTabSz="914099">
                <a:defRPr/>
              </a:pPr>
              <a:endParaRPr lang="en-US" dirty="0">
                <a:solidFill>
                  <a:srgbClr val="FFFFFF"/>
                </a:solidFill>
                <a:effectLst>
                  <a:outerShdw blurRad="38100" dist="38100" dir="2700000" algn="tl">
                    <a:srgbClr val="000000">
                      <a:alpha val="43137"/>
                    </a:srgbClr>
                  </a:outerShdw>
                </a:effectLst>
                <a:latin typeface="Segoe" pitchFamily="34" charset="0"/>
              </a:endParaRPr>
            </a:p>
          </p:txBody>
        </p:sp>
      </p:grpSp>
      <p:grpSp>
        <p:nvGrpSpPr>
          <p:cNvPr id="55" name="Group 54"/>
          <p:cNvGrpSpPr>
            <a:grpSpLocks/>
          </p:cNvGrpSpPr>
          <p:nvPr/>
        </p:nvGrpSpPr>
        <p:grpSpPr bwMode="auto">
          <a:xfrm>
            <a:off x="4829175" y="3792538"/>
            <a:ext cx="3400425" cy="2836862"/>
            <a:chOff x="4829562" y="3792825"/>
            <a:chExt cx="3400038" cy="2836575"/>
          </a:xfrm>
        </p:grpSpPr>
        <p:sp>
          <p:nvSpPr>
            <p:cNvPr id="62" name="Freeform 61"/>
            <p:cNvSpPr/>
            <p:nvPr/>
          </p:nvSpPr>
          <p:spPr bwMode="auto">
            <a:xfrm rot="19373327" flipV="1">
              <a:off x="4829562" y="3792825"/>
              <a:ext cx="1019231" cy="1701052"/>
            </a:xfrm>
            <a:custGeom>
              <a:avLst/>
              <a:gdLst>
                <a:gd name="connsiteX0" fmla="*/ 0 w 2008961"/>
                <a:gd name="connsiteY0" fmla="*/ 594870 h 1057169"/>
                <a:gd name="connsiteX1" fmla="*/ 1155748 w 2008961"/>
                <a:gd name="connsiteY1" fmla="*/ 258343 h 1057169"/>
                <a:gd name="connsiteX2" fmla="*/ 679852 w 2008961"/>
                <a:gd name="connsiteY2" fmla="*/ 112175 h 1057169"/>
                <a:gd name="connsiteX3" fmla="*/ 2008961 w 2008961"/>
                <a:gd name="connsiteY3" fmla="*/ 0 h 1057169"/>
                <a:gd name="connsiteX4" fmla="*/ 1417490 w 2008961"/>
                <a:gd name="connsiteY4" fmla="*/ 768232 h 1057169"/>
                <a:gd name="connsiteX5" fmla="*/ 1352904 w 2008961"/>
                <a:gd name="connsiteY5" fmla="*/ 441903 h 1057169"/>
                <a:gd name="connsiteX6" fmla="*/ 95180 w 2008961"/>
                <a:gd name="connsiteY6" fmla="*/ 1057169 h 1057169"/>
                <a:gd name="connsiteX7" fmla="*/ 244747 w 2008961"/>
                <a:gd name="connsiteY7" fmla="*/ 758034 h 1057169"/>
                <a:gd name="connsiteX8" fmla="*/ 0 w 2008961"/>
                <a:gd name="connsiteY8" fmla="*/ 594870 h 1057169"/>
                <a:gd name="connsiteX0" fmla="*/ 0 w 2008961"/>
                <a:gd name="connsiteY0" fmla="*/ 594870 h 1057169"/>
                <a:gd name="connsiteX1" fmla="*/ 1155748 w 2008961"/>
                <a:gd name="connsiteY1" fmla="*/ 258343 h 1057169"/>
                <a:gd name="connsiteX2" fmla="*/ 679852 w 2008961"/>
                <a:gd name="connsiteY2" fmla="*/ 112175 h 1057169"/>
                <a:gd name="connsiteX3" fmla="*/ 2008961 w 2008961"/>
                <a:gd name="connsiteY3" fmla="*/ 0 h 1057169"/>
                <a:gd name="connsiteX4" fmla="*/ 1417490 w 2008961"/>
                <a:gd name="connsiteY4" fmla="*/ 768232 h 1057169"/>
                <a:gd name="connsiteX5" fmla="*/ 1352904 w 2008961"/>
                <a:gd name="connsiteY5" fmla="*/ 441903 h 1057169"/>
                <a:gd name="connsiteX6" fmla="*/ 95180 w 2008961"/>
                <a:gd name="connsiteY6" fmla="*/ 1057169 h 1057169"/>
                <a:gd name="connsiteX7" fmla="*/ 244747 w 2008961"/>
                <a:gd name="connsiteY7" fmla="*/ 758034 h 1057169"/>
                <a:gd name="connsiteX8" fmla="*/ 0 w 2008961"/>
                <a:gd name="connsiteY8" fmla="*/ 594870 h 1057169"/>
                <a:gd name="connsiteX0" fmla="*/ 0 w 2008961"/>
                <a:gd name="connsiteY0" fmla="*/ 594870 h 1057169"/>
                <a:gd name="connsiteX1" fmla="*/ 1155748 w 2008961"/>
                <a:gd name="connsiteY1" fmla="*/ 258343 h 1057169"/>
                <a:gd name="connsiteX2" fmla="*/ 679852 w 2008961"/>
                <a:gd name="connsiteY2" fmla="*/ 112175 h 1057169"/>
                <a:gd name="connsiteX3" fmla="*/ 2008961 w 2008961"/>
                <a:gd name="connsiteY3" fmla="*/ 0 h 1057169"/>
                <a:gd name="connsiteX4" fmla="*/ 1417490 w 2008961"/>
                <a:gd name="connsiteY4" fmla="*/ 768232 h 1057169"/>
                <a:gd name="connsiteX5" fmla="*/ 1352904 w 2008961"/>
                <a:gd name="connsiteY5" fmla="*/ 441903 h 1057169"/>
                <a:gd name="connsiteX6" fmla="*/ 95180 w 2008961"/>
                <a:gd name="connsiteY6" fmla="*/ 1057169 h 1057169"/>
                <a:gd name="connsiteX7" fmla="*/ 244747 w 2008961"/>
                <a:gd name="connsiteY7" fmla="*/ 758034 h 1057169"/>
                <a:gd name="connsiteX8" fmla="*/ 0 w 2008961"/>
                <a:gd name="connsiteY8" fmla="*/ 594870 h 1057169"/>
                <a:gd name="connsiteX0" fmla="*/ 0 w 2008961"/>
                <a:gd name="connsiteY0" fmla="*/ 594870 h 1057169"/>
                <a:gd name="connsiteX1" fmla="*/ 1155748 w 2008961"/>
                <a:gd name="connsiteY1" fmla="*/ 258343 h 1057169"/>
                <a:gd name="connsiteX2" fmla="*/ 679852 w 2008961"/>
                <a:gd name="connsiteY2" fmla="*/ 112175 h 1057169"/>
                <a:gd name="connsiteX3" fmla="*/ 2008961 w 2008961"/>
                <a:gd name="connsiteY3" fmla="*/ 0 h 1057169"/>
                <a:gd name="connsiteX4" fmla="*/ 1417490 w 2008961"/>
                <a:gd name="connsiteY4" fmla="*/ 768232 h 1057169"/>
                <a:gd name="connsiteX5" fmla="*/ 1352904 w 2008961"/>
                <a:gd name="connsiteY5" fmla="*/ 441903 h 1057169"/>
                <a:gd name="connsiteX6" fmla="*/ 95180 w 2008961"/>
                <a:gd name="connsiteY6" fmla="*/ 1057169 h 1057169"/>
                <a:gd name="connsiteX7" fmla="*/ 244747 w 2008961"/>
                <a:gd name="connsiteY7" fmla="*/ 758034 h 1057169"/>
                <a:gd name="connsiteX8" fmla="*/ 0 w 2008961"/>
                <a:gd name="connsiteY8" fmla="*/ 594870 h 1057169"/>
                <a:gd name="connsiteX0" fmla="*/ 0 w 2008961"/>
                <a:gd name="connsiteY0" fmla="*/ 594870 h 1971569"/>
                <a:gd name="connsiteX1" fmla="*/ 1155748 w 2008961"/>
                <a:gd name="connsiteY1" fmla="*/ 258343 h 1971569"/>
                <a:gd name="connsiteX2" fmla="*/ 679852 w 2008961"/>
                <a:gd name="connsiteY2" fmla="*/ 112175 h 1971569"/>
                <a:gd name="connsiteX3" fmla="*/ 2008961 w 2008961"/>
                <a:gd name="connsiteY3" fmla="*/ 0 h 1971569"/>
                <a:gd name="connsiteX4" fmla="*/ 1417490 w 2008961"/>
                <a:gd name="connsiteY4" fmla="*/ 768232 h 1971569"/>
                <a:gd name="connsiteX5" fmla="*/ 1352904 w 2008961"/>
                <a:gd name="connsiteY5" fmla="*/ 441903 h 1971569"/>
                <a:gd name="connsiteX6" fmla="*/ 552380 w 2008961"/>
                <a:gd name="connsiteY6" fmla="*/ 1971569 h 1971569"/>
                <a:gd name="connsiteX7" fmla="*/ 244747 w 2008961"/>
                <a:gd name="connsiteY7" fmla="*/ 758034 h 1971569"/>
                <a:gd name="connsiteX8" fmla="*/ 0 w 2008961"/>
                <a:gd name="connsiteY8" fmla="*/ 594870 h 1971569"/>
                <a:gd name="connsiteX0" fmla="*/ 0 w 2008961"/>
                <a:gd name="connsiteY0" fmla="*/ 594870 h 1971569"/>
                <a:gd name="connsiteX1" fmla="*/ 1155748 w 2008961"/>
                <a:gd name="connsiteY1" fmla="*/ 258343 h 1971569"/>
                <a:gd name="connsiteX2" fmla="*/ 679852 w 2008961"/>
                <a:gd name="connsiteY2" fmla="*/ 112175 h 1971569"/>
                <a:gd name="connsiteX3" fmla="*/ 2008961 w 2008961"/>
                <a:gd name="connsiteY3" fmla="*/ 0 h 1971569"/>
                <a:gd name="connsiteX4" fmla="*/ 1417490 w 2008961"/>
                <a:gd name="connsiteY4" fmla="*/ 768232 h 1971569"/>
                <a:gd name="connsiteX5" fmla="*/ 1352904 w 2008961"/>
                <a:gd name="connsiteY5" fmla="*/ 441903 h 1971569"/>
                <a:gd name="connsiteX6" fmla="*/ 552380 w 2008961"/>
                <a:gd name="connsiteY6" fmla="*/ 1971569 h 1971569"/>
                <a:gd name="connsiteX7" fmla="*/ 549547 w 2008961"/>
                <a:gd name="connsiteY7" fmla="*/ 1520034 h 1971569"/>
                <a:gd name="connsiteX8" fmla="*/ 0 w 2008961"/>
                <a:gd name="connsiteY8" fmla="*/ 594870 h 1971569"/>
                <a:gd name="connsiteX0" fmla="*/ 0 w 1932761"/>
                <a:gd name="connsiteY0" fmla="*/ 1737870 h 1971569"/>
                <a:gd name="connsiteX1" fmla="*/ 1079548 w 1932761"/>
                <a:gd name="connsiteY1" fmla="*/ 258343 h 1971569"/>
                <a:gd name="connsiteX2" fmla="*/ 603652 w 1932761"/>
                <a:gd name="connsiteY2" fmla="*/ 112175 h 1971569"/>
                <a:gd name="connsiteX3" fmla="*/ 1932761 w 1932761"/>
                <a:gd name="connsiteY3" fmla="*/ 0 h 1971569"/>
                <a:gd name="connsiteX4" fmla="*/ 1341290 w 1932761"/>
                <a:gd name="connsiteY4" fmla="*/ 768232 h 1971569"/>
                <a:gd name="connsiteX5" fmla="*/ 1276704 w 1932761"/>
                <a:gd name="connsiteY5" fmla="*/ 441903 h 1971569"/>
                <a:gd name="connsiteX6" fmla="*/ 476180 w 1932761"/>
                <a:gd name="connsiteY6" fmla="*/ 1971569 h 1971569"/>
                <a:gd name="connsiteX7" fmla="*/ 473347 w 1932761"/>
                <a:gd name="connsiteY7" fmla="*/ 1520034 h 1971569"/>
                <a:gd name="connsiteX8" fmla="*/ 0 w 1932761"/>
                <a:gd name="connsiteY8" fmla="*/ 1737870 h 1971569"/>
                <a:gd name="connsiteX0" fmla="*/ 0 w 1932761"/>
                <a:gd name="connsiteY0" fmla="*/ 1737870 h 1971569"/>
                <a:gd name="connsiteX1" fmla="*/ 1079548 w 1932761"/>
                <a:gd name="connsiteY1" fmla="*/ 258343 h 1971569"/>
                <a:gd name="connsiteX2" fmla="*/ 603652 w 1932761"/>
                <a:gd name="connsiteY2" fmla="*/ 112175 h 1971569"/>
                <a:gd name="connsiteX3" fmla="*/ 1932761 w 1932761"/>
                <a:gd name="connsiteY3" fmla="*/ 0 h 1971569"/>
                <a:gd name="connsiteX4" fmla="*/ 1341290 w 1932761"/>
                <a:gd name="connsiteY4" fmla="*/ 768232 h 1971569"/>
                <a:gd name="connsiteX5" fmla="*/ 1276704 w 1932761"/>
                <a:gd name="connsiteY5" fmla="*/ 441903 h 1971569"/>
                <a:gd name="connsiteX6" fmla="*/ 476180 w 1932761"/>
                <a:gd name="connsiteY6" fmla="*/ 1971569 h 1971569"/>
                <a:gd name="connsiteX7" fmla="*/ 473347 w 1932761"/>
                <a:gd name="connsiteY7" fmla="*/ 1520034 h 1971569"/>
                <a:gd name="connsiteX8" fmla="*/ 0 w 1932761"/>
                <a:gd name="connsiteY8" fmla="*/ 1737870 h 1971569"/>
                <a:gd name="connsiteX0" fmla="*/ 0 w 1932761"/>
                <a:gd name="connsiteY0" fmla="*/ 1737870 h 1971569"/>
                <a:gd name="connsiteX1" fmla="*/ 1079548 w 1932761"/>
                <a:gd name="connsiteY1" fmla="*/ 258343 h 1971569"/>
                <a:gd name="connsiteX2" fmla="*/ 603652 w 1932761"/>
                <a:gd name="connsiteY2" fmla="*/ 112175 h 1971569"/>
                <a:gd name="connsiteX3" fmla="*/ 1932761 w 1932761"/>
                <a:gd name="connsiteY3" fmla="*/ 0 h 1971569"/>
                <a:gd name="connsiteX4" fmla="*/ 1569890 w 1932761"/>
                <a:gd name="connsiteY4" fmla="*/ 844432 h 1971569"/>
                <a:gd name="connsiteX5" fmla="*/ 1276704 w 1932761"/>
                <a:gd name="connsiteY5" fmla="*/ 441903 h 1971569"/>
                <a:gd name="connsiteX6" fmla="*/ 476180 w 1932761"/>
                <a:gd name="connsiteY6" fmla="*/ 1971569 h 1971569"/>
                <a:gd name="connsiteX7" fmla="*/ 473347 w 1932761"/>
                <a:gd name="connsiteY7" fmla="*/ 1520034 h 1971569"/>
                <a:gd name="connsiteX8" fmla="*/ 0 w 1932761"/>
                <a:gd name="connsiteY8" fmla="*/ 1737870 h 1971569"/>
                <a:gd name="connsiteX0" fmla="*/ 0 w 1932761"/>
                <a:gd name="connsiteY0" fmla="*/ 1737870 h 1971569"/>
                <a:gd name="connsiteX1" fmla="*/ 1079548 w 1932761"/>
                <a:gd name="connsiteY1" fmla="*/ 258343 h 1971569"/>
                <a:gd name="connsiteX2" fmla="*/ 603652 w 1932761"/>
                <a:gd name="connsiteY2" fmla="*/ 112175 h 1971569"/>
                <a:gd name="connsiteX3" fmla="*/ 1932761 w 1932761"/>
                <a:gd name="connsiteY3" fmla="*/ 0 h 1971569"/>
                <a:gd name="connsiteX4" fmla="*/ 1569890 w 1932761"/>
                <a:gd name="connsiteY4" fmla="*/ 844432 h 1971569"/>
                <a:gd name="connsiteX5" fmla="*/ 1429104 w 1932761"/>
                <a:gd name="connsiteY5" fmla="*/ 518103 h 1971569"/>
                <a:gd name="connsiteX6" fmla="*/ 476180 w 1932761"/>
                <a:gd name="connsiteY6" fmla="*/ 1971569 h 1971569"/>
                <a:gd name="connsiteX7" fmla="*/ 473347 w 1932761"/>
                <a:gd name="connsiteY7" fmla="*/ 1520034 h 1971569"/>
                <a:gd name="connsiteX8" fmla="*/ 0 w 1932761"/>
                <a:gd name="connsiteY8" fmla="*/ 1737870 h 1971569"/>
                <a:gd name="connsiteX0" fmla="*/ 0 w 1932761"/>
                <a:gd name="connsiteY0" fmla="*/ 1737870 h 1971569"/>
                <a:gd name="connsiteX1" fmla="*/ 1308148 w 1932761"/>
                <a:gd name="connsiteY1" fmla="*/ 410743 h 1971569"/>
                <a:gd name="connsiteX2" fmla="*/ 603652 w 1932761"/>
                <a:gd name="connsiteY2" fmla="*/ 112175 h 1971569"/>
                <a:gd name="connsiteX3" fmla="*/ 1932761 w 1932761"/>
                <a:gd name="connsiteY3" fmla="*/ 0 h 1971569"/>
                <a:gd name="connsiteX4" fmla="*/ 1569890 w 1932761"/>
                <a:gd name="connsiteY4" fmla="*/ 844432 h 1971569"/>
                <a:gd name="connsiteX5" fmla="*/ 1429104 w 1932761"/>
                <a:gd name="connsiteY5" fmla="*/ 518103 h 1971569"/>
                <a:gd name="connsiteX6" fmla="*/ 476180 w 1932761"/>
                <a:gd name="connsiteY6" fmla="*/ 1971569 h 1971569"/>
                <a:gd name="connsiteX7" fmla="*/ 473347 w 1932761"/>
                <a:gd name="connsiteY7" fmla="*/ 1520034 h 1971569"/>
                <a:gd name="connsiteX8" fmla="*/ 0 w 1932761"/>
                <a:gd name="connsiteY8" fmla="*/ 1737870 h 1971569"/>
                <a:gd name="connsiteX0" fmla="*/ 0 w 1856561"/>
                <a:gd name="connsiteY0" fmla="*/ 1661670 h 1895369"/>
                <a:gd name="connsiteX1" fmla="*/ 1308148 w 1856561"/>
                <a:gd name="connsiteY1" fmla="*/ 334543 h 1895369"/>
                <a:gd name="connsiteX2" fmla="*/ 603652 w 1856561"/>
                <a:gd name="connsiteY2" fmla="*/ 35975 h 1895369"/>
                <a:gd name="connsiteX3" fmla="*/ 1856561 w 1856561"/>
                <a:gd name="connsiteY3" fmla="*/ 0 h 1895369"/>
                <a:gd name="connsiteX4" fmla="*/ 1569890 w 1856561"/>
                <a:gd name="connsiteY4" fmla="*/ 768232 h 1895369"/>
                <a:gd name="connsiteX5" fmla="*/ 1429104 w 1856561"/>
                <a:gd name="connsiteY5" fmla="*/ 441903 h 1895369"/>
                <a:gd name="connsiteX6" fmla="*/ 476180 w 1856561"/>
                <a:gd name="connsiteY6" fmla="*/ 1895369 h 1895369"/>
                <a:gd name="connsiteX7" fmla="*/ 473347 w 1856561"/>
                <a:gd name="connsiteY7" fmla="*/ 1443834 h 1895369"/>
                <a:gd name="connsiteX8" fmla="*/ 0 w 1856561"/>
                <a:gd name="connsiteY8" fmla="*/ 1661670 h 1895369"/>
                <a:gd name="connsiteX0" fmla="*/ 0 w 1856561"/>
                <a:gd name="connsiteY0" fmla="*/ 1661670 h 1895369"/>
                <a:gd name="connsiteX1" fmla="*/ 1308148 w 1856561"/>
                <a:gd name="connsiteY1" fmla="*/ 3345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441903 h 1895369"/>
                <a:gd name="connsiteX6" fmla="*/ 476180 w 1856561"/>
                <a:gd name="connsiteY6" fmla="*/ 1895369 h 1895369"/>
                <a:gd name="connsiteX7" fmla="*/ 473347 w 1856561"/>
                <a:gd name="connsiteY7" fmla="*/ 14438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441903 h 1895369"/>
                <a:gd name="connsiteX6" fmla="*/ 476180 w 1856561"/>
                <a:gd name="connsiteY6" fmla="*/ 1895369 h 1895369"/>
                <a:gd name="connsiteX7" fmla="*/ 473347 w 1856561"/>
                <a:gd name="connsiteY7" fmla="*/ 14438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4438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429104 w 1856561"/>
                <a:gd name="connsiteY5" fmla="*/ 51810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856561"/>
                <a:gd name="connsiteY0" fmla="*/ 1661670 h 1895369"/>
                <a:gd name="connsiteX1" fmla="*/ 1155748 w 1856561"/>
                <a:gd name="connsiteY1" fmla="*/ 410743 h 1895369"/>
                <a:gd name="connsiteX2" fmla="*/ 832252 w 1856561"/>
                <a:gd name="connsiteY2" fmla="*/ 264575 h 1895369"/>
                <a:gd name="connsiteX3" fmla="*/ 1856561 w 1856561"/>
                <a:gd name="connsiteY3" fmla="*/ 0 h 1895369"/>
                <a:gd name="connsiteX4" fmla="*/ 1569890 w 1856561"/>
                <a:gd name="connsiteY4" fmla="*/ 768232 h 1895369"/>
                <a:gd name="connsiteX5" fmla="*/ 1395111 w 1856561"/>
                <a:gd name="connsiteY5" fmla="*/ 565693 h 1895369"/>
                <a:gd name="connsiteX6" fmla="*/ 476180 w 1856561"/>
                <a:gd name="connsiteY6" fmla="*/ 1895369 h 1895369"/>
                <a:gd name="connsiteX7" fmla="*/ 473347 w 1856561"/>
                <a:gd name="connsiteY7" fmla="*/ 1596234 h 1895369"/>
                <a:gd name="connsiteX8" fmla="*/ 0 w 1856561"/>
                <a:gd name="connsiteY8" fmla="*/ 1661670 h 1895369"/>
                <a:gd name="connsiteX0" fmla="*/ 0 w 1780361"/>
                <a:gd name="connsiteY0" fmla="*/ 1737870 h 1971569"/>
                <a:gd name="connsiteX1" fmla="*/ 1155748 w 1780361"/>
                <a:gd name="connsiteY1" fmla="*/ 486943 h 1971569"/>
                <a:gd name="connsiteX2" fmla="*/ 832252 w 1780361"/>
                <a:gd name="connsiteY2" fmla="*/ 340775 h 1971569"/>
                <a:gd name="connsiteX3" fmla="*/ 1780361 w 1780361"/>
                <a:gd name="connsiteY3" fmla="*/ 0 h 1971569"/>
                <a:gd name="connsiteX4" fmla="*/ 1569890 w 1780361"/>
                <a:gd name="connsiteY4" fmla="*/ 844432 h 1971569"/>
                <a:gd name="connsiteX5" fmla="*/ 1395111 w 1780361"/>
                <a:gd name="connsiteY5" fmla="*/ 641893 h 1971569"/>
                <a:gd name="connsiteX6" fmla="*/ 476180 w 1780361"/>
                <a:gd name="connsiteY6" fmla="*/ 1971569 h 1971569"/>
                <a:gd name="connsiteX7" fmla="*/ 473347 w 1780361"/>
                <a:gd name="connsiteY7" fmla="*/ 1672434 h 1971569"/>
                <a:gd name="connsiteX8" fmla="*/ 0 w 1780361"/>
                <a:gd name="connsiteY8" fmla="*/ 1737870 h 1971569"/>
                <a:gd name="connsiteX0" fmla="*/ 0 w 1780361"/>
                <a:gd name="connsiteY0" fmla="*/ 1737870 h 1971569"/>
                <a:gd name="connsiteX1" fmla="*/ 1231948 w 1780361"/>
                <a:gd name="connsiteY1" fmla="*/ 486943 h 1971569"/>
                <a:gd name="connsiteX2" fmla="*/ 832252 w 1780361"/>
                <a:gd name="connsiteY2" fmla="*/ 340775 h 1971569"/>
                <a:gd name="connsiteX3" fmla="*/ 1780361 w 1780361"/>
                <a:gd name="connsiteY3" fmla="*/ 0 h 1971569"/>
                <a:gd name="connsiteX4" fmla="*/ 1569890 w 1780361"/>
                <a:gd name="connsiteY4" fmla="*/ 844432 h 1971569"/>
                <a:gd name="connsiteX5" fmla="*/ 1395111 w 1780361"/>
                <a:gd name="connsiteY5" fmla="*/ 641893 h 1971569"/>
                <a:gd name="connsiteX6" fmla="*/ 476180 w 1780361"/>
                <a:gd name="connsiteY6" fmla="*/ 1971569 h 1971569"/>
                <a:gd name="connsiteX7" fmla="*/ 473347 w 1780361"/>
                <a:gd name="connsiteY7" fmla="*/ 1672434 h 1971569"/>
                <a:gd name="connsiteX8" fmla="*/ 0 w 1780361"/>
                <a:gd name="connsiteY8" fmla="*/ 1737870 h 1971569"/>
                <a:gd name="connsiteX0" fmla="*/ 0 w 1780361"/>
                <a:gd name="connsiteY0" fmla="*/ 1737870 h 1971569"/>
                <a:gd name="connsiteX1" fmla="*/ 1155748 w 1780361"/>
                <a:gd name="connsiteY1" fmla="*/ 486943 h 1971569"/>
                <a:gd name="connsiteX2" fmla="*/ 832252 w 1780361"/>
                <a:gd name="connsiteY2" fmla="*/ 340775 h 1971569"/>
                <a:gd name="connsiteX3" fmla="*/ 1780361 w 1780361"/>
                <a:gd name="connsiteY3" fmla="*/ 0 h 1971569"/>
                <a:gd name="connsiteX4" fmla="*/ 1569890 w 1780361"/>
                <a:gd name="connsiteY4" fmla="*/ 844432 h 1971569"/>
                <a:gd name="connsiteX5" fmla="*/ 1395111 w 1780361"/>
                <a:gd name="connsiteY5" fmla="*/ 641893 h 1971569"/>
                <a:gd name="connsiteX6" fmla="*/ 476180 w 1780361"/>
                <a:gd name="connsiteY6" fmla="*/ 1971569 h 1971569"/>
                <a:gd name="connsiteX7" fmla="*/ 473347 w 1780361"/>
                <a:gd name="connsiteY7" fmla="*/ 1672434 h 1971569"/>
                <a:gd name="connsiteX8" fmla="*/ 0 w 1780361"/>
                <a:gd name="connsiteY8" fmla="*/ 1737870 h 1971569"/>
                <a:gd name="connsiteX0" fmla="*/ 0 w 1704161"/>
                <a:gd name="connsiteY0" fmla="*/ 1737870 h 1971569"/>
                <a:gd name="connsiteX1" fmla="*/ 1155748 w 1704161"/>
                <a:gd name="connsiteY1" fmla="*/ 486943 h 1971569"/>
                <a:gd name="connsiteX2" fmla="*/ 832252 w 1704161"/>
                <a:gd name="connsiteY2" fmla="*/ 340775 h 1971569"/>
                <a:gd name="connsiteX3" fmla="*/ 1704161 w 1704161"/>
                <a:gd name="connsiteY3" fmla="*/ 0 h 1971569"/>
                <a:gd name="connsiteX4" fmla="*/ 1569890 w 1704161"/>
                <a:gd name="connsiteY4" fmla="*/ 844432 h 1971569"/>
                <a:gd name="connsiteX5" fmla="*/ 1395111 w 1704161"/>
                <a:gd name="connsiteY5" fmla="*/ 641893 h 1971569"/>
                <a:gd name="connsiteX6" fmla="*/ 476180 w 1704161"/>
                <a:gd name="connsiteY6" fmla="*/ 1971569 h 1971569"/>
                <a:gd name="connsiteX7" fmla="*/ 473347 w 1704161"/>
                <a:gd name="connsiteY7" fmla="*/ 1672434 h 1971569"/>
                <a:gd name="connsiteX8" fmla="*/ 0 w 1704161"/>
                <a:gd name="connsiteY8" fmla="*/ 1737870 h 1971569"/>
                <a:gd name="connsiteX0" fmla="*/ 0 w 1513230"/>
                <a:gd name="connsiteY0" fmla="*/ 1626116 h 1971569"/>
                <a:gd name="connsiteX1" fmla="*/ 964817 w 1513230"/>
                <a:gd name="connsiteY1" fmla="*/ 486943 h 1971569"/>
                <a:gd name="connsiteX2" fmla="*/ 641321 w 1513230"/>
                <a:gd name="connsiteY2" fmla="*/ 340775 h 1971569"/>
                <a:gd name="connsiteX3" fmla="*/ 1513230 w 1513230"/>
                <a:gd name="connsiteY3" fmla="*/ 0 h 1971569"/>
                <a:gd name="connsiteX4" fmla="*/ 1378959 w 1513230"/>
                <a:gd name="connsiteY4" fmla="*/ 844432 h 1971569"/>
                <a:gd name="connsiteX5" fmla="*/ 1204180 w 1513230"/>
                <a:gd name="connsiteY5" fmla="*/ 641893 h 1971569"/>
                <a:gd name="connsiteX6" fmla="*/ 285249 w 1513230"/>
                <a:gd name="connsiteY6" fmla="*/ 1971569 h 1971569"/>
                <a:gd name="connsiteX7" fmla="*/ 282416 w 1513230"/>
                <a:gd name="connsiteY7" fmla="*/ 1672434 h 1971569"/>
                <a:gd name="connsiteX8" fmla="*/ 0 w 1513230"/>
                <a:gd name="connsiteY8" fmla="*/ 1626116 h 1971569"/>
                <a:gd name="connsiteX0" fmla="*/ 0 w 1513230"/>
                <a:gd name="connsiteY0" fmla="*/ 1626116 h 1971569"/>
                <a:gd name="connsiteX1" fmla="*/ 964817 w 1513230"/>
                <a:gd name="connsiteY1" fmla="*/ 486943 h 1971569"/>
                <a:gd name="connsiteX2" fmla="*/ 641321 w 1513230"/>
                <a:gd name="connsiteY2" fmla="*/ 340775 h 1971569"/>
                <a:gd name="connsiteX3" fmla="*/ 1513230 w 1513230"/>
                <a:gd name="connsiteY3" fmla="*/ 0 h 1971569"/>
                <a:gd name="connsiteX4" fmla="*/ 1378959 w 1513230"/>
                <a:gd name="connsiteY4" fmla="*/ 844432 h 1971569"/>
                <a:gd name="connsiteX5" fmla="*/ 1204180 w 1513230"/>
                <a:gd name="connsiteY5" fmla="*/ 641893 h 1971569"/>
                <a:gd name="connsiteX6" fmla="*/ 285249 w 1513230"/>
                <a:gd name="connsiteY6" fmla="*/ 1971569 h 1971569"/>
                <a:gd name="connsiteX7" fmla="*/ 468803 w 1513230"/>
                <a:gd name="connsiteY7" fmla="*/ 1511537 h 1971569"/>
                <a:gd name="connsiteX8" fmla="*/ 0 w 1513230"/>
                <a:gd name="connsiteY8" fmla="*/ 1626116 h 1971569"/>
                <a:gd name="connsiteX0" fmla="*/ 0 w 1513230"/>
                <a:gd name="connsiteY0" fmla="*/ 1626116 h 1917415"/>
                <a:gd name="connsiteX1" fmla="*/ 964817 w 1513230"/>
                <a:gd name="connsiteY1" fmla="*/ 486943 h 1917415"/>
                <a:gd name="connsiteX2" fmla="*/ 641321 w 1513230"/>
                <a:gd name="connsiteY2" fmla="*/ 340775 h 1917415"/>
                <a:gd name="connsiteX3" fmla="*/ 1513230 w 1513230"/>
                <a:gd name="connsiteY3" fmla="*/ 0 h 1917415"/>
                <a:gd name="connsiteX4" fmla="*/ 1378959 w 1513230"/>
                <a:gd name="connsiteY4" fmla="*/ 844432 h 1917415"/>
                <a:gd name="connsiteX5" fmla="*/ 1204180 w 1513230"/>
                <a:gd name="connsiteY5" fmla="*/ 641893 h 1917415"/>
                <a:gd name="connsiteX6" fmla="*/ 456846 w 1513230"/>
                <a:gd name="connsiteY6" fmla="*/ 1917415 h 1917415"/>
                <a:gd name="connsiteX7" fmla="*/ 468803 w 1513230"/>
                <a:gd name="connsiteY7" fmla="*/ 1511537 h 1917415"/>
                <a:gd name="connsiteX8" fmla="*/ 0 w 1513230"/>
                <a:gd name="connsiteY8" fmla="*/ 1626116 h 1917415"/>
                <a:gd name="connsiteX0" fmla="*/ 0 w 1513230"/>
                <a:gd name="connsiteY0" fmla="*/ 1626116 h 1662049"/>
                <a:gd name="connsiteX1" fmla="*/ 964817 w 1513230"/>
                <a:gd name="connsiteY1" fmla="*/ 486943 h 1662049"/>
                <a:gd name="connsiteX2" fmla="*/ 641321 w 1513230"/>
                <a:gd name="connsiteY2" fmla="*/ 340775 h 1662049"/>
                <a:gd name="connsiteX3" fmla="*/ 1513230 w 1513230"/>
                <a:gd name="connsiteY3" fmla="*/ 0 h 1662049"/>
                <a:gd name="connsiteX4" fmla="*/ 1378959 w 1513230"/>
                <a:gd name="connsiteY4" fmla="*/ 844432 h 1662049"/>
                <a:gd name="connsiteX5" fmla="*/ 1204180 w 1513230"/>
                <a:gd name="connsiteY5" fmla="*/ 641893 h 1662049"/>
                <a:gd name="connsiteX6" fmla="*/ 748524 w 1513230"/>
                <a:gd name="connsiteY6" fmla="*/ 1659634 h 1662049"/>
                <a:gd name="connsiteX7" fmla="*/ 468803 w 1513230"/>
                <a:gd name="connsiteY7" fmla="*/ 1511537 h 1662049"/>
                <a:gd name="connsiteX8" fmla="*/ 0 w 1513230"/>
                <a:gd name="connsiteY8" fmla="*/ 1626116 h 1662049"/>
                <a:gd name="connsiteX0" fmla="*/ 117053 w 1217194"/>
                <a:gd name="connsiteY0" fmla="*/ 1277612 h 1662049"/>
                <a:gd name="connsiteX1" fmla="*/ 668781 w 1217194"/>
                <a:gd name="connsiteY1" fmla="*/ 486943 h 1662049"/>
                <a:gd name="connsiteX2" fmla="*/ 345285 w 1217194"/>
                <a:gd name="connsiteY2" fmla="*/ 340775 h 1662049"/>
                <a:gd name="connsiteX3" fmla="*/ 1217194 w 1217194"/>
                <a:gd name="connsiteY3" fmla="*/ 0 h 1662049"/>
                <a:gd name="connsiteX4" fmla="*/ 1082923 w 1217194"/>
                <a:gd name="connsiteY4" fmla="*/ 844432 h 1662049"/>
                <a:gd name="connsiteX5" fmla="*/ 908144 w 1217194"/>
                <a:gd name="connsiteY5" fmla="*/ 641893 h 1662049"/>
                <a:gd name="connsiteX6" fmla="*/ 452488 w 1217194"/>
                <a:gd name="connsiteY6" fmla="*/ 1659634 h 1662049"/>
                <a:gd name="connsiteX7" fmla="*/ 172767 w 1217194"/>
                <a:gd name="connsiteY7" fmla="*/ 1511537 h 1662049"/>
                <a:gd name="connsiteX8" fmla="*/ 117053 w 1217194"/>
                <a:gd name="connsiteY8" fmla="*/ 1277612 h 1662049"/>
                <a:gd name="connsiteX0" fmla="*/ 0 w 1100141"/>
                <a:gd name="connsiteY0" fmla="*/ 1277612 h 1659634"/>
                <a:gd name="connsiteX1" fmla="*/ 551728 w 1100141"/>
                <a:gd name="connsiteY1" fmla="*/ 486943 h 1659634"/>
                <a:gd name="connsiteX2" fmla="*/ 228232 w 1100141"/>
                <a:gd name="connsiteY2" fmla="*/ 340775 h 1659634"/>
                <a:gd name="connsiteX3" fmla="*/ 1100141 w 1100141"/>
                <a:gd name="connsiteY3" fmla="*/ 0 h 1659634"/>
                <a:gd name="connsiteX4" fmla="*/ 965870 w 1100141"/>
                <a:gd name="connsiteY4" fmla="*/ 844432 h 1659634"/>
                <a:gd name="connsiteX5" fmla="*/ 791091 w 1100141"/>
                <a:gd name="connsiteY5" fmla="*/ 641893 h 1659634"/>
                <a:gd name="connsiteX6" fmla="*/ 335435 w 1100141"/>
                <a:gd name="connsiteY6" fmla="*/ 1659634 h 1659634"/>
                <a:gd name="connsiteX7" fmla="*/ 302500 w 1100141"/>
                <a:gd name="connsiteY7" fmla="*/ 1272419 h 1659634"/>
                <a:gd name="connsiteX8" fmla="*/ 0 w 1100141"/>
                <a:gd name="connsiteY8" fmla="*/ 1277612 h 1659634"/>
                <a:gd name="connsiteX0" fmla="*/ 0 w 1100141"/>
                <a:gd name="connsiteY0" fmla="*/ 1277612 h 1659634"/>
                <a:gd name="connsiteX1" fmla="*/ 551728 w 1100141"/>
                <a:gd name="connsiteY1" fmla="*/ 486943 h 1659634"/>
                <a:gd name="connsiteX2" fmla="*/ 228232 w 1100141"/>
                <a:gd name="connsiteY2" fmla="*/ 340775 h 1659634"/>
                <a:gd name="connsiteX3" fmla="*/ 1100141 w 1100141"/>
                <a:gd name="connsiteY3" fmla="*/ 0 h 1659634"/>
                <a:gd name="connsiteX4" fmla="*/ 965870 w 1100141"/>
                <a:gd name="connsiteY4" fmla="*/ 844432 h 1659634"/>
                <a:gd name="connsiteX5" fmla="*/ 791091 w 1100141"/>
                <a:gd name="connsiteY5" fmla="*/ 641893 h 1659634"/>
                <a:gd name="connsiteX6" fmla="*/ 335435 w 1100141"/>
                <a:gd name="connsiteY6" fmla="*/ 1659634 h 1659634"/>
                <a:gd name="connsiteX7" fmla="*/ 302500 w 1100141"/>
                <a:gd name="connsiteY7" fmla="*/ 1272419 h 1659634"/>
                <a:gd name="connsiteX8" fmla="*/ 0 w 1100141"/>
                <a:gd name="connsiteY8" fmla="*/ 1277612 h 1659634"/>
                <a:gd name="connsiteX0" fmla="*/ 0 w 1100141"/>
                <a:gd name="connsiteY0" fmla="*/ 1277612 h 1659634"/>
                <a:gd name="connsiteX1" fmla="*/ 551728 w 1100141"/>
                <a:gd name="connsiteY1" fmla="*/ 486943 h 1659634"/>
                <a:gd name="connsiteX2" fmla="*/ 228232 w 1100141"/>
                <a:gd name="connsiteY2" fmla="*/ 340775 h 1659634"/>
                <a:gd name="connsiteX3" fmla="*/ 1100141 w 1100141"/>
                <a:gd name="connsiteY3" fmla="*/ 0 h 1659634"/>
                <a:gd name="connsiteX4" fmla="*/ 965870 w 1100141"/>
                <a:gd name="connsiteY4" fmla="*/ 844432 h 1659634"/>
                <a:gd name="connsiteX5" fmla="*/ 791091 w 1100141"/>
                <a:gd name="connsiteY5" fmla="*/ 641893 h 1659634"/>
                <a:gd name="connsiteX6" fmla="*/ 335435 w 1100141"/>
                <a:gd name="connsiteY6" fmla="*/ 1659634 h 1659634"/>
                <a:gd name="connsiteX7" fmla="*/ 302500 w 1100141"/>
                <a:gd name="connsiteY7" fmla="*/ 1272419 h 1659634"/>
                <a:gd name="connsiteX8" fmla="*/ 0 w 1100141"/>
                <a:gd name="connsiteY8" fmla="*/ 1277612 h 1659634"/>
                <a:gd name="connsiteX0" fmla="*/ 0 w 1100141"/>
                <a:gd name="connsiteY0" fmla="*/ 1277612 h 1659634"/>
                <a:gd name="connsiteX1" fmla="*/ 551728 w 1100141"/>
                <a:gd name="connsiteY1" fmla="*/ 486943 h 1659634"/>
                <a:gd name="connsiteX2" fmla="*/ 228232 w 1100141"/>
                <a:gd name="connsiteY2" fmla="*/ 340775 h 1659634"/>
                <a:gd name="connsiteX3" fmla="*/ 1100141 w 1100141"/>
                <a:gd name="connsiteY3" fmla="*/ 0 h 1659634"/>
                <a:gd name="connsiteX4" fmla="*/ 965870 w 1100141"/>
                <a:gd name="connsiteY4" fmla="*/ 844432 h 1659634"/>
                <a:gd name="connsiteX5" fmla="*/ 791091 w 1100141"/>
                <a:gd name="connsiteY5" fmla="*/ 641893 h 1659634"/>
                <a:gd name="connsiteX6" fmla="*/ 335435 w 1100141"/>
                <a:gd name="connsiteY6" fmla="*/ 1659634 h 1659634"/>
                <a:gd name="connsiteX7" fmla="*/ 302500 w 1100141"/>
                <a:gd name="connsiteY7" fmla="*/ 1272419 h 1659634"/>
                <a:gd name="connsiteX8" fmla="*/ 0 w 1100141"/>
                <a:gd name="connsiteY8" fmla="*/ 1277612 h 1659634"/>
                <a:gd name="connsiteX0" fmla="*/ 0 w 1100141"/>
                <a:gd name="connsiteY0" fmla="*/ 1277612 h 1659634"/>
                <a:gd name="connsiteX1" fmla="*/ 551728 w 1100141"/>
                <a:gd name="connsiteY1" fmla="*/ 486943 h 1659634"/>
                <a:gd name="connsiteX2" fmla="*/ 228232 w 1100141"/>
                <a:gd name="connsiteY2" fmla="*/ 340775 h 1659634"/>
                <a:gd name="connsiteX3" fmla="*/ 1100141 w 1100141"/>
                <a:gd name="connsiteY3" fmla="*/ 0 h 1659634"/>
                <a:gd name="connsiteX4" fmla="*/ 965870 w 1100141"/>
                <a:gd name="connsiteY4" fmla="*/ 844432 h 1659634"/>
                <a:gd name="connsiteX5" fmla="*/ 791091 w 1100141"/>
                <a:gd name="connsiteY5" fmla="*/ 641893 h 1659634"/>
                <a:gd name="connsiteX6" fmla="*/ 335435 w 1100141"/>
                <a:gd name="connsiteY6" fmla="*/ 1659634 h 1659634"/>
                <a:gd name="connsiteX7" fmla="*/ 302500 w 1100141"/>
                <a:gd name="connsiteY7" fmla="*/ 1272419 h 1659634"/>
                <a:gd name="connsiteX8" fmla="*/ 0 w 1100141"/>
                <a:gd name="connsiteY8" fmla="*/ 1277612 h 1659634"/>
                <a:gd name="connsiteX0" fmla="*/ 0 w 1100141"/>
                <a:gd name="connsiteY0" fmla="*/ 1277612 h 1659634"/>
                <a:gd name="connsiteX1" fmla="*/ 551728 w 1100141"/>
                <a:gd name="connsiteY1" fmla="*/ 486943 h 1659634"/>
                <a:gd name="connsiteX2" fmla="*/ 228232 w 1100141"/>
                <a:gd name="connsiteY2" fmla="*/ 340775 h 1659634"/>
                <a:gd name="connsiteX3" fmla="*/ 1100141 w 1100141"/>
                <a:gd name="connsiteY3" fmla="*/ 0 h 1659634"/>
                <a:gd name="connsiteX4" fmla="*/ 965870 w 1100141"/>
                <a:gd name="connsiteY4" fmla="*/ 844432 h 1659634"/>
                <a:gd name="connsiteX5" fmla="*/ 791091 w 1100141"/>
                <a:gd name="connsiteY5" fmla="*/ 641893 h 1659634"/>
                <a:gd name="connsiteX6" fmla="*/ 335435 w 1100141"/>
                <a:gd name="connsiteY6" fmla="*/ 1659634 h 1659634"/>
                <a:gd name="connsiteX7" fmla="*/ 302500 w 1100141"/>
                <a:gd name="connsiteY7" fmla="*/ 1272419 h 1659634"/>
                <a:gd name="connsiteX8" fmla="*/ 0 w 1100141"/>
                <a:gd name="connsiteY8" fmla="*/ 1277612 h 1659634"/>
                <a:gd name="connsiteX0" fmla="*/ 0 w 1100141"/>
                <a:gd name="connsiteY0" fmla="*/ 1277612 h 1659634"/>
                <a:gd name="connsiteX1" fmla="*/ 551728 w 1100141"/>
                <a:gd name="connsiteY1" fmla="*/ 486943 h 1659634"/>
                <a:gd name="connsiteX2" fmla="*/ 228232 w 1100141"/>
                <a:gd name="connsiteY2" fmla="*/ 340775 h 1659634"/>
                <a:gd name="connsiteX3" fmla="*/ 1100141 w 1100141"/>
                <a:gd name="connsiteY3" fmla="*/ 0 h 1659634"/>
                <a:gd name="connsiteX4" fmla="*/ 1019231 w 1100141"/>
                <a:gd name="connsiteY4" fmla="*/ 710102 h 1659634"/>
                <a:gd name="connsiteX5" fmla="*/ 791091 w 1100141"/>
                <a:gd name="connsiteY5" fmla="*/ 641893 h 1659634"/>
                <a:gd name="connsiteX6" fmla="*/ 335435 w 1100141"/>
                <a:gd name="connsiteY6" fmla="*/ 1659634 h 1659634"/>
                <a:gd name="connsiteX7" fmla="*/ 302500 w 1100141"/>
                <a:gd name="connsiteY7" fmla="*/ 1272419 h 1659634"/>
                <a:gd name="connsiteX8" fmla="*/ 0 w 1100141"/>
                <a:gd name="connsiteY8" fmla="*/ 1277612 h 1659634"/>
                <a:gd name="connsiteX0" fmla="*/ 0 w 1100141"/>
                <a:gd name="connsiteY0" fmla="*/ 1277612 h 1659634"/>
                <a:gd name="connsiteX1" fmla="*/ 551728 w 1100141"/>
                <a:gd name="connsiteY1" fmla="*/ 486943 h 1659634"/>
                <a:gd name="connsiteX2" fmla="*/ 228232 w 1100141"/>
                <a:gd name="connsiteY2" fmla="*/ 340775 h 1659634"/>
                <a:gd name="connsiteX3" fmla="*/ 1100141 w 1100141"/>
                <a:gd name="connsiteY3" fmla="*/ 0 h 1659634"/>
                <a:gd name="connsiteX4" fmla="*/ 1019231 w 1100141"/>
                <a:gd name="connsiteY4" fmla="*/ 710102 h 1659634"/>
                <a:gd name="connsiteX5" fmla="*/ 783685 w 1100141"/>
                <a:gd name="connsiteY5" fmla="*/ 553539 h 1659634"/>
                <a:gd name="connsiteX6" fmla="*/ 335435 w 1100141"/>
                <a:gd name="connsiteY6" fmla="*/ 1659634 h 1659634"/>
                <a:gd name="connsiteX7" fmla="*/ 302500 w 1100141"/>
                <a:gd name="connsiteY7" fmla="*/ 1272419 h 1659634"/>
                <a:gd name="connsiteX8" fmla="*/ 0 w 1100141"/>
                <a:gd name="connsiteY8" fmla="*/ 1277612 h 1659634"/>
                <a:gd name="connsiteX0" fmla="*/ 0 w 1100141"/>
                <a:gd name="connsiteY0" fmla="*/ 1277612 h 1659634"/>
                <a:gd name="connsiteX1" fmla="*/ 551728 w 1100141"/>
                <a:gd name="connsiteY1" fmla="*/ 486943 h 1659634"/>
                <a:gd name="connsiteX2" fmla="*/ 252011 w 1100141"/>
                <a:gd name="connsiteY2" fmla="*/ 419931 h 1659634"/>
                <a:gd name="connsiteX3" fmla="*/ 1100141 w 1100141"/>
                <a:gd name="connsiteY3" fmla="*/ 0 h 1659634"/>
                <a:gd name="connsiteX4" fmla="*/ 1019231 w 1100141"/>
                <a:gd name="connsiteY4" fmla="*/ 710102 h 1659634"/>
                <a:gd name="connsiteX5" fmla="*/ 783685 w 1100141"/>
                <a:gd name="connsiteY5" fmla="*/ 553539 h 1659634"/>
                <a:gd name="connsiteX6" fmla="*/ 335435 w 1100141"/>
                <a:gd name="connsiteY6" fmla="*/ 1659634 h 1659634"/>
                <a:gd name="connsiteX7" fmla="*/ 302500 w 1100141"/>
                <a:gd name="connsiteY7" fmla="*/ 1272419 h 1659634"/>
                <a:gd name="connsiteX8" fmla="*/ 0 w 1100141"/>
                <a:gd name="connsiteY8" fmla="*/ 1277612 h 1659634"/>
                <a:gd name="connsiteX0" fmla="*/ 0 w 1019231"/>
                <a:gd name="connsiteY0" fmla="*/ 1441524 h 1823546"/>
                <a:gd name="connsiteX1" fmla="*/ 551728 w 1019231"/>
                <a:gd name="connsiteY1" fmla="*/ 650855 h 1823546"/>
                <a:gd name="connsiteX2" fmla="*/ 252011 w 1019231"/>
                <a:gd name="connsiteY2" fmla="*/ 583843 h 1823546"/>
                <a:gd name="connsiteX3" fmla="*/ 940015 w 1019231"/>
                <a:gd name="connsiteY3" fmla="*/ 0 h 1823546"/>
                <a:gd name="connsiteX4" fmla="*/ 1019231 w 1019231"/>
                <a:gd name="connsiteY4" fmla="*/ 874014 h 1823546"/>
                <a:gd name="connsiteX5" fmla="*/ 783685 w 1019231"/>
                <a:gd name="connsiteY5" fmla="*/ 717451 h 1823546"/>
                <a:gd name="connsiteX6" fmla="*/ 335435 w 1019231"/>
                <a:gd name="connsiteY6" fmla="*/ 1823546 h 1823546"/>
                <a:gd name="connsiteX7" fmla="*/ 302500 w 1019231"/>
                <a:gd name="connsiteY7" fmla="*/ 1436331 h 1823546"/>
                <a:gd name="connsiteX8" fmla="*/ 0 w 1019231"/>
                <a:gd name="connsiteY8" fmla="*/ 1441524 h 1823546"/>
                <a:gd name="connsiteX0" fmla="*/ 0 w 1019231"/>
                <a:gd name="connsiteY0" fmla="*/ 1441524 h 1823546"/>
                <a:gd name="connsiteX1" fmla="*/ 551728 w 1019231"/>
                <a:gd name="connsiteY1" fmla="*/ 650855 h 1823546"/>
                <a:gd name="connsiteX2" fmla="*/ 252011 w 1019231"/>
                <a:gd name="connsiteY2" fmla="*/ 583843 h 1823546"/>
                <a:gd name="connsiteX3" fmla="*/ 940015 w 1019231"/>
                <a:gd name="connsiteY3" fmla="*/ 0 h 1823546"/>
                <a:gd name="connsiteX4" fmla="*/ 1019231 w 1019231"/>
                <a:gd name="connsiteY4" fmla="*/ 874014 h 1823546"/>
                <a:gd name="connsiteX5" fmla="*/ 783685 w 1019231"/>
                <a:gd name="connsiteY5" fmla="*/ 717451 h 1823546"/>
                <a:gd name="connsiteX6" fmla="*/ 335435 w 1019231"/>
                <a:gd name="connsiteY6" fmla="*/ 1823546 h 1823546"/>
                <a:gd name="connsiteX7" fmla="*/ 302500 w 1019231"/>
                <a:gd name="connsiteY7" fmla="*/ 1436331 h 1823546"/>
                <a:gd name="connsiteX8" fmla="*/ 0 w 1019231"/>
                <a:gd name="connsiteY8" fmla="*/ 1441524 h 1823546"/>
                <a:gd name="connsiteX0" fmla="*/ 0 w 1019231"/>
                <a:gd name="connsiteY0" fmla="*/ 1441524 h 1823546"/>
                <a:gd name="connsiteX1" fmla="*/ 551728 w 1019231"/>
                <a:gd name="connsiteY1" fmla="*/ 650855 h 1823546"/>
                <a:gd name="connsiteX2" fmla="*/ 252011 w 1019231"/>
                <a:gd name="connsiteY2" fmla="*/ 583843 h 1823546"/>
                <a:gd name="connsiteX3" fmla="*/ 940015 w 1019231"/>
                <a:gd name="connsiteY3" fmla="*/ 0 h 1823546"/>
                <a:gd name="connsiteX4" fmla="*/ 1019231 w 1019231"/>
                <a:gd name="connsiteY4" fmla="*/ 874014 h 1823546"/>
                <a:gd name="connsiteX5" fmla="*/ 783685 w 1019231"/>
                <a:gd name="connsiteY5" fmla="*/ 717451 h 1823546"/>
                <a:gd name="connsiteX6" fmla="*/ 335435 w 1019231"/>
                <a:gd name="connsiteY6" fmla="*/ 1823546 h 1823546"/>
                <a:gd name="connsiteX7" fmla="*/ 302500 w 1019231"/>
                <a:gd name="connsiteY7" fmla="*/ 1436331 h 1823546"/>
                <a:gd name="connsiteX8" fmla="*/ 0 w 1019231"/>
                <a:gd name="connsiteY8" fmla="*/ 1441524 h 1823546"/>
                <a:gd name="connsiteX0" fmla="*/ 0 w 1019231"/>
                <a:gd name="connsiteY0" fmla="*/ 1441524 h 1823546"/>
                <a:gd name="connsiteX1" fmla="*/ 551728 w 1019231"/>
                <a:gd name="connsiteY1" fmla="*/ 650855 h 1823546"/>
                <a:gd name="connsiteX2" fmla="*/ 252011 w 1019231"/>
                <a:gd name="connsiteY2" fmla="*/ 583843 h 1823546"/>
                <a:gd name="connsiteX3" fmla="*/ 940015 w 1019231"/>
                <a:gd name="connsiteY3" fmla="*/ 0 h 1823546"/>
                <a:gd name="connsiteX4" fmla="*/ 1019231 w 1019231"/>
                <a:gd name="connsiteY4" fmla="*/ 874014 h 1823546"/>
                <a:gd name="connsiteX5" fmla="*/ 783685 w 1019231"/>
                <a:gd name="connsiteY5" fmla="*/ 717451 h 1823546"/>
                <a:gd name="connsiteX6" fmla="*/ 335435 w 1019231"/>
                <a:gd name="connsiteY6" fmla="*/ 1823546 h 1823546"/>
                <a:gd name="connsiteX7" fmla="*/ 302500 w 1019231"/>
                <a:gd name="connsiteY7" fmla="*/ 1436331 h 1823546"/>
                <a:gd name="connsiteX8" fmla="*/ 0 w 1019231"/>
                <a:gd name="connsiteY8" fmla="*/ 1441524 h 1823546"/>
                <a:gd name="connsiteX0" fmla="*/ 0 w 1019231"/>
                <a:gd name="connsiteY0" fmla="*/ 1441524 h 1823546"/>
                <a:gd name="connsiteX1" fmla="*/ 551728 w 1019231"/>
                <a:gd name="connsiteY1" fmla="*/ 650855 h 1823546"/>
                <a:gd name="connsiteX2" fmla="*/ 252011 w 1019231"/>
                <a:gd name="connsiteY2" fmla="*/ 583843 h 1823546"/>
                <a:gd name="connsiteX3" fmla="*/ 940015 w 1019231"/>
                <a:gd name="connsiteY3" fmla="*/ 0 h 1823546"/>
                <a:gd name="connsiteX4" fmla="*/ 1019231 w 1019231"/>
                <a:gd name="connsiteY4" fmla="*/ 874014 h 1823546"/>
                <a:gd name="connsiteX5" fmla="*/ 783685 w 1019231"/>
                <a:gd name="connsiteY5" fmla="*/ 717451 h 1823546"/>
                <a:gd name="connsiteX6" fmla="*/ 335435 w 1019231"/>
                <a:gd name="connsiteY6" fmla="*/ 1823546 h 1823546"/>
                <a:gd name="connsiteX7" fmla="*/ 302500 w 1019231"/>
                <a:gd name="connsiteY7" fmla="*/ 1436331 h 1823546"/>
                <a:gd name="connsiteX8" fmla="*/ 0 w 1019231"/>
                <a:gd name="connsiteY8" fmla="*/ 1441524 h 1823546"/>
                <a:gd name="connsiteX0" fmla="*/ 0 w 1019231"/>
                <a:gd name="connsiteY0" fmla="*/ 1441524 h 1823546"/>
                <a:gd name="connsiteX1" fmla="*/ 551728 w 1019231"/>
                <a:gd name="connsiteY1" fmla="*/ 650855 h 1823546"/>
                <a:gd name="connsiteX2" fmla="*/ 252011 w 1019231"/>
                <a:gd name="connsiteY2" fmla="*/ 583843 h 1823546"/>
                <a:gd name="connsiteX3" fmla="*/ 940015 w 1019231"/>
                <a:gd name="connsiteY3" fmla="*/ 0 h 1823546"/>
                <a:gd name="connsiteX4" fmla="*/ 818548 w 1019231"/>
                <a:gd name="connsiteY4" fmla="*/ 122494 h 1823546"/>
                <a:gd name="connsiteX5" fmla="*/ 1019231 w 1019231"/>
                <a:gd name="connsiteY5" fmla="*/ 874014 h 1823546"/>
                <a:gd name="connsiteX6" fmla="*/ 783685 w 1019231"/>
                <a:gd name="connsiteY6" fmla="*/ 717451 h 1823546"/>
                <a:gd name="connsiteX7" fmla="*/ 335435 w 1019231"/>
                <a:gd name="connsiteY7" fmla="*/ 1823546 h 1823546"/>
                <a:gd name="connsiteX8" fmla="*/ 302500 w 1019231"/>
                <a:gd name="connsiteY8" fmla="*/ 1436331 h 1823546"/>
                <a:gd name="connsiteX9" fmla="*/ 0 w 1019231"/>
                <a:gd name="connsiteY9" fmla="*/ 1441524 h 1823546"/>
                <a:gd name="connsiteX0" fmla="*/ 0 w 1019231"/>
                <a:gd name="connsiteY0" fmla="*/ 1319030 h 1701052"/>
                <a:gd name="connsiteX1" fmla="*/ 551728 w 1019231"/>
                <a:gd name="connsiteY1" fmla="*/ 528361 h 1701052"/>
                <a:gd name="connsiteX2" fmla="*/ 252011 w 1019231"/>
                <a:gd name="connsiteY2" fmla="*/ 461349 h 1701052"/>
                <a:gd name="connsiteX3" fmla="*/ 499329 w 1019231"/>
                <a:gd name="connsiteY3" fmla="*/ 235033 h 1701052"/>
                <a:gd name="connsiteX4" fmla="*/ 818548 w 1019231"/>
                <a:gd name="connsiteY4" fmla="*/ 0 h 1701052"/>
                <a:gd name="connsiteX5" fmla="*/ 1019231 w 1019231"/>
                <a:gd name="connsiteY5" fmla="*/ 751520 h 1701052"/>
                <a:gd name="connsiteX6" fmla="*/ 783685 w 1019231"/>
                <a:gd name="connsiteY6" fmla="*/ 594957 h 1701052"/>
                <a:gd name="connsiteX7" fmla="*/ 335435 w 1019231"/>
                <a:gd name="connsiteY7" fmla="*/ 1701052 h 1701052"/>
                <a:gd name="connsiteX8" fmla="*/ 302500 w 1019231"/>
                <a:gd name="connsiteY8" fmla="*/ 1313837 h 1701052"/>
                <a:gd name="connsiteX9" fmla="*/ 0 w 1019231"/>
                <a:gd name="connsiteY9" fmla="*/ 1319030 h 1701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19231" h="1701052">
                  <a:moveTo>
                    <a:pt x="0" y="1319030"/>
                  </a:moveTo>
                  <a:cubicBezTo>
                    <a:pt x="202116" y="1171244"/>
                    <a:pt x="471587" y="738581"/>
                    <a:pt x="551728" y="528361"/>
                  </a:cubicBezTo>
                  <a:lnTo>
                    <a:pt x="252011" y="461349"/>
                  </a:lnTo>
                  <a:lnTo>
                    <a:pt x="499329" y="235033"/>
                  </a:lnTo>
                  <a:lnTo>
                    <a:pt x="818548" y="0"/>
                  </a:lnTo>
                  <a:lnTo>
                    <a:pt x="1019231" y="751520"/>
                  </a:lnTo>
                  <a:lnTo>
                    <a:pt x="783685" y="594957"/>
                  </a:lnTo>
                  <a:cubicBezTo>
                    <a:pt x="706766" y="975767"/>
                    <a:pt x="653076" y="1241963"/>
                    <a:pt x="335435" y="1701052"/>
                  </a:cubicBezTo>
                  <a:cubicBezTo>
                    <a:pt x="334491" y="1550540"/>
                    <a:pt x="303444" y="1464349"/>
                    <a:pt x="302500" y="1313837"/>
                  </a:cubicBezTo>
                  <a:cubicBezTo>
                    <a:pt x="171149" y="1290054"/>
                    <a:pt x="152285" y="1307847"/>
                    <a:pt x="0" y="1319030"/>
                  </a:cubicBezTo>
                  <a:close/>
                </a:path>
              </a:pathLst>
            </a:custGeom>
            <a:gradFill flip="none" rotWithShape="1">
              <a:gsLst>
                <a:gs pos="0">
                  <a:srgbClr val="00B0F0">
                    <a:tint val="66000"/>
                    <a:satMod val="160000"/>
                    <a:alpha val="24000"/>
                  </a:srgbClr>
                </a:gs>
                <a:gs pos="50000">
                  <a:srgbClr val="00B0F0">
                    <a:tint val="44500"/>
                    <a:satMod val="160000"/>
                    <a:alpha val="17000"/>
                  </a:srgbClr>
                </a:gs>
                <a:gs pos="100000">
                  <a:srgbClr val="00B0F0">
                    <a:tint val="23500"/>
                    <a:satMod val="160000"/>
                    <a:alpha val="0"/>
                  </a:srgbClr>
                </a:gs>
              </a:gsLst>
              <a:lin ang="10800000" scaled="1"/>
              <a:tileRect/>
            </a:gradFill>
            <a:ln>
              <a:noFill/>
              <a:headEnd type="none" w="med" len="med"/>
              <a:tailEnd type="none" w="med" len="med"/>
            </a:ln>
            <a:effectLst/>
            <a:scene3d>
              <a:camera prst="orthographicFront" fov="0">
                <a:rot lat="0" lon="0" rev="0"/>
              </a:camera>
              <a:lightRig rig="glow" dir="t">
                <a:rot lat="0" lon="0" rev="6360000"/>
              </a:lightRig>
            </a:scene3d>
          </p:spPr>
          <p:style>
            <a:lnRef idx="0">
              <a:schemeClr val="dk1"/>
            </a:lnRef>
            <a:fillRef idx="3">
              <a:schemeClr val="dk1"/>
            </a:fillRef>
            <a:effectRef idx="3">
              <a:schemeClr val="dk1"/>
            </a:effectRef>
            <a:fontRef idx="minor">
              <a:schemeClr val="lt1"/>
            </a:fontRef>
          </p:style>
          <p:txBody>
            <a:bodyPr lIns="91436" tIns="45718" rIns="91436" bIns="45718" anchor="ctr"/>
            <a:lstStyle/>
            <a:p>
              <a:pPr algn="ctr" defTabSz="914099">
                <a:defRPr/>
              </a:pPr>
              <a:endParaRPr lang="en-US" dirty="0">
                <a:solidFill>
                  <a:srgbClr val="FFFFFF"/>
                </a:solidFill>
                <a:effectLst>
                  <a:outerShdw blurRad="38100" dist="38100" dir="2700000" algn="tl">
                    <a:srgbClr val="000000">
                      <a:alpha val="43137"/>
                    </a:srgbClr>
                  </a:outerShdw>
                </a:effectLst>
                <a:latin typeface="Segoe" pitchFamily="34" charset="0"/>
              </a:endParaRPr>
            </a:p>
          </p:txBody>
        </p:sp>
        <p:sp>
          <p:nvSpPr>
            <p:cNvPr id="15" name="Rounded Rectangle 14"/>
            <p:cNvSpPr/>
            <p:nvPr/>
          </p:nvSpPr>
          <p:spPr>
            <a:xfrm>
              <a:off x="6172200" y="4724400"/>
              <a:ext cx="2057400" cy="1905000"/>
            </a:xfrm>
            <a:prstGeom prst="roundRect">
              <a:avLst>
                <a:gd name="adj" fmla="val 10572"/>
              </a:avLst>
            </a:prstGeom>
            <a:solidFill>
              <a:srgbClr val="00B050"/>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solidFill>
                  <a:schemeClr val="bg1"/>
                </a:solidFill>
              </a:endParaRPr>
            </a:p>
          </p:txBody>
        </p:sp>
        <p:sp>
          <p:nvSpPr>
            <p:cNvPr id="16" name="Rectangle 15"/>
            <p:cNvSpPr/>
            <p:nvPr/>
          </p:nvSpPr>
          <p:spPr>
            <a:xfrm>
              <a:off x="6172434" y="4724593"/>
              <a:ext cx="1265094" cy="461916"/>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Fabrikam</a:t>
              </a:r>
              <a:endParaRPr lang="en-US" sz="2400" spc="-150" dirty="0">
                <a:solidFill>
                  <a:schemeClr val="bg1"/>
                </a:solidFill>
                <a:latin typeface="Segoe UI" pitchFamily="34" charset="0"/>
                <a:cs typeface="Segoe UI" pitchFamily="34" charset="0"/>
              </a:endParaRPr>
            </a:p>
          </p:txBody>
        </p:sp>
        <p:sp>
          <p:nvSpPr>
            <p:cNvPr id="73746" name="Rectangle 27"/>
            <p:cNvSpPr>
              <a:spLocks noChangeArrowheads="1"/>
            </p:cNvSpPr>
            <p:nvPr/>
          </p:nvSpPr>
          <p:spPr bwMode="auto">
            <a:xfrm>
              <a:off x="6450117" y="6031468"/>
              <a:ext cx="941283" cy="369332"/>
            </a:xfrm>
            <a:prstGeom prst="rect">
              <a:avLst/>
            </a:prstGeom>
            <a:noFill/>
            <a:ln w="9525">
              <a:noFill/>
              <a:miter lim="800000"/>
              <a:headEnd/>
              <a:tailEnd/>
            </a:ln>
          </p:spPr>
          <p:txBody>
            <a:bodyPr wrap="none">
              <a:spAutoFit/>
            </a:bodyPr>
            <a:lstStyle/>
            <a:p>
              <a:r>
                <a:rPr lang="en-US">
                  <a:latin typeface="Calibri" pitchFamily="34" charset="0"/>
                </a:rPr>
                <a:t>Francis</a:t>
              </a:r>
            </a:p>
          </p:txBody>
        </p:sp>
        <p:sp>
          <p:nvSpPr>
            <p:cNvPr id="73747" name="Rectangle 32"/>
            <p:cNvSpPr>
              <a:spLocks noChangeArrowheads="1"/>
            </p:cNvSpPr>
            <p:nvPr/>
          </p:nvSpPr>
          <p:spPr bwMode="auto">
            <a:xfrm>
              <a:off x="6858000" y="5410200"/>
              <a:ext cx="505267" cy="369332"/>
            </a:xfrm>
            <a:prstGeom prst="rect">
              <a:avLst/>
            </a:prstGeom>
            <a:noFill/>
            <a:ln w="9525">
              <a:noFill/>
              <a:miter lim="800000"/>
              <a:headEnd/>
              <a:tailEnd/>
            </a:ln>
          </p:spPr>
          <p:txBody>
            <a:bodyPr wrap="none">
              <a:spAutoFit/>
            </a:bodyPr>
            <a:lstStyle/>
            <a:p>
              <a:r>
                <a:rPr lang="en-US">
                  <a:latin typeface="Calibri" pitchFamily="34" charset="0"/>
                </a:rPr>
                <a:t>AD</a:t>
              </a:r>
            </a:p>
          </p:txBody>
        </p:sp>
        <p:pic>
          <p:nvPicPr>
            <p:cNvPr id="73748" name="Picture 3" descr="D:\DVD_ART34\Artwork_Imagery\Icons - Illustrations\_eHOME ICONS\laptop notebook pc mobility.png"/>
            <p:cNvPicPr>
              <a:picLocks noChangeAspect="1" noChangeArrowheads="1"/>
            </p:cNvPicPr>
            <p:nvPr/>
          </p:nvPicPr>
          <p:blipFill>
            <a:blip r:embed="rId10"/>
            <a:srcRect/>
            <a:stretch>
              <a:fillRect/>
            </a:stretch>
          </p:blipFill>
          <p:spPr bwMode="auto">
            <a:xfrm flipH="1">
              <a:off x="7315200" y="6019800"/>
              <a:ext cx="596574" cy="463847"/>
            </a:xfrm>
            <a:prstGeom prst="rect">
              <a:avLst/>
            </a:prstGeom>
            <a:noFill/>
            <a:ln w="9525">
              <a:noFill/>
              <a:miter lim="800000"/>
              <a:headEnd/>
              <a:tailEnd/>
            </a:ln>
          </p:spPr>
        </p:pic>
        <p:pic>
          <p:nvPicPr>
            <p:cNvPr id="73749" name="Picture 7" descr="D:\DVD_ART34\Artwork_Imagery\Icons - Illustrations\_eHOME ICONS\Supercomputer servers super computer 2.png"/>
            <p:cNvPicPr>
              <a:picLocks noChangeAspect="1" noChangeArrowheads="1"/>
            </p:cNvPicPr>
            <p:nvPr/>
          </p:nvPicPr>
          <p:blipFill>
            <a:blip r:embed="rId7"/>
            <a:srcRect/>
            <a:stretch>
              <a:fillRect/>
            </a:stretch>
          </p:blipFill>
          <p:spPr bwMode="auto">
            <a:xfrm>
              <a:off x="7391400" y="4953000"/>
              <a:ext cx="627724" cy="833591"/>
            </a:xfrm>
            <a:prstGeom prst="rect">
              <a:avLst/>
            </a:prstGeom>
            <a:noFill/>
            <a:ln w="9525">
              <a:noFill/>
              <a:miter lim="800000"/>
              <a:headEnd/>
              <a:tailEnd/>
            </a:ln>
          </p:spPr>
        </p:pic>
        <p:pic>
          <p:nvPicPr>
            <p:cNvPr id="73750" name="Picture 12" descr="D:\DVD_ART34\Artwork_Imagery\Icons - Illustrations\Misc\bricks fire wall firewall secure security.png"/>
            <p:cNvPicPr>
              <a:picLocks noChangeAspect="1" noChangeArrowheads="1"/>
            </p:cNvPicPr>
            <p:nvPr/>
          </p:nvPicPr>
          <p:blipFill>
            <a:blip r:embed="rId9"/>
            <a:srcRect/>
            <a:stretch>
              <a:fillRect/>
            </a:stretch>
          </p:blipFill>
          <p:spPr bwMode="auto">
            <a:xfrm>
              <a:off x="6096000" y="4953000"/>
              <a:ext cx="421714" cy="1676400"/>
            </a:xfrm>
            <a:prstGeom prst="rect">
              <a:avLst/>
            </a:prstGeom>
            <a:noFill/>
            <a:ln w="9525">
              <a:noFill/>
              <a:miter lim="800000"/>
              <a:headEnd/>
              <a:tailEnd/>
            </a:ln>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2000"/>
                                        <p:tgtEl>
                                          <p:spTgt spid="50"/>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fade">
                                      <p:cBhvr>
                                        <p:cTn id="11" dur="2000"/>
                                        <p:tgtEl>
                                          <p:spTgt spid="54"/>
                                        </p:tgtEl>
                                      </p:cBhvr>
                                    </p:animEffect>
                                  </p:childTnLst>
                                </p:cTn>
                              </p:par>
                            </p:childTnLst>
                          </p:cTn>
                        </p:par>
                        <p:par>
                          <p:cTn id="12" fill="hold">
                            <p:stCondLst>
                              <p:cond delay="4000"/>
                            </p:stCondLst>
                            <p:childTnLst>
                              <p:par>
                                <p:cTn id="13" presetID="10" presetClass="entr" presetSubtype="0" fill="hold" nodeType="afterEffect">
                                  <p:stCondLst>
                                    <p:cond delay="0"/>
                                  </p:stCondLst>
                                  <p:childTnLst>
                                    <p:set>
                                      <p:cBhvr>
                                        <p:cTn id="14" dur="1" fill="hold">
                                          <p:stCondLst>
                                            <p:cond delay="0"/>
                                          </p:stCondLst>
                                        </p:cTn>
                                        <p:tgtEl>
                                          <p:spTgt spid="55"/>
                                        </p:tgtEl>
                                        <p:attrNameLst>
                                          <p:attrName>style.visibility</p:attrName>
                                        </p:attrNameLst>
                                      </p:cBhvr>
                                      <p:to>
                                        <p:strVal val="visible"/>
                                      </p:to>
                                    </p:set>
                                    <p:animEffect transition="in" filter="fade">
                                      <p:cBhvr>
                                        <p:cTn id="15" dur="20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pPr defTabSz="914363" fontAlgn="auto">
              <a:spcAft>
                <a:spcPts val="0"/>
              </a:spcAft>
              <a:defRPr/>
            </a:pPr>
            <a:r>
              <a:rPr dirty="0" smtClean="0"/>
              <a:t>IDENTITY AND ACCESS Control</a:t>
            </a:r>
            <a:endParaRPr dirty="0"/>
          </a:p>
        </p:txBody>
      </p:sp>
      <p:sp>
        <p:nvSpPr>
          <p:cNvPr id="75778" name="Slide Number Placeholder 3"/>
          <p:cNvSpPr>
            <a:spLocks noGrp="1"/>
          </p:cNvSpPr>
          <p:nvPr>
            <p:ph type="sldNum" sz="quarter" idx="11"/>
          </p:nvPr>
        </p:nvSpPr>
        <p:spPr bwMode="auto">
          <a:noFill/>
          <a:ln>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fld id="{61B18BA6-304F-45C3-A7A6-82F854E8C57A}" type="slidenum">
              <a:rPr lang="en-US"/>
              <a:pPr fontAlgn="base">
                <a:spcBef>
                  <a:spcPct val="0"/>
                </a:spcBef>
                <a:spcAft>
                  <a:spcPct val="0"/>
                </a:spcAft>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ounded Rectangle 33"/>
          <p:cNvSpPr/>
          <p:nvPr/>
        </p:nvSpPr>
        <p:spPr>
          <a:xfrm>
            <a:off x="2306940" y="3200400"/>
            <a:ext cx="2271486" cy="2133600"/>
          </a:xfrm>
          <a:prstGeom prst="roundRect">
            <a:avLst>
              <a:gd name="adj" fmla="val 12302"/>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p>
        </p:txBody>
      </p:sp>
      <p:sp>
        <p:nvSpPr>
          <p:cNvPr id="11" name="Rectangle 10"/>
          <p:cNvSpPr/>
          <p:nvPr/>
        </p:nvSpPr>
        <p:spPr>
          <a:xfrm>
            <a:off x="2382838" y="3276600"/>
            <a:ext cx="1017587"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Litware</a:t>
            </a:r>
          </a:p>
        </p:txBody>
      </p:sp>
      <p:grpSp>
        <p:nvGrpSpPr>
          <p:cNvPr id="77829" name="Group 49"/>
          <p:cNvGrpSpPr>
            <a:grpSpLocks/>
          </p:cNvGrpSpPr>
          <p:nvPr/>
        </p:nvGrpSpPr>
        <p:grpSpPr bwMode="auto">
          <a:xfrm>
            <a:off x="7086600" y="381000"/>
            <a:ext cx="1524000" cy="990600"/>
            <a:chOff x="6128670" y="526197"/>
            <a:chExt cx="1524000" cy="990600"/>
          </a:xfrm>
        </p:grpSpPr>
        <p:sp>
          <p:nvSpPr>
            <p:cNvPr id="12" name="Rounded Rectangle 11"/>
            <p:cNvSpPr/>
            <p:nvPr/>
          </p:nvSpPr>
          <p:spPr>
            <a:xfrm>
              <a:off x="6128670" y="526197"/>
              <a:ext cx="1524000" cy="990600"/>
            </a:xfrm>
            <a:prstGeom prst="roundRect">
              <a:avLst/>
            </a:prstGeom>
            <a:solidFill>
              <a:srgbClr val="00B050"/>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p>
          </p:txBody>
        </p:sp>
        <p:sp>
          <p:nvSpPr>
            <p:cNvPr id="14" name="Rectangle 13"/>
            <p:cNvSpPr/>
            <p:nvPr/>
          </p:nvSpPr>
          <p:spPr>
            <a:xfrm>
              <a:off x="6144545" y="610335"/>
              <a:ext cx="1479550" cy="830262"/>
            </a:xfrm>
            <a:prstGeom prst="rect">
              <a:avLst/>
            </a:prstGeom>
            <a:solidFill>
              <a:srgbClr val="00B050"/>
            </a:solidFill>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Adventure </a:t>
              </a:r>
              <a:br>
                <a:rPr lang="en-US" sz="2400" spc="-150" dirty="0">
                  <a:solidFill>
                    <a:schemeClr val="bg1"/>
                  </a:solidFill>
                  <a:latin typeface="Segoe UI" pitchFamily="34" charset="0"/>
                  <a:cs typeface="Segoe UI" pitchFamily="34" charset="0"/>
                </a:rPr>
              </a:br>
              <a:r>
                <a:rPr lang="en-US" sz="2400" spc="-150" dirty="0">
                  <a:solidFill>
                    <a:schemeClr val="bg1"/>
                  </a:solidFill>
                  <a:latin typeface="Segoe UI" pitchFamily="34" charset="0"/>
                  <a:cs typeface="Segoe UI" pitchFamily="34" charset="0"/>
                </a:rPr>
                <a:t>   Works</a:t>
              </a:r>
              <a:endParaRPr lang="en-US" sz="2400" spc="-150" dirty="0">
                <a:solidFill>
                  <a:schemeClr val="bg1"/>
                </a:solidFill>
                <a:latin typeface="Segoe UI" pitchFamily="34" charset="0"/>
                <a:cs typeface="Segoe UI" pitchFamily="34" charset="0"/>
              </a:endParaRPr>
            </a:p>
          </p:txBody>
        </p:sp>
      </p:grpSp>
      <p:sp>
        <p:nvSpPr>
          <p:cNvPr id="77830" name="Rectangle 47"/>
          <p:cNvSpPr>
            <a:spLocks noChangeArrowheads="1"/>
          </p:cNvSpPr>
          <p:nvPr/>
        </p:nvSpPr>
        <p:spPr bwMode="auto">
          <a:xfrm>
            <a:off x="2840038" y="5029200"/>
            <a:ext cx="1471612" cy="276225"/>
          </a:xfrm>
          <a:prstGeom prst="rect">
            <a:avLst/>
          </a:prstGeom>
          <a:noFill/>
          <a:ln w="9525">
            <a:noFill/>
            <a:miter lim="800000"/>
            <a:headEnd/>
            <a:tailEnd/>
          </a:ln>
        </p:spPr>
        <p:txBody>
          <a:bodyPr wrap="none">
            <a:spAutoFit/>
          </a:bodyPr>
          <a:lstStyle/>
          <a:p>
            <a:r>
              <a:rPr lang="en-US" sz="1200">
                <a:latin typeface="Calibri" pitchFamily="34" charset="0"/>
              </a:rPr>
              <a:t>Hosted at Rackspace</a:t>
            </a:r>
          </a:p>
        </p:txBody>
      </p:sp>
      <p:pic>
        <p:nvPicPr>
          <p:cNvPr id="77831" name="Picture 2" descr="D:\DVD_ART34\Artwork_Imagery\Icons - Illustrations\_eHOME ICONS\dense servers tall rack.png"/>
          <p:cNvPicPr>
            <a:picLocks noChangeAspect="1" noChangeArrowheads="1"/>
          </p:cNvPicPr>
          <p:nvPr/>
        </p:nvPicPr>
        <p:blipFill>
          <a:blip r:embed="rId3"/>
          <a:srcRect/>
          <a:stretch>
            <a:fillRect/>
          </a:stretch>
        </p:blipFill>
        <p:spPr bwMode="auto">
          <a:xfrm>
            <a:off x="3678238" y="3810000"/>
            <a:ext cx="609600" cy="1050925"/>
          </a:xfrm>
          <a:prstGeom prst="rect">
            <a:avLst/>
          </a:prstGeom>
          <a:noFill/>
          <a:ln w="9525">
            <a:noFill/>
            <a:miter lim="800000"/>
            <a:headEnd/>
            <a:tailEnd/>
          </a:ln>
        </p:spPr>
      </p:pic>
      <p:grpSp>
        <p:nvGrpSpPr>
          <p:cNvPr id="7" name="Group 56"/>
          <p:cNvGrpSpPr>
            <a:grpSpLocks/>
          </p:cNvGrpSpPr>
          <p:nvPr/>
        </p:nvGrpSpPr>
        <p:grpSpPr bwMode="auto">
          <a:xfrm>
            <a:off x="152400" y="3200400"/>
            <a:ext cx="2136775" cy="1055688"/>
            <a:chOff x="152400" y="3200400"/>
            <a:chExt cx="2136803" cy="1055132"/>
          </a:xfrm>
        </p:grpSpPr>
        <p:sp>
          <p:nvSpPr>
            <p:cNvPr id="77897" name="Rectangle 35"/>
            <p:cNvSpPr>
              <a:spLocks noChangeArrowheads="1"/>
            </p:cNvSpPr>
            <p:nvPr/>
          </p:nvSpPr>
          <p:spPr bwMode="auto">
            <a:xfrm>
              <a:off x="152400" y="3886200"/>
              <a:ext cx="2136803" cy="369332"/>
            </a:xfrm>
            <a:prstGeom prst="rect">
              <a:avLst/>
            </a:prstGeom>
            <a:noFill/>
            <a:ln w="9525">
              <a:noFill/>
              <a:miter lim="800000"/>
              <a:headEnd/>
              <a:tailEnd/>
            </a:ln>
          </p:spPr>
          <p:txBody>
            <a:bodyPr wrap="none">
              <a:spAutoFit/>
            </a:bodyPr>
            <a:lstStyle/>
            <a:p>
              <a:r>
                <a:rPr lang="en-US">
                  <a:latin typeface="Calibri" pitchFamily="34" charset="0"/>
                </a:rPr>
                <a:t>Sandy@hotmail.com</a:t>
              </a:r>
            </a:p>
          </p:txBody>
        </p:sp>
        <p:pic>
          <p:nvPicPr>
            <p:cNvPr id="77898" name="Picture 3" descr="D:\DVD_ART34\Artwork_Imagery\Icons - Illustrations\_eHOME ICONS\laptop notebook pc mobility.png"/>
            <p:cNvPicPr>
              <a:picLocks noChangeAspect="1" noChangeArrowheads="1"/>
            </p:cNvPicPr>
            <p:nvPr/>
          </p:nvPicPr>
          <p:blipFill>
            <a:blip r:embed="rId4"/>
            <a:srcRect/>
            <a:stretch>
              <a:fillRect/>
            </a:stretch>
          </p:blipFill>
          <p:spPr bwMode="auto">
            <a:xfrm>
              <a:off x="228600" y="3200400"/>
              <a:ext cx="890587" cy="692447"/>
            </a:xfrm>
            <a:prstGeom prst="rect">
              <a:avLst/>
            </a:prstGeom>
            <a:noFill/>
            <a:ln w="9525">
              <a:noFill/>
              <a:miter lim="800000"/>
              <a:headEnd/>
              <a:tailEnd/>
            </a:ln>
          </p:spPr>
        </p:pic>
      </p:grpSp>
      <p:grpSp>
        <p:nvGrpSpPr>
          <p:cNvPr id="77833" name="Group 57"/>
          <p:cNvGrpSpPr>
            <a:grpSpLocks/>
          </p:cNvGrpSpPr>
          <p:nvPr/>
        </p:nvGrpSpPr>
        <p:grpSpPr bwMode="auto">
          <a:xfrm>
            <a:off x="381000" y="5002213"/>
            <a:ext cx="2133600" cy="1311275"/>
            <a:chOff x="381001" y="5002437"/>
            <a:chExt cx="2133685" cy="1310495"/>
          </a:xfrm>
        </p:grpSpPr>
        <p:sp>
          <p:nvSpPr>
            <p:cNvPr id="77895" name="Rectangle 9"/>
            <p:cNvSpPr>
              <a:spLocks noChangeArrowheads="1"/>
            </p:cNvSpPr>
            <p:nvPr/>
          </p:nvSpPr>
          <p:spPr bwMode="auto">
            <a:xfrm>
              <a:off x="457200" y="5943600"/>
              <a:ext cx="2057486" cy="369332"/>
            </a:xfrm>
            <a:prstGeom prst="rect">
              <a:avLst/>
            </a:prstGeom>
            <a:noFill/>
            <a:ln w="9525">
              <a:noFill/>
              <a:miter lim="800000"/>
              <a:headEnd/>
              <a:tailEnd/>
            </a:ln>
          </p:spPr>
          <p:txBody>
            <a:bodyPr wrap="none">
              <a:spAutoFit/>
            </a:bodyPr>
            <a:lstStyle/>
            <a:p>
              <a:r>
                <a:rPr lang="en-US">
                  <a:latin typeface="Calibri" pitchFamily="34" charset="0"/>
                </a:rPr>
                <a:t>Lane@Litware.com</a:t>
              </a:r>
            </a:p>
          </p:txBody>
        </p:sp>
        <p:pic>
          <p:nvPicPr>
            <p:cNvPr id="77896" name="Picture 10" descr="D:\DVD_ART34\Artwork_Imagery\Icons - Illustrations\_eHOME ICONS\kitchen pc computer speakers music.png"/>
            <p:cNvPicPr>
              <a:picLocks noChangeAspect="1" noChangeArrowheads="1"/>
            </p:cNvPicPr>
            <p:nvPr/>
          </p:nvPicPr>
          <p:blipFill>
            <a:blip r:embed="rId5"/>
            <a:srcRect/>
            <a:stretch>
              <a:fillRect/>
            </a:stretch>
          </p:blipFill>
          <p:spPr bwMode="auto">
            <a:xfrm>
              <a:off x="381001" y="5002437"/>
              <a:ext cx="1143000" cy="1007838"/>
            </a:xfrm>
            <a:prstGeom prst="rect">
              <a:avLst/>
            </a:prstGeom>
            <a:noFill/>
            <a:ln w="9525">
              <a:noFill/>
              <a:miter lim="800000"/>
              <a:headEnd/>
              <a:tailEnd/>
            </a:ln>
          </p:spPr>
        </p:pic>
      </p:grpSp>
      <p:sp>
        <p:nvSpPr>
          <p:cNvPr id="77834" name="Rectangle 7"/>
          <p:cNvSpPr>
            <a:spLocks noChangeArrowheads="1"/>
          </p:cNvSpPr>
          <p:nvPr/>
        </p:nvSpPr>
        <p:spPr bwMode="auto">
          <a:xfrm>
            <a:off x="2763838" y="4267200"/>
            <a:ext cx="1143000" cy="369888"/>
          </a:xfrm>
          <a:prstGeom prst="rect">
            <a:avLst/>
          </a:prstGeom>
          <a:noFill/>
          <a:ln w="9525">
            <a:noFill/>
            <a:miter lim="800000"/>
            <a:headEnd/>
            <a:tailEnd/>
          </a:ln>
        </p:spPr>
        <p:txBody>
          <a:bodyPr wrap="none">
            <a:spAutoFit/>
          </a:bodyPr>
          <a:lstStyle/>
          <a:p>
            <a:r>
              <a:rPr lang="en-US">
                <a:latin typeface="Calibri" pitchFamily="34" charset="0"/>
              </a:rPr>
              <a:t>ASP.NET</a:t>
            </a:r>
          </a:p>
        </p:txBody>
      </p:sp>
      <p:grpSp>
        <p:nvGrpSpPr>
          <p:cNvPr id="77835" name="Group 53"/>
          <p:cNvGrpSpPr>
            <a:grpSpLocks/>
          </p:cNvGrpSpPr>
          <p:nvPr/>
        </p:nvGrpSpPr>
        <p:grpSpPr bwMode="auto">
          <a:xfrm>
            <a:off x="6346825" y="1752600"/>
            <a:ext cx="2644775" cy="2667000"/>
            <a:chOff x="6346126" y="1752600"/>
            <a:chExt cx="2645474" cy="2667000"/>
          </a:xfrm>
        </p:grpSpPr>
        <p:sp>
          <p:nvSpPr>
            <p:cNvPr id="17" name="Rounded Rectangle 16"/>
            <p:cNvSpPr/>
            <p:nvPr/>
          </p:nvSpPr>
          <p:spPr>
            <a:xfrm>
              <a:off x="6400800" y="1752600"/>
              <a:ext cx="2590800" cy="2667000"/>
            </a:xfrm>
            <a:prstGeom prst="roundRect">
              <a:avLst>
                <a:gd name="adj" fmla="val 8875"/>
              </a:avLst>
            </a:prstGeom>
            <a:solidFill>
              <a:srgbClr val="00B050"/>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solidFill>
                  <a:schemeClr val="bg1"/>
                </a:solidFill>
              </a:endParaRPr>
            </a:p>
          </p:txBody>
        </p:sp>
        <p:sp>
          <p:nvSpPr>
            <p:cNvPr id="18" name="Rectangle 17"/>
            <p:cNvSpPr/>
            <p:nvPr/>
          </p:nvSpPr>
          <p:spPr>
            <a:xfrm>
              <a:off x="6476335" y="1752600"/>
              <a:ext cx="1190940"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Contoso</a:t>
              </a:r>
              <a:endParaRPr lang="en-US" sz="2400" spc="-150" dirty="0">
                <a:solidFill>
                  <a:schemeClr val="bg1"/>
                </a:solidFill>
                <a:latin typeface="Segoe UI" pitchFamily="34" charset="0"/>
                <a:cs typeface="Segoe UI" pitchFamily="34" charset="0"/>
              </a:endParaRPr>
            </a:p>
          </p:txBody>
        </p:sp>
        <p:sp>
          <p:nvSpPr>
            <p:cNvPr id="77885" name="Rectangle 19"/>
            <p:cNvSpPr>
              <a:spLocks noChangeArrowheads="1"/>
            </p:cNvSpPr>
            <p:nvPr/>
          </p:nvSpPr>
          <p:spPr bwMode="auto">
            <a:xfrm>
              <a:off x="7487476" y="2133600"/>
              <a:ext cx="540469" cy="369332"/>
            </a:xfrm>
            <a:prstGeom prst="rect">
              <a:avLst/>
            </a:prstGeom>
            <a:noFill/>
            <a:ln w="9525">
              <a:noFill/>
              <a:miter lim="800000"/>
              <a:headEnd/>
              <a:tailEnd/>
            </a:ln>
          </p:spPr>
          <p:txBody>
            <a:bodyPr wrap="none">
              <a:spAutoFit/>
            </a:bodyPr>
            <a:lstStyle/>
            <a:p>
              <a:r>
                <a:rPr lang="en-US">
                  <a:latin typeface="Calibri" pitchFamily="34" charset="0"/>
                </a:rPr>
                <a:t>SAP</a:t>
              </a:r>
            </a:p>
          </p:txBody>
        </p:sp>
        <p:sp>
          <p:nvSpPr>
            <p:cNvPr id="77886" name="Rectangle 25"/>
            <p:cNvSpPr>
              <a:spLocks noChangeArrowheads="1"/>
            </p:cNvSpPr>
            <p:nvPr/>
          </p:nvSpPr>
          <p:spPr bwMode="auto">
            <a:xfrm>
              <a:off x="7301820" y="3669268"/>
              <a:ext cx="615425" cy="369332"/>
            </a:xfrm>
            <a:prstGeom prst="rect">
              <a:avLst/>
            </a:prstGeom>
            <a:noFill/>
            <a:ln w="9525">
              <a:noFill/>
              <a:miter lim="800000"/>
              <a:headEnd/>
              <a:tailEnd/>
            </a:ln>
          </p:spPr>
          <p:txBody>
            <a:bodyPr wrap="none">
              <a:spAutoFit/>
            </a:bodyPr>
            <a:lstStyle/>
            <a:p>
              <a:r>
                <a:rPr lang="en-US">
                  <a:latin typeface="Calibri" pitchFamily="34" charset="0"/>
                </a:rPr>
                <a:t>Cory</a:t>
              </a:r>
            </a:p>
          </p:txBody>
        </p:sp>
        <p:sp>
          <p:nvSpPr>
            <p:cNvPr id="77887" name="Rectangle 28"/>
            <p:cNvSpPr>
              <a:spLocks noChangeArrowheads="1"/>
            </p:cNvSpPr>
            <p:nvPr/>
          </p:nvSpPr>
          <p:spPr bwMode="auto">
            <a:xfrm>
              <a:off x="7388218" y="2747809"/>
              <a:ext cx="460382" cy="369332"/>
            </a:xfrm>
            <a:prstGeom prst="rect">
              <a:avLst/>
            </a:prstGeom>
            <a:noFill/>
            <a:ln w="9525">
              <a:noFill/>
              <a:miter lim="800000"/>
              <a:headEnd/>
              <a:tailEnd/>
            </a:ln>
          </p:spPr>
          <p:txBody>
            <a:bodyPr wrap="none">
              <a:spAutoFit/>
            </a:bodyPr>
            <a:lstStyle/>
            <a:p>
              <a:r>
                <a:rPr lang="en-US">
                  <a:latin typeface="Calibri" pitchFamily="34" charset="0"/>
                </a:rPr>
                <a:t>AD</a:t>
              </a:r>
            </a:p>
          </p:txBody>
        </p:sp>
        <p:pic>
          <p:nvPicPr>
            <p:cNvPr id="77888" name="Picture 4" descr="D:\DVD_ART34\Artwork_Imagery\Icons - Illustrations\_eHOME ICONS\Server rack applicance large.png"/>
            <p:cNvPicPr>
              <a:picLocks noChangeAspect="1" noChangeArrowheads="1"/>
            </p:cNvPicPr>
            <p:nvPr/>
          </p:nvPicPr>
          <p:blipFill>
            <a:blip r:embed="rId6"/>
            <a:srcRect/>
            <a:stretch>
              <a:fillRect/>
            </a:stretch>
          </p:blipFill>
          <p:spPr bwMode="auto">
            <a:xfrm flipH="1">
              <a:off x="8027945" y="1905000"/>
              <a:ext cx="811255" cy="1106425"/>
            </a:xfrm>
            <a:prstGeom prst="rect">
              <a:avLst/>
            </a:prstGeom>
            <a:noFill/>
            <a:ln w="9525">
              <a:noFill/>
              <a:miter lim="800000"/>
              <a:headEnd/>
              <a:tailEnd/>
            </a:ln>
          </p:spPr>
        </p:pic>
        <p:pic>
          <p:nvPicPr>
            <p:cNvPr id="77889" name="Picture 5" descr="D:\DVD_ART34\Artwork_Imagery\Icons - Illustrations\_eHOME ICONS\keyboard mouse.png"/>
            <p:cNvPicPr>
              <a:picLocks noChangeAspect="1" noChangeArrowheads="1"/>
            </p:cNvPicPr>
            <p:nvPr/>
          </p:nvPicPr>
          <p:blipFill>
            <a:blip r:embed="rId7"/>
            <a:srcRect/>
            <a:stretch>
              <a:fillRect/>
            </a:stretch>
          </p:blipFill>
          <p:spPr bwMode="auto">
            <a:xfrm>
              <a:off x="7067395" y="4038600"/>
              <a:ext cx="609600" cy="256618"/>
            </a:xfrm>
            <a:prstGeom prst="rect">
              <a:avLst/>
            </a:prstGeom>
            <a:noFill/>
            <a:ln w="9525">
              <a:noFill/>
              <a:miter lim="800000"/>
              <a:headEnd/>
              <a:tailEnd/>
            </a:ln>
          </p:spPr>
        </p:pic>
        <p:pic>
          <p:nvPicPr>
            <p:cNvPr id="77890" name="Picture 6" descr="D:\DVD_ART34\Artwork_Imagery\Icons - Illustrations\_eHOME ICONS\tv plasma flat panel letterbox monitor.png"/>
            <p:cNvPicPr>
              <a:picLocks noChangeAspect="1" noChangeArrowheads="1"/>
            </p:cNvPicPr>
            <p:nvPr/>
          </p:nvPicPr>
          <p:blipFill>
            <a:blip r:embed="rId8"/>
            <a:srcRect/>
            <a:stretch>
              <a:fillRect/>
            </a:stretch>
          </p:blipFill>
          <p:spPr bwMode="auto">
            <a:xfrm>
              <a:off x="6838795" y="3581400"/>
              <a:ext cx="533400" cy="528638"/>
            </a:xfrm>
            <a:prstGeom prst="rect">
              <a:avLst/>
            </a:prstGeom>
            <a:noFill/>
            <a:ln w="9525">
              <a:noFill/>
              <a:miter lim="800000"/>
              <a:headEnd/>
              <a:tailEnd/>
            </a:ln>
          </p:spPr>
        </p:pic>
        <p:pic>
          <p:nvPicPr>
            <p:cNvPr id="77891" name="Picture 7" descr="D:\DVD_ART34\Artwork_Imagery\Icons - Illustrations\_eHOME ICONS\Supercomputer servers super computer 2.png"/>
            <p:cNvPicPr>
              <a:picLocks noChangeAspect="1" noChangeArrowheads="1"/>
            </p:cNvPicPr>
            <p:nvPr/>
          </p:nvPicPr>
          <p:blipFill>
            <a:blip r:embed="rId9"/>
            <a:srcRect/>
            <a:stretch>
              <a:fillRect/>
            </a:stretch>
          </p:blipFill>
          <p:spPr bwMode="auto">
            <a:xfrm flipH="1">
              <a:off x="6839876" y="2366809"/>
              <a:ext cx="627724" cy="833591"/>
            </a:xfrm>
            <a:prstGeom prst="rect">
              <a:avLst/>
            </a:prstGeom>
            <a:noFill/>
            <a:ln w="9525">
              <a:noFill/>
              <a:miter lim="800000"/>
              <a:headEnd/>
              <a:tailEnd/>
            </a:ln>
          </p:spPr>
        </p:pic>
        <p:pic>
          <p:nvPicPr>
            <p:cNvPr id="77892" name="Picture 8" descr="D:\DVD_ART34\Artwork_Imagery\Icons - Illustrations\_eHOME ICONS\application servers computer.png"/>
            <p:cNvPicPr>
              <a:picLocks noChangeAspect="1" noChangeArrowheads="1"/>
            </p:cNvPicPr>
            <p:nvPr/>
          </p:nvPicPr>
          <p:blipFill>
            <a:blip r:embed="rId10"/>
            <a:srcRect/>
            <a:stretch>
              <a:fillRect/>
            </a:stretch>
          </p:blipFill>
          <p:spPr bwMode="auto">
            <a:xfrm flipH="1">
              <a:off x="8153400" y="3200400"/>
              <a:ext cx="666750" cy="939511"/>
            </a:xfrm>
            <a:prstGeom prst="rect">
              <a:avLst/>
            </a:prstGeom>
            <a:noFill/>
            <a:ln w="9525">
              <a:noFill/>
              <a:miter lim="800000"/>
              <a:headEnd/>
              <a:tailEnd/>
            </a:ln>
          </p:spPr>
        </p:pic>
        <p:sp>
          <p:nvSpPr>
            <p:cNvPr id="77893" name="Rectangle 50"/>
            <p:cNvSpPr>
              <a:spLocks noChangeArrowheads="1"/>
            </p:cNvSpPr>
            <p:nvPr/>
          </p:nvSpPr>
          <p:spPr bwMode="auto">
            <a:xfrm>
              <a:off x="8231341" y="4038600"/>
              <a:ext cx="607859" cy="369332"/>
            </a:xfrm>
            <a:prstGeom prst="rect">
              <a:avLst/>
            </a:prstGeom>
            <a:noFill/>
            <a:ln w="9525">
              <a:noFill/>
              <a:miter lim="800000"/>
              <a:headEnd/>
              <a:tailEnd/>
            </a:ln>
          </p:spPr>
          <p:txBody>
            <a:bodyPr wrap="none">
              <a:spAutoFit/>
            </a:bodyPr>
            <a:lstStyle/>
            <a:p>
              <a:r>
                <a:rPr lang="en-US">
                  <a:latin typeface="Calibri" pitchFamily="34" charset="0"/>
                </a:rPr>
                <a:t>Mail</a:t>
              </a:r>
            </a:p>
          </p:txBody>
        </p:sp>
        <p:pic>
          <p:nvPicPr>
            <p:cNvPr id="77894" name="Picture 12" descr="D:\DVD_ART34\Artwork_Imagery\Icons - Illustrations\Misc\bricks fire wall firewall secure security.png"/>
            <p:cNvPicPr>
              <a:picLocks noChangeAspect="1" noChangeArrowheads="1"/>
            </p:cNvPicPr>
            <p:nvPr/>
          </p:nvPicPr>
          <p:blipFill>
            <a:blip r:embed="rId11"/>
            <a:srcRect/>
            <a:stretch>
              <a:fillRect/>
            </a:stretch>
          </p:blipFill>
          <p:spPr bwMode="auto">
            <a:xfrm>
              <a:off x="6346126" y="2286000"/>
              <a:ext cx="421714" cy="1676400"/>
            </a:xfrm>
            <a:prstGeom prst="rect">
              <a:avLst/>
            </a:prstGeom>
            <a:noFill/>
            <a:ln w="9525">
              <a:noFill/>
              <a:miter lim="800000"/>
              <a:headEnd/>
              <a:tailEnd/>
            </a:ln>
          </p:spPr>
        </p:pic>
      </p:grpSp>
      <p:grpSp>
        <p:nvGrpSpPr>
          <p:cNvPr id="77836" name="Group 54"/>
          <p:cNvGrpSpPr>
            <a:grpSpLocks/>
          </p:cNvGrpSpPr>
          <p:nvPr/>
        </p:nvGrpSpPr>
        <p:grpSpPr bwMode="auto">
          <a:xfrm>
            <a:off x="6096000" y="4724400"/>
            <a:ext cx="2133600" cy="1905000"/>
            <a:chOff x="6096000" y="4724400"/>
            <a:chExt cx="2133600" cy="1905000"/>
          </a:xfrm>
        </p:grpSpPr>
        <p:sp>
          <p:nvSpPr>
            <p:cNvPr id="15" name="Rounded Rectangle 14"/>
            <p:cNvSpPr/>
            <p:nvPr/>
          </p:nvSpPr>
          <p:spPr>
            <a:xfrm>
              <a:off x="6172200" y="4724400"/>
              <a:ext cx="2057400" cy="1905000"/>
            </a:xfrm>
            <a:prstGeom prst="roundRect">
              <a:avLst>
                <a:gd name="adj" fmla="val 10572"/>
              </a:avLst>
            </a:prstGeom>
            <a:solidFill>
              <a:srgbClr val="00B050"/>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solidFill>
                  <a:schemeClr val="bg1"/>
                </a:solidFill>
              </a:endParaRPr>
            </a:p>
          </p:txBody>
        </p:sp>
        <p:sp>
          <p:nvSpPr>
            <p:cNvPr id="16" name="Rectangle 15"/>
            <p:cNvSpPr/>
            <p:nvPr/>
          </p:nvSpPr>
          <p:spPr>
            <a:xfrm>
              <a:off x="6172200" y="4724400"/>
              <a:ext cx="1265238"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Fabrikam</a:t>
              </a:r>
              <a:endParaRPr lang="en-US" sz="2400" spc="-150" dirty="0">
                <a:solidFill>
                  <a:schemeClr val="bg1"/>
                </a:solidFill>
                <a:latin typeface="Segoe UI" pitchFamily="34" charset="0"/>
                <a:cs typeface="Segoe UI" pitchFamily="34" charset="0"/>
              </a:endParaRPr>
            </a:p>
          </p:txBody>
        </p:sp>
        <p:sp>
          <p:nvSpPr>
            <p:cNvPr id="77876" name="Rectangle 27"/>
            <p:cNvSpPr>
              <a:spLocks noChangeArrowheads="1"/>
            </p:cNvSpPr>
            <p:nvPr/>
          </p:nvSpPr>
          <p:spPr bwMode="auto">
            <a:xfrm>
              <a:off x="6450117" y="6031468"/>
              <a:ext cx="941283" cy="369332"/>
            </a:xfrm>
            <a:prstGeom prst="rect">
              <a:avLst/>
            </a:prstGeom>
            <a:noFill/>
            <a:ln w="9525">
              <a:noFill/>
              <a:miter lim="800000"/>
              <a:headEnd/>
              <a:tailEnd/>
            </a:ln>
          </p:spPr>
          <p:txBody>
            <a:bodyPr wrap="none">
              <a:spAutoFit/>
            </a:bodyPr>
            <a:lstStyle/>
            <a:p>
              <a:r>
                <a:rPr lang="en-US">
                  <a:latin typeface="Calibri" pitchFamily="34" charset="0"/>
                </a:rPr>
                <a:t>Francis</a:t>
              </a:r>
            </a:p>
          </p:txBody>
        </p:sp>
        <p:sp>
          <p:nvSpPr>
            <p:cNvPr id="77877" name="Rectangle 32"/>
            <p:cNvSpPr>
              <a:spLocks noChangeArrowheads="1"/>
            </p:cNvSpPr>
            <p:nvPr/>
          </p:nvSpPr>
          <p:spPr bwMode="auto">
            <a:xfrm>
              <a:off x="6858000" y="5410200"/>
              <a:ext cx="505267" cy="369332"/>
            </a:xfrm>
            <a:prstGeom prst="rect">
              <a:avLst/>
            </a:prstGeom>
            <a:noFill/>
            <a:ln w="9525">
              <a:noFill/>
              <a:miter lim="800000"/>
              <a:headEnd/>
              <a:tailEnd/>
            </a:ln>
          </p:spPr>
          <p:txBody>
            <a:bodyPr wrap="none">
              <a:spAutoFit/>
            </a:bodyPr>
            <a:lstStyle/>
            <a:p>
              <a:r>
                <a:rPr lang="en-US">
                  <a:latin typeface="Calibri" pitchFamily="34" charset="0"/>
                </a:rPr>
                <a:t>AD</a:t>
              </a:r>
            </a:p>
          </p:txBody>
        </p:sp>
        <p:pic>
          <p:nvPicPr>
            <p:cNvPr id="77878" name="Picture 3" descr="D:\DVD_ART34\Artwork_Imagery\Icons - Illustrations\_eHOME ICONS\laptop notebook pc mobility.png"/>
            <p:cNvPicPr>
              <a:picLocks noChangeAspect="1" noChangeArrowheads="1"/>
            </p:cNvPicPr>
            <p:nvPr/>
          </p:nvPicPr>
          <p:blipFill>
            <a:blip r:embed="rId12"/>
            <a:srcRect/>
            <a:stretch>
              <a:fillRect/>
            </a:stretch>
          </p:blipFill>
          <p:spPr bwMode="auto">
            <a:xfrm flipH="1">
              <a:off x="7315200" y="6019800"/>
              <a:ext cx="596574" cy="463847"/>
            </a:xfrm>
            <a:prstGeom prst="rect">
              <a:avLst/>
            </a:prstGeom>
            <a:noFill/>
            <a:ln w="9525">
              <a:noFill/>
              <a:miter lim="800000"/>
              <a:headEnd/>
              <a:tailEnd/>
            </a:ln>
          </p:spPr>
        </p:pic>
        <p:pic>
          <p:nvPicPr>
            <p:cNvPr id="77879" name="Picture 7" descr="D:\DVD_ART34\Artwork_Imagery\Icons - Illustrations\_eHOME ICONS\Supercomputer servers super computer 2.png"/>
            <p:cNvPicPr>
              <a:picLocks noChangeAspect="1" noChangeArrowheads="1"/>
            </p:cNvPicPr>
            <p:nvPr/>
          </p:nvPicPr>
          <p:blipFill>
            <a:blip r:embed="rId9"/>
            <a:srcRect/>
            <a:stretch>
              <a:fillRect/>
            </a:stretch>
          </p:blipFill>
          <p:spPr bwMode="auto">
            <a:xfrm>
              <a:off x="7391400" y="4953000"/>
              <a:ext cx="627724" cy="833591"/>
            </a:xfrm>
            <a:prstGeom prst="rect">
              <a:avLst/>
            </a:prstGeom>
            <a:noFill/>
            <a:ln w="9525">
              <a:noFill/>
              <a:miter lim="800000"/>
              <a:headEnd/>
              <a:tailEnd/>
            </a:ln>
          </p:spPr>
        </p:pic>
        <p:pic>
          <p:nvPicPr>
            <p:cNvPr id="77880" name="Picture 12" descr="D:\DVD_ART34\Artwork_Imagery\Icons - Illustrations\Misc\bricks fire wall firewall secure security.png"/>
            <p:cNvPicPr>
              <a:picLocks noChangeAspect="1" noChangeArrowheads="1"/>
            </p:cNvPicPr>
            <p:nvPr/>
          </p:nvPicPr>
          <p:blipFill>
            <a:blip r:embed="rId11"/>
            <a:srcRect/>
            <a:stretch>
              <a:fillRect/>
            </a:stretch>
          </p:blipFill>
          <p:spPr bwMode="auto">
            <a:xfrm>
              <a:off x="6096000" y="4953000"/>
              <a:ext cx="421714" cy="1676400"/>
            </a:xfrm>
            <a:prstGeom prst="rect">
              <a:avLst/>
            </a:prstGeom>
            <a:noFill/>
            <a:ln w="9525">
              <a:noFill/>
              <a:miter lim="800000"/>
              <a:headEnd/>
              <a:tailEnd/>
            </a:ln>
          </p:spPr>
        </p:pic>
      </p:grpSp>
      <p:grpSp>
        <p:nvGrpSpPr>
          <p:cNvPr id="21" name="Group 45"/>
          <p:cNvGrpSpPr>
            <a:grpSpLocks/>
          </p:cNvGrpSpPr>
          <p:nvPr/>
        </p:nvGrpSpPr>
        <p:grpSpPr bwMode="auto">
          <a:xfrm>
            <a:off x="5486400" y="3657600"/>
            <a:ext cx="992188" cy="674688"/>
            <a:chOff x="5486400" y="3657600"/>
            <a:chExt cx="992579" cy="674132"/>
          </a:xfrm>
        </p:grpSpPr>
        <p:sp>
          <p:nvSpPr>
            <p:cNvPr id="77870" name="Rectangle 21"/>
            <p:cNvSpPr>
              <a:spLocks noChangeArrowheads="1"/>
            </p:cNvSpPr>
            <p:nvPr/>
          </p:nvSpPr>
          <p:spPr bwMode="auto">
            <a:xfrm>
              <a:off x="5486400" y="3962400"/>
              <a:ext cx="992579" cy="369332"/>
            </a:xfrm>
            <a:prstGeom prst="rect">
              <a:avLst/>
            </a:prstGeom>
            <a:noFill/>
            <a:ln w="9525">
              <a:noFill/>
              <a:miter lim="800000"/>
              <a:headEnd/>
              <a:tailEnd/>
            </a:ln>
          </p:spPr>
          <p:txBody>
            <a:bodyPr wrap="none">
              <a:spAutoFit/>
            </a:bodyPr>
            <a:lstStyle/>
            <a:p>
              <a:pPr algn="r"/>
              <a:r>
                <a:rPr lang="en-US">
                  <a:latin typeface="Calibri" pitchFamily="34" charset="0"/>
                </a:rPr>
                <a:t>Geneva</a:t>
              </a:r>
            </a:p>
          </p:txBody>
        </p:sp>
        <p:pic>
          <p:nvPicPr>
            <p:cNvPr id="77871" name="Picture 14" descr="D:\DVD_ART34\Artwork_Imagery\Icons - Illustrations\_eHOME ICONS\AV audio visual node black box.png"/>
            <p:cNvPicPr>
              <a:picLocks noChangeAspect="1" noChangeArrowheads="1"/>
            </p:cNvPicPr>
            <p:nvPr/>
          </p:nvPicPr>
          <p:blipFill>
            <a:blip r:embed="rId13"/>
            <a:srcRect/>
            <a:stretch>
              <a:fillRect/>
            </a:stretch>
          </p:blipFill>
          <p:spPr bwMode="auto">
            <a:xfrm>
              <a:off x="5486400" y="3657600"/>
              <a:ext cx="838200" cy="366713"/>
            </a:xfrm>
            <a:prstGeom prst="rect">
              <a:avLst/>
            </a:prstGeom>
            <a:noFill/>
            <a:ln w="9525">
              <a:noFill/>
              <a:miter lim="800000"/>
              <a:headEnd/>
              <a:tailEnd/>
            </a:ln>
          </p:spPr>
        </p:pic>
      </p:grpSp>
      <p:grpSp>
        <p:nvGrpSpPr>
          <p:cNvPr id="23" name="Group 48"/>
          <p:cNvGrpSpPr>
            <a:grpSpLocks/>
          </p:cNvGrpSpPr>
          <p:nvPr/>
        </p:nvGrpSpPr>
        <p:grpSpPr bwMode="auto">
          <a:xfrm>
            <a:off x="4419600" y="5638800"/>
            <a:ext cx="1676400" cy="950913"/>
            <a:chOff x="4419600" y="5638800"/>
            <a:chExt cx="1676400" cy="951131"/>
          </a:xfrm>
        </p:grpSpPr>
        <p:sp>
          <p:nvSpPr>
            <p:cNvPr id="77868" name="Rectangle 23"/>
            <p:cNvSpPr>
              <a:spLocks noChangeArrowheads="1"/>
            </p:cNvSpPr>
            <p:nvPr/>
          </p:nvSpPr>
          <p:spPr bwMode="auto">
            <a:xfrm>
              <a:off x="4419600" y="5943600"/>
              <a:ext cx="1676400" cy="646331"/>
            </a:xfrm>
            <a:prstGeom prst="rect">
              <a:avLst/>
            </a:prstGeom>
            <a:noFill/>
            <a:ln w="9525">
              <a:noFill/>
              <a:miter lim="800000"/>
              <a:headEnd/>
              <a:tailEnd/>
            </a:ln>
          </p:spPr>
          <p:txBody>
            <a:bodyPr>
              <a:spAutoFit/>
            </a:bodyPr>
            <a:lstStyle/>
            <a:p>
              <a:pPr algn="r"/>
              <a:r>
                <a:rPr lang="en-US">
                  <a:latin typeface="Calibri" pitchFamily="34" charset="0"/>
                </a:rPr>
                <a:t>Services</a:t>
              </a:r>
            </a:p>
            <a:p>
              <a:pPr algn="r"/>
              <a:r>
                <a:rPr lang="en-US">
                  <a:latin typeface="Calibri" pitchFamily="34" charset="0"/>
                </a:rPr>
                <a:t>Connector</a:t>
              </a:r>
            </a:p>
          </p:txBody>
        </p:sp>
        <p:pic>
          <p:nvPicPr>
            <p:cNvPr id="77869" name="Picture 14" descr="D:\DVD_ART34\Artwork_Imagery\Icons - Illustrations\_eHOME ICONS\AV audio visual node black box.png"/>
            <p:cNvPicPr>
              <a:picLocks noChangeAspect="1" noChangeArrowheads="1"/>
            </p:cNvPicPr>
            <p:nvPr/>
          </p:nvPicPr>
          <p:blipFill>
            <a:blip r:embed="rId13"/>
            <a:srcRect/>
            <a:stretch>
              <a:fillRect/>
            </a:stretch>
          </p:blipFill>
          <p:spPr bwMode="auto">
            <a:xfrm>
              <a:off x="5181600" y="5638800"/>
              <a:ext cx="838200" cy="366713"/>
            </a:xfrm>
            <a:prstGeom prst="rect">
              <a:avLst/>
            </a:prstGeom>
            <a:noFill/>
            <a:ln w="9525">
              <a:noFill/>
              <a:miter lim="800000"/>
              <a:headEnd/>
              <a:tailEnd/>
            </a:ln>
          </p:spPr>
        </p:pic>
      </p:grpSp>
      <p:grpSp>
        <p:nvGrpSpPr>
          <p:cNvPr id="69" name="Group 68"/>
          <p:cNvGrpSpPr>
            <a:grpSpLocks/>
          </p:cNvGrpSpPr>
          <p:nvPr/>
        </p:nvGrpSpPr>
        <p:grpSpPr bwMode="auto">
          <a:xfrm>
            <a:off x="762000" y="3352800"/>
            <a:ext cx="5638800" cy="2133600"/>
            <a:chOff x="762000" y="3352800"/>
            <a:chExt cx="5638800" cy="2133600"/>
          </a:xfrm>
        </p:grpSpPr>
        <p:cxnSp>
          <p:nvCxnSpPr>
            <p:cNvPr id="55" name="Elbow Connector 54"/>
            <p:cNvCxnSpPr/>
            <p:nvPr/>
          </p:nvCxnSpPr>
          <p:spPr>
            <a:xfrm flipV="1">
              <a:off x="4572000" y="3505200"/>
              <a:ext cx="1828800" cy="381000"/>
            </a:xfrm>
            <a:prstGeom prst="bentConnector3">
              <a:avLst>
                <a:gd name="adj1" fmla="val 32824"/>
              </a:avLst>
            </a:prstGeom>
            <a:ln w="5715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7" name="Elbow Connector 56"/>
            <p:cNvCxnSpPr/>
            <p:nvPr/>
          </p:nvCxnSpPr>
          <p:spPr>
            <a:xfrm>
              <a:off x="4572000" y="4953000"/>
              <a:ext cx="1600200" cy="533400"/>
            </a:xfrm>
            <a:prstGeom prst="bentConnector3">
              <a:avLst>
                <a:gd name="adj1" fmla="val 39967"/>
              </a:avLst>
            </a:prstGeom>
            <a:ln w="5715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 name="Elbow Connector 66"/>
            <p:cNvCxnSpPr/>
            <p:nvPr/>
          </p:nvCxnSpPr>
          <p:spPr>
            <a:xfrm>
              <a:off x="762000" y="3352800"/>
              <a:ext cx="1524000" cy="304800"/>
            </a:xfrm>
            <a:prstGeom prst="bentConnector3">
              <a:avLst>
                <a:gd name="adj1" fmla="val 50000"/>
              </a:avLst>
            </a:prstGeom>
            <a:ln w="5715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61" name="Group 60"/>
          <p:cNvGrpSpPr>
            <a:grpSpLocks/>
          </p:cNvGrpSpPr>
          <p:nvPr/>
        </p:nvGrpSpPr>
        <p:grpSpPr bwMode="auto">
          <a:xfrm>
            <a:off x="76200" y="685800"/>
            <a:ext cx="6172200" cy="2514600"/>
            <a:chOff x="76200" y="685800"/>
            <a:chExt cx="6172200" cy="2514600"/>
          </a:xfrm>
        </p:grpSpPr>
        <p:grpSp>
          <p:nvGrpSpPr>
            <p:cNvPr id="77841" name="Group 59"/>
            <p:cNvGrpSpPr>
              <a:grpSpLocks/>
            </p:cNvGrpSpPr>
            <p:nvPr/>
          </p:nvGrpSpPr>
          <p:grpSpPr bwMode="auto">
            <a:xfrm>
              <a:off x="76200" y="685800"/>
              <a:ext cx="6172200" cy="1371600"/>
              <a:chOff x="76200" y="685800"/>
              <a:chExt cx="6172200" cy="1371600"/>
            </a:xfrm>
          </p:grpSpPr>
          <p:sp>
            <p:nvSpPr>
              <p:cNvPr id="5" name="Rounded Rectangle 4"/>
              <p:cNvSpPr/>
              <p:nvPr/>
            </p:nvSpPr>
            <p:spPr>
              <a:xfrm>
                <a:off x="76200" y="685800"/>
                <a:ext cx="6172200" cy="1371600"/>
              </a:xfrm>
              <a:prstGeom prst="roundRect">
                <a:avLst>
                  <a:gd name="adj" fmla="val 10124"/>
                </a:avLst>
              </a:prstGeom>
              <a:solidFill>
                <a:schemeClr val="accent2">
                  <a:lumMod val="60000"/>
                  <a:lumOff val="40000"/>
                </a:schemeClr>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p>
            </p:txBody>
          </p:sp>
          <p:sp>
            <p:nvSpPr>
              <p:cNvPr id="47" name="Rectangle 46"/>
              <p:cNvSpPr/>
              <p:nvPr/>
            </p:nvSpPr>
            <p:spPr>
              <a:xfrm>
                <a:off x="152400" y="685800"/>
                <a:ext cx="2093913"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Azure™ Services</a:t>
                </a:r>
                <a:endParaRPr lang="en-US" sz="2400" spc="-150" dirty="0">
                  <a:solidFill>
                    <a:schemeClr val="bg1"/>
                  </a:solidFill>
                  <a:latin typeface="Segoe UI" pitchFamily="34" charset="0"/>
                  <a:cs typeface="Segoe UI" pitchFamily="34" charset="0"/>
                </a:endParaRPr>
              </a:p>
            </p:txBody>
          </p:sp>
          <p:sp>
            <p:nvSpPr>
              <p:cNvPr id="63" name="Rounded Rectangle 62"/>
              <p:cNvSpPr/>
              <p:nvPr/>
            </p:nvSpPr>
            <p:spPr>
              <a:xfrm>
                <a:off x="1157250" y="1143000"/>
                <a:ext cx="995548" cy="838200"/>
              </a:xfrm>
              <a:prstGeom prst="roundRect">
                <a:avLst/>
              </a:prstGeom>
              <a:solidFill>
                <a:schemeClr val="accent3">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Access</a:t>
                </a:r>
                <a:br>
                  <a:rPr lang="en-US" dirty="0"/>
                </a:br>
                <a:r>
                  <a:rPr lang="en-US" dirty="0"/>
                  <a:t>Control</a:t>
                </a:r>
                <a:endParaRPr lang="en-US" dirty="0"/>
              </a:p>
            </p:txBody>
          </p:sp>
          <p:sp>
            <p:nvSpPr>
              <p:cNvPr id="64" name="Rounded Rectangle 63"/>
              <p:cNvSpPr/>
              <p:nvPr/>
            </p:nvSpPr>
            <p:spPr>
              <a:xfrm>
                <a:off x="216210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Mesh</a:t>
                </a:r>
                <a:endParaRPr lang="en-US" dirty="0"/>
              </a:p>
            </p:txBody>
          </p:sp>
          <p:sp>
            <p:nvSpPr>
              <p:cNvPr id="65" name="Rounded Rectangle 64"/>
              <p:cNvSpPr/>
              <p:nvPr/>
            </p:nvSpPr>
            <p:spPr>
              <a:xfrm>
                <a:off x="316695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Service</a:t>
                </a:r>
              </a:p>
              <a:p>
                <a:pPr algn="ctr" fontAlgn="auto">
                  <a:spcBef>
                    <a:spcPts val="0"/>
                  </a:spcBef>
                  <a:spcAft>
                    <a:spcPts val="0"/>
                  </a:spcAft>
                  <a:defRPr/>
                </a:pPr>
                <a:r>
                  <a:rPr lang="en-US" dirty="0"/>
                  <a:t>Bus</a:t>
                </a:r>
                <a:endParaRPr lang="en-US" dirty="0"/>
              </a:p>
            </p:txBody>
          </p:sp>
          <p:sp>
            <p:nvSpPr>
              <p:cNvPr id="66" name="Rounded Rectangle 65"/>
              <p:cNvSpPr/>
              <p:nvPr/>
            </p:nvSpPr>
            <p:spPr>
              <a:xfrm>
                <a:off x="417180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Workflow</a:t>
                </a:r>
                <a:endParaRPr lang="en-US" dirty="0"/>
              </a:p>
            </p:txBody>
          </p:sp>
          <p:sp>
            <p:nvSpPr>
              <p:cNvPr id="37" name="Rounded Rectangle 36"/>
              <p:cNvSpPr/>
              <p:nvPr/>
            </p:nvSpPr>
            <p:spPr>
              <a:xfrm>
                <a:off x="15240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anchor="ctr"/>
              <a:lstStyle/>
              <a:p>
                <a:pPr algn="ctr" fontAlgn="auto">
                  <a:spcBef>
                    <a:spcPts val="0"/>
                  </a:spcBef>
                  <a:spcAft>
                    <a:spcPts val="0"/>
                  </a:spcAft>
                  <a:defRPr/>
                </a:pPr>
                <a:r>
                  <a:rPr lang="en-US" dirty="0" err="1">
                    <a:solidFill>
                      <a:schemeClr val="tx1"/>
                    </a:solidFill>
                  </a:rPr>
                  <a:t>LiveID</a:t>
                </a:r>
                <a:endParaRPr lang="en-US" dirty="0">
                  <a:solidFill>
                    <a:schemeClr val="tx1"/>
                  </a:solidFill>
                </a:endParaRPr>
              </a:p>
            </p:txBody>
          </p:sp>
          <p:sp>
            <p:nvSpPr>
              <p:cNvPr id="58" name="Rounded Rectangle 57"/>
              <p:cNvSpPr/>
              <p:nvPr/>
            </p:nvSpPr>
            <p:spPr>
              <a:xfrm>
                <a:off x="5176652"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SQL</a:t>
                </a:r>
                <a:br>
                  <a:rPr lang="en-US" dirty="0"/>
                </a:br>
                <a:r>
                  <a:rPr lang="en-US" dirty="0"/>
                  <a:t>Data</a:t>
                </a:r>
                <a:endParaRPr lang="en-US" dirty="0"/>
              </a:p>
            </p:txBody>
          </p:sp>
        </p:grpSp>
        <p:cxnSp>
          <p:nvCxnSpPr>
            <p:cNvPr id="71" name="Elbow Connector 70"/>
            <p:cNvCxnSpPr>
              <a:endCxn id="0" idx="2"/>
            </p:cNvCxnSpPr>
            <p:nvPr/>
          </p:nvCxnSpPr>
          <p:spPr>
            <a:xfrm rot="16200000" flipV="1">
              <a:off x="1513682" y="2123281"/>
              <a:ext cx="1219200" cy="935037"/>
            </a:xfrm>
            <a:prstGeom prst="bentConnector3">
              <a:avLst>
                <a:gd name="adj1" fmla="val 50000"/>
              </a:avLst>
            </a:prstGeom>
            <a:ln w="57150">
              <a:solidFill>
                <a:schemeClr val="accent3">
                  <a:lumMod val="75000"/>
                </a:schemeClr>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20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2000"/>
                                        <p:tgtEl>
                                          <p:spTgt spid="23"/>
                                        </p:tgtEl>
                                      </p:cBhvr>
                                    </p:animEffect>
                                  </p:childTnLst>
                                </p:cTn>
                              </p:par>
                              <p:par>
                                <p:cTn id="14" presetID="10" presetClass="entr" presetSubtype="0" fill="hold" nodeType="with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fade">
                                      <p:cBhvr>
                                        <p:cTn id="16" dur="2000"/>
                                        <p:tgtEl>
                                          <p:spTgt spid="6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1"/>
                                        </p:tgtEl>
                                        <p:attrNameLst>
                                          <p:attrName>style.visibility</p:attrName>
                                        </p:attrNameLst>
                                      </p:cBhvr>
                                      <p:to>
                                        <p:strVal val="visible"/>
                                      </p:to>
                                    </p:set>
                                    <p:animEffect transition="in" filter="fade">
                                      <p:cBhvr>
                                        <p:cTn id="21" dur="2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350" y="152400"/>
            <a:ext cx="8369300" cy="553998"/>
          </a:xfrm>
        </p:spPr>
        <p:txBody>
          <a:bodyPr lIns="91440" tIns="45720" rIns="91440" bIns="45720" anchor="ctr">
            <a:noAutofit/>
          </a:bodyPr>
          <a:lstStyle/>
          <a:p>
            <a:pPr defTabSz="914363" fontAlgn="auto">
              <a:spcAft>
                <a:spcPts val="0"/>
              </a:spcAft>
              <a:defRPr/>
            </a:pPr>
            <a:r>
              <a:rPr dirty="0" smtClean="0"/>
              <a:t>Identity and Access Control</a:t>
            </a:r>
            <a:endParaRPr dirty="0"/>
          </a:p>
        </p:txBody>
      </p:sp>
      <p:sp>
        <p:nvSpPr>
          <p:cNvPr id="3" name="Content Placeholder 2"/>
          <p:cNvSpPr>
            <a:spLocks noGrp="1"/>
          </p:cNvSpPr>
          <p:nvPr>
            <p:ph idx="1"/>
          </p:nvPr>
        </p:nvSpPr>
        <p:spPr>
          <a:xfrm>
            <a:off x="381000" y="1412874"/>
            <a:ext cx="8382000" cy="4835525"/>
          </a:xfrm>
        </p:spPr>
        <p:txBody>
          <a:bodyPr>
            <a:normAutofit fontScale="92500"/>
          </a:bodyPr>
          <a:lstStyle/>
          <a:p>
            <a:pPr defTabSz="914363" fontAlgn="auto">
              <a:defRPr/>
            </a:pPr>
            <a:r>
              <a:rPr lang="en-US" dirty="0" err="1" smtClean="0"/>
              <a:t>Litware</a:t>
            </a:r>
            <a:r>
              <a:rPr lang="en-US" dirty="0" smtClean="0"/>
              <a:t> uses username/password today</a:t>
            </a:r>
          </a:p>
          <a:p>
            <a:pPr defTabSz="914363" fontAlgn="auto">
              <a:defRPr/>
            </a:pPr>
            <a:r>
              <a:rPr lang="en-US" dirty="0" smtClean="0"/>
              <a:t>End-users prefer a single-sign-on approach</a:t>
            </a:r>
          </a:p>
          <a:p>
            <a:pPr lvl="1" defTabSz="914363" fontAlgn="auto">
              <a:spcAft>
                <a:spcPts val="0"/>
              </a:spcAft>
              <a:defRPr/>
            </a:pPr>
            <a:r>
              <a:rPr lang="en-US" dirty="0" err="1" smtClean="0"/>
              <a:t>Litware</a:t>
            </a:r>
            <a:r>
              <a:rPr lang="en-US" dirty="0" smtClean="0"/>
              <a:t> wants to sell into companies that use a range of directories; AD, Tivoli, Sun, Oracle, … </a:t>
            </a:r>
          </a:p>
          <a:p>
            <a:pPr lvl="1" defTabSz="914363" fontAlgn="auto">
              <a:spcAft>
                <a:spcPts val="0"/>
              </a:spcAft>
              <a:defRPr/>
            </a:pPr>
            <a:r>
              <a:rPr lang="en-US" dirty="0" smtClean="0"/>
              <a:t>And </a:t>
            </a:r>
            <a:r>
              <a:rPr lang="en-US" dirty="0" err="1" smtClean="0"/>
              <a:t>Litware</a:t>
            </a:r>
            <a:r>
              <a:rPr lang="en-US" dirty="0" smtClean="0"/>
              <a:t> wants to support internet identities</a:t>
            </a:r>
          </a:p>
          <a:p>
            <a:pPr defTabSz="914363" fontAlgn="auto">
              <a:defRPr/>
            </a:pPr>
            <a:endParaRPr lang="en-US" dirty="0" smtClean="0"/>
          </a:p>
          <a:p>
            <a:pPr defTabSz="914363" fontAlgn="auto">
              <a:defRPr/>
            </a:pPr>
            <a:r>
              <a:rPr lang="en-US" dirty="0" smtClean="0"/>
              <a:t>The focus is on three </a:t>
            </a:r>
            <a:r>
              <a:rPr lang="en-US" dirty="0" err="1" smtClean="0"/>
              <a:t>Litware</a:t>
            </a:r>
            <a:r>
              <a:rPr lang="en-US" dirty="0" smtClean="0"/>
              <a:t> customers</a:t>
            </a:r>
          </a:p>
          <a:p>
            <a:pPr lvl="1" defTabSz="914363" fontAlgn="auto">
              <a:spcAft>
                <a:spcPts val="0"/>
              </a:spcAft>
              <a:defRPr/>
            </a:pPr>
            <a:r>
              <a:rPr lang="en-US" dirty="0" smtClean="0"/>
              <a:t>Adventure Works who customers have Live IDs</a:t>
            </a:r>
          </a:p>
          <a:p>
            <a:pPr lvl="1" defTabSz="914363" fontAlgn="auto">
              <a:spcAft>
                <a:spcPts val="0"/>
              </a:spcAft>
              <a:defRPr/>
            </a:pPr>
            <a:r>
              <a:rPr lang="en-US" dirty="0" err="1" smtClean="0"/>
              <a:t>Contoso</a:t>
            </a:r>
            <a:r>
              <a:rPr lang="en-US" dirty="0" smtClean="0"/>
              <a:t> who has AD Federation Services and Geneva</a:t>
            </a:r>
          </a:p>
          <a:p>
            <a:pPr lvl="1" defTabSz="914363" fontAlgn="auto">
              <a:spcAft>
                <a:spcPts val="0"/>
              </a:spcAft>
              <a:defRPr/>
            </a:pPr>
            <a:r>
              <a:rPr lang="en-US" dirty="0" err="1" smtClean="0"/>
              <a:t>Fabrikam</a:t>
            </a:r>
            <a:r>
              <a:rPr lang="en-US" dirty="0" smtClean="0"/>
              <a:t> who is a small business using AD</a:t>
            </a:r>
          </a:p>
          <a:p>
            <a:pPr defTabSz="914363" fontAlgn="auto">
              <a:defRPr/>
            </a:pPr>
            <a:r>
              <a:rPr lang="en-US" dirty="0" smtClean="0"/>
              <a:t>Other customers use Tivoli, Oracle, …</a:t>
            </a:r>
          </a:p>
        </p:txBody>
      </p:sp>
      <p:sp>
        <p:nvSpPr>
          <p:cNvPr id="79875" name="Slide Number Placeholder 3"/>
          <p:cNvSpPr>
            <a:spLocks noGrp="1"/>
          </p:cNvSpPr>
          <p:nvPr>
            <p:ph type="sldNum" sz="quarter" idx="4294967295"/>
          </p:nvPr>
        </p:nvSpPr>
        <p:spPr bwMode="auto">
          <a:xfrm>
            <a:off x="7010400" y="6356350"/>
            <a:ext cx="2133600" cy="365125"/>
          </a:xfrm>
          <a:prstGeom prst="rect">
            <a:avLst/>
          </a:prstGeom>
          <a:noFill/>
          <a:ln>
            <a:miter lim="800000"/>
            <a:headEnd/>
            <a:tailEnd/>
          </a:ln>
        </p:spPr>
        <p:txBody>
          <a:bodyPr/>
          <a:lstStyle/>
          <a:p>
            <a:fld id="{FB4B3EA8-2C1D-40B6-8BC6-97BAE0E00519}" type="slidenum">
              <a:rPr lang="en-US">
                <a:latin typeface="Calibri" pitchFamily="34" charset="0"/>
              </a:rPr>
              <a:pPr/>
              <a:t>11</a:t>
            </a:fld>
            <a:endParaRPr lang="en-US">
              <a:latin typeface="Calibri" pitchFamily="34" charset="0"/>
            </a:endParaRPr>
          </a:p>
        </p:txBody>
      </p:sp>
    </p:spTree>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7350" y="152400"/>
            <a:ext cx="8369300" cy="553998"/>
          </a:xfrm>
        </p:spPr>
        <p:txBody>
          <a:bodyPr/>
          <a:lstStyle/>
          <a:p>
            <a:pPr defTabSz="914363" fontAlgn="auto">
              <a:spcAft>
                <a:spcPts val="0"/>
              </a:spcAft>
              <a:defRPr/>
            </a:pPr>
            <a:r>
              <a:rPr/>
              <a:t>Where to Learn More</a:t>
            </a:r>
            <a:endParaRPr/>
          </a:p>
        </p:txBody>
      </p:sp>
      <p:sp>
        <p:nvSpPr>
          <p:cNvPr id="5" name="Text Placeholder 4"/>
          <p:cNvSpPr>
            <a:spLocks noGrp="1"/>
          </p:cNvSpPr>
          <p:nvPr>
            <p:ph type="body" idx="1"/>
          </p:nvPr>
        </p:nvSpPr>
        <p:spPr>
          <a:xfrm>
            <a:off x="381000" y="1412875"/>
            <a:ext cx="8382000" cy="4569969"/>
          </a:xfrm>
        </p:spPr>
        <p:txBody>
          <a:bodyPr/>
          <a:lstStyle/>
          <a:p>
            <a:pPr defTabSz="914363" fontAlgn="auto">
              <a:defRPr/>
            </a:pPr>
            <a:r>
              <a:rPr lang="en-US" sz="2400" dirty="0" smtClean="0"/>
              <a:t>BB11 – Identity Roadmap for Software + Services</a:t>
            </a:r>
          </a:p>
          <a:p>
            <a:pPr lvl="1" defTabSz="914363" fontAlgn="auto">
              <a:spcAft>
                <a:spcPts val="0"/>
              </a:spcAft>
              <a:defRPr/>
            </a:pPr>
            <a:r>
              <a:rPr lang="en-US" sz="2000" dirty="0" smtClean="0"/>
              <a:t>Presented this morning – view online</a:t>
            </a:r>
          </a:p>
          <a:p>
            <a:pPr defTabSz="914363" fontAlgn="auto">
              <a:defRPr/>
            </a:pPr>
            <a:r>
              <a:rPr lang="en-US" sz="2400" dirty="0" smtClean="0"/>
              <a:t>BB55 - .NET Services: Access Control in the Cloud Services</a:t>
            </a:r>
          </a:p>
          <a:p>
            <a:pPr lvl="1" defTabSz="914363" fontAlgn="auto">
              <a:spcAft>
                <a:spcPts val="0"/>
              </a:spcAft>
              <a:defRPr/>
            </a:pPr>
            <a:r>
              <a:rPr lang="en-US" sz="2000" dirty="0" smtClean="0"/>
              <a:t>Wednesday 3:00-4:15PM – Room 408B</a:t>
            </a:r>
          </a:p>
          <a:p>
            <a:pPr defTabSz="914363" fontAlgn="auto">
              <a:defRPr/>
            </a:pPr>
            <a:r>
              <a:rPr lang="en-US" sz="2400" dirty="0" smtClean="0"/>
              <a:t>BB22 - Identity: Live Identity Services Drilldown </a:t>
            </a:r>
          </a:p>
          <a:p>
            <a:pPr lvl="1" defTabSz="914363" fontAlgn="auto">
              <a:spcAft>
                <a:spcPts val="0"/>
              </a:spcAft>
              <a:defRPr/>
            </a:pPr>
            <a:r>
              <a:rPr lang="en-US" sz="2000" dirty="0" smtClean="0"/>
              <a:t>Tuesday – 5:15-6:30PM –Room 404A</a:t>
            </a:r>
          </a:p>
          <a:p>
            <a:pPr defTabSz="914363" fontAlgn="auto">
              <a:defRPr/>
            </a:pPr>
            <a:r>
              <a:rPr lang="en-US" sz="2400" dirty="0" smtClean="0"/>
              <a:t>BB28 - .NET Services: Access Control In Microsoft .NET Services</a:t>
            </a:r>
          </a:p>
          <a:p>
            <a:pPr lvl="1" defTabSz="914363" fontAlgn="auto">
              <a:spcAft>
                <a:spcPts val="0"/>
              </a:spcAft>
              <a:defRPr/>
            </a:pPr>
            <a:r>
              <a:rPr lang="en-US" sz="2000" dirty="0" smtClean="0"/>
              <a:t>Wednesday – 4:45-6:00PM – Room 515A</a:t>
            </a:r>
          </a:p>
          <a:p>
            <a:pPr defTabSz="914363" fontAlgn="auto">
              <a:defRPr/>
            </a:pPr>
            <a:r>
              <a:rPr lang="en-US" sz="2400" dirty="0" smtClean="0"/>
              <a:t>BB39 - Logging, Diagnosing, and Troubleshooting Applications Running Live in the Cloud</a:t>
            </a:r>
          </a:p>
          <a:p>
            <a:pPr lvl="1" defTabSz="914363" fontAlgn="auto">
              <a:spcAft>
                <a:spcPts val="0"/>
              </a:spcAft>
              <a:defRPr/>
            </a:pPr>
            <a:r>
              <a:rPr lang="en-US" sz="2000" dirty="0" smtClean="0"/>
              <a:t>Wednesday – 1:15-2:30PM – Room 515B</a:t>
            </a:r>
          </a:p>
          <a:p>
            <a:pPr defTabSz="914363" fontAlgn="auto">
              <a:defRPr/>
            </a:pPr>
            <a:endParaRPr lang="en-US"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pPr defTabSz="914363" fontAlgn="auto">
              <a:spcAft>
                <a:spcPts val="0"/>
              </a:spcAft>
              <a:defRPr/>
            </a:pPr>
            <a:r>
              <a:rPr dirty="0" smtClean="0"/>
              <a:t>Live Services</a:t>
            </a:r>
            <a:endParaRPr dirty="0"/>
          </a:p>
        </p:txBody>
      </p:sp>
      <p:sp>
        <p:nvSpPr>
          <p:cNvPr id="83970" name="Slide Number Placeholder 3"/>
          <p:cNvSpPr>
            <a:spLocks noGrp="1"/>
          </p:cNvSpPr>
          <p:nvPr>
            <p:ph type="sldNum" sz="quarter" idx="11"/>
          </p:nvPr>
        </p:nvSpPr>
        <p:spPr bwMode="auto">
          <a:noFill/>
          <a:ln>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fld id="{18D44264-0F30-4B4A-953F-5BCAB1D43F81}" type="slidenum">
              <a:rPr lang="en-US"/>
              <a:pPr fontAlgn="base">
                <a:spcBef>
                  <a:spcPct val="0"/>
                </a:spcBef>
                <a:spcAft>
                  <a:spcPct val="0"/>
                </a:spcAft>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ounded Rectangle 33"/>
          <p:cNvSpPr/>
          <p:nvPr/>
        </p:nvSpPr>
        <p:spPr>
          <a:xfrm>
            <a:off x="2306940" y="3200400"/>
            <a:ext cx="2271486" cy="2133600"/>
          </a:xfrm>
          <a:prstGeom prst="roundRect">
            <a:avLst>
              <a:gd name="adj" fmla="val 12302"/>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p>
        </p:txBody>
      </p:sp>
      <p:sp>
        <p:nvSpPr>
          <p:cNvPr id="11" name="Rectangle 10"/>
          <p:cNvSpPr/>
          <p:nvPr/>
        </p:nvSpPr>
        <p:spPr>
          <a:xfrm>
            <a:off x="2382838" y="3276600"/>
            <a:ext cx="1017587"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Litware</a:t>
            </a:r>
          </a:p>
        </p:txBody>
      </p:sp>
      <p:sp>
        <p:nvSpPr>
          <p:cNvPr id="86021" name="Rectangle 47"/>
          <p:cNvSpPr>
            <a:spLocks noChangeArrowheads="1"/>
          </p:cNvSpPr>
          <p:nvPr/>
        </p:nvSpPr>
        <p:spPr bwMode="auto">
          <a:xfrm>
            <a:off x="2840038" y="5029200"/>
            <a:ext cx="1471612" cy="276225"/>
          </a:xfrm>
          <a:prstGeom prst="rect">
            <a:avLst/>
          </a:prstGeom>
          <a:noFill/>
          <a:ln w="9525">
            <a:noFill/>
            <a:miter lim="800000"/>
            <a:headEnd/>
            <a:tailEnd/>
          </a:ln>
        </p:spPr>
        <p:txBody>
          <a:bodyPr wrap="none">
            <a:spAutoFit/>
          </a:bodyPr>
          <a:lstStyle/>
          <a:p>
            <a:r>
              <a:rPr lang="en-US" sz="1200">
                <a:latin typeface="Calibri" pitchFamily="34" charset="0"/>
              </a:rPr>
              <a:t>Hosted at Rackspace</a:t>
            </a:r>
          </a:p>
        </p:txBody>
      </p:sp>
      <p:pic>
        <p:nvPicPr>
          <p:cNvPr id="86022" name="Picture 2" descr="D:\DVD_ART34\Artwork_Imagery\Icons - Illustrations\_eHOME ICONS\dense servers tall rack.png"/>
          <p:cNvPicPr>
            <a:picLocks noChangeAspect="1" noChangeArrowheads="1"/>
          </p:cNvPicPr>
          <p:nvPr/>
        </p:nvPicPr>
        <p:blipFill>
          <a:blip r:embed="rId3"/>
          <a:srcRect/>
          <a:stretch>
            <a:fillRect/>
          </a:stretch>
        </p:blipFill>
        <p:spPr bwMode="auto">
          <a:xfrm>
            <a:off x="3678238" y="3810000"/>
            <a:ext cx="609600" cy="1050925"/>
          </a:xfrm>
          <a:prstGeom prst="rect">
            <a:avLst/>
          </a:prstGeom>
          <a:noFill/>
          <a:ln w="9525">
            <a:noFill/>
            <a:miter lim="800000"/>
            <a:headEnd/>
            <a:tailEnd/>
          </a:ln>
        </p:spPr>
      </p:pic>
      <p:grpSp>
        <p:nvGrpSpPr>
          <p:cNvPr id="86023" name="Group 56"/>
          <p:cNvGrpSpPr>
            <a:grpSpLocks/>
          </p:cNvGrpSpPr>
          <p:nvPr/>
        </p:nvGrpSpPr>
        <p:grpSpPr bwMode="auto">
          <a:xfrm>
            <a:off x="152400" y="3200400"/>
            <a:ext cx="2136775" cy="1055688"/>
            <a:chOff x="152400" y="3200400"/>
            <a:chExt cx="2136803" cy="1055132"/>
          </a:xfrm>
        </p:grpSpPr>
        <p:sp>
          <p:nvSpPr>
            <p:cNvPr id="86055" name="Rectangle 35"/>
            <p:cNvSpPr>
              <a:spLocks noChangeArrowheads="1"/>
            </p:cNvSpPr>
            <p:nvPr/>
          </p:nvSpPr>
          <p:spPr bwMode="auto">
            <a:xfrm>
              <a:off x="152400" y="3886200"/>
              <a:ext cx="2136803" cy="369332"/>
            </a:xfrm>
            <a:prstGeom prst="rect">
              <a:avLst/>
            </a:prstGeom>
            <a:noFill/>
            <a:ln w="9525">
              <a:noFill/>
              <a:miter lim="800000"/>
              <a:headEnd/>
              <a:tailEnd/>
            </a:ln>
          </p:spPr>
          <p:txBody>
            <a:bodyPr wrap="none">
              <a:spAutoFit/>
            </a:bodyPr>
            <a:lstStyle/>
            <a:p>
              <a:r>
                <a:rPr lang="en-US">
                  <a:latin typeface="Calibri" pitchFamily="34" charset="0"/>
                </a:rPr>
                <a:t>Sandy@hotmail.com</a:t>
              </a:r>
            </a:p>
          </p:txBody>
        </p:sp>
        <p:pic>
          <p:nvPicPr>
            <p:cNvPr id="86056" name="Picture 3" descr="D:\DVD_ART34\Artwork_Imagery\Icons - Illustrations\_eHOME ICONS\laptop notebook pc mobility.png"/>
            <p:cNvPicPr>
              <a:picLocks noChangeAspect="1" noChangeArrowheads="1"/>
            </p:cNvPicPr>
            <p:nvPr/>
          </p:nvPicPr>
          <p:blipFill>
            <a:blip r:embed="rId4"/>
            <a:srcRect/>
            <a:stretch>
              <a:fillRect/>
            </a:stretch>
          </p:blipFill>
          <p:spPr bwMode="auto">
            <a:xfrm>
              <a:off x="228600" y="3200400"/>
              <a:ext cx="890587" cy="692447"/>
            </a:xfrm>
            <a:prstGeom prst="rect">
              <a:avLst/>
            </a:prstGeom>
            <a:noFill/>
            <a:ln w="9525">
              <a:noFill/>
              <a:miter lim="800000"/>
              <a:headEnd/>
              <a:tailEnd/>
            </a:ln>
          </p:spPr>
        </p:pic>
      </p:grpSp>
      <p:grpSp>
        <p:nvGrpSpPr>
          <p:cNvPr id="86024" name="Group 57"/>
          <p:cNvGrpSpPr>
            <a:grpSpLocks/>
          </p:cNvGrpSpPr>
          <p:nvPr/>
        </p:nvGrpSpPr>
        <p:grpSpPr bwMode="auto">
          <a:xfrm>
            <a:off x="381000" y="5002213"/>
            <a:ext cx="2133600" cy="1311275"/>
            <a:chOff x="381001" y="5002437"/>
            <a:chExt cx="2133685" cy="1310495"/>
          </a:xfrm>
        </p:grpSpPr>
        <p:sp>
          <p:nvSpPr>
            <p:cNvPr id="86053" name="Rectangle 9"/>
            <p:cNvSpPr>
              <a:spLocks noChangeArrowheads="1"/>
            </p:cNvSpPr>
            <p:nvPr/>
          </p:nvSpPr>
          <p:spPr bwMode="auto">
            <a:xfrm>
              <a:off x="457200" y="5943600"/>
              <a:ext cx="2057486" cy="369332"/>
            </a:xfrm>
            <a:prstGeom prst="rect">
              <a:avLst/>
            </a:prstGeom>
            <a:noFill/>
            <a:ln w="9525">
              <a:noFill/>
              <a:miter lim="800000"/>
              <a:headEnd/>
              <a:tailEnd/>
            </a:ln>
          </p:spPr>
          <p:txBody>
            <a:bodyPr wrap="none">
              <a:spAutoFit/>
            </a:bodyPr>
            <a:lstStyle/>
            <a:p>
              <a:r>
                <a:rPr lang="en-US">
                  <a:latin typeface="Calibri" pitchFamily="34" charset="0"/>
                </a:rPr>
                <a:t>Lane@Litware.com</a:t>
              </a:r>
            </a:p>
          </p:txBody>
        </p:sp>
        <p:pic>
          <p:nvPicPr>
            <p:cNvPr id="86054" name="Picture 10" descr="D:\DVD_ART34\Artwork_Imagery\Icons - Illustrations\_eHOME ICONS\kitchen pc computer speakers music.png"/>
            <p:cNvPicPr>
              <a:picLocks noChangeAspect="1" noChangeArrowheads="1"/>
            </p:cNvPicPr>
            <p:nvPr/>
          </p:nvPicPr>
          <p:blipFill>
            <a:blip r:embed="rId5"/>
            <a:srcRect/>
            <a:stretch>
              <a:fillRect/>
            </a:stretch>
          </p:blipFill>
          <p:spPr bwMode="auto">
            <a:xfrm>
              <a:off x="381001" y="5002437"/>
              <a:ext cx="1143000" cy="1007838"/>
            </a:xfrm>
            <a:prstGeom prst="rect">
              <a:avLst/>
            </a:prstGeom>
            <a:noFill/>
            <a:ln w="9525">
              <a:noFill/>
              <a:miter lim="800000"/>
              <a:headEnd/>
              <a:tailEnd/>
            </a:ln>
          </p:spPr>
        </p:pic>
      </p:grpSp>
      <p:sp>
        <p:nvSpPr>
          <p:cNvPr id="86025" name="Rectangle 7"/>
          <p:cNvSpPr>
            <a:spLocks noChangeArrowheads="1"/>
          </p:cNvSpPr>
          <p:nvPr/>
        </p:nvSpPr>
        <p:spPr bwMode="auto">
          <a:xfrm>
            <a:off x="2763838" y="4267200"/>
            <a:ext cx="1143000" cy="369888"/>
          </a:xfrm>
          <a:prstGeom prst="rect">
            <a:avLst/>
          </a:prstGeom>
          <a:noFill/>
          <a:ln w="9525">
            <a:noFill/>
            <a:miter lim="800000"/>
            <a:headEnd/>
            <a:tailEnd/>
          </a:ln>
        </p:spPr>
        <p:txBody>
          <a:bodyPr wrap="none">
            <a:spAutoFit/>
          </a:bodyPr>
          <a:lstStyle/>
          <a:p>
            <a:r>
              <a:rPr lang="en-US">
                <a:latin typeface="Calibri" pitchFamily="34" charset="0"/>
              </a:rPr>
              <a:t>ASP.NET</a:t>
            </a:r>
          </a:p>
        </p:txBody>
      </p:sp>
      <p:cxnSp>
        <p:nvCxnSpPr>
          <p:cNvPr id="67" name="Elbow Connector 66"/>
          <p:cNvCxnSpPr/>
          <p:nvPr/>
        </p:nvCxnSpPr>
        <p:spPr>
          <a:xfrm>
            <a:off x="762000" y="3352800"/>
            <a:ext cx="1524000" cy="304800"/>
          </a:xfrm>
          <a:prstGeom prst="bentConnector3">
            <a:avLst>
              <a:gd name="adj1" fmla="val 50000"/>
            </a:avLst>
          </a:prstGeom>
          <a:ln w="5715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4" name="Group 23"/>
          <p:cNvGrpSpPr>
            <a:grpSpLocks/>
          </p:cNvGrpSpPr>
          <p:nvPr/>
        </p:nvGrpSpPr>
        <p:grpSpPr bwMode="auto">
          <a:xfrm>
            <a:off x="381000" y="685800"/>
            <a:ext cx="6172200" cy="2514600"/>
            <a:chOff x="76200" y="685800"/>
            <a:chExt cx="6172200" cy="2514601"/>
          </a:xfrm>
        </p:grpSpPr>
        <p:grpSp>
          <p:nvGrpSpPr>
            <p:cNvPr id="86028" name="Group 59"/>
            <p:cNvGrpSpPr>
              <a:grpSpLocks/>
            </p:cNvGrpSpPr>
            <p:nvPr/>
          </p:nvGrpSpPr>
          <p:grpSpPr bwMode="auto">
            <a:xfrm>
              <a:off x="76200" y="685800"/>
              <a:ext cx="6172200" cy="1371600"/>
              <a:chOff x="76200" y="685800"/>
              <a:chExt cx="6172200" cy="1371600"/>
            </a:xfrm>
          </p:grpSpPr>
          <p:sp>
            <p:nvSpPr>
              <p:cNvPr id="29" name="Rounded Rectangle 28"/>
              <p:cNvSpPr/>
              <p:nvPr/>
            </p:nvSpPr>
            <p:spPr>
              <a:xfrm>
                <a:off x="76200" y="685800"/>
                <a:ext cx="6172200" cy="1371600"/>
              </a:xfrm>
              <a:prstGeom prst="roundRect">
                <a:avLst>
                  <a:gd name="adj" fmla="val 10124"/>
                </a:avLst>
              </a:prstGeom>
              <a:solidFill>
                <a:schemeClr val="accent2">
                  <a:lumMod val="60000"/>
                  <a:lumOff val="40000"/>
                </a:schemeClr>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p>
            </p:txBody>
          </p:sp>
          <p:sp>
            <p:nvSpPr>
              <p:cNvPr id="30" name="Rectangle 29"/>
              <p:cNvSpPr/>
              <p:nvPr/>
            </p:nvSpPr>
            <p:spPr>
              <a:xfrm>
                <a:off x="152400" y="685800"/>
                <a:ext cx="2093913"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Azure™ Services</a:t>
                </a:r>
                <a:endParaRPr lang="en-US" sz="2400" spc="-150" dirty="0">
                  <a:solidFill>
                    <a:schemeClr val="bg1"/>
                  </a:solidFill>
                  <a:latin typeface="Segoe UI" pitchFamily="34" charset="0"/>
                  <a:cs typeface="Segoe UI" pitchFamily="34" charset="0"/>
                </a:endParaRPr>
              </a:p>
            </p:txBody>
          </p:sp>
          <p:sp>
            <p:nvSpPr>
              <p:cNvPr id="31" name="Rounded Rectangle 30"/>
              <p:cNvSpPr/>
              <p:nvPr/>
            </p:nvSpPr>
            <p:spPr>
              <a:xfrm>
                <a:off x="115725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Access</a:t>
                </a:r>
                <a:br>
                  <a:rPr lang="en-US" dirty="0"/>
                </a:br>
                <a:r>
                  <a:rPr lang="en-US" dirty="0"/>
                  <a:t>Control</a:t>
                </a:r>
                <a:endParaRPr lang="en-US" dirty="0"/>
              </a:p>
            </p:txBody>
          </p:sp>
          <p:sp>
            <p:nvSpPr>
              <p:cNvPr id="32" name="Rounded Rectangle 31"/>
              <p:cNvSpPr/>
              <p:nvPr/>
            </p:nvSpPr>
            <p:spPr>
              <a:xfrm>
                <a:off x="2162100" y="1143000"/>
                <a:ext cx="995548" cy="838200"/>
              </a:xfrm>
              <a:prstGeom prst="roundRect">
                <a:avLst/>
              </a:prstGeom>
              <a:solidFill>
                <a:schemeClr val="accent3">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Mesh</a:t>
                </a:r>
                <a:endParaRPr lang="en-US" dirty="0"/>
              </a:p>
            </p:txBody>
          </p:sp>
          <p:sp>
            <p:nvSpPr>
              <p:cNvPr id="33" name="Rounded Rectangle 32"/>
              <p:cNvSpPr/>
              <p:nvPr/>
            </p:nvSpPr>
            <p:spPr>
              <a:xfrm>
                <a:off x="316695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Service</a:t>
                </a:r>
              </a:p>
              <a:p>
                <a:pPr algn="ctr" fontAlgn="auto">
                  <a:spcBef>
                    <a:spcPts val="0"/>
                  </a:spcBef>
                  <a:spcAft>
                    <a:spcPts val="0"/>
                  </a:spcAft>
                  <a:defRPr/>
                </a:pPr>
                <a:r>
                  <a:rPr lang="en-US" dirty="0"/>
                  <a:t>Bus</a:t>
                </a:r>
                <a:endParaRPr lang="en-US" dirty="0"/>
              </a:p>
            </p:txBody>
          </p:sp>
          <p:sp>
            <p:nvSpPr>
              <p:cNvPr id="35" name="Rounded Rectangle 34"/>
              <p:cNvSpPr/>
              <p:nvPr/>
            </p:nvSpPr>
            <p:spPr>
              <a:xfrm>
                <a:off x="417180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Workflow</a:t>
                </a:r>
                <a:endParaRPr lang="en-US" dirty="0"/>
              </a:p>
            </p:txBody>
          </p:sp>
          <p:sp>
            <p:nvSpPr>
              <p:cNvPr id="38" name="Rounded Rectangle 37"/>
              <p:cNvSpPr/>
              <p:nvPr/>
            </p:nvSpPr>
            <p:spPr>
              <a:xfrm>
                <a:off x="152400" y="1143000"/>
                <a:ext cx="995548" cy="838200"/>
              </a:xfrm>
              <a:prstGeom prst="roundRect">
                <a:avLst/>
              </a:prstGeom>
              <a:solidFill>
                <a:schemeClr val="accent3">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err="1"/>
                  <a:t>LiveID</a:t>
                </a:r>
                <a:endParaRPr lang="en-US" dirty="0"/>
              </a:p>
            </p:txBody>
          </p:sp>
          <p:sp>
            <p:nvSpPr>
              <p:cNvPr id="39" name="Rounded Rectangle 38"/>
              <p:cNvSpPr/>
              <p:nvPr/>
            </p:nvSpPr>
            <p:spPr>
              <a:xfrm>
                <a:off x="5176652"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SQL</a:t>
                </a:r>
                <a:br>
                  <a:rPr lang="en-US" dirty="0"/>
                </a:br>
                <a:r>
                  <a:rPr lang="en-US" dirty="0"/>
                  <a:t>Data</a:t>
                </a:r>
                <a:endParaRPr lang="en-US" dirty="0"/>
              </a:p>
            </p:txBody>
          </p:sp>
        </p:grpSp>
        <p:cxnSp>
          <p:nvCxnSpPr>
            <p:cNvPr id="28" name="Elbow Connector 27"/>
            <p:cNvCxnSpPr>
              <a:endCxn id="0" idx="2"/>
            </p:cNvCxnSpPr>
            <p:nvPr/>
          </p:nvCxnSpPr>
          <p:spPr>
            <a:xfrm rot="16200000" flipV="1">
              <a:off x="2282825" y="2359026"/>
              <a:ext cx="1219200" cy="463550"/>
            </a:xfrm>
            <a:prstGeom prst="bentConnector3">
              <a:avLst>
                <a:gd name="adj1" fmla="val 50000"/>
              </a:avLst>
            </a:prstGeom>
            <a:ln w="57150">
              <a:solidFill>
                <a:schemeClr val="accent3">
                  <a:lumMod val="75000"/>
                </a:schemeClr>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Elbow Connector 54"/>
            <p:cNvCxnSpPr>
              <a:stCxn id="0" idx="0"/>
              <a:endCxn id="0" idx="2"/>
            </p:cNvCxnSpPr>
            <p:nvPr/>
          </p:nvCxnSpPr>
          <p:spPr>
            <a:xfrm rot="16200000" flipV="1">
              <a:off x="1285082" y="1346994"/>
              <a:ext cx="1219200" cy="2487613"/>
            </a:xfrm>
            <a:prstGeom prst="bentConnector3">
              <a:avLst>
                <a:gd name="adj1" fmla="val 50000"/>
              </a:avLst>
            </a:prstGeom>
            <a:ln w="57150">
              <a:solidFill>
                <a:schemeClr val="accent3">
                  <a:lumMod val="75000"/>
                </a:schemeClr>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2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7350" y="152400"/>
            <a:ext cx="8369300" cy="553998"/>
          </a:xfrm>
        </p:spPr>
        <p:txBody>
          <a:bodyPr lIns="91440" tIns="45720" rIns="91440" bIns="45720" anchor="ctr">
            <a:normAutofit fontScale="90000"/>
          </a:bodyPr>
          <a:lstStyle/>
          <a:p>
            <a:pPr defTabSz="914363" fontAlgn="auto">
              <a:spcAft>
                <a:spcPts val="0"/>
              </a:spcAft>
              <a:defRPr/>
            </a:pPr>
            <a:r>
              <a:rPr dirty="0" smtClean="0"/>
              <a:t>User-Centric Interactions</a:t>
            </a:r>
            <a:endParaRPr sz="3600" dirty="0"/>
          </a:p>
        </p:txBody>
      </p:sp>
      <p:sp>
        <p:nvSpPr>
          <p:cNvPr id="5" name="Content Placeholder 4"/>
          <p:cNvSpPr>
            <a:spLocks noGrp="1"/>
          </p:cNvSpPr>
          <p:nvPr>
            <p:ph idx="1"/>
          </p:nvPr>
        </p:nvSpPr>
        <p:spPr>
          <a:xfrm>
            <a:off x="381000" y="1412874"/>
            <a:ext cx="8382000" cy="4759325"/>
          </a:xfrm>
        </p:spPr>
        <p:txBody>
          <a:bodyPr>
            <a:normAutofit/>
          </a:bodyPr>
          <a:lstStyle/>
          <a:p>
            <a:pPr defTabSz="914363" fontAlgn="auto">
              <a:defRPr/>
            </a:pPr>
            <a:r>
              <a:rPr lang="en-US" dirty="0" err="1" smtClean="0"/>
              <a:t>Litware</a:t>
            </a:r>
            <a:r>
              <a:rPr lang="en-US" dirty="0" smtClean="0"/>
              <a:t> customer surveys show </a:t>
            </a:r>
          </a:p>
          <a:p>
            <a:pPr lvl="1" defTabSz="914363" fontAlgn="auto">
              <a:spcAft>
                <a:spcPts val="0"/>
              </a:spcAft>
              <a:defRPr/>
            </a:pPr>
            <a:r>
              <a:rPr lang="en-US" dirty="0" smtClean="0"/>
              <a:t>Customer don’t like filling in registration forms</a:t>
            </a:r>
          </a:p>
          <a:p>
            <a:pPr lvl="1" defTabSz="914363" fontAlgn="auto">
              <a:spcAft>
                <a:spcPts val="0"/>
              </a:spcAft>
              <a:defRPr/>
            </a:pPr>
            <a:r>
              <a:rPr lang="en-US" dirty="0" smtClean="0"/>
              <a:t>Often forget where the </a:t>
            </a:r>
            <a:r>
              <a:rPr lang="en-US" dirty="0" err="1" smtClean="0"/>
              <a:t>Litware</a:t>
            </a:r>
            <a:r>
              <a:rPr lang="en-US" dirty="0" smtClean="0"/>
              <a:t> site is located</a:t>
            </a:r>
          </a:p>
          <a:p>
            <a:pPr lvl="1" defTabSz="914363" fontAlgn="auto">
              <a:spcAft>
                <a:spcPts val="0"/>
              </a:spcAft>
              <a:defRPr/>
            </a:pPr>
            <a:r>
              <a:rPr lang="en-US" dirty="0" smtClean="0"/>
              <a:t>Want to read or view training materials offline</a:t>
            </a:r>
          </a:p>
          <a:p>
            <a:pPr lvl="2" defTabSz="914363" fontAlgn="auto">
              <a:spcAft>
                <a:spcPts val="0"/>
              </a:spcAft>
              <a:defRPr/>
            </a:pPr>
            <a:r>
              <a:rPr lang="en-US" dirty="0" smtClean="0"/>
              <a:t>On the plane</a:t>
            </a:r>
          </a:p>
          <a:p>
            <a:pPr lvl="2" defTabSz="914363" fontAlgn="auto">
              <a:spcAft>
                <a:spcPts val="0"/>
              </a:spcAft>
              <a:defRPr/>
            </a:pPr>
            <a:r>
              <a:rPr lang="en-US" dirty="0" smtClean="0"/>
              <a:t>Remote locations with low-bandwidth connections</a:t>
            </a:r>
          </a:p>
          <a:p>
            <a:pPr lvl="1" defTabSz="914363" fontAlgn="auto">
              <a:spcAft>
                <a:spcPts val="0"/>
              </a:spcAft>
              <a:defRPr/>
            </a:pPr>
            <a:r>
              <a:rPr lang="en-US" dirty="0" smtClean="0"/>
              <a:t>Would like to be notified when they need to complete training</a:t>
            </a:r>
          </a:p>
          <a:p>
            <a:pPr lvl="1" defTabSz="914363" fontAlgn="auto">
              <a:spcAft>
                <a:spcPts val="0"/>
              </a:spcAft>
              <a:defRPr/>
            </a:pPr>
            <a:endParaRPr lang="en-US" dirty="0" smtClean="0"/>
          </a:p>
          <a:p>
            <a:pPr defTabSz="914363" fontAlgn="auto">
              <a:defRPr/>
            </a:pPr>
            <a:r>
              <a:rPr lang="en-US" dirty="0" smtClean="0"/>
              <a:t>Developers can take advantage of Identity and the Mesh to address these and other concerns</a:t>
            </a:r>
          </a:p>
        </p:txBody>
      </p:sp>
      <p:sp>
        <p:nvSpPr>
          <p:cNvPr id="88067" name="Slide Number Placeholder 5"/>
          <p:cNvSpPr>
            <a:spLocks noGrp="1"/>
          </p:cNvSpPr>
          <p:nvPr>
            <p:ph type="sldNum" sz="quarter" idx="4294967295"/>
          </p:nvPr>
        </p:nvSpPr>
        <p:spPr bwMode="auto">
          <a:xfrm>
            <a:off x="7010400" y="6356350"/>
            <a:ext cx="2133600" cy="365125"/>
          </a:xfrm>
          <a:prstGeom prst="rect">
            <a:avLst/>
          </a:prstGeom>
          <a:noFill/>
          <a:ln>
            <a:miter lim="800000"/>
            <a:headEnd/>
            <a:tailEnd/>
          </a:ln>
        </p:spPr>
        <p:txBody>
          <a:bodyPr/>
          <a:lstStyle/>
          <a:p>
            <a:fld id="{CB891212-6432-42B9-9FBD-688BF509B483}" type="slidenum">
              <a:rPr lang="en-US">
                <a:latin typeface="Calibri" pitchFamily="34" charset="0"/>
              </a:rPr>
              <a:pPr/>
              <a:t>15</a:t>
            </a:fld>
            <a:endParaRPr lang="en-US">
              <a:latin typeface="Calibri" pitchFamily="34" charset="0"/>
            </a:endParaRPr>
          </a:p>
        </p:txBody>
      </p:sp>
    </p:spTree>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7350" y="152400"/>
            <a:ext cx="8369300" cy="553998"/>
          </a:xfrm>
        </p:spPr>
        <p:txBody>
          <a:bodyPr/>
          <a:lstStyle/>
          <a:p>
            <a:pPr defTabSz="914363" fontAlgn="auto">
              <a:spcAft>
                <a:spcPts val="0"/>
              </a:spcAft>
              <a:defRPr/>
            </a:pPr>
            <a:r>
              <a:rPr/>
              <a:t>Where to Learn More</a:t>
            </a:r>
            <a:endParaRPr/>
          </a:p>
        </p:txBody>
      </p:sp>
      <p:sp>
        <p:nvSpPr>
          <p:cNvPr id="5" name="Text Placeholder 4"/>
          <p:cNvSpPr>
            <a:spLocks noGrp="1"/>
          </p:cNvSpPr>
          <p:nvPr>
            <p:ph type="body" idx="1"/>
          </p:nvPr>
        </p:nvSpPr>
        <p:spPr>
          <a:xfrm>
            <a:off x="381000" y="1412875"/>
            <a:ext cx="8382000" cy="4174604"/>
          </a:xfrm>
        </p:spPr>
        <p:txBody>
          <a:bodyPr/>
          <a:lstStyle/>
          <a:p>
            <a:pPr defTabSz="914363" fontAlgn="auto">
              <a:defRPr/>
            </a:pPr>
            <a:r>
              <a:rPr lang="en-US" dirty="0" smtClean="0"/>
              <a:t>The keynote tomorrow</a:t>
            </a:r>
          </a:p>
          <a:p>
            <a:pPr defTabSz="914363" fontAlgn="auto">
              <a:defRPr/>
            </a:pPr>
            <a:r>
              <a:rPr lang="en-US" dirty="0" smtClean="0"/>
              <a:t>BB04 - Live Services: A Lap around the Live Framework and Mesh Services</a:t>
            </a:r>
          </a:p>
          <a:p>
            <a:pPr lvl="1" defTabSz="914363" fontAlgn="auto">
              <a:spcAft>
                <a:spcPts val="0"/>
              </a:spcAft>
              <a:defRPr/>
            </a:pPr>
            <a:r>
              <a:rPr lang="en-US" dirty="0" smtClean="0"/>
              <a:t>Tuesday - 1:45-3:00PM – Room 153</a:t>
            </a:r>
          </a:p>
          <a:p>
            <a:pPr defTabSz="914363" fontAlgn="auto">
              <a:defRPr/>
            </a:pPr>
            <a:r>
              <a:rPr lang="en-US" dirty="0" smtClean="0"/>
              <a:t>BB05 - Live Services: Building Applications with the Live Framework</a:t>
            </a:r>
          </a:p>
          <a:p>
            <a:pPr lvl="1" defTabSz="914363" fontAlgn="auto">
              <a:spcAft>
                <a:spcPts val="0"/>
              </a:spcAft>
              <a:defRPr/>
            </a:pPr>
            <a:r>
              <a:rPr lang="en-US" dirty="0" smtClean="0"/>
              <a:t>Tuesday – 5:15-6:30PM – Room 502A</a:t>
            </a:r>
          </a:p>
          <a:p>
            <a:pPr lvl="1" defTabSz="914363" fontAlgn="auto">
              <a:spcAft>
                <a:spcPts val="0"/>
              </a:spcAft>
              <a:defRPr/>
            </a:pPr>
            <a:endParaRPr lang="en-US" dirty="0" smtClean="0"/>
          </a:p>
          <a:p>
            <a:pPr defTabSz="914363" fontAlgn="auto">
              <a:defRPr/>
            </a:pP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pPr defTabSz="914363" fontAlgn="auto">
              <a:spcAft>
                <a:spcPts val="0"/>
              </a:spcAft>
              <a:defRPr/>
            </a:pPr>
            <a:r>
              <a:rPr dirty="0" smtClean="0"/>
              <a:t>Service</a:t>
            </a:r>
            <a:r>
              <a:rPr smtClean="0"/>
              <a:t> BUS</a:t>
            </a:r>
            <a:endParaRPr dirty="0"/>
          </a:p>
        </p:txBody>
      </p:sp>
      <p:sp>
        <p:nvSpPr>
          <p:cNvPr id="92162" name="Slide Number Placeholder 3"/>
          <p:cNvSpPr>
            <a:spLocks noGrp="1"/>
          </p:cNvSpPr>
          <p:nvPr>
            <p:ph type="sldNum" sz="quarter" idx="11"/>
          </p:nvPr>
        </p:nvSpPr>
        <p:spPr bwMode="auto">
          <a:noFill/>
          <a:ln>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fld id="{E589B2E7-D5A6-4FED-B5AB-9F5FB8B9C237}" type="slidenum">
              <a:rPr lang="en-US"/>
              <a:pPr fontAlgn="base">
                <a:spcBef>
                  <a:spcPct val="0"/>
                </a:spcBef>
                <a:spcAft>
                  <a:spcPct val="0"/>
                </a:spcAft>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ounded Rectangle 33"/>
          <p:cNvSpPr/>
          <p:nvPr/>
        </p:nvSpPr>
        <p:spPr>
          <a:xfrm>
            <a:off x="2306940" y="3200400"/>
            <a:ext cx="2271486" cy="2133600"/>
          </a:xfrm>
          <a:prstGeom prst="roundRect">
            <a:avLst>
              <a:gd name="adj" fmla="val 12302"/>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p>
        </p:txBody>
      </p:sp>
      <p:sp>
        <p:nvSpPr>
          <p:cNvPr id="11" name="Rectangle 10"/>
          <p:cNvSpPr/>
          <p:nvPr/>
        </p:nvSpPr>
        <p:spPr>
          <a:xfrm>
            <a:off x="2382838" y="3276600"/>
            <a:ext cx="1017587"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Litware</a:t>
            </a:r>
          </a:p>
        </p:txBody>
      </p:sp>
      <p:sp>
        <p:nvSpPr>
          <p:cNvPr id="94213" name="Rectangle 47"/>
          <p:cNvSpPr>
            <a:spLocks noChangeArrowheads="1"/>
          </p:cNvSpPr>
          <p:nvPr/>
        </p:nvSpPr>
        <p:spPr bwMode="auto">
          <a:xfrm>
            <a:off x="2840038" y="5029200"/>
            <a:ext cx="1471612" cy="276225"/>
          </a:xfrm>
          <a:prstGeom prst="rect">
            <a:avLst/>
          </a:prstGeom>
          <a:noFill/>
          <a:ln w="9525">
            <a:noFill/>
            <a:miter lim="800000"/>
            <a:headEnd/>
            <a:tailEnd/>
          </a:ln>
        </p:spPr>
        <p:txBody>
          <a:bodyPr wrap="none">
            <a:spAutoFit/>
          </a:bodyPr>
          <a:lstStyle/>
          <a:p>
            <a:r>
              <a:rPr lang="en-US" sz="1200">
                <a:latin typeface="Calibri" pitchFamily="34" charset="0"/>
              </a:rPr>
              <a:t>Hosted at Rackspace</a:t>
            </a:r>
          </a:p>
        </p:txBody>
      </p:sp>
      <p:pic>
        <p:nvPicPr>
          <p:cNvPr id="94214" name="Picture 2" descr="D:\DVD_ART34\Artwork_Imagery\Icons - Illustrations\_eHOME ICONS\dense servers tall rack.png"/>
          <p:cNvPicPr>
            <a:picLocks noChangeAspect="1" noChangeArrowheads="1"/>
          </p:cNvPicPr>
          <p:nvPr/>
        </p:nvPicPr>
        <p:blipFill>
          <a:blip r:embed="rId3"/>
          <a:srcRect/>
          <a:stretch>
            <a:fillRect/>
          </a:stretch>
        </p:blipFill>
        <p:spPr bwMode="auto">
          <a:xfrm>
            <a:off x="3678238" y="3810000"/>
            <a:ext cx="609600" cy="1050925"/>
          </a:xfrm>
          <a:prstGeom prst="rect">
            <a:avLst/>
          </a:prstGeom>
          <a:noFill/>
          <a:ln w="9525">
            <a:noFill/>
            <a:miter lim="800000"/>
            <a:headEnd/>
            <a:tailEnd/>
          </a:ln>
        </p:spPr>
      </p:pic>
      <p:grpSp>
        <p:nvGrpSpPr>
          <p:cNvPr id="94215" name="Group 57"/>
          <p:cNvGrpSpPr>
            <a:grpSpLocks/>
          </p:cNvGrpSpPr>
          <p:nvPr/>
        </p:nvGrpSpPr>
        <p:grpSpPr bwMode="auto">
          <a:xfrm>
            <a:off x="381000" y="5002213"/>
            <a:ext cx="2133600" cy="1311275"/>
            <a:chOff x="381001" y="5002437"/>
            <a:chExt cx="2133685" cy="1310495"/>
          </a:xfrm>
        </p:grpSpPr>
        <p:sp>
          <p:nvSpPr>
            <p:cNvPr id="94258" name="Rectangle 9"/>
            <p:cNvSpPr>
              <a:spLocks noChangeArrowheads="1"/>
            </p:cNvSpPr>
            <p:nvPr/>
          </p:nvSpPr>
          <p:spPr bwMode="auto">
            <a:xfrm>
              <a:off x="457200" y="5943600"/>
              <a:ext cx="2057486" cy="369332"/>
            </a:xfrm>
            <a:prstGeom prst="rect">
              <a:avLst/>
            </a:prstGeom>
            <a:noFill/>
            <a:ln w="9525">
              <a:noFill/>
              <a:miter lim="800000"/>
              <a:headEnd/>
              <a:tailEnd/>
            </a:ln>
          </p:spPr>
          <p:txBody>
            <a:bodyPr wrap="none">
              <a:spAutoFit/>
            </a:bodyPr>
            <a:lstStyle/>
            <a:p>
              <a:r>
                <a:rPr lang="en-US">
                  <a:latin typeface="Calibri" pitchFamily="34" charset="0"/>
                </a:rPr>
                <a:t>Lane@Litware.com</a:t>
              </a:r>
            </a:p>
          </p:txBody>
        </p:sp>
        <p:pic>
          <p:nvPicPr>
            <p:cNvPr id="94259" name="Picture 10" descr="D:\DVD_ART34\Artwork_Imagery\Icons - Illustrations\_eHOME ICONS\kitchen pc computer speakers music.png"/>
            <p:cNvPicPr>
              <a:picLocks noChangeAspect="1" noChangeArrowheads="1"/>
            </p:cNvPicPr>
            <p:nvPr/>
          </p:nvPicPr>
          <p:blipFill>
            <a:blip r:embed="rId4"/>
            <a:srcRect/>
            <a:stretch>
              <a:fillRect/>
            </a:stretch>
          </p:blipFill>
          <p:spPr bwMode="auto">
            <a:xfrm>
              <a:off x="381001" y="5002437"/>
              <a:ext cx="1143000" cy="1007838"/>
            </a:xfrm>
            <a:prstGeom prst="rect">
              <a:avLst/>
            </a:prstGeom>
            <a:noFill/>
            <a:ln w="9525">
              <a:noFill/>
              <a:miter lim="800000"/>
              <a:headEnd/>
              <a:tailEnd/>
            </a:ln>
          </p:spPr>
        </p:pic>
      </p:grpSp>
      <p:sp>
        <p:nvSpPr>
          <p:cNvPr id="94216" name="Rectangle 7"/>
          <p:cNvSpPr>
            <a:spLocks noChangeArrowheads="1"/>
          </p:cNvSpPr>
          <p:nvPr/>
        </p:nvSpPr>
        <p:spPr bwMode="auto">
          <a:xfrm>
            <a:off x="2763838" y="4267200"/>
            <a:ext cx="1143000" cy="369888"/>
          </a:xfrm>
          <a:prstGeom prst="rect">
            <a:avLst/>
          </a:prstGeom>
          <a:noFill/>
          <a:ln w="9525">
            <a:noFill/>
            <a:miter lim="800000"/>
            <a:headEnd/>
            <a:tailEnd/>
          </a:ln>
        </p:spPr>
        <p:txBody>
          <a:bodyPr wrap="none">
            <a:spAutoFit/>
          </a:bodyPr>
          <a:lstStyle/>
          <a:p>
            <a:r>
              <a:rPr lang="en-US">
                <a:latin typeface="Calibri" pitchFamily="34" charset="0"/>
              </a:rPr>
              <a:t>ASP.NET</a:t>
            </a:r>
          </a:p>
        </p:txBody>
      </p:sp>
      <p:grpSp>
        <p:nvGrpSpPr>
          <p:cNvPr id="94217" name="Group 53"/>
          <p:cNvGrpSpPr>
            <a:grpSpLocks/>
          </p:cNvGrpSpPr>
          <p:nvPr/>
        </p:nvGrpSpPr>
        <p:grpSpPr bwMode="auto">
          <a:xfrm>
            <a:off x="6346825" y="1752600"/>
            <a:ext cx="2644775" cy="2667000"/>
            <a:chOff x="6346126" y="1752600"/>
            <a:chExt cx="2645474" cy="2667000"/>
          </a:xfrm>
        </p:grpSpPr>
        <p:sp>
          <p:nvSpPr>
            <p:cNvPr id="17" name="Rounded Rectangle 16"/>
            <p:cNvSpPr/>
            <p:nvPr/>
          </p:nvSpPr>
          <p:spPr>
            <a:xfrm>
              <a:off x="6400800" y="1752600"/>
              <a:ext cx="2590800" cy="2667000"/>
            </a:xfrm>
            <a:prstGeom prst="roundRect">
              <a:avLst>
                <a:gd name="adj" fmla="val 8875"/>
              </a:avLst>
            </a:prstGeom>
            <a:solidFill>
              <a:srgbClr val="00B050"/>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solidFill>
                  <a:schemeClr val="bg1"/>
                </a:solidFill>
              </a:endParaRPr>
            </a:p>
          </p:txBody>
        </p:sp>
        <p:sp>
          <p:nvSpPr>
            <p:cNvPr id="18" name="Rectangle 17"/>
            <p:cNvSpPr/>
            <p:nvPr/>
          </p:nvSpPr>
          <p:spPr>
            <a:xfrm>
              <a:off x="6476335" y="1752600"/>
              <a:ext cx="1190940"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Contoso</a:t>
              </a:r>
              <a:endParaRPr lang="en-US" sz="2400" spc="-150" dirty="0">
                <a:solidFill>
                  <a:schemeClr val="bg1"/>
                </a:solidFill>
                <a:latin typeface="Segoe UI" pitchFamily="34" charset="0"/>
                <a:cs typeface="Segoe UI" pitchFamily="34" charset="0"/>
              </a:endParaRPr>
            </a:p>
          </p:txBody>
        </p:sp>
        <p:sp>
          <p:nvSpPr>
            <p:cNvPr id="94248" name="Rectangle 19"/>
            <p:cNvSpPr>
              <a:spLocks noChangeArrowheads="1"/>
            </p:cNvSpPr>
            <p:nvPr/>
          </p:nvSpPr>
          <p:spPr bwMode="auto">
            <a:xfrm>
              <a:off x="7487476" y="2133600"/>
              <a:ext cx="540469" cy="369332"/>
            </a:xfrm>
            <a:prstGeom prst="rect">
              <a:avLst/>
            </a:prstGeom>
            <a:noFill/>
            <a:ln w="9525">
              <a:noFill/>
              <a:miter lim="800000"/>
              <a:headEnd/>
              <a:tailEnd/>
            </a:ln>
          </p:spPr>
          <p:txBody>
            <a:bodyPr wrap="none">
              <a:spAutoFit/>
            </a:bodyPr>
            <a:lstStyle/>
            <a:p>
              <a:r>
                <a:rPr lang="en-US">
                  <a:latin typeface="Calibri" pitchFamily="34" charset="0"/>
                </a:rPr>
                <a:t>SAP</a:t>
              </a:r>
            </a:p>
          </p:txBody>
        </p:sp>
        <p:sp>
          <p:nvSpPr>
            <p:cNvPr id="94249" name="Rectangle 25"/>
            <p:cNvSpPr>
              <a:spLocks noChangeArrowheads="1"/>
            </p:cNvSpPr>
            <p:nvPr/>
          </p:nvSpPr>
          <p:spPr bwMode="auto">
            <a:xfrm>
              <a:off x="7301820" y="3669268"/>
              <a:ext cx="615425" cy="369332"/>
            </a:xfrm>
            <a:prstGeom prst="rect">
              <a:avLst/>
            </a:prstGeom>
            <a:noFill/>
            <a:ln w="9525">
              <a:noFill/>
              <a:miter lim="800000"/>
              <a:headEnd/>
              <a:tailEnd/>
            </a:ln>
          </p:spPr>
          <p:txBody>
            <a:bodyPr wrap="none">
              <a:spAutoFit/>
            </a:bodyPr>
            <a:lstStyle/>
            <a:p>
              <a:r>
                <a:rPr lang="en-US">
                  <a:latin typeface="Calibri" pitchFamily="34" charset="0"/>
                </a:rPr>
                <a:t>Cory</a:t>
              </a:r>
            </a:p>
          </p:txBody>
        </p:sp>
        <p:sp>
          <p:nvSpPr>
            <p:cNvPr id="94250" name="Rectangle 28"/>
            <p:cNvSpPr>
              <a:spLocks noChangeArrowheads="1"/>
            </p:cNvSpPr>
            <p:nvPr/>
          </p:nvSpPr>
          <p:spPr bwMode="auto">
            <a:xfrm>
              <a:off x="7388218" y="2747809"/>
              <a:ext cx="460382" cy="369332"/>
            </a:xfrm>
            <a:prstGeom prst="rect">
              <a:avLst/>
            </a:prstGeom>
            <a:noFill/>
            <a:ln w="9525">
              <a:noFill/>
              <a:miter lim="800000"/>
              <a:headEnd/>
              <a:tailEnd/>
            </a:ln>
          </p:spPr>
          <p:txBody>
            <a:bodyPr wrap="none">
              <a:spAutoFit/>
            </a:bodyPr>
            <a:lstStyle/>
            <a:p>
              <a:r>
                <a:rPr lang="en-US">
                  <a:latin typeface="Calibri" pitchFamily="34" charset="0"/>
                </a:rPr>
                <a:t>AD</a:t>
              </a:r>
            </a:p>
          </p:txBody>
        </p:sp>
        <p:pic>
          <p:nvPicPr>
            <p:cNvPr id="94251" name="Picture 4" descr="D:\DVD_ART34\Artwork_Imagery\Icons - Illustrations\_eHOME ICONS\Server rack applicance large.png"/>
            <p:cNvPicPr>
              <a:picLocks noChangeAspect="1" noChangeArrowheads="1"/>
            </p:cNvPicPr>
            <p:nvPr/>
          </p:nvPicPr>
          <p:blipFill>
            <a:blip r:embed="rId5"/>
            <a:srcRect/>
            <a:stretch>
              <a:fillRect/>
            </a:stretch>
          </p:blipFill>
          <p:spPr bwMode="auto">
            <a:xfrm flipH="1">
              <a:off x="8027945" y="1905000"/>
              <a:ext cx="811255" cy="1106425"/>
            </a:xfrm>
            <a:prstGeom prst="rect">
              <a:avLst/>
            </a:prstGeom>
            <a:noFill/>
            <a:ln w="9525">
              <a:noFill/>
              <a:miter lim="800000"/>
              <a:headEnd/>
              <a:tailEnd/>
            </a:ln>
          </p:spPr>
        </p:pic>
        <p:pic>
          <p:nvPicPr>
            <p:cNvPr id="94252" name="Picture 5" descr="D:\DVD_ART34\Artwork_Imagery\Icons - Illustrations\_eHOME ICONS\keyboard mouse.png"/>
            <p:cNvPicPr>
              <a:picLocks noChangeAspect="1" noChangeArrowheads="1"/>
            </p:cNvPicPr>
            <p:nvPr/>
          </p:nvPicPr>
          <p:blipFill>
            <a:blip r:embed="rId6"/>
            <a:srcRect/>
            <a:stretch>
              <a:fillRect/>
            </a:stretch>
          </p:blipFill>
          <p:spPr bwMode="auto">
            <a:xfrm>
              <a:off x="7067395" y="4038600"/>
              <a:ext cx="609600" cy="256618"/>
            </a:xfrm>
            <a:prstGeom prst="rect">
              <a:avLst/>
            </a:prstGeom>
            <a:noFill/>
            <a:ln w="9525">
              <a:noFill/>
              <a:miter lim="800000"/>
              <a:headEnd/>
              <a:tailEnd/>
            </a:ln>
          </p:spPr>
        </p:pic>
        <p:pic>
          <p:nvPicPr>
            <p:cNvPr id="94253" name="Picture 6" descr="D:\DVD_ART34\Artwork_Imagery\Icons - Illustrations\_eHOME ICONS\tv plasma flat panel letterbox monitor.png"/>
            <p:cNvPicPr>
              <a:picLocks noChangeAspect="1" noChangeArrowheads="1"/>
            </p:cNvPicPr>
            <p:nvPr/>
          </p:nvPicPr>
          <p:blipFill>
            <a:blip r:embed="rId7"/>
            <a:srcRect/>
            <a:stretch>
              <a:fillRect/>
            </a:stretch>
          </p:blipFill>
          <p:spPr bwMode="auto">
            <a:xfrm>
              <a:off x="6838795" y="3581400"/>
              <a:ext cx="533400" cy="528638"/>
            </a:xfrm>
            <a:prstGeom prst="rect">
              <a:avLst/>
            </a:prstGeom>
            <a:noFill/>
            <a:ln w="9525">
              <a:noFill/>
              <a:miter lim="800000"/>
              <a:headEnd/>
              <a:tailEnd/>
            </a:ln>
          </p:spPr>
        </p:pic>
        <p:pic>
          <p:nvPicPr>
            <p:cNvPr id="94254" name="Picture 7" descr="D:\DVD_ART34\Artwork_Imagery\Icons - Illustrations\_eHOME ICONS\Supercomputer servers super computer 2.png"/>
            <p:cNvPicPr>
              <a:picLocks noChangeAspect="1" noChangeArrowheads="1"/>
            </p:cNvPicPr>
            <p:nvPr/>
          </p:nvPicPr>
          <p:blipFill>
            <a:blip r:embed="rId8"/>
            <a:srcRect/>
            <a:stretch>
              <a:fillRect/>
            </a:stretch>
          </p:blipFill>
          <p:spPr bwMode="auto">
            <a:xfrm flipH="1">
              <a:off x="6839876" y="2366809"/>
              <a:ext cx="627724" cy="833591"/>
            </a:xfrm>
            <a:prstGeom prst="rect">
              <a:avLst/>
            </a:prstGeom>
            <a:noFill/>
            <a:ln w="9525">
              <a:noFill/>
              <a:miter lim="800000"/>
              <a:headEnd/>
              <a:tailEnd/>
            </a:ln>
          </p:spPr>
        </p:pic>
        <p:pic>
          <p:nvPicPr>
            <p:cNvPr id="94255" name="Picture 8" descr="D:\DVD_ART34\Artwork_Imagery\Icons - Illustrations\_eHOME ICONS\application servers computer.png"/>
            <p:cNvPicPr>
              <a:picLocks noChangeAspect="1" noChangeArrowheads="1"/>
            </p:cNvPicPr>
            <p:nvPr/>
          </p:nvPicPr>
          <p:blipFill>
            <a:blip r:embed="rId9"/>
            <a:srcRect/>
            <a:stretch>
              <a:fillRect/>
            </a:stretch>
          </p:blipFill>
          <p:spPr bwMode="auto">
            <a:xfrm flipH="1">
              <a:off x="8153400" y="3200400"/>
              <a:ext cx="666750" cy="939511"/>
            </a:xfrm>
            <a:prstGeom prst="rect">
              <a:avLst/>
            </a:prstGeom>
            <a:noFill/>
            <a:ln w="9525">
              <a:noFill/>
              <a:miter lim="800000"/>
              <a:headEnd/>
              <a:tailEnd/>
            </a:ln>
          </p:spPr>
        </p:pic>
        <p:sp>
          <p:nvSpPr>
            <p:cNvPr id="94256" name="Rectangle 50"/>
            <p:cNvSpPr>
              <a:spLocks noChangeArrowheads="1"/>
            </p:cNvSpPr>
            <p:nvPr/>
          </p:nvSpPr>
          <p:spPr bwMode="auto">
            <a:xfrm>
              <a:off x="8231341" y="4038600"/>
              <a:ext cx="607859" cy="369332"/>
            </a:xfrm>
            <a:prstGeom prst="rect">
              <a:avLst/>
            </a:prstGeom>
            <a:noFill/>
            <a:ln w="9525">
              <a:noFill/>
              <a:miter lim="800000"/>
              <a:headEnd/>
              <a:tailEnd/>
            </a:ln>
          </p:spPr>
          <p:txBody>
            <a:bodyPr wrap="none">
              <a:spAutoFit/>
            </a:bodyPr>
            <a:lstStyle/>
            <a:p>
              <a:r>
                <a:rPr lang="en-US">
                  <a:latin typeface="Calibri" pitchFamily="34" charset="0"/>
                </a:rPr>
                <a:t>Mail</a:t>
              </a:r>
            </a:p>
          </p:txBody>
        </p:sp>
        <p:pic>
          <p:nvPicPr>
            <p:cNvPr id="94257" name="Picture 12" descr="D:\DVD_ART34\Artwork_Imagery\Icons - Illustrations\Misc\bricks fire wall firewall secure security.png"/>
            <p:cNvPicPr>
              <a:picLocks noChangeAspect="1" noChangeArrowheads="1"/>
            </p:cNvPicPr>
            <p:nvPr/>
          </p:nvPicPr>
          <p:blipFill>
            <a:blip r:embed="rId10"/>
            <a:srcRect/>
            <a:stretch>
              <a:fillRect/>
            </a:stretch>
          </p:blipFill>
          <p:spPr bwMode="auto">
            <a:xfrm>
              <a:off x="6346126" y="2286000"/>
              <a:ext cx="421714" cy="1676400"/>
            </a:xfrm>
            <a:prstGeom prst="rect">
              <a:avLst/>
            </a:prstGeom>
            <a:noFill/>
            <a:ln w="9525">
              <a:noFill/>
              <a:miter lim="800000"/>
              <a:headEnd/>
              <a:tailEnd/>
            </a:ln>
          </p:spPr>
        </p:pic>
      </p:grpSp>
      <p:cxnSp>
        <p:nvCxnSpPr>
          <p:cNvPr id="55" name="Elbow Connector 54"/>
          <p:cNvCxnSpPr/>
          <p:nvPr/>
        </p:nvCxnSpPr>
        <p:spPr>
          <a:xfrm flipV="1">
            <a:off x="4572000" y="2667000"/>
            <a:ext cx="3429000" cy="1219200"/>
          </a:xfrm>
          <a:prstGeom prst="bentConnector3">
            <a:avLst>
              <a:gd name="adj1" fmla="val 30051"/>
            </a:avLst>
          </a:prstGeom>
          <a:ln w="5715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35" name="Group 34"/>
          <p:cNvGrpSpPr>
            <a:grpSpLocks/>
          </p:cNvGrpSpPr>
          <p:nvPr/>
        </p:nvGrpSpPr>
        <p:grpSpPr bwMode="auto">
          <a:xfrm>
            <a:off x="152400" y="685800"/>
            <a:ext cx="6172200" cy="2514600"/>
            <a:chOff x="76200" y="685800"/>
            <a:chExt cx="6172200" cy="2514601"/>
          </a:xfrm>
        </p:grpSpPr>
        <p:grpSp>
          <p:nvGrpSpPr>
            <p:cNvPr id="94220" name="Group 59"/>
            <p:cNvGrpSpPr>
              <a:grpSpLocks/>
            </p:cNvGrpSpPr>
            <p:nvPr/>
          </p:nvGrpSpPr>
          <p:grpSpPr bwMode="auto">
            <a:xfrm>
              <a:off x="76200" y="685800"/>
              <a:ext cx="6172200" cy="1371600"/>
              <a:chOff x="76200" y="685800"/>
              <a:chExt cx="6172200" cy="1371600"/>
            </a:xfrm>
          </p:grpSpPr>
          <p:sp>
            <p:nvSpPr>
              <p:cNvPr id="39" name="Rounded Rectangle 38"/>
              <p:cNvSpPr/>
              <p:nvPr/>
            </p:nvSpPr>
            <p:spPr>
              <a:xfrm>
                <a:off x="76200" y="685800"/>
                <a:ext cx="6172200" cy="1371600"/>
              </a:xfrm>
              <a:prstGeom prst="roundRect">
                <a:avLst>
                  <a:gd name="adj" fmla="val 10124"/>
                </a:avLst>
              </a:prstGeom>
              <a:solidFill>
                <a:schemeClr val="accent2">
                  <a:lumMod val="60000"/>
                  <a:lumOff val="40000"/>
                </a:schemeClr>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p>
            </p:txBody>
          </p:sp>
          <p:sp>
            <p:nvSpPr>
              <p:cNvPr id="40" name="Rectangle 39"/>
              <p:cNvSpPr/>
              <p:nvPr/>
            </p:nvSpPr>
            <p:spPr>
              <a:xfrm>
                <a:off x="152400" y="685800"/>
                <a:ext cx="2093913"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Azure™ Services</a:t>
                </a:r>
                <a:endParaRPr lang="en-US" sz="2400" spc="-150" dirty="0">
                  <a:solidFill>
                    <a:schemeClr val="bg1"/>
                  </a:solidFill>
                  <a:latin typeface="Segoe UI" pitchFamily="34" charset="0"/>
                  <a:cs typeface="Segoe UI" pitchFamily="34" charset="0"/>
                </a:endParaRPr>
              </a:p>
            </p:txBody>
          </p:sp>
          <p:sp>
            <p:nvSpPr>
              <p:cNvPr id="41" name="Rounded Rectangle 40"/>
              <p:cNvSpPr/>
              <p:nvPr/>
            </p:nvSpPr>
            <p:spPr>
              <a:xfrm>
                <a:off x="115725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Access</a:t>
                </a:r>
                <a:br>
                  <a:rPr lang="en-US" dirty="0"/>
                </a:br>
                <a:r>
                  <a:rPr lang="en-US" dirty="0"/>
                  <a:t>Control</a:t>
                </a:r>
                <a:endParaRPr lang="en-US" dirty="0"/>
              </a:p>
            </p:txBody>
          </p:sp>
          <p:sp>
            <p:nvSpPr>
              <p:cNvPr id="42" name="Rounded Rectangle 41"/>
              <p:cNvSpPr/>
              <p:nvPr/>
            </p:nvSpPr>
            <p:spPr>
              <a:xfrm>
                <a:off x="216210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Mesh</a:t>
                </a:r>
              </a:p>
            </p:txBody>
          </p:sp>
          <p:sp>
            <p:nvSpPr>
              <p:cNvPr id="43" name="Rounded Rectangle 42"/>
              <p:cNvSpPr/>
              <p:nvPr/>
            </p:nvSpPr>
            <p:spPr>
              <a:xfrm>
                <a:off x="3166950" y="1143000"/>
                <a:ext cx="995548" cy="838200"/>
              </a:xfrm>
              <a:prstGeom prst="roundRect">
                <a:avLst/>
              </a:prstGeom>
              <a:solidFill>
                <a:schemeClr val="accent3">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Service</a:t>
                </a:r>
              </a:p>
              <a:p>
                <a:pPr algn="ctr" fontAlgn="auto">
                  <a:spcBef>
                    <a:spcPts val="0"/>
                  </a:spcBef>
                  <a:spcAft>
                    <a:spcPts val="0"/>
                  </a:spcAft>
                  <a:defRPr/>
                </a:pPr>
                <a:r>
                  <a:rPr lang="en-US" dirty="0"/>
                  <a:t>Bus</a:t>
                </a:r>
                <a:endParaRPr lang="en-US" dirty="0"/>
              </a:p>
            </p:txBody>
          </p:sp>
          <p:sp>
            <p:nvSpPr>
              <p:cNvPr id="44" name="Rounded Rectangle 43"/>
              <p:cNvSpPr/>
              <p:nvPr/>
            </p:nvSpPr>
            <p:spPr>
              <a:xfrm>
                <a:off x="417180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Workflow</a:t>
                </a:r>
                <a:endParaRPr lang="en-US" dirty="0"/>
              </a:p>
            </p:txBody>
          </p:sp>
          <p:sp>
            <p:nvSpPr>
              <p:cNvPr id="45" name="Rounded Rectangle 44"/>
              <p:cNvSpPr/>
              <p:nvPr/>
            </p:nvSpPr>
            <p:spPr>
              <a:xfrm>
                <a:off x="15240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anchor="ctr"/>
              <a:lstStyle/>
              <a:p>
                <a:pPr algn="ctr" fontAlgn="auto">
                  <a:spcBef>
                    <a:spcPts val="0"/>
                  </a:spcBef>
                  <a:spcAft>
                    <a:spcPts val="0"/>
                  </a:spcAft>
                  <a:defRPr/>
                </a:pPr>
                <a:r>
                  <a:rPr lang="en-US" dirty="0" err="1">
                    <a:solidFill>
                      <a:schemeClr val="tx1"/>
                    </a:solidFill>
                  </a:rPr>
                  <a:t>LiveID</a:t>
                </a:r>
                <a:endParaRPr lang="en-US" dirty="0">
                  <a:solidFill>
                    <a:schemeClr val="tx1"/>
                  </a:solidFill>
                </a:endParaRPr>
              </a:p>
            </p:txBody>
          </p:sp>
          <p:sp>
            <p:nvSpPr>
              <p:cNvPr id="46" name="Rounded Rectangle 45"/>
              <p:cNvSpPr/>
              <p:nvPr/>
            </p:nvSpPr>
            <p:spPr>
              <a:xfrm>
                <a:off x="5176652"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SQL</a:t>
                </a:r>
                <a:br>
                  <a:rPr lang="en-US" dirty="0"/>
                </a:br>
                <a:r>
                  <a:rPr lang="en-US" dirty="0"/>
                  <a:t>Data</a:t>
                </a:r>
                <a:endParaRPr lang="en-US" dirty="0"/>
              </a:p>
            </p:txBody>
          </p:sp>
        </p:grpSp>
        <p:cxnSp>
          <p:nvCxnSpPr>
            <p:cNvPr id="38" name="Elbow Connector 37"/>
            <p:cNvCxnSpPr>
              <a:stCxn id="0" idx="0"/>
              <a:endCxn id="0" idx="2"/>
            </p:cNvCxnSpPr>
            <p:nvPr/>
          </p:nvCxnSpPr>
          <p:spPr>
            <a:xfrm rot="5400000" flipH="1" flipV="1">
              <a:off x="2905919" y="2442370"/>
              <a:ext cx="1219200" cy="296862"/>
            </a:xfrm>
            <a:prstGeom prst="bentConnector3">
              <a:avLst>
                <a:gd name="adj1" fmla="val 50000"/>
              </a:avLst>
            </a:prstGeom>
            <a:ln w="57150">
              <a:solidFill>
                <a:schemeClr val="accent3">
                  <a:lumMod val="75000"/>
                </a:schemeClr>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2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7350" y="152400"/>
            <a:ext cx="8369300" cy="553998"/>
          </a:xfrm>
        </p:spPr>
        <p:txBody>
          <a:bodyPr lIns="91440" tIns="45720" rIns="91440" bIns="45720" anchor="ctr">
            <a:normAutofit fontScale="90000"/>
          </a:bodyPr>
          <a:lstStyle/>
          <a:p>
            <a:pPr defTabSz="914363" fontAlgn="auto">
              <a:spcAft>
                <a:spcPts val="0"/>
              </a:spcAft>
              <a:defRPr/>
            </a:pPr>
            <a:r>
              <a:rPr dirty="0" smtClean="0"/>
              <a:t>Application Integration</a:t>
            </a:r>
            <a:endParaRPr dirty="0"/>
          </a:p>
        </p:txBody>
      </p:sp>
      <p:sp>
        <p:nvSpPr>
          <p:cNvPr id="5" name="Content Placeholder 4"/>
          <p:cNvSpPr>
            <a:spLocks noGrp="1"/>
          </p:cNvSpPr>
          <p:nvPr>
            <p:ph idx="1"/>
          </p:nvPr>
        </p:nvSpPr>
        <p:spPr>
          <a:xfrm>
            <a:off x="381000" y="1412874"/>
            <a:ext cx="8382000" cy="4378325"/>
          </a:xfrm>
        </p:spPr>
        <p:txBody>
          <a:bodyPr>
            <a:normAutofit/>
          </a:bodyPr>
          <a:lstStyle/>
          <a:p>
            <a:pPr defTabSz="914363" fontAlgn="auto">
              <a:defRPr/>
            </a:pPr>
            <a:r>
              <a:rPr lang="en-US" dirty="0" err="1" smtClean="0"/>
              <a:t>Litware</a:t>
            </a:r>
            <a:r>
              <a:rPr lang="en-US" dirty="0" smtClean="0"/>
              <a:t> customers need integration with on-premises assets such as HR applications</a:t>
            </a:r>
          </a:p>
          <a:p>
            <a:pPr defTabSz="914363" fontAlgn="auto">
              <a:defRPr/>
            </a:pPr>
            <a:r>
              <a:rPr lang="en-US" dirty="0" err="1" smtClean="0"/>
              <a:t>Litware</a:t>
            </a:r>
            <a:r>
              <a:rPr lang="en-US" dirty="0" smtClean="0"/>
              <a:t> does not know ahead of time what the applications are, or how many of them exist</a:t>
            </a:r>
          </a:p>
          <a:p>
            <a:pPr defTabSz="914363" fontAlgn="auto">
              <a:defRPr/>
            </a:pPr>
            <a:r>
              <a:rPr lang="en-US" dirty="0" smtClean="0"/>
              <a:t>Integration must be secure and meet stringent customer security requirements</a:t>
            </a:r>
          </a:p>
          <a:p>
            <a:pPr defTabSz="914363" fontAlgn="auto">
              <a:defRPr/>
            </a:pPr>
            <a:r>
              <a:rPr lang="en-US" dirty="0" err="1" smtClean="0"/>
              <a:t>Litware</a:t>
            </a:r>
            <a:r>
              <a:rPr lang="en-US" dirty="0" smtClean="0"/>
              <a:t> decides to use the Service Bus for application integration</a:t>
            </a:r>
          </a:p>
        </p:txBody>
      </p:sp>
      <p:sp>
        <p:nvSpPr>
          <p:cNvPr id="96259" name="Slide Number Placeholder 5"/>
          <p:cNvSpPr>
            <a:spLocks noGrp="1"/>
          </p:cNvSpPr>
          <p:nvPr>
            <p:ph type="sldNum" sz="quarter" idx="4294967295"/>
          </p:nvPr>
        </p:nvSpPr>
        <p:spPr bwMode="auto">
          <a:xfrm>
            <a:off x="7010400" y="6356350"/>
            <a:ext cx="2133600" cy="365125"/>
          </a:xfrm>
          <a:prstGeom prst="rect">
            <a:avLst/>
          </a:prstGeom>
          <a:noFill/>
          <a:ln>
            <a:miter lim="800000"/>
            <a:headEnd/>
            <a:tailEnd/>
          </a:ln>
        </p:spPr>
        <p:txBody>
          <a:bodyPr/>
          <a:lstStyle/>
          <a:p>
            <a:fld id="{64B4A5BF-DF03-4029-90D3-06D186CEDD56}" type="slidenum">
              <a:rPr lang="en-US">
                <a:latin typeface="Calibri" pitchFamily="34" charset="0"/>
              </a:rPr>
              <a:pPr/>
              <a:t>19</a:t>
            </a:fld>
            <a:endParaRPr lang="en-US">
              <a:latin typeface="Calibri" pitchFamily="34" charset="0"/>
            </a:endParaRPr>
          </a:p>
        </p:txBody>
      </p:sp>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7350" y="152400"/>
            <a:ext cx="8369300" cy="553998"/>
          </a:xfrm>
        </p:spPr>
        <p:txBody>
          <a:bodyPr/>
          <a:lstStyle/>
          <a:p>
            <a:pPr defTabSz="914363" fontAlgn="auto">
              <a:spcAft>
                <a:spcPts val="0"/>
              </a:spcAft>
              <a:defRPr/>
            </a:pPr>
            <a:r>
              <a:rPr/>
              <a:t>Where to Learn More</a:t>
            </a:r>
            <a:endParaRPr/>
          </a:p>
        </p:txBody>
      </p:sp>
      <p:sp>
        <p:nvSpPr>
          <p:cNvPr id="5" name="Text Placeholder 4"/>
          <p:cNvSpPr>
            <a:spLocks noGrp="1"/>
          </p:cNvSpPr>
          <p:nvPr>
            <p:ph type="body" idx="1"/>
          </p:nvPr>
        </p:nvSpPr>
        <p:spPr>
          <a:xfrm>
            <a:off x="381000" y="1412875"/>
            <a:ext cx="8382000" cy="2985433"/>
          </a:xfrm>
        </p:spPr>
        <p:txBody>
          <a:bodyPr/>
          <a:lstStyle/>
          <a:p>
            <a:pPr defTabSz="914363" fontAlgn="auto">
              <a:defRPr/>
            </a:pPr>
            <a:r>
              <a:rPr lang="en-US" dirty="0" smtClean="0"/>
              <a:t>BB02 – Architecture of the .NET Services</a:t>
            </a:r>
          </a:p>
          <a:p>
            <a:pPr lvl="1" defTabSz="914363" fontAlgn="auto">
              <a:spcAft>
                <a:spcPts val="0"/>
              </a:spcAft>
              <a:defRPr/>
            </a:pPr>
            <a:r>
              <a:rPr lang="en-US" dirty="0" smtClean="0"/>
              <a:t>Tuesday – 3:30-4:45PM – </a:t>
            </a:r>
            <a:r>
              <a:rPr lang="en-US" dirty="0" err="1" smtClean="0"/>
              <a:t>Petree</a:t>
            </a:r>
            <a:r>
              <a:rPr lang="en-US" dirty="0" smtClean="0"/>
              <a:t> Hall CD</a:t>
            </a:r>
          </a:p>
          <a:p>
            <a:pPr defTabSz="914363" fontAlgn="auto">
              <a:defRPr/>
            </a:pPr>
            <a:r>
              <a:rPr lang="en-US" dirty="0" smtClean="0"/>
              <a:t>BB38 - Service Bus Services: Connectivity, Messaging, Events, and Discovery</a:t>
            </a:r>
          </a:p>
          <a:p>
            <a:pPr lvl="1" defTabSz="914363" fontAlgn="auto">
              <a:spcAft>
                <a:spcPts val="0"/>
              </a:spcAft>
              <a:defRPr/>
            </a:pPr>
            <a:r>
              <a:rPr lang="en-US" dirty="0" smtClean="0"/>
              <a:t>Wednesday – 10:30-11:45AM – Room 406A</a:t>
            </a:r>
          </a:p>
          <a:p>
            <a:pPr defTabSz="914363" fontAlgn="auto">
              <a:defRPr/>
            </a:pP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pPr defTabSz="914363" fontAlgn="auto">
              <a:spcAft>
                <a:spcPts val="0"/>
              </a:spcAft>
              <a:defRPr/>
            </a:pPr>
            <a:r>
              <a:rPr dirty="0" smtClean="0"/>
              <a:t>workflow</a:t>
            </a:r>
            <a:endParaRPr dirty="0"/>
          </a:p>
        </p:txBody>
      </p:sp>
      <p:sp>
        <p:nvSpPr>
          <p:cNvPr id="100354" name="Slide Number Placeholder 3"/>
          <p:cNvSpPr>
            <a:spLocks noGrp="1"/>
          </p:cNvSpPr>
          <p:nvPr>
            <p:ph type="sldNum" sz="quarter" idx="11"/>
          </p:nvPr>
        </p:nvSpPr>
        <p:spPr bwMode="auto">
          <a:noFill/>
          <a:ln>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fld id="{26B4B626-4E43-4663-856B-3731A56283DD}" type="slidenum">
              <a:rPr lang="en-US"/>
              <a:pPr fontAlgn="base">
                <a:spcBef>
                  <a:spcPct val="0"/>
                </a:spcBef>
                <a:spcAft>
                  <a:spcPct val="0"/>
                </a:spcAft>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ounded Rectangle 33"/>
          <p:cNvSpPr/>
          <p:nvPr/>
        </p:nvSpPr>
        <p:spPr>
          <a:xfrm>
            <a:off x="2306940" y="3200400"/>
            <a:ext cx="2271486" cy="2133600"/>
          </a:xfrm>
          <a:prstGeom prst="roundRect">
            <a:avLst>
              <a:gd name="adj" fmla="val 12302"/>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p>
        </p:txBody>
      </p:sp>
      <p:sp>
        <p:nvSpPr>
          <p:cNvPr id="11" name="Rectangle 10"/>
          <p:cNvSpPr/>
          <p:nvPr/>
        </p:nvSpPr>
        <p:spPr>
          <a:xfrm>
            <a:off x="2382838" y="3276600"/>
            <a:ext cx="1017587"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Litware</a:t>
            </a:r>
          </a:p>
        </p:txBody>
      </p:sp>
      <p:sp>
        <p:nvSpPr>
          <p:cNvPr id="102405" name="Rectangle 47"/>
          <p:cNvSpPr>
            <a:spLocks noChangeArrowheads="1"/>
          </p:cNvSpPr>
          <p:nvPr/>
        </p:nvSpPr>
        <p:spPr bwMode="auto">
          <a:xfrm>
            <a:off x="2840038" y="5029200"/>
            <a:ext cx="1471612" cy="276225"/>
          </a:xfrm>
          <a:prstGeom prst="rect">
            <a:avLst/>
          </a:prstGeom>
          <a:noFill/>
          <a:ln w="9525">
            <a:noFill/>
            <a:miter lim="800000"/>
            <a:headEnd/>
            <a:tailEnd/>
          </a:ln>
        </p:spPr>
        <p:txBody>
          <a:bodyPr wrap="none">
            <a:spAutoFit/>
          </a:bodyPr>
          <a:lstStyle/>
          <a:p>
            <a:r>
              <a:rPr lang="en-US" sz="1200">
                <a:latin typeface="Calibri" pitchFamily="34" charset="0"/>
              </a:rPr>
              <a:t>Hosted at Rackspace</a:t>
            </a:r>
          </a:p>
        </p:txBody>
      </p:sp>
      <p:pic>
        <p:nvPicPr>
          <p:cNvPr id="102406" name="Picture 2" descr="D:\DVD_ART34\Artwork_Imagery\Icons - Illustrations\_eHOME ICONS\dense servers tall rack.png"/>
          <p:cNvPicPr>
            <a:picLocks noChangeAspect="1" noChangeArrowheads="1"/>
          </p:cNvPicPr>
          <p:nvPr/>
        </p:nvPicPr>
        <p:blipFill>
          <a:blip r:embed="rId3"/>
          <a:srcRect/>
          <a:stretch>
            <a:fillRect/>
          </a:stretch>
        </p:blipFill>
        <p:spPr bwMode="auto">
          <a:xfrm>
            <a:off x="3678238" y="3810000"/>
            <a:ext cx="609600" cy="1050925"/>
          </a:xfrm>
          <a:prstGeom prst="rect">
            <a:avLst/>
          </a:prstGeom>
          <a:noFill/>
          <a:ln w="9525">
            <a:noFill/>
            <a:miter lim="800000"/>
            <a:headEnd/>
            <a:tailEnd/>
          </a:ln>
        </p:spPr>
      </p:pic>
      <p:grpSp>
        <p:nvGrpSpPr>
          <p:cNvPr id="102407" name="Group 57"/>
          <p:cNvGrpSpPr>
            <a:grpSpLocks/>
          </p:cNvGrpSpPr>
          <p:nvPr/>
        </p:nvGrpSpPr>
        <p:grpSpPr bwMode="auto">
          <a:xfrm>
            <a:off x="381000" y="5002213"/>
            <a:ext cx="2133600" cy="1311275"/>
            <a:chOff x="381001" y="5002437"/>
            <a:chExt cx="2133685" cy="1310495"/>
          </a:xfrm>
        </p:grpSpPr>
        <p:sp>
          <p:nvSpPr>
            <p:cNvPr id="102450" name="Rectangle 9"/>
            <p:cNvSpPr>
              <a:spLocks noChangeArrowheads="1"/>
            </p:cNvSpPr>
            <p:nvPr/>
          </p:nvSpPr>
          <p:spPr bwMode="auto">
            <a:xfrm>
              <a:off x="457200" y="5943600"/>
              <a:ext cx="2057486" cy="369332"/>
            </a:xfrm>
            <a:prstGeom prst="rect">
              <a:avLst/>
            </a:prstGeom>
            <a:noFill/>
            <a:ln w="9525">
              <a:noFill/>
              <a:miter lim="800000"/>
              <a:headEnd/>
              <a:tailEnd/>
            </a:ln>
          </p:spPr>
          <p:txBody>
            <a:bodyPr wrap="none">
              <a:spAutoFit/>
            </a:bodyPr>
            <a:lstStyle/>
            <a:p>
              <a:r>
                <a:rPr lang="en-US">
                  <a:latin typeface="Calibri" pitchFamily="34" charset="0"/>
                </a:rPr>
                <a:t>Lane@Litware.com</a:t>
              </a:r>
            </a:p>
          </p:txBody>
        </p:sp>
        <p:pic>
          <p:nvPicPr>
            <p:cNvPr id="102451" name="Picture 10" descr="D:\DVD_ART34\Artwork_Imagery\Icons - Illustrations\_eHOME ICONS\kitchen pc computer speakers music.png"/>
            <p:cNvPicPr>
              <a:picLocks noChangeAspect="1" noChangeArrowheads="1"/>
            </p:cNvPicPr>
            <p:nvPr/>
          </p:nvPicPr>
          <p:blipFill>
            <a:blip r:embed="rId4"/>
            <a:srcRect/>
            <a:stretch>
              <a:fillRect/>
            </a:stretch>
          </p:blipFill>
          <p:spPr bwMode="auto">
            <a:xfrm>
              <a:off x="381001" y="5002437"/>
              <a:ext cx="1143000" cy="1007838"/>
            </a:xfrm>
            <a:prstGeom prst="rect">
              <a:avLst/>
            </a:prstGeom>
            <a:noFill/>
            <a:ln w="9525">
              <a:noFill/>
              <a:miter lim="800000"/>
              <a:headEnd/>
              <a:tailEnd/>
            </a:ln>
          </p:spPr>
        </p:pic>
      </p:grpSp>
      <p:sp>
        <p:nvSpPr>
          <p:cNvPr id="102408" name="Rectangle 7"/>
          <p:cNvSpPr>
            <a:spLocks noChangeArrowheads="1"/>
          </p:cNvSpPr>
          <p:nvPr/>
        </p:nvSpPr>
        <p:spPr bwMode="auto">
          <a:xfrm>
            <a:off x="2763838" y="4267200"/>
            <a:ext cx="1143000" cy="369888"/>
          </a:xfrm>
          <a:prstGeom prst="rect">
            <a:avLst/>
          </a:prstGeom>
          <a:noFill/>
          <a:ln w="9525">
            <a:noFill/>
            <a:miter lim="800000"/>
            <a:headEnd/>
            <a:tailEnd/>
          </a:ln>
        </p:spPr>
        <p:txBody>
          <a:bodyPr wrap="none">
            <a:spAutoFit/>
          </a:bodyPr>
          <a:lstStyle/>
          <a:p>
            <a:r>
              <a:rPr lang="en-US">
                <a:latin typeface="Calibri" pitchFamily="34" charset="0"/>
              </a:rPr>
              <a:t>ASP.NET</a:t>
            </a:r>
          </a:p>
        </p:txBody>
      </p:sp>
      <p:grpSp>
        <p:nvGrpSpPr>
          <p:cNvPr id="102409" name="Group 53"/>
          <p:cNvGrpSpPr>
            <a:grpSpLocks/>
          </p:cNvGrpSpPr>
          <p:nvPr/>
        </p:nvGrpSpPr>
        <p:grpSpPr bwMode="auto">
          <a:xfrm>
            <a:off x="6346825" y="1752600"/>
            <a:ext cx="2644775" cy="2667000"/>
            <a:chOff x="6346126" y="1752600"/>
            <a:chExt cx="2645474" cy="2667000"/>
          </a:xfrm>
        </p:grpSpPr>
        <p:sp>
          <p:nvSpPr>
            <p:cNvPr id="17" name="Rounded Rectangle 16"/>
            <p:cNvSpPr/>
            <p:nvPr/>
          </p:nvSpPr>
          <p:spPr>
            <a:xfrm>
              <a:off x="6400800" y="1752600"/>
              <a:ext cx="2590800" cy="2667000"/>
            </a:xfrm>
            <a:prstGeom prst="roundRect">
              <a:avLst>
                <a:gd name="adj" fmla="val 8875"/>
              </a:avLst>
            </a:prstGeom>
            <a:solidFill>
              <a:srgbClr val="00B050"/>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solidFill>
                  <a:schemeClr val="bg1"/>
                </a:solidFill>
              </a:endParaRPr>
            </a:p>
          </p:txBody>
        </p:sp>
        <p:sp>
          <p:nvSpPr>
            <p:cNvPr id="18" name="Rectangle 17"/>
            <p:cNvSpPr/>
            <p:nvPr/>
          </p:nvSpPr>
          <p:spPr>
            <a:xfrm>
              <a:off x="6476335" y="1752600"/>
              <a:ext cx="1190940"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Contoso</a:t>
              </a:r>
              <a:endParaRPr lang="en-US" sz="2400" spc="-150" dirty="0">
                <a:solidFill>
                  <a:schemeClr val="bg1"/>
                </a:solidFill>
                <a:latin typeface="Segoe UI" pitchFamily="34" charset="0"/>
                <a:cs typeface="Segoe UI" pitchFamily="34" charset="0"/>
              </a:endParaRPr>
            </a:p>
          </p:txBody>
        </p:sp>
        <p:sp>
          <p:nvSpPr>
            <p:cNvPr id="102440" name="Rectangle 19"/>
            <p:cNvSpPr>
              <a:spLocks noChangeArrowheads="1"/>
            </p:cNvSpPr>
            <p:nvPr/>
          </p:nvSpPr>
          <p:spPr bwMode="auto">
            <a:xfrm>
              <a:off x="7487476" y="2133600"/>
              <a:ext cx="540469" cy="369332"/>
            </a:xfrm>
            <a:prstGeom prst="rect">
              <a:avLst/>
            </a:prstGeom>
            <a:noFill/>
            <a:ln w="9525">
              <a:noFill/>
              <a:miter lim="800000"/>
              <a:headEnd/>
              <a:tailEnd/>
            </a:ln>
          </p:spPr>
          <p:txBody>
            <a:bodyPr wrap="none">
              <a:spAutoFit/>
            </a:bodyPr>
            <a:lstStyle/>
            <a:p>
              <a:r>
                <a:rPr lang="en-US">
                  <a:latin typeface="Calibri" pitchFamily="34" charset="0"/>
                </a:rPr>
                <a:t>SAP</a:t>
              </a:r>
            </a:p>
          </p:txBody>
        </p:sp>
        <p:sp>
          <p:nvSpPr>
            <p:cNvPr id="102441" name="Rectangle 25"/>
            <p:cNvSpPr>
              <a:spLocks noChangeArrowheads="1"/>
            </p:cNvSpPr>
            <p:nvPr/>
          </p:nvSpPr>
          <p:spPr bwMode="auto">
            <a:xfrm>
              <a:off x="7301820" y="3669268"/>
              <a:ext cx="615425" cy="369332"/>
            </a:xfrm>
            <a:prstGeom prst="rect">
              <a:avLst/>
            </a:prstGeom>
            <a:noFill/>
            <a:ln w="9525">
              <a:noFill/>
              <a:miter lim="800000"/>
              <a:headEnd/>
              <a:tailEnd/>
            </a:ln>
          </p:spPr>
          <p:txBody>
            <a:bodyPr wrap="none">
              <a:spAutoFit/>
            </a:bodyPr>
            <a:lstStyle/>
            <a:p>
              <a:r>
                <a:rPr lang="en-US">
                  <a:latin typeface="Calibri" pitchFamily="34" charset="0"/>
                </a:rPr>
                <a:t>Cory</a:t>
              </a:r>
            </a:p>
          </p:txBody>
        </p:sp>
        <p:sp>
          <p:nvSpPr>
            <p:cNvPr id="102442" name="Rectangle 28"/>
            <p:cNvSpPr>
              <a:spLocks noChangeArrowheads="1"/>
            </p:cNvSpPr>
            <p:nvPr/>
          </p:nvSpPr>
          <p:spPr bwMode="auto">
            <a:xfrm>
              <a:off x="7388218" y="2747809"/>
              <a:ext cx="460382" cy="369332"/>
            </a:xfrm>
            <a:prstGeom prst="rect">
              <a:avLst/>
            </a:prstGeom>
            <a:noFill/>
            <a:ln w="9525">
              <a:noFill/>
              <a:miter lim="800000"/>
              <a:headEnd/>
              <a:tailEnd/>
            </a:ln>
          </p:spPr>
          <p:txBody>
            <a:bodyPr wrap="none">
              <a:spAutoFit/>
            </a:bodyPr>
            <a:lstStyle/>
            <a:p>
              <a:r>
                <a:rPr lang="en-US">
                  <a:latin typeface="Calibri" pitchFamily="34" charset="0"/>
                </a:rPr>
                <a:t>AD</a:t>
              </a:r>
            </a:p>
          </p:txBody>
        </p:sp>
        <p:pic>
          <p:nvPicPr>
            <p:cNvPr id="102443" name="Picture 4" descr="D:\DVD_ART34\Artwork_Imagery\Icons - Illustrations\_eHOME ICONS\Server rack applicance large.png"/>
            <p:cNvPicPr>
              <a:picLocks noChangeAspect="1" noChangeArrowheads="1"/>
            </p:cNvPicPr>
            <p:nvPr/>
          </p:nvPicPr>
          <p:blipFill>
            <a:blip r:embed="rId5"/>
            <a:srcRect/>
            <a:stretch>
              <a:fillRect/>
            </a:stretch>
          </p:blipFill>
          <p:spPr bwMode="auto">
            <a:xfrm flipH="1">
              <a:off x="8027945" y="1905000"/>
              <a:ext cx="811255" cy="1106425"/>
            </a:xfrm>
            <a:prstGeom prst="rect">
              <a:avLst/>
            </a:prstGeom>
            <a:noFill/>
            <a:ln w="9525">
              <a:noFill/>
              <a:miter lim="800000"/>
              <a:headEnd/>
              <a:tailEnd/>
            </a:ln>
          </p:spPr>
        </p:pic>
        <p:pic>
          <p:nvPicPr>
            <p:cNvPr id="102444" name="Picture 5" descr="D:\DVD_ART34\Artwork_Imagery\Icons - Illustrations\_eHOME ICONS\keyboard mouse.png"/>
            <p:cNvPicPr>
              <a:picLocks noChangeAspect="1" noChangeArrowheads="1"/>
            </p:cNvPicPr>
            <p:nvPr/>
          </p:nvPicPr>
          <p:blipFill>
            <a:blip r:embed="rId6"/>
            <a:srcRect/>
            <a:stretch>
              <a:fillRect/>
            </a:stretch>
          </p:blipFill>
          <p:spPr bwMode="auto">
            <a:xfrm>
              <a:off x="7067395" y="4038600"/>
              <a:ext cx="609600" cy="256618"/>
            </a:xfrm>
            <a:prstGeom prst="rect">
              <a:avLst/>
            </a:prstGeom>
            <a:noFill/>
            <a:ln w="9525">
              <a:noFill/>
              <a:miter lim="800000"/>
              <a:headEnd/>
              <a:tailEnd/>
            </a:ln>
          </p:spPr>
        </p:pic>
        <p:pic>
          <p:nvPicPr>
            <p:cNvPr id="102445" name="Picture 6" descr="D:\DVD_ART34\Artwork_Imagery\Icons - Illustrations\_eHOME ICONS\tv plasma flat panel letterbox monitor.png"/>
            <p:cNvPicPr>
              <a:picLocks noChangeAspect="1" noChangeArrowheads="1"/>
            </p:cNvPicPr>
            <p:nvPr/>
          </p:nvPicPr>
          <p:blipFill>
            <a:blip r:embed="rId7"/>
            <a:srcRect/>
            <a:stretch>
              <a:fillRect/>
            </a:stretch>
          </p:blipFill>
          <p:spPr bwMode="auto">
            <a:xfrm>
              <a:off x="6838795" y="3581400"/>
              <a:ext cx="533400" cy="528638"/>
            </a:xfrm>
            <a:prstGeom prst="rect">
              <a:avLst/>
            </a:prstGeom>
            <a:noFill/>
            <a:ln w="9525">
              <a:noFill/>
              <a:miter lim="800000"/>
              <a:headEnd/>
              <a:tailEnd/>
            </a:ln>
          </p:spPr>
        </p:pic>
        <p:pic>
          <p:nvPicPr>
            <p:cNvPr id="102446" name="Picture 7" descr="D:\DVD_ART34\Artwork_Imagery\Icons - Illustrations\_eHOME ICONS\Supercomputer servers super computer 2.png"/>
            <p:cNvPicPr>
              <a:picLocks noChangeAspect="1" noChangeArrowheads="1"/>
            </p:cNvPicPr>
            <p:nvPr/>
          </p:nvPicPr>
          <p:blipFill>
            <a:blip r:embed="rId8"/>
            <a:srcRect/>
            <a:stretch>
              <a:fillRect/>
            </a:stretch>
          </p:blipFill>
          <p:spPr bwMode="auto">
            <a:xfrm flipH="1">
              <a:off x="6839876" y="2366809"/>
              <a:ext cx="627724" cy="833591"/>
            </a:xfrm>
            <a:prstGeom prst="rect">
              <a:avLst/>
            </a:prstGeom>
            <a:noFill/>
            <a:ln w="9525">
              <a:noFill/>
              <a:miter lim="800000"/>
              <a:headEnd/>
              <a:tailEnd/>
            </a:ln>
          </p:spPr>
        </p:pic>
        <p:pic>
          <p:nvPicPr>
            <p:cNvPr id="102447" name="Picture 8" descr="D:\DVD_ART34\Artwork_Imagery\Icons - Illustrations\_eHOME ICONS\application servers computer.png"/>
            <p:cNvPicPr>
              <a:picLocks noChangeAspect="1" noChangeArrowheads="1"/>
            </p:cNvPicPr>
            <p:nvPr/>
          </p:nvPicPr>
          <p:blipFill>
            <a:blip r:embed="rId9"/>
            <a:srcRect/>
            <a:stretch>
              <a:fillRect/>
            </a:stretch>
          </p:blipFill>
          <p:spPr bwMode="auto">
            <a:xfrm flipH="1">
              <a:off x="8153400" y="3200400"/>
              <a:ext cx="666750" cy="939511"/>
            </a:xfrm>
            <a:prstGeom prst="rect">
              <a:avLst/>
            </a:prstGeom>
            <a:noFill/>
            <a:ln w="9525">
              <a:noFill/>
              <a:miter lim="800000"/>
              <a:headEnd/>
              <a:tailEnd/>
            </a:ln>
          </p:spPr>
        </p:pic>
        <p:sp>
          <p:nvSpPr>
            <p:cNvPr id="102448" name="Rectangle 50"/>
            <p:cNvSpPr>
              <a:spLocks noChangeArrowheads="1"/>
            </p:cNvSpPr>
            <p:nvPr/>
          </p:nvSpPr>
          <p:spPr bwMode="auto">
            <a:xfrm>
              <a:off x="8231341" y="4038600"/>
              <a:ext cx="607859" cy="369332"/>
            </a:xfrm>
            <a:prstGeom prst="rect">
              <a:avLst/>
            </a:prstGeom>
            <a:noFill/>
            <a:ln w="9525">
              <a:noFill/>
              <a:miter lim="800000"/>
              <a:headEnd/>
              <a:tailEnd/>
            </a:ln>
          </p:spPr>
          <p:txBody>
            <a:bodyPr wrap="none">
              <a:spAutoFit/>
            </a:bodyPr>
            <a:lstStyle/>
            <a:p>
              <a:r>
                <a:rPr lang="en-US">
                  <a:latin typeface="Calibri" pitchFamily="34" charset="0"/>
                </a:rPr>
                <a:t>Mail</a:t>
              </a:r>
            </a:p>
          </p:txBody>
        </p:sp>
        <p:pic>
          <p:nvPicPr>
            <p:cNvPr id="102449" name="Picture 12" descr="D:\DVD_ART34\Artwork_Imagery\Icons - Illustrations\Misc\bricks fire wall firewall secure security.png"/>
            <p:cNvPicPr>
              <a:picLocks noChangeAspect="1" noChangeArrowheads="1"/>
            </p:cNvPicPr>
            <p:nvPr/>
          </p:nvPicPr>
          <p:blipFill>
            <a:blip r:embed="rId10"/>
            <a:srcRect/>
            <a:stretch>
              <a:fillRect/>
            </a:stretch>
          </p:blipFill>
          <p:spPr bwMode="auto">
            <a:xfrm>
              <a:off x="6346126" y="2286000"/>
              <a:ext cx="421714" cy="1676400"/>
            </a:xfrm>
            <a:prstGeom prst="rect">
              <a:avLst/>
            </a:prstGeom>
            <a:noFill/>
            <a:ln w="9525">
              <a:noFill/>
              <a:miter lim="800000"/>
              <a:headEnd/>
              <a:tailEnd/>
            </a:ln>
          </p:spPr>
        </p:pic>
      </p:grpSp>
      <p:cxnSp>
        <p:nvCxnSpPr>
          <p:cNvPr id="55" name="Elbow Connector 54"/>
          <p:cNvCxnSpPr>
            <a:endCxn id="1032" idx="3"/>
          </p:cNvCxnSpPr>
          <p:nvPr/>
        </p:nvCxnSpPr>
        <p:spPr>
          <a:xfrm>
            <a:off x="4572000" y="3429000"/>
            <a:ext cx="3581400" cy="241300"/>
          </a:xfrm>
          <a:prstGeom prst="bentConnector3">
            <a:avLst>
              <a:gd name="adj1" fmla="val 87581"/>
            </a:avLst>
          </a:prstGeom>
          <a:ln w="5715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5" name="Group 34"/>
          <p:cNvGrpSpPr>
            <a:grpSpLocks/>
          </p:cNvGrpSpPr>
          <p:nvPr/>
        </p:nvGrpSpPr>
        <p:grpSpPr bwMode="auto">
          <a:xfrm>
            <a:off x="152400" y="685800"/>
            <a:ext cx="6172200" cy="2514600"/>
            <a:chOff x="76200" y="685800"/>
            <a:chExt cx="6172200" cy="2514601"/>
          </a:xfrm>
        </p:grpSpPr>
        <p:grpSp>
          <p:nvGrpSpPr>
            <p:cNvPr id="102412" name="Group 59"/>
            <p:cNvGrpSpPr>
              <a:grpSpLocks/>
            </p:cNvGrpSpPr>
            <p:nvPr/>
          </p:nvGrpSpPr>
          <p:grpSpPr bwMode="auto">
            <a:xfrm>
              <a:off x="76200" y="685800"/>
              <a:ext cx="6172200" cy="1371600"/>
              <a:chOff x="76200" y="685800"/>
              <a:chExt cx="6172200" cy="1371600"/>
            </a:xfrm>
          </p:grpSpPr>
          <p:sp>
            <p:nvSpPr>
              <p:cNvPr id="39" name="Rounded Rectangle 38"/>
              <p:cNvSpPr/>
              <p:nvPr/>
            </p:nvSpPr>
            <p:spPr>
              <a:xfrm>
                <a:off x="76200" y="685800"/>
                <a:ext cx="6172200" cy="1371600"/>
              </a:xfrm>
              <a:prstGeom prst="roundRect">
                <a:avLst>
                  <a:gd name="adj" fmla="val 10124"/>
                </a:avLst>
              </a:prstGeom>
              <a:solidFill>
                <a:schemeClr val="accent2">
                  <a:lumMod val="60000"/>
                  <a:lumOff val="40000"/>
                </a:schemeClr>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p>
            </p:txBody>
          </p:sp>
          <p:sp>
            <p:nvSpPr>
              <p:cNvPr id="40" name="Rectangle 39"/>
              <p:cNvSpPr/>
              <p:nvPr/>
            </p:nvSpPr>
            <p:spPr>
              <a:xfrm>
                <a:off x="152400" y="685800"/>
                <a:ext cx="2093913"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Azure™ Services</a:t>
                </a:r>
                <a:endParaRPr lang="en-US" sz="2400" spc="-150" dirty="0">
                  <a:solidFill>
                    <a:schemeClr val="bg1"/>
                  </a:solidFill>
                  <a:latin typeface="Segoe UI" pitchFamily="34" charset="0"/>
                  <a:cs typeface="Segoe UI" pitchFamily="34" charset="0"/>
                </a:endParaRPr>
              </a:p>
            </p:txBody>
          </p:sp>
          <p:sp>
            <p:nvSpPr>
              <p:cNvPr id="41" name="Rounded Rectangle 40"/>
              <p:cNvSpPr/>
              <p:nvPr/>
            </p:nvSpPr>
            <p:spPr>
              <a:xfrm>
                <a:off x="115725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Access</a:t>
                </a:r>
                <a:br>
                  <a:rPr lang="en-US" dirty="0"/>
                </a:br>
                <a:r>
                  <a:rPr lang="en-US" dirty="0"/>
                  <a:t>Control</a:t>
                </a:r>
                <a:endParaRPr lang="en-US" dirty="0"/>
              </a:p>
            </p:txBody>
          </p:sp>
          <p:sp>
            <p:nvSpPr>
              <p:cNvPr id="42" name="Rounded Rectangle 41"/>
              <p:cNvSpPr/>
              <p:nvPr/>
            </p:nvSpPr>
            <p:spPr>
              <a:xfrm>
                <a:off x="216210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Mesh</a:t>
                </a:r>
              </a:p>
            </p:txBody>
          </p:sp>
          <p:sp>
            <p:nvSpPr>
              <p:cNvPr id="43" name="Rounded Rectangle 42"/>
              <p:cNvSpPr/>
              <p:nvPr/>
            </p:nvSpPr>
            <p:spPr>
              <a:xfrm>
                <a:off x="316695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Service</a:t>
                </a:r>
              </a:p>
              <a:p>
                <a:pPr algn="ctr" fontAlgn="auto">
                  <a:spcBef>
                    <a:spcPts val="0"/>
                  </a:spcBef>
                  <a:spcAft>
                    <a:spcPts val="0"/>
                  </a:spcAft>
                  <a:defRPr/>
                </a:pPr>
                <a:r>
                  <a:rPr lang="en-US" dirty="0"/>
                  <a:t>Bus</a:t>
                </a:r>
              </a:p>
            </p:txBody>
          </p:sp>
          <p:sp>
            <p:nvSpPr>
              <p:cNvPr id="44" name="Rounded Rectangle 43"/>
              <p:cNvSpPr/>
              <p:nvPr/>
            </p:nvSpPr>
            <p:spPr>
              <a:xfrm>
                <a:off x="4171800" y="1143000"/>
                <a:ext cx="995548" cy="838200"/>
              </a:xfrm>
              <a:prstGeom prst="roundRect">
                <a:avLst/>
              </a:prstGeom>
              <a:solidFill>
                <a:schemeClr val="accent3">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Workflow</a:t>
                </a:r>
                <a:endParaRPr lang="en-US" dirty="0"/>
              </a:p>
            </p:txBody>
          </p:sp>
          <p:sp>
            <p:nvSpPr>
              <p:cNvPr id="45" name="Rounded Rectangle 44"/>
              <p:cNvSpPr/>
              <p:nvPr/>
            </p:nvSpPr>
            <p:spPr>
              <a:xfrm>
                <a:off x="15240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anchor="ctr"/>
              <a:lstStyle/>
              <a:p>
                <a:pPr algn="ctr" fontAlgn="auto">
                  <a:spcBef>
                    <a:spcPts val="0"/>
                  </a:spcBef>
                  <a:spcAft>
                    <a:spcPts val="0"/>
                  </a:spcAft>
                  <a:defRPr/>
                </a:pPr>
                <a:r>
                  <a:rPr lang="en-US" dirty="0" err="1">
                    <a:solidFill>
                      <a:schemeClr val="tx1"/>
                    </a:solidFill>
                  </a:rPr>
                  <a:t>LiveID</a:t>
                </a:r>
                <a:endParaRPr lang="en-US" dirty="0">
                  <a:solidFill>
                    <a:schemeClr val="tx1"/>
                  </a:solidFill>
                </a:endParaRPr>
              </a:p>
            </p:txBody>
          </p:sp>
          <p:sp>
            <p:nvSpPr>
              <p:cNvPr id="46" name="Rounded Rectangle 45"/>
              <p:cNvSpPr/>
              <p:nvPr/>
            </p:nvSpPr>
            <p:spPr>
              <a:xfrm>
                <a:off x="5176652"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SQL</a:t>
                </a:r>
                <a:br>
                  <a:rPr lang="en-US" dirty="0"/>
                </a:br>
                <a:r>
                  <a:rPr lang="en-US" dirty="0"/>
                  <a:t>Data</a:t>
                </a:r>
                <a:endParaRPr lang="en-US" dirty="0"/>
              </a:p>
            </p:txBody>
          </p:sp>
        </p:grpSp>
        <p:cxnSp>
          <p:nvCxnSpPr>
            <p:cNvPr id="38" name="Elbow Connector 37"/>
            <p:cNvCxnSpPr>
              <a:stCxn id="0" idx="0"/>
              <a:endCxn id="0" idx="2"/>
            </p:cNvCxnSpPr>
            <p:nvPr/>
          </p:nvCxnSpPr>
          <p:spPr>
            <a:xfrm rot="5400000" flipH="1" flipV="1">
              <a:off x="3408363" y="1939926"/>
              <a:ext cx="1219200" cy="1301750"/>
            </a:xfrm>
            <a:prstGeom prst="bentConnector3">
              <a:avLst>
                <a:gd name="adj1" fmla="val 50000"/>
              </a:avLst>
            </a:prstGeom>
            <a:ln w="57150">
              <a:solidFill>
                <a:schemeClr val="accent3">
                  <a:lumMod val="75000"/>
                </a:schemeClr>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350" y="152400"/>
            <a:ext cx="8369300" cy="553998"/>
          </a:xfrm>
        </p:spPr>
        <p:txBody>
          <a:bodyPr lIns="91440" tIns="45720" rIns="91440" bIns="45720" anchor="ctr">
            <a:normAutofit fontScale="90000"/>
          </a:bodyPr>
          <a:lstStyle/>
          <a:p>
            <a:pPr defTabSz="914363" fontAlgn="auto">
              <a:spcAft>
                <a:spcPts val="0"/>
              </a:spcAft>
              <a:defRPr/>
            </a:pPr>
            <a:r>
              <a:rPr dirty="0" smtClean="0"/>
              <a:t>Enhancing Application Integration</a:t>
            </a:r>
            <a:endParaRPr dirty="0"/>
          </a:p>
        </p:txBody>
      </p:sp>
      <p:sp>
        <p:nvSpPr>
          <p:cNvPr id="3" name="Content Placeholder 2"/>
          <p:cNvSpPr>
            <a:spLocks noGrp="1"/>
          </p:cNvSpPr>
          <p:nvPr>
            <p:ph idx="1"/>
          </p:nvPr>
        </p:nvSpPr>
        <p:spPr>
          <a:xfrm>
            <a:off x="381000" y="1412874"/>
            <a:ext cx="8382000" cy="4683125"/>
          </a:xfrm>
        </p:spPr>
        <p:txBody>
          <a:bodyPr>
            <a:normAutofit lnSpcReduction="10000"/>
          </a:bodyPr>
          <a:lstStyle/>
          <a:p>
            <a:pPr defTabSz="914363" fontAlgn="auto">
              <a:defRPr/>
            </a:pPr>
            <a:r>
              <a:rPr lang="en-US" dirty="0" err="1" smtClean="0"/>
              <a:t>Litware</a:t>
            </a:r>
            <a:r>
              <a:rPr lang="en-US" dirty="0" smtClean="0"/>
              <a:t> wants an easy-to-use mechanism for custom application extensions</a:t>
            </a:r>
          </a:p>
          <a:p>
            <a:pPr defTabSz="914363" fontAlgn="auto">
              <a:defRPr/>
            </a:pPr>
            <a:r>
              <a:rPr lang="en-US" dirty="0" smtClean="0"/>
              <a:t>Ideally even non-developers could create high-availability, high-scale extensions</a:t>
            </a:r>
          </a:p>
          <a:p>
            <a:pPr defTabSz="914363" fontAlgn="auto">
              <a:defRPr/>
            </a:pPr>
            <a:r>
              <a:rPr lang="en-US" dirty="0" smtClean="0"/>
              <a:t>Ideally customers could use these tools</a:t>
            </a:r>
          </a:p>
          <a:p>
            <a:pPr defTabSz="914363" fontAlgn="auto">
              <a:defRPr/>
            </a:pPr>
            <a:r>
              <a:rPr lang="en-US" dirty="0" smtClean="0"/>
              <a:t>Should be able to easily integrate with existing and cross organization processes</a:t>
            </a:r>
          </a:p>
          <a:p>
            <a:pPr defTabSz="914363" fontAlgn="auto">
              <a:defRPr/>
            </a:pPr>
            <a:endParaRPr lang="en-US" dirty="0" smtClean="0"/>
          </a:p>
          <a:p>
            <a:pPr defTabSz="914363" fontAlgn="auto">
              <a:defRPr/>
            </a:pPr>
            <a:r>
              <a:rPr lang="en-US" dirty="0" err="1" smtClean="0"/>
              <a:t>Litware</a:t>
            </a:r>
            <a:r>
              <a:rPr lang="en-US" dirty="0" smtClean="0"/>
              <a:t> decides to use workflow when </a:t>
            </a:r>
            <a:r>
              <a:rPr lang="en-US" dirty="0" err="1" smtClean="0"/>
              <a:t>Contoso</a:t>
            </a:r>
            <a:r>
              <a:rPr lang="en-US" dirty="0" smtClean="0"/>
              <a:t> wants a custom feature for track low scores…</a:t>
            </a:r>
            <a:endParaRPr lang="en-US" dirty="0"/>
          </a:p>
        </p:txBody>
      </p:sp>
      <p:sp>
        <p:nvSpPr>
          <p:cNvPr id="104451" name="Slide Number Placeholder 4"/>
          <p:cNvSpPr>
            <a:spLocks noGrp="1"/>
          </p:cNvSpPr>
          <p:nvPr>
            <p:ph type="sldNum" sz="quarter" idx="4294967295"/>
          </p:nvPr>
        </p:nvSpPr>
        <p:spPr bwMode="auto">
          <a:xfrm>
            <a:off x="7010400" y="6356350"/>
            <a:ext cx="2133600" cy="365125"/>
          </a:xfrm>
          <a:prstGeom prst="rect">
            <a:avLst/>
          </a:prstGeom>
          <a:noFill/>
          <a:ln>
            <a:miter lim="800000"/>
            <a:headEnd/>
            <a:tailEnd/>
          </a:ln>
        </p:spPr>
        <p:txBody>
          <a:bodyPr/>
          <a:lstStyle/>
          <a:p>
            <a:fld id="{2B9F1FE3-E8DD-4787-80A2-3B8A766198C4}" type="slidenum">
              <a:rPr lang="en-US">
                <a:latin typeface="Calibri" pitchFamily="34" charset="0"/>
              </a:rPr>
              <a:pPr/>
              <a:t>23</a:t>
            </a:fld>
            <a:endParaRPr lang="en-US">
              <a:latin typeface="Calibri" pitchFamily="34" charset="0"/>
            </a:endParaRPr>
          </a:p>
        </p:txBody>
      </p:sp>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7350" y="152400"/>
            <a:ext cx="8369300" cy="553998"/>
          </a:xfrm>
        </p:spPr>
        <p:txBody>
          <a:bodyPr/>
          <a:lstStyle/>
          <a:p>
            <a:pPr defTabSz="914363" fontAlgn="auto">
              <a:spcAft>
                <a:spcPts val="0"/>
              </a:spcAft>
              <a:defRPr/>
            </a:pPr>
            <a:r>
              <a:rPr/>
              <a:t>Where to Learn More</a:t>
            </a:r>
            <a:endParaRPr/>
          </a:p>
        </p:txBody>
      </p:sp>
      <p:sp>
        <p:nvSpPr>
          <p:cNvPr id="5" name="Text Placeholder 4"/>
          <p:cNvSpPr>
            <a:spLocks noGrp="1"/>
          </p:cNvSpPr>
          <p:nvPr>
            <p:ph type="body" idx="1"/>
          </p:nvPr>
        </p:nvSpPr>
        <p:spPr>
          <a:xfrm>
            <a:off x="381000" y="1412875"/>
            <a:ext cx="8382000" cy="3428631"/>
          </a:xfrm>
        </p:spPr>
        <p:txBody>
          <a:bodyPr/>
          <a:lstStyle/>
          <a:p>
            <a:pPr defTabSz="914363" fontAlgn="auto">
              <a:defRPr/>
            </a:pPr>
            <a:r>
              <a:rPr lang="en-US" dirty="0" smtClean="0"/>
              <a:t>BB02 – Architecture of the .NET Services</a:t>
            </a:r>
          </a:p>
          <a:p>
            <a:pPr lvl="1" defTabSz="914363" fontAlgn="auto">
              <a:spcAft>
                <a:spcPts val="0"/>
              </a:spcAft>
              <a:defRPr/>
            </a:pPr>
            <a:r>
              <a:rPr lang="en-US" dirty="0" smtClean="0"/>
              <a:t>Tuesday – 3:30-4:45PM – </a:t>
            </a:r>
            <a:r>
              <a:rPr lang="en-US" dirty="0" err="1" smtClean="0"/>
              <a:t>Petree</a:t>
            </a:r>
            <a:r>
              <a:rPr lang="en-US" dirty="0" smtClean="0"/>
              <a:t> Hall CD</a:t>
            </a:r>
          </a:p>
          <a:p>
            <a:pPr defTabSz="914363" fontAlgn="auto">
              <a:defRPr/>
            </a:pPr>
            <a:r>
              <a:rPr lang="en-US" dirty="0" smtClean="0"/>
              <a:t>BB27 - Workflow Services: Orchestrating Services and Business Processes Using Cloud-Based Workflow</a:t>
            </a:r>
          </a:p>
          <a:p>
            <a:pPr lvl="1" defTabSz="914363" fontAlgn="auto">
              <a:spcAft>
                <a:spcPts val="0"/>
              </a:spcAft>
              <a:defRPr/>
            </a:pPr>
            <a:r>
              <a:rPr lang="en-US" dirty="0" smtClean="0"/>
              <a:t>Thursday – 1:45-3:00PM – Room 151</a:t>
            </a:r>
          </a:p>
          <a:p>
            <a:pPr defTabSz="914363" fontAlgn="auto">
              <a:defRPr/>
            </a:pP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pPr defTabSz="914363" fontAlgn="auto">
              <a:spcAft>
                <a:spcPts val="0"/>
              </a:spcAft>
              <a:defRPr/>
            </a:pPr>
            <a:r>
              <a:rPr sz="3200" dirty="0" smtClean="0"/>
              <a:t>SQL DATA services</a:t>
            </a:r>
            <a:endParaRPr sz="3200" dirty="0"/>
          </a:p>
        </p:txBody>
      </p:sp>
      <p:sp>
        <p:nvSpPr>
          <p:cNvPr id="108546" name="Slide Number Placeholder 3"/>
          <p:cNvSpPr>
            <a:spLocks noGrp="1"/>
          </p:cNvSpPr>
          <p:nvPr>
            <p:ph type="sldNum" sz="quarter" idx="11"/>
          </p:nvPr>
        </p:nvSpPr>
        <p:spPr bwMode="auto">
          <a:noFill/>
          <a:ln>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ct val="0"/>
              </a:spcAft>
            </a:pPr>
            <a:fld id="{338343D9-CDA6-4BC6-B632-E8B3735A430B}" type="slidenum">
              <a:rPr lang="en-US"/>
              <a:pPr fontAlgn="base">
                <a:spcBef>
                  <a:spcPct val="0"/>
                </a:spcBef>
                <a:spcAft>
                  <a:spcPct val="0"/>
                </a:spcAft>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ounded Rectangle 33"/>
          <p:cNvSpPr/>
          <p:nvPr/>
        </p:nvSpPr>
        <p:spPr>
          <a:xfrm>
            <a:off x="2306940" y="3200400"/>
            <a:ext cx="2271486" cy="2133600"/>
          </a:xfrm>
          <a:prstGeom prst="roundRect">
            <a:avLst>
              <a:gd name="adj" fmla="val 12302"/>
            </a:avLst>
          </a:prstGeom>
          <a:solidFill>
            <a:schemeClr val="accent3">
              <a:lumMod val="75000"/>
            </a:schemeClr>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p>
        </p:txBody>
      </p:sp>
      <p:sp>
        <p:nvSpPr>
          <p:cNvPr id="11" name="Rectangle 10"/>
          <p:cNvSpPr/>
          <p:nvPr/>
        </p:nvSpPr>
        <p:spPr>
          <a:xfrm>
            <a:off x="2382838" y="3276600"/>
            <a:ext cx="1017587"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Litware</a:t>
            </a:r>
          </a:p>
        </p:txBody>
      </p:sp>
      <p:sp>
        <p:nvSpPr>
          <p:cNvPr id="110597" name="Rectangle 47"/>
          <p:cNvSpPr>
            <a:spLocks noChangeArrowheads="1"/>
          </p:cNvSpPr>
          <p:nvPr/>
        </p:nvSpPr>
        <p:spPr bwMode="auto">
          <a:xfrm>
            <a:off x="2840038" y="5029200"/>
            <a:ext cx="1471612" cy="276225"/>
          </a:xfrm>
          <a:prstGeom prst="rect">
            <a:avLst/>
          </a:prstGeom>
          <a:noFill/>
          <a:ln w="9525">
            <a:noFill/>
            <a:miter lim="800000"/>
            <a:headEnd/>
            <a:tailEnd/>
          </a:ln>
        </p:spPr>
        <p:txBody>
          <a:bodyPr wrap="none">
            <a:spAutoFit/>
          </a:bodyPr>
          <a:lstStyle/>
          <a:p>
            <a:r>
              <a:rPr lang="en-US" sz="1200">
                <a:latin typeface="Calibri" pitchFamily="34" charset="0"/>
              </a:rPr>
              <a:t>Hosted at Rackspace</a:t>
            </a:r>
          </a:p>
        </p:txBody>
      </p:sp>
      <p:pic>
        <p:nvPicPr>
          <p:cNvPr id="110598" name="Picture 2" descr="D:\DVD_ART34\Artwork_Imagery\Icons - Illustrations\_eHOME ICONS\dense servers tall rack.png"/>
          <p:cNvPicPr>
            <a:picLocks noChangeAspect="1" noChangeArrowheads="1"/>
          </p:cNvPicPr>
          <p:nvPr/>
        </p:nvPicPr>
        <p:blipFill>
          <a:blip r:embed="rId3"/>
          <a:srcRect/>
          <a:stretch>
            <a:fillRect/>
          </a:stretch>
        </p:blipFill>
        <p:spPr bwMode="auto">
          <a:xfrm>
            <a:off x="3678238" y="3810000"/>
            <a:ext cx="609600" cy="1050925"/>
          </a:xfrm>
          <a:prstGeom prst="rect">
            <a:avLst/>
          </a:prstGeom>
          <a:noFill/>
          <a:ln w="9525">
            <a:noFill/>
            <a:miter lim="800000"/>
            <a:headEnd/>
            <a:tailEnd/>
          </a:ln>
        </p:spPr>
      </p:pic>
      <p:grpSp>
        <p:nvGrpSpPr>
          <p:cNvPr id="110599" name="Group 57"/>
          <p:cNvGrpSpPr>
            <a:grpSpLocks/>
          </p:cNvGrpSpPr>
          <p:nvPr/>
        </p:nvGrpSpPr>
        <p:grpSpPr bwMode="auto">
          <a:xfrm>
            <a:off x="381000" y="5002213"/>
            <a:ext cx="2133600" cy="1311275"/>
            <a:chOff x="381001" y="5002437"/>
            <a:chExt cx="2133685" cy="1310495"/>
          </a:xfrm>
        </p:grpSpPr>
        <p:sp>
          <p:nvSpPr>
            <p:cNvPr id="110626" name="Rectangle 9"/>
            <p:cNvSpPr>
              <a:spLocks noChangeArrowheads="1"/>
            </p:cNvSpPr>
            <p:nvPr/>
          </p:nvSpPr>
          <p:spPr bwMode="auto">
            <a:xfrm>
              <a:off x="457200" y="5943600"/>
              <a:ext cx="2057486" cy="369332"/>
            </a:xfrm>
            <a:prstGeom prst="rect">
              <a:avLst/>
            </a:prstGeom>
            <a:noFill/>
            <a:ln w="9525">
              <a:noFill/>
              <a:miter lim="800000"/>
              <a:headEnd/>
              <a:tailEnd/>
            </a:ln>
          </p:spPr>
          <p:txBody>
            <a:bodyPr wrap="none">
              <a:spAutoFit/>
            </a:bodyPr>
            <a:lstStyle/>
            <a:p>
              <a:r>
                <a:rPr lang="en-US">
                  <a:latin typeface="Calibri" pitchFamily="34" charset="0"/>
                </a:rPr>
                <a:t>Lane@Litware.com</a:t>
              </a:r>
            </a:p>
          </p:txBody>
        </p:sp>
        <p:pic>
          <p:nvPicPr>
            <p:cNvPr id="110627" name="Picture 10" descr="D:\DVD_ART34\Artwork_Imagery\Icons - Illustrations\_eHOME ICONS\kitchen pc computer speakers music.png"/>
            <p:cNvPicPr>
              <a:picLocks noChangeAspect="1" noChangeArrowheads="1"/>
            </p:cNvPicPr>
            <p:nvPr/>
          </p:nvPicPr>
          <p:blipFill>
            <a:blip r:embed="rId4"/>
            <a:srcRect/>
            <a:stretch>
              <a:fillRect/>
            </a:stretch>
          </p:blipFill>
          <p:spPr bwMode="auto">
            <a:xfrm>
              <a:off x="381001" y="5002437"/>
              <a:ext cx="1143000" cy="1007838"/>
            </a:xfrm>
            <a:prstGeom prst="rect">
              <a:avLst/>
            </a:prstGeom>
            <a:noFill/>
            <a:ln w="9525">
              <a:noFill/>
              <a:miter lim="800000"/>
              <a:headEnd/>
              <a:tailEnd/>
            </a:ln>
          </p:spPr>
        </p:pic>
      </p:grpSp>
      <p:sp>
        <p:nvSpPr>
          <p:cNvPr id="110600" name="Rectangle 7"/>
          <p:cNvSpPr>
            <a:spLocks noChangeArrowheads="1"/>
          </p:cNvSpPr>
          <p:nvPr/>
        </p:nvSpPr>
        <p:spPr bwMode="auto">
          <a:xfrm>
            <a:off x="2763838" y="4267200"/>
            <a:ext cx="1143000" cy="369888"/>
          </a:xfrm>
          <a:prstGeom prst="rect">
            <a:avLst/>
          </a:prstGeom>
          <a:noFill/>
          <a:ln w="9525">
            <a:noFill/>
            <a:miter lim="800000"/>
            <a:headEnd/>
            <a:tailEnd/>
          </a:ln>
        </p:spPr>
        <p:txBody>
          <a:bodyPr wrap="none">
            <a:spAutoFit/>
          </a:bodyPr>
          <a:lstStyle/>
          <a:p>
            <a:r>
              <a:rPr lang="en-US">
                <a:latin typeface="Calibri" pitchFamily="34" charset="0"/>
              </a:rPr>
              <a:t>ASP.NET</a:t>
            </a:r>
          </a:p>
        </p:txBody>
      </p:sp>
      <p:grpSp>
        <p:nvGrpSpPr>
          <p:cNvPr id="20" name="Group 34"/>
          <p:cNvGrpSpPr>
            <a:grpSpLocks/>
          </p:cNvGrpSpPr>
          <p:nvPr/>
        </p:nvGrpSpPr>
        <p:grpSpPr bwMode="auto">
          <a:xfrm>
            <a:off x="152400" y="685800"/>
            <a:ext cx="6172200" cy="2514600"/>
            <a:chOff x="76200" y="685800"/>
            <a:chExt cx="6172200" cy="2514601"/>
          </a:xfrm>
        </p:grpSpPr>
        <p:grpSp>
          <p:nvGrpSpPr>
            <p:cNvPr id="110602" name="Group 59"/>
            <p:cNvGrpSpPr>
              <a:grpSpLocks/>
            </p:cNvGrpSpPr>
            <p:nvPr/>
          </p:nvGrpSpPr>
          <p:grpSpPr bwMode="auto">
            <a:xfrm>
              <a:off x="76200" y="685800"/>
              <a:ext cx="6172200" cy="1371600"/>
              <a:chOff x="76200" y="685800"/>
              <a:chExt cx="6172200" cy="1371600"/>
            </a:xfrm>
          </p:grpSpPr>
          <p:sp>
            <p:nvSpPr>
              <p:cNvPr id="23" name="Rounded Rectangle 22"/>
              <p:cNvSpPr/>
              <p:nvPr/>
            </p:nvSpPr>
            <p:spPr>
              <a:xfrm>
                <a:off x="76200" y="685800"/>
                <a:ext cx="6172200" cy="1371600"/>
              </a:xfrm>
              <a:prstGeom prst="roundRect">
                <a:avLst>
                  <a:gd name="adj" fmla="val 10124"/>
                </a:avLst>
              </a:prstGeom>
              <a:solidFill>
                <a:schemeClr val="accent2">
                  <a:lumMod val="60000"/>
                  <a:lumOff val="40000"/>
                </a:schemeClr>
              </a:solidFill>
            </p:spPr>
            <p:style>
              <a:lnRef idx="0">
                <a:schemeClr val="accent3"/>
              </a:lnRef>
              <a:fillRef idx="3">
                <a:schemeClr val="accent3"/>
              </a:fillRef>
              <a:effectRef idx="3">
                <a:schemeClr val="accent3"/>
              </a:effectRef>
              <a:fontRef idx="minor">
                <a:schemeClr val="lt1"/>
              </a:fontRef>
            </p:style>
            <p:txBody>
              <a:bodyPr anchor="ctr"/>
              <a:lstStyle/>
              <a:p>
                <a:pPr algn="ctr" fontAlgn="auto">
                  <a:spcBef>
                    <a:spcPts val="0"/>
                  </a:spcBef>
                  <a:spcAft>
                    <a:spcPts val="0"/>
                  </a:spcAft>
                  <a:defRPr/>
                </a:pPr>
                <a:endParaRPr lang="en-US" dirty="0"/>
              </a:p>
            </p:txBody>
          </p:sp>
          <p:sp>
            <p:nvSpPr>
              <p:cNvPr id="24" name="Rectangle 23"/>
              <p:cNvSpPr/>
              <p:nvPr/>
            </p:nvSpPr>
            <p:spPr>
              <a:xfrm>
                <a:off x="152400" y="685800"/>
                <a:ext cx="2093913" cy="461963"/>
              </a:xfrm>
              <a:prstGeom prst="rect">
                <a:avLst/>
              </a:prstGeom>
            </p:spPr>
            <p:txBody>
              <a:bodyPr wrap="none">
                <a:spAutoFit/>
              </a:bodyPr>
              <a:lstStyle/>
              <a:p>
                <a:pPr fontAlgn="auto">
                  <a:spcBef>
                    <a:spcPts val="0"/>
                  </a:spcBef>
                  <a:spcAft>
                    <a:spcPts val="0"/>
                  </a:spcAft>
                  <a:defRPr/>
                </a:pPr>
                <a:r>
                  <a:rPr lang="en-US" sz="2400" spc="-150" dirty="0">
                    <a:solidFill>
                      <a:schemeClr val="bg1"/>
                    </a:solidFill>
                    <a:latin typeface="Segoe UI" pitchFamily="34" charset="0"/>
                    <a:cs typeface="Segoe UI" pitchFamily="34" charset="0"/>
                  </a:rPr>
                  <a:t>Azure™ Services</a:t>
                </a:r>
                <a:endParaRPr lang="en-US" sz="2400" spc="-150" dirty="0">
                  <a:solidFill>
                    <a:schemeClr val="bg1"/>
                  </a:solidFill>
                  <a:latin typeface="Segoe UI" pitchFamily="34" charset="0"/>
                  <a:cs typeface="Segoe UI" pitchFamily="34" charset="0"/>
                </a:endParaRPr>
              </a:p>
            </p:txBody>
          </p:sp>
          <p:sp>
            <p:nvSpPr>
              <p:cNvPr id="26" name="Rounded Rectangle 25"/>
              <p:cNvSpPr/>
              <p:nvPr/>
            </p:nvSpPr>
            <p:spPr>
              <a:xfrm>
                <a:off x="115725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Access</a:t>
                </a:r>
                <a:br>
                  <a:rPr lang="en-US" dirty="0"/>
                </a:br>
                <a:r>
                  <a:rPr lang="en-US" dirty="0"/>
                  <a:t>Control</a:t>
                </a:r>
                <a:endParaRPr lang="en-US" dirty="0"/>
              </a:p>
            </p:txBody>
          </p:sp>
          <p:sp>
            <p:nvSpPr>
              <p:cNvPr id="28" name="Rounded Rectangle 27"/>
              <p:cNvSpPr/>
              <p:nvPr/>
            </p:nvSpPr>
            <p:spPr>
              <a:xfrm>
                <a:off x="216210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Mesh</a:t>
                </a:r>
              </a:p>
            </p:txBody>
          </p:sp>
          <p:sp>
            <p:nvSpPr>
              <p:cNvPr id="29" name="Rounded Rectangle 28"/>
              <p:cNvSpPr/>
              <p:nvPr/>
            </p:nvSpPr>
            <p:spPr>
              <a:xfrm>
                <a:off x="316695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Service</a:t>
                </a:r>
              </a:p>
              <a:p>
                <a:pPr algn="ctr" fontAlgn="auto">
                  <a:spcBef>
                    <a:spcPts val="0"/>
                  </a:spcBef>
                  <a:spcAft>
                    <a:spcPts val="0"/>
                  </a:spcAft>
                  <a:defRPr/>
                </a:pPr>
                <a:r>
                  <a:rPr lang="en-US" dirty="0"/>
                  <a:t>Bus</a:t>
                </a:r>
              </a:p>
            </p:txBody>
          </p:sp>
          <p:sp>
            <p:nvSpPr>
              <p:cNvPr id="30" name="Rounded Rectangle 29"/>
              <p:cNvSpPr/>
              <p:nvPr/>
            </p:nvSpPr>
            <p:spPr>
              <a:xfrm>
                <a:off x="417180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Workflow</a:t>
                </a:r>
              </a:p>
            </p:txBody>
          </p:sp>
          <p:sp>
            <p:nvSpPr>
              <p:cNvPr id="31" name="Rounded Rectangle 30"/>
              <p:cNvSpPr/>
              <p:nvPr/>
            </p:nvSpPr>
            <p:spPr>
              <a:xfrm>
                <a:off x="152400" y="1143000"/>
                <a:ext cx="995548" cy="838200"/>
              </a:xfrm>
              <a:prstGeom prst="roundRect">
                <a:avLst/>
              </a:prstGeom>
              <a:solidFill>
                <a:schemeClr val="accent2">
                  <a:lumMod val="75000"/>
                </a:schemeClr>
              </a:solidFill>
            </p:spPr>
            <p:style>
              <a:lnRef idx="0">
                <a:schemeClr val="accent5"/>
              </a:lnRef>
              <a:fillRef idx="3">
                <a:schemeClr val="accent5"/>
              </a:fillRef>
              <a:effectRef idx="3">
                <a:schemeClr val="accent5"/>
              </a:effectRef>
              <a:fontRef idx="minor">
                <a:schemeClr val="lt1"/>
              </a:fontRef>
            </p:style>
            <p:txBody>
              <a:bodyPr anchor="ctr"/>
              <a:lstStyle/>
              <a:p>
                <a:pPr algn="ctr" fontAlgn="auto">
                  <a:spcBef>
                    <a:spcPts val="0"/>
                  </a:spcBef>
                  <a:spcAft>
                    <a:spcPts val="0"/>
                  </a:spcAft>
                  <a:defRPr/>
                </a:pPr>
                <a:r>
                  <a:rPr lang="en-US" dirty="0" err="1">
                    <a:solidFill>
                      <a:schemeClr val="tx1"/>
                    </a:solidFill>
                  </a:rPr>
                  <a:t>LiveID</a:t>
                </a:r>
                <a:endParaRPr lang="en-US" dirty="0">
                  <a:solidFill>
                    <a:schemeClr val="tx1"/>
                  </a:solidFill>
                </a:endParaRPr>
              </a:p>
            </p:txBody>
          </p:sp>
          <p:sp>
            <p:nvSpPr>
              <p:cNvPr id="32" name="Rounded Rectangle 31"/>
              <p:cNvSpPr/>
              <p:nvPr/>
            </p:nvSpPr>
            <p:spPr>
              <a:xfrm>
                <a:off x="5176652" y="1143000"/>
                <a:ext cx="995548" cy="838200"/>
              </a:xfrm>
              <a:prstGeom prst="roundRect">
                <a:avLst/>
              </a:prstGeom>
              <a:solidFill>
                <a:schemeClr val="accent3">
                  <a:lumMod val="75000"/>
                </a:schemeClr>
              </a:solidFill>
            </p:spPr>
            <p:style>
              <a:lnRef idx="0">
                <a:schemeClr val="accent5"/>
              </a:lnRef>
              <a:fillRef idx="3">
                <a:schemeClr val="accent5"/>
              </a:fillRef>
              <a:effectRef idx="3">
                <a:schemeClr val="accent5"/>
              </a:effectRef>
              <a:fontRef idx="minor">
                <a:schemeClr val="lt1"/>
              </a:fontRef>
            </p:style>
            <p:txBody>
              <a:bodyPr lIns="0" rIns="0" anchor="ctr"/>
              <a:lstStyle/>
              <a:p>
                <a:pPr algn="ctr" fontAlgn="auto">
                  <a:spcBef>
                    <a:spcPts val="0"/>
                  </a:spcBef>
                  <a:spcAft>
                    <a:spcPts val="0"/>
                  </a:spcAft>
                  <a:defRPr/>
                </a:pPr>
                <a:r>
                  <a:rPr lang="en-US" dirty="0"/>
                  <a:t>SQL</a:t>
                </a:r>
                <a:br>
                  <a:rPr lang="en-US" dirty="0"/>
                </a:br>
                <a:r>
                  <a:rPr lang="en-US" dirty="0"/>
                  <a:t>Data</a:t>
                </a:r>
                <a:endParaRPr lang="en-US" dirty="0"/>
              </a:p>
            </p:txBody>
          </p:sp>
        </p:grpSp>
        <p:cxnSp>
          <p:nvCxnSpPr>
            <p:cNvPr id="22" name="Elbow Connector 21"/>
            <p:cNvCxnSpPr>
              <a:stCxn id="0" idx="0"/>
              <a:endCxn id="0" idx="2"/>
            </p:cNvCxnSpPr>
            <p:nvPr/>
          </p:nvCxnSpPr>
          <p:spPr>
            <a:xfrm rot="5400000" flipH="1" flipV="1">
              <a:off x="3910807" y="1437482"/>
              <a:ext cx="1219200" cy="2306637"/>
            </a:xfrm>
            <a:prstGeom prst="bentConnector3">
              <a:avLst>
                <a:gd name="adj1" fmla="val 50000"/>
              </a:avLst>
            </a:prstGeom>
            <a:ln w="57150">
              <a:solidFill>
                <a:schemeClr val="accent3">
                  <a:lumMod val="75000"/>
                </a:schemeClr>
              </a:solidFill>
              <a:prstDash val="sys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7350" y="152400"/>
            <a:ext cx="8369300" cy="553998"/>
          </a:xfrm>
        </p:spPr>
        <p:txBody>
          <a:bodyPr lIns="91440" tIns="45720" rIns="91440" bIns="45720" anchor="ctr">
            <a:normAutofit fontScale="90000"/>
          </a:bodyPr>
          <a:lstStyle/>
          <a:p>
            <a:pPr defTabSz="914363" fontAlgn="auto">
              <a:spcAft>
                <a:spcPts val="0"/>
              </a:spcAft>
              <a:defRPr/>
            </a:pPr>
            <a:r>
              <a:rPr dirty="0" smtClean="0"/>
              <a:t>Database Integration</a:t>
            </a:r>
            <a:endParaRPr dirty="0"/>
          </a:p>
        </p:txBody>
      </p:sp>
      <p:sp>
        <p:nvSpPr>
          <p:cNvPr id="5" name="Content Placeholder 4"/>
          <p:cNvSpPr>
            <a:spLocks noGrp="1"/>
          </p:cNvSpPr>
          <p:nvPr>
            <p:ph idx="1"/>
          </p:nvPr>
        </p:nvSpPr>
        <p:spPr>
          <a:xfrm>
            <a:off x="381000" y="1412874"/>
            <a:ext cx="8382000" cy="4911726"/>
          </a:xfrm>
        </p:spPr>
        <p:txBody>
          <a:bodyPr>
            <a:noAutofit/>
          </a:bodyPr>
          <a:lstStyle/>
          <a:p>
            <a:pPr defTabSz="914363" fontAlgn="auto">
              <a:defRPr/>
            </a:pPr>
            <a:r>
              <a:rPr lang="en-US" sz="2800" dirty="0" err="1" smtClean="0"/>
              <a:t>Litware</a:t>
            </a:r>
            <a:r>
              <a:rPr lang="en-US" sz="2800" dirty="0" smtClean="0"/>
              <a:t> application stores, queries and manages a broad range of data</a:t>
            </a:r>
          </a:p>
          <a:p>
            <a:pPr lvl="1" defTabSz="914363" fontAlgn="auto">
              <a:spcAft>
                <a:spcPts val="0"/>
              </a:spcAft>
              <a:defRPr/>
            </a:pPr>
            <a:r>
              <a:rPr lang="en-US" sz="2400" dirty="0" smtClean="0"/>
              <a:t>Structured, Semi-structured and Unstructured</a:t>
            </a:r>
          </a:p>
          <a:p>
            <a:pPr lvl="1" defTabSz="914363" fontAlgn="auto">
              <a:spcAft>
                <a:spcPts val="0"/>
              </a:spcAft>
              <a:defRPr/>
            </a:pPr>
            <a:r>
              <a:rPr lang="en-US" sz="2400" dirty="0" smtClean="0"/>
              <a:t>Semi-structured and unstructured covered previously</a:t>
            </a:r>
          </a:p>
          <a:p>
            <a:pPr defTabSz="914363" fontAlgn="auto">
              <a:defRPr/>
            </a:pPr>
            <a:r>
              <a:rPr lang="en-US" sz="2800" dirty="0" smtClean="0"/>
              <a:t>Emerging </a:t>
            </a:r>
            <a:r>
              <a:rPr lang="en-US" sz="2800" dirty="0" err="1" smtClean="0"/>
              <a:t>Litware</a:t>
            </a:r>
            <a:r>
              <a:rPr lang="en-US" sz="2800" dirty="0" smtClean="0"/>
              <a:t> needs</a:t>
            </a:r>
          </a:p>
          <a:p>
            <a:pPr lvl="1" defTabSz="914363" fontAlgn="auto">
              <a:spcAft>
                <a:spcPts val="0"/>
              </a:spcAft>
              <a:defRPr/>
            </a:pPr>
            <a:r>
              <a:rPr lang="en-US" sz="2400" dirty="0" smtClean="0"/>
              <a:t>Data shared with partners across different devices</a:t>
            </a:r>
          </a:p>
          <a:p>
            <a:pPr lvl="1" defTabSz="914363" fontAlgn="auto">
              <a:spcAft>
                <a:spcPts val="0"/>
              </a:spcAft>
              <a:defRPr/>
            </a:pPr>
            <a:r>
              <a:rPr lang="en-US" sz="2400" dirty="0" smtClean="0"/>
              <a:t>Custom reports</a:t>
            </a:r>
          </a:p>
          <a:p>
            <a:pPr lvl="1" defTabSz="914363" fontAlgn="auto">
              <a:spcAft>
                <a:spcPts val="0"/>
              </a:spcAft>
              <a:defRPr/>
            </a:pPr>
            <a:r>
              <a:rPr lang="en-US" sz="2400" dirty="0" smtClean="0"/>
              <a:t>Business analytics including ad-hoc analysis through Excel</a:t>
            </a:r>
          </a:p>
          <a:p>
            <a:pPr lvl="1" defTabSz="914363" fontAlgn="auto">
              <a:spcAft>
                <a:spcPts val="0"/>
              </a:spcAft>
              <a:defRPr/>
            </a:pPr>
            <a:r>
              <a:rPr lang="en-US" sz="2400" dirty="0" smtClean="0"/>
              <a:t>Data mining</a:t>
            </a:r>
          </a:p>
          <a:p>
            <a:pPr defTabSz="914363" fontAlgn="auto">
              <a:defRPr/>
            </a:pPr>
            <a:r>
              <a:rPr lang="en-US" sz="2800" dirty="0" err="1" smtClean="0"/>
              <a:t>Litware</a:t>
            </a:r>
            <a:r>
              <a:rPr lang="en-US" sz="2800" dirty="0" smtClean="0"/>
              <a:t> leverages SQL Data Services in order to fulfill this broad set of data requirements</a:t>
            </a:r>
          </a:p>
          <a:p>
            <a:pPr lvl="1" defTabSz="914363" fontAlgn="auto">
              <a:spcAft>
                <a:spcPts val="0"/>
              </a:spcAft>
              <a:defRPr/>
            </a:pPr>
            <a:endParaRPr lang="en-US" sz="2400" dirty="0" smtClean="0"/>
          </a:p>
        </p:txBody>
      </p:sp>
      <p:sp>
        <p:nvSpPr>
          <p:cNvPr id="112643" name="Slide Number Placeholder 5"/>
          <p:cNvSpPr>
            <a:spLocks noGrp="1"/>
          </p:cNvSpPr>
          <p:nvPr>
            <p:ph type="sldNum" sz="quarter" idx="4294967295"/>
          </p:nvPr>
        </p:nvSpPr>
        <p:spPr bwMode="auto">
          <a:xfrm>
            <a:off x="7010400" y="6356350"/>
            <a:ext cx="2133600" cy="365125"/>
          </a:xfrm>
          <a:prstGeom prst="rect">
            <a:avLst/>
          </a:prstGeom>
          <a:noFill/>
          <a:ln>
            <a:miter lim="800000"/>
            <a:headEnd/>
            <a:tailEnd/>
          </a:ln>
        </p:spPr>
        <p:txBody>
          <a:bodyPr/>
          <a:lstStyle/>
          <a:p>
            <a:fld id="{ED2F461F-CCC3-4837-9AB7-63E07157A419}" type="slidenum">
              <a:rPr lang="en-US">
                <a:latin typeface="Calibri" pitchFamily="34" charset="0"/>
              </a:rPr>
              <a:pPr/>
              <a:t>27</a:t>
            </a:fld>
            <a:endParaRPr lang="en-US">
              <a:latin typeface="Calibri" pitchFamily="34" charset="0"/>
            </a:endParaRPr>
          </a:p>
        </p:txBody>
      </p:sp>
    </p:spTree>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350" y="152400"/>
            <a:ext cx="8369300" cy="553998"/>
          </a:xfrm>
        </p:spPr>
        <p:txBody>
          <a:bodyPr/>
          <a:lstStyle/>
          <a:p>
            <a:pPr defTabSz="914363" fontAlgn="auto">
              <a:spcAft>
                <a:spcPts val="0"/>
              </a:spcAft>
              <a:defRPr/>
            </a:pPr>
            <a:r>
              <a:rPr smtClean="0"/>
              <a:t>Where to Learn More</a:t>
            </a:r>
            <a:endParaRPr dirty="0"/>
          </a:p>
        </p:txBody>
      </p:sp>
      <p:sp>
        <p:nvSpPr>
          <p:cNvPr id="3" name="Content Placeholder 2"/>
          <p:cNvSpPr>
            <a:spLocks noGrp="1"/>
          </p:cNvSpPr>
          <p:nvPr>
            <p:ph idx="1"/>
          </p:nvPr>
        </p:nvSpPr>
        <p:spPr>
          <a:xfrm>
            <a:off x="381000" y="1412875"/>
            <a:ext cx="8382000" cy="2398990"/>
          </a:xfrm>
        </p:spPr>
        <p:txBody>
          <a:bodyPr/>
          <a:lstStyle/>
          <a:p>
            <a:pPr defTabSz="914363" fontAlgn="auto">
              <a:defRPr/>
            </a:pPr>
            <a:r>
              <a:rPr lang="en-US" dirty="0" smtClean="0"/>
              <a:t>BB23 – SQL Data Services : A Lap Around</a:t>
            </a:r>
          </a:p>
          <a:p>
            <a:pPr lvl="1" defTabSz="914363" fontAlgn="auto">
              <a:spcAft>
                <a:spcPts val="0"/>
              </a:spcAft>
              <a:defRPr/>
            </a:pPr>
            <a:r>
              <a:rPr lang="en-US" dirty="0" smtClean="0"/>
              <a:t>Tuesday – 3:30-4:45PM – 502A</a:t>
            </a:r>
          </a:p>
          <a:p>
            <a:pPr defTabSz="914363" fontAlgn="auto">
              <a:defRPr/>
            </a:pPr>
            <a:r>
              <a:rPr lang="en-US" dirty="0" smtClean="0"/>
              <a:t>BB14 – SQL Data Services: Futures</a:t>
            </a:r>
          </a:p>
          <a:p>
            <a:pPr lvl="1" defTabSz="914363" fontAlgn="auto">
              <a:spcAft>
                <a:spcPts val="0"/>
              </a:spcAft>
              <a:defRPr/>
            </a:pPr>
            <a:r>
              <a:rPr lang="en-US" dirty="0" smtClean="0"/>
              <a:t>Wednesday – 10:30-11:45AM – Room 408B</a:t>
            </a:r>
          </a:p>
          <a:p>
            <a:pPr defTabSz="914363" fontAlgn="auto">
              <a:defRPr/>
            </a:pPr>
            <a:endParaRPr lang="en-US" dirty="0"/>
          </a:p>
        </p:txBody>
      </p:sp>
    </p:spTree>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730044" y="1411553"/>
            <a:ext cx="7672003" cy="3704347"/>
          </a:xfrm>
        </p:spPr>
        <p:txBody>
          <a:bodyPr/>
          <a:lstStyle/>
          <a:p>
            <a:pPr defTabSz="914363" fontAlgn="auto">
              <a:defRPr/>
            </a:pPr>
            <a:r>
              <a:rPr lang="en-US" dirty="0" smtClean="0"/>
              <a:t>Register for a .NET Services account &amp; download the SDK</a:t>
            </a:r>
          </a:p>
          <a:p>
            <a:pPr lvl="1" defTabSz="914363" fontAlgn="auto">
              <a:spcAft>
                <a:spcPts val="0"/>
              </a:spcAft>
              <a:defRPr/>
            </a:pPr>
            <a:r>
              <a:rPr lang="en-US" dirty="0" smtClean="0">
                <a:hlinkClick r:id="rId3"/>
              </a:rPr>
              <a:t>http://www.azure.com</a:t>
            </a:r>
            <a:r>
              <a:rPr lang="en-US" dirty="0" smtClean="0"/>
              <a:t> </a:t>
            </a:r>
          </a:p>
          <a:p>
            <a:pPr defTabSz="914363" fontAlgn="auto">
              <a:defRPr/>
            </a:pPr>
            <a:r>
              <a:rPr lang="en-US" dirty="0" smtClean="0"/>
              <a:t>Try out the .NET Services in the HOLs area</a:t>
            </a:r>
          </a:p>
          <a:p>
            <a:pPr lvl="1" defTabSz="914363" fontAlgn="auto">
              <a:spcAft>
                <a:spcPts val="0"/>
              </a:spcAft>
              <a:defRPr/>
            </a:pPr>
            <a:r>
              <a:rPr lang="en-US" dirty="0" smtClean="0"/>
              <a:t>HOLs for Service Bus, Access Control, Workflow, SQL Services, and Live Services (Tues)</a:t>
            </a:r>
          </a:p>
          <a:p>
            <a:pPr defTabSz="914363" fontAlgn="auto">
              <a:defRPr/>
            </a:pPr>
            <a:r>
              <a:rPr lang="en-US" dirty="0" smtClean="0"/>
              <a:t>Attend one of the many breakout sessions</a:t>
            </a:r>
          </a:p>
          <a:p>
            <a:pPr defTabSz="914363" fontAlgn="auto">
              <a:defRPr/>
            </a:pPr>
            <a:endParaRPr lang="en-US" dirty="0" smtClean="0"/>
          </a:p>
        </p:txBody>
      </p:sp>
      <p:sp>
        <p:nvSpPr>
          <p:cNvPr id="2" name="Title 1"/>
          <p:cNvSpPr>
            <a:spLocks noGrp="1"/>
          </p:cNvSpPr>
          <p:nvPr>
            <p:ph type="title"/>
          </p:nvPr>
        </p:nvSpPr>
        <p:spPr>
          <a:xfrm>
            <a:off x="387054" y="152400"/>
            <a:ext cx="8375946" cy="553998"/>
          </a:xfrm>
        </p:spPr>
        <p:txBody>
          <a:bodyPr/>
          <a:lstStyle/>
          <a:p>
            <a:pPr defTabSz="914363" fontAlgn="auto">
              <a:spcAft>
                <a:spcPts val="0"/>
              </a:spcAft>
              <a:defRPr/>
            </a:pPr>
            <a:r>
              <a:rPr dirty="0" smtClean="0"/>
              <a:t>Call to Action</a:t>
            </a:r>
            <a:endParaRPr dirty="0">
              <a:solidFill>
                <a:schemeClr val="accent1"/>
              </a:solidFill>
            </a:endParaRPr>
          </a:p>
        </p:txBody>
      </p:sp>
    </p:spTree>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054" y="152400"/>
            <a:ext cx="8375946" cy="553998"/>
          </a:xfrm>
        </p:spPr>
        <p:txBody>
          <a:bodyPr/>
          <a:lstStyle/>
          <a:p>
            <a:pPr defTabSz="914363" fontAlgn="auto">
              <a:spcAft>
                <a:spcPts val="0"/>
              </a:spcAft>
              <a:defRPr/>
            </a:pPr>
            <a:r>
              <a:rPr dirty="0" smtClean="0"/>
              <a:t>Recommended Sessions</a:t>
            </a:r>
            <a:endParaRPr dirty="0">
              <a:solidFill>
                <a:schemeClr val="accent1"/>
              </a:solidFill>
            </a:endParaRPr>
          </a:p>
        </p:txBody>
      </p:sp>
      <p:graphicFrame>
        <p:nvGraphicFramePr>
          <p:cNvPr id="4" name="Table 3"/>
          <p:cNvGraphicFramePr>
            <a:graphicFrameLocks noGrp="1"/>
          </p:cNvGraphicFramePr>
          <p:nvPr/>
        </p:nvGraphicFramePr>
        <p:xfrm>
          <a:off x="381000" y="877888"/>
          <a:ext cx="8534400" cy="5675312"/>
        </p:xfrm>
        <a:graphic>
          <a:graphicData uri="http://schemas.openxmlformats.org/drawingml/2006/table">
            <a:tbl>
              <a:tblPr firstRow="1">
                <a:tableStyleId>{5C22544A-7EE6-4342-B048-85BDC9FD1C3A}</a:tableStyleId>
              </a:tblPr>
              <a:tblGrid>
                <a:gridCol w="5247075"/>
                <a:gridCol w="1643662"/>
                <a:gridCol w="1643662"/>
              </a:tblGrid>
              <a:tr h="363966">
                <a:tc>
                  <a:txBody>
                    <a:bodyPr/>
                    <a:lstStyle/>
                    <a:p>
                      <a:pPr marL="0" marR="0">
                        <a:lnSpc>
                          <a:spcPct val="115000"/>
                        </a:lnSpc>
                        <a:spcBef>
                          <a:spcPts val="0"/>
                        </a:spcBef>
                        <a:spcAft>
                          <a:spcPts val="0"/>
                        </a:spcAft>
                      </a:pPr>
                      <a:r>
                        <a:rPr lang="en-US" sz="1800" dirty="0" smtClean="0"/>
                        <a:t>Session</a:t>
                      </a:r>
                      <a:endParaRPr lang="en-US" sz="1800" b="1" dirty="0">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800" dirty="0" smtClean="0"/>
                        <a:t>Presenter</a:t>
                      </a:r>
                      <a:endParaRPr lang="en-US" sz="1800" b="1" dirty="0">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800" b="1" dirty="0" smtClean="0">
                          <a:latin typeface="Calibri"/>
                          <a:ea typeface="Calibri"/>
                          <a:cs typeface="Times New Roman"/>
                        </a:rPr>
                        <a:t>Time</a:t>
                      </a:r>
                      <a:endParaRPr lang="en-US" sz="1800" b="1" dirty="0">
                        <a:latin typeface="Calibri"/>
                        <a:ea typeface="Calibri"/>
                        <a:cs typeface="Times New Roman"/>
                      </a:endParaRPr>
                    </a:p>
                  </a:txBody>
                  <a:tcPr marL="68580" marR="68580" marT="0" marB="0"/>
                </a:tc>
              </a:tr>
              <a:tr h="628003">
                <a:tc>
                  <a:txBody>
                    <a:bodyPr/>
                    <a:lstStyle/>
                    <a:p>
                      <a:pPr marL="0" marR="0">
                        <a:lnSpc>
                          <a:spcPct val="115000"/>
                        </a:lnSpc>
                        <a:spcBef>
                          <a:spcPts val="0"/>
                        </a:spcBef>
                        <a:spcAft>
                          <a:spcPts val="0"/>
                        </a:spcAft>
                      </a:pPr>
                      <a:r>
                        <a:rPr lang="en-US" sz="1800" dirty="0" smtClean="0"/>
                        <a:t>BB15 SQL Server: Database to Data Platform - Road from Server to Devices to the Cloud</a:t>
                      </a:r>
                    </a:p>
                  </a:txBody>
                  <a:tcPr marL="68580" marR="68580" marT="0" marB="0" anchor="ctr"/>
                </a:tc>
                <a:tc>
                  <a:txBody>
                    <a:bodyPr/>
                    <a:lstStyle/>
                    <a:p>
                      <a:r>
                        <a:rPr lang="en-US" dirty="0" smtClean="0"/>
                        <a:t>Dave Campbell</a:t>
                      </a:r>
                      <a:endParaRPr lang="en-US" dirty="0"/>
                    </a:p>
                  </a:txBody>
                  <a:tcPr marL="68580" marR="68580" marT="0" marB="0" anchor="ctr"/>
                </a:tc>
                <a:tc>
                  <a:txBody>
                    <a:bodyPr/>
                    <a:lstStyle/>
                    <a:p>
                      <a:r>
                        <a:rPr lang="en-US" dirty="0" smtClean="0"/>
                        <a:t>Mon 5:15</a:t>
                      </a:r>
                      <a:endParaRPr lang="en-US" dirty="0"/>
                    </a:p>
                  </a:txBody>
                  <a:tcPr marL="68580" marR="68580" marT="0" marB="0" anchor="ctr"/>
                </a:tc>
              </a:tr>
              <a:tr h="681498">
                <a:tc>
                  <a:txBody>
                    <a:bodyPr/>
                    <a:lstStyle/>
                    <a:p>
                      <a:r>
                        <a:rPr lang="en-US" dirty="0" smtClean="0"/>
                        <a:t>BB04 Live Services: A Lap around the Live Framework and Mesh Services</a:t>
                      </a:r>
                      <a:endParaRPr lang="en-US" dirty="0"/>
                    </a:p>
                  </a:txBody>
                  <a:tcPr marL="68580" marR="68580" marT="0" marB="0" anchor="ctr"/>
                </a:tc>
                <a:tc>
                  <a:txBody>
                    <a:bodyPr/>
                    <a:lstStyle/>
                    <a:p>
                      <a:r>
                        <a:rPr lang="en-US" dirty="0" smtClean="0"/>
                        <a:t>Ori Amiga</a:t>
                      </a:r>
                      <a:endParaRPr lang="en-US" dirty="0"/>
                    </a:p>
                  </a:txBody>
                  <a:tcPr marL="68580" marR="68580" marT="0" marB="0" anchor="ctr"/>
                </a:tc>
                <a:tc>
                  <a:txBody>
                    <a:bodyPr/>
                    <a:lstStyle/>
                    <a:p>
                      <a:r>
                        <a:rPr lang="en-US" dirty="0" smtClean="0"/>
                        <a:t>Tues 1:45</a:t>
                      </a:r>
                      <a:endParaRPr lang="en-US" dirty="0"/>
                    </a:p>
                  </a:txBody>
                  <a:tcPr marL="68580" marR="68580" marT="0" marB="0" anchor="ctr"/>
                </a:tc>
              </a:tr>
              <a:tr h="457200">
                <a:tc>
                  <a:txBody>
                    <a:bodyPr/>
                    <a:lstStyle/>
                    <a:p>
                      <a:r>
                        <a:rPr lang="en-US" dirty="0" smtClean="0"/>
                        <a:t>BB23 A Lap around SQL Services</a:t>
                      </a:r>
                      <a:endParaRPr lang="en-US" dirty="0"/>
                    </a:p>
                  </a:txBody>
                  <a:tcPr marL="68580" marR="68580" marT="0" marB="0" anchor="ctr"/>
                </a:tc>
                <a:tc>
                  <a:txBody>
                    <a:bodyPr/>
                    <a:lstStyle/>
                    <a:p>
                      <a:r>
                        <a:rPr lang="en-US" dirty="0" smtClean="0"/>
                        <a:t>Soumitra Sengupta</a:t>
                      </a:r>
                      <a:endParaRPr lang="en-US" dirty="0"/>
                    </a:p>
                  </a:txBody>
                  <a:tcPr marL="68580" marR="68580" marT="0" marB="0" anchor="ctr"/>
                </a:tc>
                <a:tc>
                  <a:txBody>
                    <a:bodyPr/>
                    <a:lstStyle/>
                    <a:p>
                      <a:r>
                        <a:rPr lang="en-US" dirty="0" smtClean="0"/>
                        <a:t>Tues 3:30</a:t>
                      </a:r>
                      <a:endParaRPr lang="en-US" dirty="0"/>
                    </a:p>
                  </a:txBody>
                  <a:tcPr marL="68580" marR="68580" marT="0" marB="0" anchor="ctr"/>
                </a:tc>
              </a:tr>
              <a:tr h="441960">
                <a:tc>
                  <a:txBody>
                    <a:bodyPr/>
                    <a:lstStyle/>
                    <a:p>
                      <a:r>
                        <a:rPr lang="en-US" dirty="0" smtClean="0"/>
                        <a:t>BB02 Architecture of the .NET Services</a:t>
                      </a:r>
                      <a:endParaRPr lang="en-US" dirty="0"/>
                    </a:p>
                  </a:txBody>
                  <a:tcPr marL="68580" marR="68580" marT="0" marB="0" anchor="ctr"/>
                </a:tc>
                <a:tc>
                  <a:txBody>
                    <a:bodyPr/>
                    <a:lstStyle/>
                    <a:p>
                      <a:r>
                        <a:rPr lang="en-US" dirty="0" smtClean="0"/>
                        <a:t>John Shewchuk</a:t>
                      </a:r>
                      <a:endParaRPr lang="en-US" dirty="0"/>
                    </a:p>
                  </a:txBody>
                  <a:tcPr marL="68580" marR="68580" marT="0" marB="0" anchor="ctr"/>
                </a:tc>
                <a:tc>
                  <a:txBody>
                    <a:bodyPr/>
                    <a:lstStyle/>
                    <a:p>
                      <a:r>
                        <a:rPr lang="en-US" dirty="0" smtClean="0"/>
                        <a:t>Tues 3:30</a:t>
                      </a:r>
                      <a:endParaRPr lang="en-US" dirty="0"/>
                    </a:p>
                  </a:txBody>
                  <a:tcPr marL="68580" marR="68580" marT="0" marB="0" anchor="ctr"/>
                </a:tc>
              </a:tr>
              <a:tr h="457200">
                <a:tc>
                  <a:txBody>
                    <a:bodyPr/>
                    <a:lstStyle/>
                    <a:p>
                      <a:r>
                        <a:rPr lang="en-US" dirty="0" smtClean="0"/>
                        <a:t>BB22 Identity: Live Identity Services Drilldown</a:t>
                      </a:r>
                    </a:p>
                  </a:txBody>
                  <a:tcPr marL="68580" marR="68580" marT="0" marB="0" anchor="ctr"/>
                </a:tc>
                <a:tc>
                  <a:txBody>
                    <a:bodyPr/>
                    <a:lstStyle/>
                    <a:p>
                      <a:r>
                        <a:rPr lang="en-US" sz="1800" dirty="0" smtClean="0"/>
                        <a:t>Jorgen Thelin</a:t>
                      </a:r>
                      <a:endParaRPr lang="en-US" dirty="0"/>
                    </a:p>
                  </a:txBody>
                  <a:tcPr marL="68580" marR="68580" marT="0" marB="0" anchor="ctr"/>
                </a:tc>
                <a:tc>
                  <a:txBody>
                    <a:bodyPr/>
                    <a:lstStyle/>
                    <a:p>
                      <a:r>
                        <a:rPr lang="en-US" dirty="0" smtClean="0"/>
                        <a:t>Tues 5:15</a:t>
                      </a:r>
                      <a:endParaRPr lang="en-US" dirty="0"/>
                    </a:p>
                  </a:txBody>
                  <a:tcPr marL="68580" marR="68580" marT="0" marB="0" anchor="ctr"/>
                </a:tc>
              </a:tr>
              <a:tr h="533400">
                <a:tc>
                  <a:txBody>
                    <a:bodyPr/>
                    <a:lstStyle/>
                    <a:p>
                      <a:r>
                        <a:rPr lang="en-US" dirty="0" smtClean="0"/>
                        <a:t>BB55 .NET Services: Access Control In Microsoft .NET Services</a:t>
                      </a:r>
                      <a:endParaRPr lang="en-US" dirty="0"/>
                    </a:p>
                  </a:txBody>
                  <a:tcPr marL="68580" marR="68580" marT="0" marB="0" anchor="ctr"/>
                </a:tc>
                <a:tc>
                  <a:txBody>
                    <a:bodyPr/>
                    <a:lstStyle/>
                    <a:p>
                      <a:r>
                        <a:rPr lang="en-US" dirty="0" smtClean="0"/>
                        <a:t>Justin Smith</a:t>
                      </a:r>
                      <a:endParaRPr lang="en-US" dirty="0"/>
                    </a:p>
                  </a:txBody>
                  <a:tcPr marL="68580" marR="68580" marT="0" marB="0" anchor="ctr"/>
                </a:tc>
                <a:tc>
                  <a:txBody>
                    <a:bodyPr/>
                    <a:lstStyle/>
                    <a:p>
                      <a:r>
                        <a:rPr lang="en-US" dirty="0" smtClean="0"/>
                        <a:t>Wed 3:00</a:t>
                      </a:r>
                      <a:endParaRPr lang="en-US" dirty="0"/>
                    </a:p>
                  </a:txBody>
                  <a:tcPr marL="68580" marR="68580" marT="0" marB="0" anchor="ctr"/>
                </a:tc>
              </a:tr>
              <a:tr h="722929">
                <a:tc>
                  <a:txBody>
                    <a:bodyPr/>
                    <a:lstStyle/>
                    <a:p>
                      <a:r>
                        <a:rPr lang="en-US" dirty="0" smtClean="0"/>
                        <a:t>BB03 SQL Services : Under the Hood</a:t>
                      </a:r>
                      <a:endParaRPr lang="en-US" dirty="0"/>
                    </a:p>
                  </a:txBody>
                  <a:tcPr marL="68580" marR="68580" marT="0" marB="0" anchor="ctr"/>
                </a:tc>
                <a:tc>
                  <a:txBody>
                    <a:bodyPr/>
                    <a:lstStyle/>
                    <a:p>
                      <a:r>
                        <a:rPr lang="en-US" dirty="0" err="1" smtClean="0"/>
                        <a:t>Gopal</a:t>
                      </a:r>
                      <a:r>
                        <a:rPr lang="en-US" dirty="0" smtClean="0"/>
                        <a:t> </a:t>
                      </a:r>
                      <a:r>
                        <a:rPr lang="en-US" dirty="0" err="1" smtClean="0"/>
                        <a:t>Kakivaya</a:t>
                      </a:r>
                      <a:r>
                        <a:rPr lang="en-US" dirty="0" smtClean="0"/>
                        <a:t>, Tony Petrossian</a:t>
                      </a:r>
                      <a:endParaRPr lang="en-US" dirty="0"/>
                    </a:p>
                  </a:txBody>
                  <a:tcPr marL="68580" marR="68580" marT="0" marB="0" anchor="ctr"/>
                </a:tc>
                <a:tc>
                  <a:txBody>
                    <a:bodyPr/>
                    <a:lstStyle/>
                    <a:p>
                      <a:r>
                        <a:rPr lang="en-US" dirty="0" smtClean="0"/>
                        <a:t>Thurs 8:30</a:t>
                      </a:r>
                      <a:endParaRPr lang="en-US" dirty="0"/>
                    </a:p>
                  </a:txBody>
                  <a:tcPr marL="68580" marR="68580" marT="0" marB="0" anchor="ctr"/>
                </a:tc>
              </a:tr>
              <a:tr h="557231">
                <a:tc>
                  <a:txBody>
                    <a:bodyPr/>
                    <a:lstStyle/>
                    <a:p>
                      <a:r>
                        <a:rPr lang="en-US" dirty="0" smtClean="0"/>
                        <a:t>BB12 .NET Services: Messaging Services - Protocols, Protection, and How We Scale</a:t>
                      </a:r>
                      <a:endParaRPr lang="en-US" dirty="0"/>
                    </a:p>
                  </a:txBody>
                  <a:tcPr marL="68580" marR="68580" marT="0" marB="0" anchor="ctr"/>
                </a:tc>
                <a:tc>
                  <a:txBody>
                    <a:bodyPr/>
                    <a:lstStyle/>
                    <a:p>
                      <a:r>
                        <a:rPr lang="en-US" dirty="0" smtClean="0"/>
                        <a:t>Clemens Vasters</a:t>
                      </a:r>
                      <a:endParaRPr lang="en-US" dirty="0"/>
                    </a:p>
                  </a:txBody>
                  <a:tcPr marL="68580" marR="68580" marT="0" marB="0" anchor="ctr"/>
                </a:tc>
                <a:tc>
                  <a:txBody>
                    <a:bodyPr/>
                    <a:lstStyle/>
                    <a:p>
                      <a:r>
                        <a:rPr lang="en-US" dirty="0" smtClean="0"/>
                        <a:t>Thurs 10:15</a:t>
                      </a:r>
                      <a:endParaRPr lang="en-US" dirty="0"/>
                    </a:p>
                  </a:txBody>
                  <a:tcPr marL="68580" marR="68580" marT="0" marB="0" anchor="ctr"/>
                </a:tc>
              </a:tr>
              <a:tr h="722929">
                <a:tc>
                  <a:txBody>
                    <a:bodyPr/>
                    <a:lstStyle/>
                    <a:p>
                      <a:r>
                        <a:rPr lang="en-US" dirty="0" smtClean="0"/>
                        <a:t>BB27 .NET Services: Orchestrating Services and Business Processes Using Cloud-Based Workflow</a:t>
                      </a:r>
                      <a:endParaRPr lang="en-US" dirty="0"/>
                    </a:p>
                  </a:txBody>
                  <a:tcPr marL="68580" marR="68580" marT="0" marB="0" anchor="ctr"/>
                </a:tc>
                <a:tc>
                  <a:txBody>
                    <a:bodyPr/>
                    <a:lstStyle/>
                    <a:p>
                      <a:r>
                        <a:rPr lang="en-US" dirty="0" smtClean="0"/>
                        <a:t>Moustafa Ahmed</a:t>
                      </a:r>
                      <a:endParaRPr lang="en-US" dirty="0"/>
                    </a:p>
                  </a:txBody>
                  <a:tcPr marL="68580" marR="68580" marT="0" marB="0" anchor="ctr"/>
                </a:tc>
                <a:tc>
                  <a:txBody>
                    <a:bodyPr/>
                    <a:lstStyle/>
                    <a:p>
                      <a:r>
                        <a:rPr lang="en-US" dirty="0" smtClean="0"/>
                        <a:t>Thurs 1:45</a:t>
                      </a:r>
                      <a:endParaRPr lang="en-US" dirty="0"/>
                    </a:p>
                  </a:txBody>
                  <a:tcPr marL="68580" marR="68580" marT="0" marB="0" anchor="ctr"/>
                </a:tc>
              </a:tr>
            </a:tbl>
          </a:graphicData>
        </a:graphic>
      </p:graphicFrame>
    </p:spTree>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1_Dk Blue swoosh template Segoe">
  <a:themeElements>
    <a:clrScheme name="Blue Template-Template">
      <a:dk1>
        <a:srgbClr val="000000"/>
      </a:dk1>
      <a:lt1>
        <a:srgbClr val="FFFFFF"/>
      </a:lt1>
      <a:dk2>
        <a:srgbClr val="050595"/>
      </a:dk2>
      <a:lt2>
        <a:srgbClr val="FFFF99"/>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Blue-Purple TT">
      <a:majorFont>
        <a:latin typeface="Segoe"/>
        <a:ea typeface=""/>
        <a:cs typeface=""/>
      </a:majorFont>
      <a:minorFont>
        <a:latin typeface="Segoe"/>
        <a:ea typeface=""/>
        <a:cs typeface=""/>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defTabSz="914099" fontAlgn="base">
          <a:spcBef>
            <a:spcPct val="0"/>
          </a:spcBef>
          <a:spcAft>
            <a:spcPct val="0"/>
          </a:spcAft>
          <a:defRPr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dk1"/>
        </a:lnRef>
        <a:fillRef idx="3">
          <a:schemeClr val="dk1"/>
        </a:fillRef>
        <a:effectRef idx="3">
          <a:schemeClr val="dk1"/>
        </a:effectRef>
        <a:fontRef idx="minor">
          <a:schemeClr val="lt1"/>
        </a:fontRef>
      </a:style>
    </a:spDef>
  </a:objectDefaults>
  <a:extraClrSchemeLst/>
</a:theme>
</file>

<file path=ppt/theme/theme2.xml><?xml version="1.0" encoding="utf-8"?>
<a:theme xmlns:a="http://schemas.openxmlformats.org/drawingml/2006/main" name="White with Courier font for code slides">
  <a:themeElements>
    <a:clrScheme name="Blue Template-Template">
      <a:dk1>
        <a:srgbClr val="000000"/>
      </a:dk1>
      <a:lt1>
        <a:srgbClr val="FFFFFF"/>
      </a:lt1>
      <a:dk2>
        <a:srgbClr val="050595"/>
      </a:dk2>
      <a:lt2>
        <a:srgbClr val="FFFFFF"/>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Blue-Purple TT">
      <a:majorFont>
        <a:latin typeface="Segoe"/>
        <a:ea typeface=""/>
        <a:cs typeface=""/>
      </a:majorFont>
      <a:minorFont>
        <a:latin typeface="Segoe"/>
        <a:ea typeface=""/>
        <a:cs typeface=""/>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109728" tIns="54864" rIns="109728" bIns="54864" numCol="1" rtlCol="0" anchor="ctr" anchorCtr="0" compatLnSpc="1">
        <a:prstTxWarp prst="textNoShape">
          <a:avLst/>
        </a:prstTxWarp>
      </a:bodyPr>
      <a:lstStyle>
        <a:defPPr marL="0" marR="0" indent="0" algn="ctr" defTabSz="1096963" rtl="0" eaLnBrk="1" fontAlgn="base" latinLnBrk="0" hangingPunct="1">
          <a:lnSpc>
            <a:spcPct val="100000"/>
          </a:lnSpc>
          <a:spcBef>
            <a:spcPct val="0"/>
          </a:spcBef>
          <a:spcAft>
            <a:spcPct val="0"/>
          </a:spcAft>
          <a:buClrTx/>
          <a:buSzTx/>
          <a:buFontTx/>
          <a:buNone/>
          <a:tabLst/>
          <a:defRPr kumimoji="0" sz="2800" b="0" i="0" u="none" strike="noStrike" cap="none" normalizeH="0" baseline="0" dirty="0" smtClean="0">
            <a:solidFill>
              <a:schemeClr val="tx1"/>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3.xml><?xml version="1.0" encoding="utf-8"?>
<a:theme xmlns:a="http://schemas.openxmlformats.org/drawingml/2006/main" name="PDC 2008 - Breakout template">
  <a:themeElements>
    <a:clrScheme name="PDC 2008">
      <a:dk1>
        <a:srgbClr val="000000"/>
      </a:dk1>
      <a:lt1>
        <a:srgbClr val="FFFFFF"/>
      </a:lt1>
      <a:dk2>
        <a:srgbClr val="6A2433"/>
      </a:dk2>
      <a:lt2>
        <a:srgbClr val="D7AEE4"/>
      </a:lt2>
      <a:accent1>
        <a:srgbClr val="C41665"/>
      </a:accent1>
      <a:accent2>
        <a:srgbClr val="1F6691"/>
      </a:accent2>
      <a:accent3>
        <a:srgbClr val="FFD72F"/>
      </a:accent3>
      <a:accent4>
        <a:srgbClr val="5BB5F3"/>
      </a:accent4>
      <a:accent5>
        <a:srgbClr val="9D9839"/>
      </a:accent5>
      <a:accent6>
        <a:srgbClr val="B45082"/>
      </a:accent6>
      <a:hlink>
        <a:srgbClr val="F3F074"/>
      </a:hlink>
      <a:folHlink>
        <a:srgbClr val="F3F074"/>
      </a:folHlink>
    </a:clrScheme>
    <a:fontScheme name="Century Schoolbook - Calibri">
      <a:majorFont>
        <a:latin typeface="Century Schoolbook"/>
        <a:ea typeface=""/>
        <a:cs typeface=""/>
      </a:majorFont>
      <a:minorFont>
        <a:latin typeface="Calibri"/>
        <a:ea typeface=""/>
        <a:cs typeface=""/>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defRPr>
        </a:defPPr>
      </a:lstStyle>
      <a:style>
        <a:lnRef idx="1">
          <a:schemeClr val="accent2"/>
        </a:lnRef>
        <a:fillRef idx="3">
          <a:schemeClr val="accent2"/>
        </a:fillRef>
        <a:effectRef idx="2">
          <a:schemeClr val="accent2"/>
        </a:effectRef>
        <a:fontRef idx="minor">
          <a:schemeClr val="lt1"/>
        </a:fontRef>
      </a:style>
    </a:spDef>
  </a:objectDefaults>
  <a:extraClrSchemeLst/>
</a:theme>
</file>

<file path=ppt/theme/theme4.xml><?xml version="1.0" encoding="utf-8"?>
<a:theme xmlns:a="http://schemas.openxmlformats.org/drawingml/2006/main" name="White with Consolas font for code slides">
  <a:themeElements>
    <a:clrScheme name="Blue Template-Template">
      <a:dk1>
        <a:srgbClr val="000000"/>
      </a:dk1>
      <a:lt1>
        <a:srgbClr val="FFFFFF"/>
      </a:lt1>
      <a:dk2>
        <a:srgbClr val="050595"/>
      </a:dk2>
      <a:lt2>
        <a:srgbClr val="FFFFFF"/>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Century Schoolbook - Calibri">
      <a:majorFont>
        <a:latin typeface="Century Schoolbook"/>
        <a:ea typeface=""/>
        <a:cs typeface=""/>
      </a:majorFont>
      <a:minorFont>
        <a:latin typeface="Calibri"/>
        <a:ea typeface=""/>
        <a:cs typeface=""/>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109728" tIns="54864" rIns="109728" bIns="54864" numCol="1" rtlCol="0" anchor="ctr" anchorCtr="0" compatLnSpc="1">
        <a:prstTxWarp prst="textNoShape">
          <a:avLst/>
        </a:prstTxWarp>
      </a:bodyPr>
      <a:lstStyle>
        <a:defPPr marL="0" marR="0" indent="0" algn="ctr" defTabSz="1096963" rtl="0" eaLnBrk="1" fontAlgn="base" latinLnBrk="0" hangingPunct="1">
          <a:lnSpc>
            <a:spcPct val="100000"/>
          </a:lnSpc>
          <a:spcBef>
            <a:spcPct val="0"/>
          </a:spcBef>
          <a:spcAft>
            <a:spcPct val="0"/>
          </a:spcAft>
          <a:buClrTx/>
          <a:buSzTx/>
          <a:buFontTx/>
          <a:buNone/>
          <a:tabLst/>
          <a:defRPr kumimoji="0" sz="2800" b="0" i="0" u="none" strike="noStrike" cap="none" normalizeH="0" baseline="0" dirty="0" smtClean="0">
            <a:solidFill>
              <a:schemeClr val="tx1"/>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5.xml><?xml version="1.0" encoding="utf-8"?>
<a:theme xmlns:a="http://schemas.openxmlformats.org/drawingml/2006/main" name="PDC 2008 - Breakout template FINAL_GRAY">
  <a:themeElements>
    <a:clrScheme name="PDC 2008">
      <a:dk1>
        <a:srgbClr val="000000"/>
      </a:dk1>
      <a:lt1>
        <a:srgbClr val="FFFFFF"/>
      </a:lt1>
      <a:dk2>
        <a:srgbClr val="6A2433"/>
      </a:dk2>
      <a:lt2>
        <a:srgbClr val="D7AEE4"/>
      </a:lt2>
      <a:accent1>
        <a:srgbClr val="C41665"/>
      </a:accent1>
      <a:accent2>
        <a:srgbClr val="1F6691"/>
      </a:accent2>
      <a:accent3>
        <a:srgbClr val="FFD72F"/>
      </a:accent3>
      <a:accent4>
        <a:srgbClr val="5BB5F3"/>
      </a:accent4>
      <a:accent5>
        <a:srgbClr val="9D9839"/>
      </a:accent5>
      <a:accent6>
        <a:srgbClr val="B45082"/>
      </a:accent6>
      <a:hlink>
        <a:srgbClr val="F3F074"/>
      </a:hlink>
      <a:folHlink>
        <a:srgbClr val="F3F074"/>
      </a:folHlink>
    </a:clrScheme>
    <a:fontScheme name="Century Schoolbook - Calibri">
      <a:majorFont>
        <a:latin typeface="Century Schoolbook"/>
        <a:ea typeface=""/>
        <a:cs typeface=""/>
      </a:majorFont>
      <a:minorFont>
        <a:latin typeface="Calibri"/>
        <a:ea typeface=""/>
        <a:cs typeface=""/>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defRPr>
        </a:defPPr>
      </a:lstStyle>
      <a:style>
        <a:lnRef idx="1">
          <a:schemeClr val="accent2"/>
        </a:lnRef>
        <a:fillRef idx="3">
          <a:schemeClr val="accent2"/>
        </a:fillRef>
        <a:effectRef idx="2">
          <a:schemeClr val="accent2"/>
        </a:effectRef>
        <a:fontRef idx="minor">
          <a:schemeClr val="lt1"/>
        </a:fontRef>
      </a:style>
    </a:spDef>
  </a:objectDefaults>
  <a:extraClrSchemeLst/>
</a:theme>
</file>

<file path=ppt/theme/theme6.xml><?xml version="1.0" encoding="utf-8"?>
<a:theme xmlns:a="http://schemas.openxmlformats.org/drawingml/2006/main" name="1_White with Consolas font for code slides">
  <a:themeElements>
    <a:clrScheme name="Blue Template-Template">
      <a:dk1>
        <a:srgbClr val="000000"/>
      </a:dk1>
      <a:lt1>
        <a:srgbClr val="FFFFFF"/>
      </a:lt1>
      <a:dk2>
        <a:srgbClr val="050595"/>
      </a:dk2>
      <a:lt2>
        <a:srgbClr val="FFFFFF"/>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Century Schoolbook - Calibri">
      <a:majorFont>
        <a:latin typeface="Century Schoolbook"/>
        <a:ea typeface=""/>
        <a:cs typeface=""/>
      </a:majorFont>
      <a:minorFont>
        <a:latin typeface="Calibri"/>
        <a:ea typeface=""/>
        <a:cs typeface=""/>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109728" tIns="54864" rIns="109728" bIns="54864" numCol="1" rtlCol="0" anchor="ctr" anchorCtr="0" compatLnSpc="1">
        <a:prstTxWarp prst="textNoShape">
          <a:avLst/>
        </a:prstTxWarp>
      </a:bodyPr>
      <a:lstStyle>
        <a:defPPr marL="0" marR="0" indent="0" algn="ctr" defTabSz="1096963" rtl="0" eaLnBrk="1" fontAlgn="base" latinLnBrk="0" hangingPunct="1">
          <a:lnSpc>
            <a:spcPct val="100000"/>
          </a:lnSpc>
          <a:spcBef>
            <a:spcPct val="0"/>
          </a:spcBef>
          <a:spcAft>
            <a:spcPct val="0"/>
          </a:spcAft>
          <a:buClrTx/>
          <a:buSzTx/>
          <a:buFontTx/>
          <a:buNone/>
          <a:tabLst/>
          <a:defRPr kumimoji="0" sz="2800" b="0" i="0" u="none" strike="noStrike" cap="none" normalizeH="0" baseline="0" dirty="0" smtClean="0">
            <a:solidFill>
              <a:schemeClr val="tx1"/>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Building Block Services Overview v13 - jamescon</Template>
  <TotalTime>788</TotalTime>
  <Words>578</Words>
  <Application>Microsoft Office PowerPoint</Application>
  <PresentationFormat>On-screen Show (4:3)</PresentationFormat>
  <Paragraphs>187</Paragraphs>
  <Slides>30</Slides>
  <Notes>30</Notes>
  <HiddenSlides>0</HiddenSlides>
  <MMClips>0</MMClips>
  <ScaleCrop>false</ScaleCrop>
  <HeadingPairs>
    <vt:vector size="6" baseType="variant">
      <vt:variant>
        <vt:lpstr>Fonts Used</vt:lpstr>
      </vt:variant>
      <vt:variant>
        <vt:i4>9</vt:i4>
      </vt:variant>
      <vt:variant>
        <vt:lpstr>Design Template</vt:lpstr>
      </vt:variant>
      <vt:variant>
        <vt:i4>28</vt:i4>
      </vt:variant>
      <vt:variant>
        <vt:lpstr>Slide Titles</vt:lpstr>
      </vt:variant>
      <vt:variant>
        <vt:i4>30</vt:i4>
      </vt:variant>
    </vt:vector>
  </HeadingPairs>
  <TitlesOfParts>
    <vt:vector size="67" baseType="lpstr">
      <vt:lpstr>Segoe</vt:lpstr>
      <vt:lpstr>Arial</vt:lpstr>
      <vt:lpstr>Calibri</vt:lpstr>
      <vt:lpstr>Courier New</vt:lpstr>
      <vt:lpstr>Century Schoolbook</vt:lpstr>
      <vt:lpstr>Wingdings</vt:lpstr>
      <vt:lpstr>Consolas</vt:lpstr>
      <vt:lpstr>Segoe UI</vt:lpstr>
      <vt:lpstr>Times New Roman</vt:lpstr>
      <vt:lpstr>1_Dk Blue swoosh template Segoe</vt:lpstr>
      <vt:lpstr>White with Courier font for code slides</vt:lpstr>
      <vt:lpstr>PDC 2008 - Breakout template</vt:lpstr>
      <vt:lpstr>White with Consolas font for code slides</vt:lpstr>
      <vt:lpstr>PDC 2008 - Breakout template FINAL_GRAY</vt:lpstr>
      <vt:lpstr>1_White with Consolas font for code slides</vt:lpstr>
      <vt:lpstr>1_Dk Blue swoosh template Segoe</vt:lpstr>
      <vt:lpstr>1_Dk Blue swoosh template Segoe</vt:lpstr>
      <vt:lpstr>1_Dk Blue swoosh template Segoe</vt:lpstr>
      <vt:lpstr>1_Dk Blue swoosh template Segoe</vt:lpstr>
      <vt:lpstr>PDC 2008 - Breakout template</vt:lpstr>
      <vt:lpstr>PDC 2008 - Breakout template</vt:lpstr>
      <vt:lpstr>PDC 2008 - Breakout template</vt:lpstr>
      <vt:lpstr>PDC 2008 - Breakout template</vt:lpstr>
      <vt:lpstr>PDC 2008 - Breakout template</vt:lpstr>
      <vt:lpstr>PDC 2008 - Breakout template</vt:lpstr>
      <vt:lpstr>PDC 2008 - Breakout template</vt:lpstr>
      <vt:lpstr>PDC 2008 - Breakout template</vt:lpstr>
      <vt:lpstr>PDC 2008 - Breakout template FINAL_GRAY</vt:lpstr>
      <vt:lpstr>PDC 2008 - Breakout template FINAL_GRAY</vt:lpstr>
      <vt:lpstr>PDC 2008 - Breakout template FINAL_GRAY</vt:lpstr>
      <vt:lpstr>PDC 2008 - Breakout template FINAL_GRAY</vt:lpstr>
      <vt:lpstr>PDC 2008 - Breakout template FINAL_GRAY</vt:lpstr>
      <vt:lpstr>PDC 2008 - Breakout template FINAL_GRAY</vt:lpstr>
      <vt:lpstr>PDC 2008 - Breakout template FINAL_GRAY</vt:lpstr>
      <vt:lpstr>PDC 2008 - Breakout template FINAL_GRAY</vt:lpstr>
      <vt:lpstr>PDC 2008 - Breakout template FINAL_GRAY</vt:lpstr>
      <vt:lpstr>1_White with Consolas font for code slides</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BB01: A Lap around the Azure Services Platform: Part II</dc:title>
  <dc:subject>PDC</dc:subject>
  <dc:creator>John Shewchuk, Dennis Pilarinos</dc:creator>
  <dc:description>Template: David Shadle
Formatting: 
Event Date: October 27, 2008
Event Location: Los Angeles
Audience: developers, TDMs, IT pros, professionals, devs</dc:description>
  <cp:lastModifiedBy>Hospira User</cp:lastModifiedBy>
  <cp:revision>79</cp:revision>
  <dcterms:created xsi:type="dcterms:W3CDTF">2008-09-25T18:21:08Z</dcterms:created>
  <dcterms:modified xsi:type="dcterms:W3CDTF">2009-02-22T22:42:16Z</dcterms:modified>
</cp:coreProperties>
</file>