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layout5.xml" ContentType="application/vnd.openxmlformats-officedocument.drawingml.diagramLayout+xml"/>
  <Override PartName="/ppt/notesSlides/notesSlide9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notesSlides/notesSlide21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30"/>
  </p:notesMasterIdLst>
  <p:handoutMasterIdLst>
    <p:handoutMasterId r:id="rId31"/>
  </p:handoutMasterIdLst>
  <p:sldIdLst>
    <p:sldId id="257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31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38" autoAdjust="0"/>
    <p:restoredTop sz="94660"/>
  </p:normalViewPr>
  <p:slideViewPr>
    <p:cSldViewPr>
      <p:cViewPr varScale="1">
        <p:scale>
          <a:sx n="71" d="100"/>
          <a:sy n="71" d="100"/>
        </p:scale>
        <p:origin x="-14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953B3E-FE0E-4132-8507-9B770972069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A238D8-41AA-42D1-A624-A4BE17E3489D}">
      <dgm:prSet phldrT="[Text]"/>
      <dgm:spPr/>
      <dgm:t>
        <a:bodyPr/>
        <a:lstStyle/>
        <a:p>
          <a:r>
            <a:rPr lang="en-US" b="1" dirty="0" smtClean="0"/>
            <a:t>Value</a:t>
          </a:r>
          <a:endParaRPr lang="en-US" b="1" dirty="0"/>
        </a:p>
      </dgm:t>
    </dgm:pt>
    <dgm:pt modelId="{6FA72C3A-72F3-40C1-8749-0403B7B19AEC}" type="parTrans" cxnId="{FE37E077-C1FA-4AC5-B890-C36DE75CB9AE}">
      <dgm:prSet/>
      <dgm:spPr/>
      <dgm:t>
        <a:bodyPr/>
        <a:lstStyle/>
        <a:p>
          <a:endParaRPr lang="en-US"/>
        </a:p>
      </dgm:t>
    </dgm:pt>
    <dgm:pt modelId="{1323FBD4-0185-4499-9C77-8B125A9EDECB}" type="sibTrans" cxnId="{FE37E077-C1FA-4AC5-B890-C36DE75CB9AE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BB4C2F7-4009-4772-A287-018D1DFA27A3}">
      <dgm:prSet phldrT="[Text]"/>
      <dgm:spPr/>
      <dgm:t>
        <a:bodyPr/>
        <a:lstStyle/>
        <a:p>
          <a:r>
            <a:rPr lang="en-US" b="1" dirty="0" smtClean="0"/>
            <a:t>Quality</a:t>
          </a:r>
          <a:endParaRPr lang="en-US" b="1" dirty="0"/>
        </a:p>
      </dgm:t>
    </dgm:pt>
    <dgm:pt modelId="{36F840AF-7E1B-42F5-9FEA-00725135DC0C}" type="parTrans" cxnId="{44C1A03A-48EE-4CE5-8585-EC265DA22029}">
      <dgm:prSet/>
      <dgm:spPr/>
      <dgm:t>
        <a:bodyPr/>
        <a:lstStyle/>
        <a:p>
          <a:endParaRPr lang="en-US"/>
        </a:p>
      </dgm:t>
    </dgm:pt>
    <dgm:pt modelId="{3EBECECA-EEE9-4671-989E-9D199CD8E4F3}" type="sibTrans" cxnId="{44C1A03A-48EE-4CE5-8585-EC265DA2202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797F2B97-E140-44EC-B0A7-251A59CA45CE}">
      <dgm:prSet phldrT="[Text]"/>
      <dgm:spPr/>
      <dgm:t>
        <a:bodyPr/>
        <a:lstStyle/>
        <a:p>
          <a:r>
            <a:rPr lang="en-US" dirty="0" smtClean="0"/>
            <a:t>Practitioner-Driven</a:t>
          </a:r>
          <a:endParaRPr lang="en-US" dirty="0"/>
        </a:p>
      </dgm:t>
    </dgm:pt>
    <dgm:pt modelId="{8D02BC7A-3D51-4B34-9986-C9B1FE3CFFE5}" type="parTrans" cxnId="{3FD6B0BB-80DC-42AB-BEF1-FABF153F6717}">
      <dgm:prSet/>
      <dgm:spPr/>
      <dgm:t>
        <a:bodyPr/>
        <a:lstStyle/>
        <a:p>
          <a:endParaRPr lang="en-US"/>
        </a:p>
      </dgm:t>
    </dgm:pt>
    <dgm:pt modelId="{4215C9C7-68AC-4EC3-8995-A4834E0849E5}" type="sibTrans" cxnId="{3FD6B0BB-80DC-42AB-BEF1-FABF153F6717}">
      <dgm:prSet/>
      <dgm:spPr/>
      <dgm:t>
        <a:bodyPr/>
        <a:lstStyle/>
        <a:p>
          <a:endParaRPr lang="en-US"/>
        </a:p>
      </dgm:t>
    </dgm:pt>
    <dgm:pt modelId="{1D895A9F-66CD-4D6A-87C1-D6070AA2D1F9}">
      <dgm:prSet phldrT="[Text]"/>
      <dgm:spPr/>
      <dgm:t>
        <a:bodyPr/>
        <a:lstStyle/>
        <a:p>
          <a:r>
            <a:rPr lang="en-US" b="1" dirty="0" smtClean="0"/>
            <a:t>Results</a:t>
          </a:r>
          <a:endParaRPr lang="en-US" b="1" dirty="0"/>
        </a:p>
      </dgm:t>
    </dgm:pt>
    <dgm:pt modelId="{7AA8497B-C2CC-4C8E-AC5B-345ACBA48BB7}" type="parTrans" cxnId="{FC7A256F-CA42-4098-82B2-7BE13DF4416C}">
      <dgm:prSet/>
      <dgm:spPr/>
      <dgm:t>
        <a:bodyPr/>
        <a:lstStyle/>
        <a:p>
          <a:endParaRPr lang="en-US"/>
        </a:p>
      </dgm:t>
    </dgm:pt>
    <dgm:pt modelId="{EE563ECF-BA11-485C-9105-3B86BDDB9B0B}" type="sibTrans" cxnId="{FC7A256F-CA42-4098-82B2-7BE13DF4416C}">
      <dgm:prSet/>
      <dgm:spPr/>
      <dgm:t>
        <a:bodyPr/>
        <a:lstStyle/>
        <a:p>
          <a:endParaRPr lang="en-US"/>
        </a:p>
      </dgm:t>
    </dgm:pt>
    <dgm:pt modelId="{F8612028-6F88-4858-AC54-F76CAE6CE636}">
      <dgm:prSet phldrT="[Text]"/>
      <dgm:spPr/>
      <dgm:t>
        <a:bodyPr/>
        <a:lstStyle/>
        <a:p>
          <a:r>
            <a:rPr lang="en-US" dirty="0" smtClean="0"/>
            <a:t>Provider-Driven</a:t>
          </a:r>
          <a:endParaRPr lang="en-US" dirty="0"/>
        </a:p>
      </dgm:t>
    </dgm:pt>
    <dgm:pt modelId="{217EE81B-17E9-4ECD-A44B-ECAAC82F554C}" type="parTrans" cxnId="{33939C41-5E32-4666-AB99-99D212C8DF44}">
      <dgm:prSet/>
      <dgm:spPr/>
      <dgm:t>
        <a:bodyPr/>
        <a:lstStyle/>
        <a:p>
          <a:endParaRPr lang="en-US"/>
        </a:p>
      </dgm:t>
    </dgm:pt>
    <dgm:pt modelId="{EBCD7AA3-FFCF-492D-BBCF-DF14AFE4441E}" type="sibTrans" cxnId="{33939C41-5E32-4666-AB99-99D212C8DF44}">
      <dgm:prSet/>
      <dgm:spPr/>
      <dgm:t>
        <a:bodyPr/>
        <a:lstStyle/>
        <a:p>
          <a:endParaRPr lang="en-US"/>
        </a:p>
      </dgm:t>
    </dgm:pt>
    <dgm:pt modelId="{B137D134-E00F-4B03-8649-9260A5728E45}">
      <dgm:prSet phldrT="[Text]"/>
      <dgm:spPr/>
      <dgm:t>
        <a:bodyPr/>
        <a:lstStyle/>
        <a:p>
          <a:r>
            <a:rPr lang="en-US" dirty="0" smtClean="0"/>
            <a:t>Patient-Driven</a:t>
          </a:r>
          <a:endParaRPr lang="en-US" dirty="0"/>
        </a:p>
      </dgm:t>
    </dgm:pt>
    <dgm:pt modelId="{A56E3852-5D08-455E-934F-CC4A209DEBA1}" type="sibTrans" cxnId="{E546E067-D952-4C16-BF55-4CDDE33654ED}">
      <dgm:prSet/>
      <dgm:spPr/>
      <dgm:t>
        <a:bodyPr/>
        <a:lstStyle/>
        <a:p>
          <a:endParaRPr lang="en-US"/>
        </a:p>
      </dgm:t>
    </dgm:pt>
    <dgm:pt modelId="{F18D071C-91F5-4256-9C04-9045C1A99306}" type="parTrans" cxnId="{E546E067-D952-4C16-BF55-4CDDE33654ED}">
      <dgm:prSet/>
      <dgm:spPr/>
      <dgm:t>
        <a:bodyPr/>
        <a:lstStyle/>
        <a:p>
          <a:endParaRPr lang="en-US"/>
        </a:p>
      </dgm:t>
    </dgm:pt>
    <dgm:pt modelId="{1E153542-D7E0-4561-8633-4F9C38EBC364}" type="pres">
      <dgm:prSet presAssocID="{BF953B3E-FE0E-4132-8507-9B770972069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6F8402-BB6D-4E54-A9CD-7AF6DDC9F657}" type="pres">
      <dgm:prSet presAssocID="{BF953B3E-FE0E-4132-8507-9B770972069A}" presName="dummyMaxCanvas" presStyleCnt="0">
        <dgm:presLayoutVars/>
      </dgm:prSet>
      <dgm:spPr/>
    </dgm:pt>
    <dgm:pt modelId="{19112690-9CC1-42CA-92EF-22A5046497D0}" type="pres">
      <dgm:prSet presAssocID="{BF953B3E-FE0E-4132-8507-9B770972069A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FCDAAD-01F0-4B5F-AC01-AA624E3EDD7F}" type="pres">
      <dgm:prSet presAssocID="{BF953B3E-FE0E-4132-8507-9B770972069A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4B58B-DD19-4846-902F-F2A0A40B53F0}" type="pres">
      <dgm:prSet presAssocID="{BF953B3E-FE0E-4132-8507-9B770972069A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F8408-68AE-4879-BCBB-6F1D070EBBEC}" type="pres">
      <dgm:prSet presAssocID="{BF953B3E-FE0E-4132-8507-9B770972069A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27DFCF-341C-4832-B707-7562421074B8}" type="pres">
      <dgm:prSet presAssocID="{BF953B3E-FE0E-4132-8507-9B770972069A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7EC5E8-DE49-43E0-8D6A-67245C3D29F1}" type="pres">
      <dgm:prSet presAssocID="{BF953B3E-FE0E-4132-8507-9B770972069A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0F54D-BDA7-46C0-84B2-112BAAC12E67}" type="pres">
      <dgm:prSet presAssocID="{BF953B3E-FE0E-4132-8507-9B770972069A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643E70-788A-439F-A22B-D54BB71AE1B4}" type="pres">
      <dgm:prSet presAssocID="{BF953B3E-FE0E-4132-8507-9B770972069A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676A6C9-4EF2-458F-BCEA-91A84C0B904F}" type="presOf" srcId="{B137D134-E00F-4B03-8649-9260A5728E45}" destId="{C67EC5E8-DE49-43E0-8D6A-67245C3D29F1}" srcOrd="1" destOrd="1" presId="urn:microsoft.com/office/officeart/2005/8/layout/vProcess5"/>
    <dgm:cxn modelId="{3FD6B0BB-80DC-42AB-BEF1-FABF153F6717}" srcId="{DBB4C2F7-4009-4772-A287-018D1DFA27A3}" destId="{797F2B97-E140-44EC-B0A7-251A59CA45CE}" srcOrd="0" destOrd="0" parTransId="{8D02BC7A-3D51-4B34-9986-C9B1FE3CFFE5}" sibTransId="{4215C9C7-68AC-4EC3-8995-A4834E0849E5}"/>
    <dgm:cxn modelId="{0364B522-3399-403D-A641-80C83445C296}" type="presOf" srcId="{1323FBD4-0185-4499-9C77-8B125A9EDECB}" destId="{6A0F8408-68AE-4879-BCBB-6F1D070EBBEC}" srcOrd="0" destOrd="0" presId="urn:microsoft.com/office/officeart/2005/8/layout/vProcess5"/>
    <dgm:cxn modelId="{33939C41-5E32-4666-AB99-99D212C8DF44}" srcId="{1D895A9F-66CD-4D6A-87C1-D6070AA2D1F9}" destId="{F8612028-6F88-4858-AC54-F76CAE6CE636}" srcOrd="0" destOrd="0" parTransId="{217EE81B-17E9-4ECD-A44B-ECAAC82F554C}" sibTransId="{EBCD7AA3-FFCF-492D-BBCF-DF14AFE4441E}"/>
    <dgm:cxn modelId="{FC6DC0A6-AA9B-4AF3-B30A-A06CC9AF776E}" type="presOf" srcId="{DBB4C2F7-4009-4772-A287-018D1DFA27A3}" destId="{44FCDAAD-01F0-4B5F-AC01-AA624E3EDD7F}" srcOrd="0" destOrd="0" presId="urn:microsoft.com/office/officeart/2005/8/layout/vProcess5"/>
    <dgm:cxn modelId="{E546E067-D952-4C16-BF55-4CDDE33654ED}" srcId="{7CA238D8-41AA-42D1-A624-A4BE17E3489D}" destId="{B137D134-E00F-4B03-8649-9260A5728E45}" srcOrd="0" destOrd="0" parTransId="{F18D071C-91F5-4256-9C04-9045C1A99306}" sibTransId="{A56E3852-5D08-455E-934F-CC4A209DEBA1}"/>
    <dgm:cxn modelId="{FE630B2D-3402-4F34-B038-715886B63A1C}" type="presOf" srcId="{1D895A9F-66CD-4D6A-87C1-D6070AA2D1F9}" destId="{55643E70-788A-439F-A22B-D54BB71AE1B4}" srcOrd="1" destOrd="0" presId="urn:microsoft.com/office/officeart/2005/8/layout/vProcess5"/>
    <dgm:cxn modelId="{4A23959C-0677-48FB-BCC9-25FFB75E87ED}" type="presOf" srcId="{3EBECECA-EEE9-4671-989E-9D199CD8E4F3}" destId="{BC27DFCF-341C-4832-B707-7562421074B8}" srcOrd="0" destOrd="0" presId="urn:microsoft.com/office/officeart/2005/8/layout/vProcess5"/>
    <dgm:cxn modelId="{5D901336-2AEC-4F77-B38E-D137F237C4F7}" type="presOf" srcId="{797F2B97-E140-44EC-B0A7-251A59CA45CE}" destId="{44FCDAAD-01F0-4B5F-AC01-AA624E3EDD7F}" srcOrd="0" destOrd="1" presId="urn:microsoft.com/office/officeart/2005/8/layout/vProcess5"/>
    <dgm:cxn modelId="{42E2EC78-B634-4C29-82EA-E9135471BEE8}" type="presOf" srcId="{B137D134-E00F-4B03-8649-9260A5728E45}" destId="{19112690-9CC1-42CA-92EF-22A5046497D0}" srcOrd="0" destOrd="1" presId="urn:microsoft.com/office/officeart/2005/8/layout/vProcess5"/>
    <dgm:cxn modelId="{46F347AD-458B-4AF1-95E8-9A2D654DAD85}" type="presOf" srcId="{F8612028-6F88-4858-AC54-F76CAE6CE636}" destId="{55643E70-788A-439F-A22B-D54BB71AE1B4}" srcOrd="1" destOrd="1" presId="urn:microsoft.com/office/officeart/2005/8/layout/vProcess5"/>
    <dgm:cxn modelId="{5252E8A2-678C-4A80-A9CC-D551DCCD7B6D}" type="presOf" srcId="{7CA238D8-41AA-42D1-A624-A4BE17E3489D}" destId="{19112690-9CC1-42CA-92EF-22A5046497D0}" srcOrd="0" destOrd="0" presId="urn:microsoft.com/office/officeart/2005/8/layout/vProcess5"/>
    <dgm:cxn modelId="{8E290CD7-B4E5-47F1-A184-4D7DAC332738}" type="presOf" srcId="{BF953B3E-FE0E-4132-8507-9B770972069A}" destId="{1E153542-D7E0-4561-8633-4F9C38EBC364}" srcOrd="0" destOrd="0" presId="urn:microsoft.com/office/officeart/2005/8/layout/vProcess5"/>
    <dgm:cxn modelId="{FC7A256F-CA42-4098-82B2-7BE13DF4416C}" srcId="{BF953B3E-FE0E-4132-8507-9B770972069A}" destId="{1D895A9F-66CD-4D6A-87C1-D6070AA2D1F9}" srcOrd="2" destOrd="0" parTransId="{7AA8497B-C2CC-4C8E-AC5B-345ACBA48BB7}" sibTransId="{EE563ECF-BA11-485C-9105-3B86BDDB9B0B}"/>
    <dgm:cxn modelId="{C2EC830F-8165-4C9B-8684-8A3373BCF3A4}" type="presOf" srcId="{1D895A9F-66CD-4D6A-87C1-D6070AA2D1F9}" destId="{F374B58B-DD19-4846-902F-F2A0A40B53F0}" srcOrd="0" destOrd="0" presId="urn:microsoft.com/office/officeart/2005/8/layout/vProcess5"/>
    <dgm:cxn modelId="{44C1A03A-48EE-4CE5-8585-EC265DA22029}" srcId="{BF953B3E-FE0E-4132-8507-9B770972069A}" destId="{DBB4C2F7-4009-4772-A287-018D1DFA27A3}" srcOrd="1" destOrd="0" parTransId="{36F840AF-7E1B-42F5-9FEA-00725135DC0C}" sibTransId="{3EBECECA-EEE9-4671-989E-9D199CD8E4F3}"/>
    <dgm:cxn modelId="{AB0B97DD-EEA5-40A8-AF74-CB1D2E5D1761}" type="presOf" srcId="{DBB4C2F7-4009-4772-A287-018D1DFA27A3}" destId="{78F0F54D-BDA7-46C0-84B2-112BAAC12E67}" srcOrd="1" destOrd="0" presId="urn:microsoft.com/office/officeart/2005/8/layout/vProcess5"/>
    <dgm:cxn modelId="{CE1F26E2-8620-4F23-8C7D-57B4D65AF3CD}" type="presOf" srcId="{F8612028-6F88-4858-AC54-F76CAE6CE636}" destId="{F374B58B-DD19-4846-902F-F2A0A40B53F0}" srcOrd="0" destOrd="1" presId="urn:microsoft.com/office/officeart/2005/8/layout/vProcess5"/>
    <dgm:cxn modelId="{FE37E077-C1FA-4AC5-B890-C36DE75CB9AE}" srcId="{BF953B3E-FE0E-4132-8507-9B770972069A}" destId="{7CA238D8-41AA-42D1-A624-A4BE17E3489D}" srcOrd="0" destOrd="0" parTransId="{6FA72C3A-72F3-40C1-8749-0403B7B19AEC}" sibTransId="{1323FBD4-0185-4499-9C77-8B125A9EDECB}"/>
    <dgm:cxn modelId="{FE9764A4-DB05-4DEA-83E1-655A738EA0B8}" type="presOf" srcId="{797F2B97-E140-44EC-B0A7-251A59CA45CE}" destId="{78F0F54D-BDA7-46C0-84B2-112BAAC12E67}" srcOrd="1" destOrd="1" presId="urn:microsoft.com/office/officeart/2005/8/layout/vProcess5"/>
    <dgm:cxn modelId="{371C7917-4A5E-461B-9C3C-85322E0370CF}" type="presOf" srcId="{7CA238D8-41AA-42D1-A624-A4BE17E3489D}" destId="{C67EC5E8-DE49-43E0-8D6A-67245C3D29F1}" srcOrd="1" destOrd="0" presId="urn:microsoft.com/office/officeart/2005/8/layout/vProcess5"/>
    <dgm:cxn modelId="{63B52FF0-0D37-4DDF-9B93-2DC3C5F7AA70}" type="presParOf" srcId="{1E153542-D7E0-4561-8633-4F9C38EBC364}" destId="{7C6F8402-BB6D-4E54-A9CD-7AF6DDC9F657}" srcOrd="0" destOrd="0" presId="urn:microsoft.com/office/officeart/2005/8/layout/vProcess5"/>
    <dgm:cxn modelId="{C7988ACA-34EC-4956-80F6-CFD6C6092304}" type="presParOf" srcId="{1E153542-D7E0-4561-8633-4F9C38EBC364}" destId="{19112690-9CC1-42CA-92EF-22A5046497D0}" srcOrd="1" destOrd="0" presId="urn:microsoft.com/office/officeart/2005/8/layout/vProcess5"/>
    <dgm:cxn modelId="{CB836021-6360-4E02-B782-D8E8AEC307B3}" type="presParOf" srcId="{1E153542-D7E0-4561-8633-4F9C38EBC364}" destId="{44FCDAAD-01F0-4B5F-AC01-AA624E3EDD7F}" srcOrd="2" destOrd="0" presId="urn:microsoft.com/office/officeart/2005/8/layout/vProcess5"/>
    <dgm:cxn modelId="{B3FFB9DB-5E22-471A-9165-44B3A8C9E7DA}" type="presParOf" srcId="{1E153542-D7E0-4561-8633-4F9C38EBC364}" destId="{F374B58B-DD19-4846-902F-F2A0A40B53F0}" srcOrd="3" destOrd="0" presId="urn:microsoft.com/office/officeart/2005/8/layout/vProcess5"/>
    <dgm:cxn modelId="{25522E5D-2F54-4675-B58F-5DA74C7E1033}" type="presParOf" srcId="{1E153542-D7E0-4561-8633-4F9C38EBC364}" destId="{6A0F8408-68AE-4879-BCBB-6F1D070EBBEC}" srcOrd="4" destOrd="0" presId="urn:microsoft.com/office/officeart/2005/8/layout/vProcess5"/>
    <dgm:cxn modelId="{631669E9-D054-41C3-8655-77FB24BE29D6}" type="presParOf" srcId="{1E153542-D7E0-4561-8633-4F9C38EBC364}" destId="{BC27DFCF-341C-4832-B707-7562421074B8}" srcOrd="5" destOrd="0" presId="urn:microsoft.com/office/officeart/2005/8/layout/vProcess5"/>
    <dgm:cxn modelId="{83655958-4831-4FEE-9D0E-ACA6F8678FBF}" type="presParOf" srcId="{1E153542-D7E0-4561-8633-4F9C38EBC364}" destId="{C67EC5E8-DE49-43E0-8D6A-67245C3D29F1}" srcOrd="6" destOrd="0" presId="urn:microsoft.com/office/officeart/2005/8/layout/vProcess5"/>
    <dgm:cxn modelId="{FC83F703-FAC9-406A-9425-8438099CAF9E}" type="presParOf" srcId="{1E153542-D7E0-4561-8633-4F9C38EBC364}" destId="{78F0F54D-BDA7-46C0-84B2-112BAAC12E67}" srcOrd="7" destOrd="0" presId="urn:microsoft.com/office/officeart/2005/8/layout/vProcess5"/>
    <dgm:cxn modelId="{77F398F4-4070-4317-8A6D-01D9CA5502A0}" type="presParOf" srcId="{1E153542-D7E0-4561-8633-4F9C38EBC364}" destId="{55643E70-788A-439F-A22B-D54BB71AE1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 custT="1"/>
      <dgm:spPr/>
      <dgm:t>
        <a:bodyPr/>
        <a:lstStyle/>
        <a:p>
          <a:r>
            <a:rPr lang="en-US" sz="1050" b="1" dirty="0" smtClean="0"/>
            <a:t>Technology</a:t>
          </a:r>
          <a:endParaRPr lang="en-US" sz="1050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 custT="1"/>
      <dgm:spPr/>
      <dgm:t>
        <a:bodyPr/>
        <a:lstStyle/>
        <a:p>
          <a:r>
            <a:rPr lang="en-US" sz="1050" b="1" dirty="0" smtClean="0"/>
            <a:t>Ideas</a:t>
          </a:r>
          <a:endParaRPr lang="en-US" sz="1050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b="1" dirty="0">
            <a:solidFill>
              <a:schemeClr val="tx2">
                <a:lumMod val="75000"/>
              </a:schemeClr>
            </a:solidFill>
          </a:endParaRP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 custLinFactNeighborX="-12222" custLinFactNeighborY="86714"/>
      <dgm:spPr/>
    </dgm:pt>
    <dgm:pt modelId="{0B61870B-E2AE-47B9-90BE-64D52B77842D}" type="pres">
      <dgm:prSet presAssocID="{E20769C5-73DC-4E8A-913F-24C08F2848CC}" presName="rectangle" presStyleLbl="revTx" presStyleIdx="0" presStyleCnt="1" custScaleX="70370" custLinFactNeighborX="-1852" custLinFactNeighborY="517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 custScaleX="147013" custScaleY="103048" custLinFactNeighborX="-208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 custScaleY="114285" custLinFactNeighborX="-2381" custLinFactNeighborY="-231"/>
      <dgm:spPr/>
      <dgm:t>
        <a:bodyPr/>
        <a:lstStyle/>
        <a:p>
          <a:endParaRPr lang="en-US"/>
        </a:p>
      </dgm:t>
    </dgm:pt>
  </dgm:ptLst>
  <dgm:cxnLst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B0AA3EB8-AF7D-433D-8FDA-4C1B0D0B1414}" type="presOf" srcId="{973D7B39-D5D2-4B89-A3E7-1C0B9FD794DD}" destId="{3260B18C-0F12-415C-B2B5-B0D612D38936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4AC0A713-B5CF-461C-AF37-3BDB9A924F3F}" type="presOf" srcId="{CAE624CA-334A-4EB5-BD8E-55849449CB58}" destId="{1700B4C8-12E4-4D00-876C-94377F786E85}" srcOrd="0" destOrd="0" presId="urn:microsoft.com/office/officeart/2005/8/layout/funnel1"/>
    <dgm:cxn modelId="{9384ABEA-36AD-48A1-BE86-827C9953E03D}" type="presOf" srcId="{39749F21-8792-4349-A6A7-BF01EB94F789}" destId="{0B61870B-E2AE-47B9-90BE-64D52B77842D}" srcOrd="0" destOrd="0" presId="urn:microsoft.com/office/officeart/2005/8/layout/funnel1"/>
    <dgm:cxn modelId="{1147503C-FCD4-40B2-8680-0307253915DB}" type="presOf" srcId="{42874977-2580-429E-9A3F-5B0A5A2948AF}" destId="{F96B2562-BEBF-42CE-9FF0-1BBD38426426}" srcOrd="0" destOrd="0" presId="urn:microsoft.com/office/officeart/2005/8/layout/funnel1"/>
    <dgm:cxn modelId="{9D40B4CE-972B-4F4D-930D-115E7E651A16}" type="presOf" srcId="{E20769C5-73DC-4E8A-913F-24C08F2848CC}" destId="{D7B10E75-58CC-4807-BD47-EBDD0F301C5F}" srcOrd="0" destOrd="0" presId="urn:microsoft.com/office/officeart/2005/8/layout/funnel1"/>
    <dgm:cxn modelId="{2FBFB44C-8585-42D5-8EA1-8C890D36C667}" type="presParOf" srcId="{D7B10E75-58CC-4807-BD47-EBDD0F301C5F}" destId="{E1C58007-ADFE-400C-A7E7-0C16929F4834}" srcOrd="0" destOrd="0" presId="urn:microsoft.com/office/officeart/2005/8/layout/funnel1"/>
    <dgm:cxn modelId="{D9C05BA4-3087-4618-8C03-7891B23D422F}" type="presParOf" srcId="{D7B10E75-58CC-4807-BD47-EBDD0F301C5F}" destId="{BE474BB7-A5E2-4490-A567-03B382957073}" srcOrd="1" destOrd="0" presId="urn:microsoft.com/office/officeart/2005/8/layout/funnel1"/>
    <dgm:cxn modelId="{F5089BE8-B0AF-47B2-BADB-A36CEFD13261}" type="presParOf" srcId="{D7B10E75-58CC-4807-BD47-EBDD0F301C5F}" destId="{0B61870B-E2AE-47B9-90BE-64D52B77842D}" srcOrd="2" destOrd="0" presId="urn:microsoft.com/office/officeart/2005/8/layout/funnel1"/>
    <dgm:cxn modelId="{71659BB3-ABCA-4F81-8BAF-3A835CA64F75}" type="presParOf" srcId="{D7B10E75-58CC-4807-BD47-EBDD0F301C5F}" destId="{3260B18C-0F12-415C-B2B5-B0D612D38936}" srcOrd="3" destOrd="0" presId="urn:microsoft.com/office/officeart/2005/8/layout/funnel1"/>
    <dgm:cxn modelId="{6BFB92D0-5C22-441A-8314-A265D1423284}" type="presParOf" srcId="{D7B10E75-58CC-4807-BD47-EBDD0F301C5F}" destId="{F96B2562-BEBF-42CE-9FF0-1BBD38426426}" srcOrd="4" destOrd="0" presId="urn:microsoft.com/office/officeart/2005/8/layout/funnel1"/>
    <dgm:cxn modelId="{5FCCC17A-38BC-45B7-B4A1-7DADD7477044}" type="presParOf" srcId="{D7B10E75-58CC-4807-BD47-EBDD0F301C5F}" destId="{1700B4C8-12E4-4D00-876C-94377F786E85}" srcOrd="5" destOrd="0" presId="urn:microsoft.com/office/officeart/2005/8/layout/funnel1"/>
    <dgm:cxn modelId="{53BFBD75-F39B-4E92-8AEE-4D7647D46585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Concepts</a:t>
          </a:r>
          <a:endParaRPr lang="en-US" sz="1600" b="1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Products &amp; Services</a:t>
          </a:r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    Value Delivery</a:t>
          </a:r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ScaleX="117647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2F975395-6FF8-4988-98F2-3C642B051AE9}" type="presOf" srcId="{56F0B946-F863-43B5-9AE7-3ED2571CC1F7}" destId="{D195289F-4E10-4B57-8C58-6BB3CB9CCF4B}" srcOrd="0" destOrd="0" presId="urn:microsoft.com/office/officeart/2005/8/layout/hProcess9"/>
    <dgm:cxn modelId="{99651230-1B74-4E01-9B21-47132FE2E5D0}" type="presOf" srcId="{5DCEAD6A-2995-470E-B294-EFE25C7FA270}" destId="{0564D69C-C697-46C9-AFEA-F63178C739BD}" srcOrd="0" destOrd="0" presId="urn:microsoft.com/office/officeart/2005/8/layout/hProcess9"/>
    <dgm:cxn modelId="{6367E7E7-D74C-48A8-AA73-B7DB297537F3}" type="presOf" srcId="{F75D5E40-C0EA-4FAA-9275-3C70938E00EE}" destId="{EDBBB759-F01A-4C3B-A1A8-D2C8F1E5A578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6C8525A6-742A-4ABD-8223-E201B5B9EBC9}" type="presOf" srcId="{673AE5C1-39E1-47D6-9713-8CA9BE6EA1DA}" destId="{F6218397-5286-4BF9-91BC-3A8217C085AF}" srcOrd="0" destOrd="0" presId="urn:microsoft.com/office/officeart/2005/8/layout/hProcess9"/>
    <dgm:cxn modelId="{72B9AA87-986D-4E48-B956-E767BD77D189}" type="presParOf" srcId="{F6218397-5286-4BF9-91BC-3A8217C085AF}" destId="{57B6F08F-F180-42E5-86EE-1F47EC70A8B7}" srcOrd="0" destOrd="0" presId="urn:microsoft.com/office/officeart/2005/8/layout/hProcess9"/>
    <dgm:cxn modelId="{D228E19B-E032-484E-B0C1-81C39628B812}" type="presParOf" srcId="{F6218397-5286-4BF9-91BC-3A8217C085AF}" destId="{ED339E6A-99DE-44B5-8942-676116993976}" srcOrd="1" destOrd="0" presId="urn:microsoft.com/office/officeart/2005/8/layout/hProcess9"/>
    <dgm:cxn modelId="{AF9161B4-F806-4287-9ED0-082D795EA141}" type="presParOf" srcId="{ED339E6A-99DE-44B5-8942-676116993976}" destId="{D195289F-4E10-4B57-8C58-6BB3CB9CCF4B}" srcOrd="0" destOrd="0" presId="urn:microsoft.com/office/officeart/2005/8/layout/hProcess9"/>
    <dgm:cxn modelId="{51369860-6516-41D4-A5B4-06135480E51C}" type="presParOf" srcId="{ED339E6A-99DE-44B5-8942-676116993976}" destId="{B5A6657B-DFA9-42AD-BD72-82BAEBF8B87E}" srcOrd="1" destOrd="0" presId="urn:microsoft.com/office/officeart/2005/8/layout/hProcess9"/>
    <dgm:cxn modelId="{AACFE47D-DDB9-4CDE-8F92-5E1E38AF31EF}" type="presParOf" srcId="{ED339E6A-99DE-44B5-8942-676116993976}" destId="{EDBBB759-F01A-4C3B-A1A8-D2C8F1E5A578}" srcOrd="2" destOrd="0" presId="urn:microsoft.com/office/officeart/2005/8/layout/hProcess9"/>
    <dgm:cxn modelId="{69A98D45-6723-4339-AEB0-12C8FA0E7397}" type="presParOf" srcId="{ED339E6A-99DE-44B5-8942-676116993976}" destId="{7E687DF4-201B-4FB8-B89C-9863D30313FA}" srcOrd="3" destOrd="0" presId="urn:microsoft.com/office/officeart/2005/8/layout/hProcess9"/>
    <dgm:cxn modelId="{5D0CB45B-135E-4DCB-B125-0CF3E8BEA059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40E5C4-FC0F-4D0C-B085-E5BD63E46C39}" type="doc">
      <dgm:prSet loTypeId="urn:microsoft.com/office/officeart/2005/8/layout/hierarchy2" loCatId="hierarchy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E35D43F-75DA-4C1D-B18E-0A2B36E11905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Hospital</a:t>
          </a:r>
          <a:endParaRPr lang="en-US" b="1" dirty="0" smtClean="0">
            <a:solidFill>
              <a:schemeClr val="tx1">
                <a:lumMod val="75000"/>
                <a:lumOff val="25000"/>
              </a:schemeClr>
            </a:solidFill>
          </a:endParaRPr>
        </a:p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Sr. Leadership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2D240DE1-5A60-4537-9A30-C41684A0F833}" type="parTrans" cxnId="{C476608C-BA9C-4D3C-8020-A196D948C1F5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CABC33F-7F29-4496-B917-AE7B0FD239BD}" type="sibTrans" cxnId="{C476608C-BA9C-4D3C-8020-A196D948C1F5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6D6D062-0F29-43D9-A253-0507B9B54260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Steering Committee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517D0C8-4150-4615-8887-6A0CD7D31349}" type="parTrans" cxnId="{97DD3BEE-D1FF-4A67-A68F-A65A73ACFFF1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D0F5D919-0993-4643-A0DB-E2BA4D5A73F4}" type="sibTrans" cxnId="{97DD3BEE-D1FF-4A67-A68F-A65A73ACFFF1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87C26E61-7C43-4524-969A-B9D6B39E873C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Project Lead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399F8D2-F1BA-442F-8EEA-C8CE06BB4545}" type="parTrans" cxnId="{4B5DC15A-F6BF-44F3-AA69-A8E53F50D8B8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C4331C3B-8CCA-45DA-85B7-8624F36FE703}" type="sibTrans" cxnId="{4B5DC15A-F6BF-44F3-AA69-A8E53F50D8B8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CB74BBB-3EE8-44FD-A2C5-EDE672357893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Team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6AB42C8-AEDA-4139-81B8-5FC1925CA6AF}" type="parTrans" cxnId="{B871724E-0551-45A5-AA28-DC4D64BF68A6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03AEE817-2EE2-4BF2-8D01-F209A6DC03B8}" type="sibTrans" cxnId="{B871724E-0551-45A5-AA28-DC4D64BF68A6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312713A3-9FC9-4430-A5B9-DDFD3D77C9B9}" type="pres">
      <dgm:prSet presAssocID="{B040E5C4-FC0F-4D0C-B085-E5BD63E46C3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D405BD8-4CAC-4A85-8136-A7B714B8B44F}" type="pres">
      <dgm:prSet presAssocID="{EE35D43F-75DA-4C1D-B18E-0A2B36E11905}" presName="root1" presStyleCnt="0"/>
      <dgm:spPr/>
      <dgm:t>
        <a:bodyPr/>
        <a:lstStyle/>
        <a:p>
          <a:endParaRPr lang="en-US"/>
        </a:p>
      </dgm:t>
    </dgm:pt>
    <dgm:pt modelId="{5B588B2C-778A-4A6C-99ED-675214BD35D9}" type="pres">
      <dgm:prSet presAssocID="{EE35D43F-75DA-4C1D-B18E-0A2B36E11905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B9CA6D-C738-4D8C-B9B5-CE4BA2B80D25}" type="pres">
      <dgm:prSet presAssocID="{EE35D43F-75DA-4C1D-B18E-0A2B36E11905}" presName="level2hierChild" presStyleCnt="0"/>
      <dgm:spPr/>
      <dgm:t>
        <a:bodyPr/>
        <a:lstStyle/>
        <a:p>
          <a:endParaRPr lang="en-US"/>
        </a:p>
      </dgm:t>
    </dgm:pt>
    <dgm:pt modelId="{99221A49-23D2-46C3-8C8A-FB00E4F562BD}" type="pres">
      <dgm:prSet presAssocID="{E517D0C8-4150-4615-8887-6A0CD7D313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00B906A1-C230-4C7F-87C3-1BBBEDCFFADF}" type="pres">
      <dgm:prSet presAssocID="{E517D0C8-4150-4615-8887-6A0CD7D313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CA1923FC-CEC8-45A2-A2D1-C8E64F5B18BF}" type="pres">
      <dgm:prSet presAssocID="{F6D6D062-0F29-43D9-A253-0507B9B54260}" presName="root2" presStyleCnt="0"/>
      <dgm:spPr/>
      <dgm:t>
        <a:bodyPr/>
        <a:lstStyle/>
        <a:p>
          <a:endParaRPr lang="en-US"/>
        </a:p>
      </dgm:t>
    </dgm:pt>
    <dgm:pt modelId="{9D95555D-5936-4E8D-ACCB-27506019A7EE}" type="pres">
      <dgm:prSet presAssocID="{F6D6D062-0F29-43D9-A253-0507B9B54260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122DA3-9E02-4995-A51F-037FD4C01B98}" type="pres">
      <dgm:prSet presAssocID="{F6D6D062-0F29-43D9-A253-0507B9B54260}" presName="level3hierChild" presStyleCnt="0"/>
      <dgm:spPr/>
      <dgm:t>
        <a:bodyPr/>
        <a:lstStyle/>
        <a:p>
          <a:endParaRPr lang="en-US"/>
        </a:p>
      </dgm:t>
    </dgm:pt>
    <dgm:pt modelId="{EDF96D6C-5518-4FC8-9121-428AD6D5675C}" type="pres">
      <dgm:prSet presAssocID="{E399F8D2-F1BA-442F-8EEA-C8CE06BB454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42B6EB2E-4BDA-4467-A06D-099A8A52351F}" type="pres">
      <dgm:prSet presAssocID="{E399F8D2-F1BA-442F-8EEA-C8CE06BB4545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DD2A712-0D9E-4B6C-8BE6-93597BCF349B}" type="pres">
      <dgm:prSet presAssocID="{87C26E61-7C43-4524-969A-B9D6B39E873C}" presName="root2" presStyleCnt="0"/>
      <dgm:spPr/>
      <dgm:t>
        <a:bodyPr/>
        <a:lstStyle/>
        <a:p>
          <a:endParaRPr lang="en-US"/>
        </a:p>
      </dgm:t>
    </dgm:pt>
    <dgm:pt modelId="{A224596F-4C82-45EE-B45F-A7CF519EA4A8}" type="pres">
      <dgm:prSet presAssocID="{87C26E61-7C43-4524-969A-B9D6B39E873C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DE09AA-A28B-4F76-A741-B7DAC5CDB719}" type="pres">
      <dgm:prSet presAssocID="{87C26E61-7C43-4524-969A-B9D6B39E873C}" presName="level3hierChild" presStyleCnt="0"/>
      <dgm:spPr/>
      <dgm:t>
        <a:bodyPr/>
        <a:lstStyle/>
        <a:p>
          <a:endParaRPr lang="en-US"/>
        </a:p>
      </dgm:t>
    </dgm:pt>
    <dgm:pt modelId="{C13C761C-FDB7-4C58-AC79-3E3F3AC41CE2}" type="pres">
      <dgm:prSet presAssocID="{56AB42C8-AEDA-4139-81B8-5FC1925CA6AF}" presName="conn2-1" presStyleLbl="parChTrans1D3" presStyleIdx="0" presStyleCnt="1"/>
      <dgm:spPr/>
      <dgm:t>
        <a:bodyPr/>
        <a:lstStyle/>
        <a:p>
          <a:endParaRPr lang="en-US"/>
        </a:p>
      </dgm:t>
    </dgm:pt>
    <dgm:pt modelId="{49B62DDC-7D71-41F5-9961-87B79376FDAD}" type="pres">
      <dgm:prSet presAssocID="{56AB42C8-AEDA-4139-81B8-5FC1925CA6AF}" presName="connTx" presStyleLbl="parChTrans1D3" presStyleIdx="0" presStyleCnt="1"/>
      <dgm:spPr/>
      <dgm:t>
        <a:bodyPr/>
        <a:lstStyle/>
        <a:p>
          <a:endParaRPr lang="en-US"/>
        </a:p>
      </dgm:t>
    </dgm:pt>
    <dgm:pt modelId="{ED573D52-A02B-4D9D-A247-50B043364F41}" type="pres">
      <dgm:prSet presAssocID="{FCB74BBB-3EE8-44FD-A2C5-EDE672357893}" presName="root2" presStyleCnt="0"/>
      <dgm:spPr/>
      <dgm:t>
        <a:bodyPr/>
        <a:lstStyle/>
        <a:p>
          <a:endParaRPr lang="en-US"/>
        </a:p>
      </dgm:t>
    </dgm:pt>
    <dgm:pt modelId="{96ED2546-A8E8-44B4-A528-BEC1CDB84541}" type="pres">
      <dgm:prSet presAssocID="{FCB74BBB-3EE8-44FD-A2C5-EDE672357893}" presName="LevelTwoTextNode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D494E3-64B2-4E22-9A29-0CB9F464BB6B}" type="pres">
      <dgm:prSet presAssocID="{FCB74BBB-3EE8-44FD-A2C5-EDE672357893}" presName="level3hierChild" presStyleCnt="0"/>
      <dgm:spPr/>
      <dgm:t>
        <a:bodyPr/>
        <a:lstStyle/>
        <a:p>
          <a:endParaRPr lang="en-US"/>
        </a:p>
      </dgm:t>
    </dgm:pt>
  </dgm:ptLst>
  <dgm:cxnLst>
    <dgm:cxn modelId="{B871724E-0551-45A5-AA28-DC4D64BF68A6}" srcId="{87C26E61-7C43-4524-969A-B9D6B39E873C}" destId="{FCB74BBB-3EE8-44FD-A2C5-EDE672357893}" srcOrd="0" destOrd="0" parTransId="{56AB42C8-AEDA-4139-81B8-5FC1925CA6AF}" sibTransId="{03AEE817-2EE2-4BF2-8D01-F209A6DC03B8}"/>
    <dgm:cxn modelId="{D165C43A-3D10-4EE6-8E00-98898B1284ED}" type="presOf" srcId="{EE35D43F-75DA-4C1D-B18E-0A2B36E11905}" destId="{5B588B2C-778A-4A6C-99ED-675214BD35D9}" srcOrd="0" destOrd="0" presId="urn:microsoft.com/office/officeart/2005/8/layout/hierarchy2"/>
    <dgm:cxn modelId="{C476608C-BA9C-4D3C-8020-A196D948C1F5}" srcId="{B040E5C4-FC0F-4D0C-B085-E5BD63E46C39}" destId="{EE35D43F-75DA-4C1D-B18E-0A2B36E11905}" srcOrd="0" destOrd="0" parTransId="{2D240DE1-5A60-4537-9A30-C41684A0F833}" sibTransId="{5CABC33F-7F29-4496-B917-AE7B0FD239BD}"/>
    <dgm:cxn modelId="{97DD3BEE-D1FF-4A67-A68F-A65A73ACFFF1}" srcId="{EE35D43F-75DA-4C1D-B18E-0A2B36E11905}" destId="{F6D6D062-0F29-43D9-A253-0507B9B54260}" srcOrd="0" destOrd="0" parTransId="{E517D0C8-4150-4615-8887-6A0CD7D31349}" sibTransId="{D0F5D919-0993-4643-A0DB-E2BA4D5A73F4}"/>
    <dgm:cxn modelId="{E156F21A-F7CC-4EF3-8229-DA5FEBAA927E}" type="presOf" srcId="{E517D0C8-4150-4615-8887-6A0CD7D31349}" destId="{00B906A1-C230-4C7F-87C3-1BBBEDCFFADF}" srcOrd="1" destOrd="0" presId="urn:microsoft.com/office/officeart/2005/8/layout/hierarchy2"/>
    <dgm:cxn modelId="{4B5DC15A-F6BF-44F3-AA69-A8E53F50D8B8}" srcId="{EE35D43F-75DA-4C1D-B18E-0A2B36E11905}" destId="{87C26E61-7C43-4524-969A-B9D6B39E873C}" srcOrd="1" destOrd="0" parTransId="{E399F8D2-F1BA-442F-8EEA-C8CE06BB4545}" sibTransId="{C4331C3B-8CCA-45DA-85B7-8624F36FE703}"/>
    <dgm:cxn modelId="{682DCEC7-55D5-4EA0-9ABD-7B9823A1563B}" type="presOf" srcId="{F6D6D062-0F29-43D9-A253-0507B9B54260}" destId="{9D95555D-5936-4E8D-ACCB-27506019A7EE}" srcOrd="0" destOrd="0" presId="urn:microsoft.com/office/officeart/2005/8/layout/hierarchy2"/>
    <dgm:cxn modelId="{7BF88ACA-1B73-4ECF-8F6E-53434CDFE31C}" type="presOf" srcId="{FCB74BBB-3EE8-44FD-A2C5-EDE672357893}" destId="{96ED2546-A8E8-44B4-A528-BEC1CDB84541}" srcOrd="0" destOrd="0" presId="urn:microsoft.com/office/officeart/2005/8/layout/hierarchy2"/>
    <dgm:cxn modelId="{3B1B6889-1681-413F-8D56-F95184AEC40B}" type="presOf" srcId="{B040E5C4-FC0F-4D0C-B085-E5BD63E46C39}" destId="{312713A3-9FC9-4430-A5B9-DDFD3D77C9B9}" srcOrd="0" destOrd="0" presId="urn:microsoft.com/office/officeart/2005/8/layout/hierarchy2"/>
    <dgm:cxn modelId="{480ECE57-A9A1-42B9-A4D1-84B466A43F69}" type="presOf" srcId="{E517D0C8-4150-4615-8887-6A0CD7D31349}" destId="{99221A49-23D2-46C3-8C8A-FB00E4F562BD}" srcOrd="0" destOrd="0" presId="urn:microsoft.com/office/officeart/2005/8/layout/hierarchy2"/>
    <dgm:cxn modelId="{5790DB2E-2728-4445-9C77-31F85BCE333C}" type="presOf" srcId="{56AB42C8-AEDA-4139-81B8-5FC1925CA6AF}" destId="{C13C761C-FDB7-4C58-AC79-3E3F3AC41CE2}" srcOrd="0" destOrd="0" presId="urn:microsoft.com/office/officeart/2005/8/layout/hierarchy2"/>
    <dgm:cxn modelId="{DF60EF36-BDE0-4986-9EF1-B90CE6237A17}" type="presOf" srcId="{87C26E61-7C43-4524-969A-B9D6B39E873C}" destId="{A224596F-4C82-45EE-B45F-A7CF519EA4A8}" srcOrd="0" destOrd="0" presId="urn:microsoft.com/office/officeart/2005/8/layout/hierarchy2"/>
    <dgm:cxn modelId="{D9FBB120-03CB-45D5-A9EF-C7F6A5CBF36F}" type="presOf" srcId="{E399F8D2-F1BA-442F-8EEA-C8CE06BB4545}" destId="{42B6EB2E-4BDA-4467-A06D-099A8A52351F}" srcOrd="1" destOrd="0" presId="urn:microsoft.com/office/officeart/2005/8/layout/hierarchy2"/>
    <dgm:cxn modelId="{300B1983-A6D5-464B-9FB0-933943C95FF2}" type="presOf" srcId="{56AB42C8-AEDA-4139-81B8-5FC1925CA6AF}" destId="{49B62DDC-7D71-41F5-9961-87B79376FDAD}" srcOrd="1" destOrd="0" presId="urn:microsoft.com/office/officeart/2005/8/layout/hierarchy2"/>
    <dgm:cxn modelId="{24E72EAC-882D-4EF2-8167-47FA8F0821A4}" type="presOf" srcId="{E399F8D2-F1BA-442F-8EEA-C8CE06BB4545}" destId="{EDF96D6C-5518-4FC8-9121-428AD6D5675C}" srcOrd="0" destOrd="0" presId="urn:microsoft.com/office/officeart/2005/8/layout/hierarchy2"/>
    <dgm:cxn modelId="{B7D58EA1-A114-4081-8CCA-D5EF30B8E144}" type="presParOf" srcId="{312713A3-9FC9-4430-A5B9-DDFD3D77C9B9}" destId="{FD405BD8-4CAC-4A85-8136-A7B714B8B44F}" srcOrd="0" destOrd="0" presId="urn:microsoft.com/office/officeart/2005/8/layout/hierarchy2"/>
    <dgm:cxn modelId="{56087C30-E6F1-4810-A84E-DD05C1331809}" type="presParOf" srcId="{FD405BD8-4CAC-4A85-8136-A7B714B8B44F}" destId="{5B588B2C-778A-4A6C-99ED-675214BD35D9}" srcOrd="0" destOrd="0" presId="urn:microsoft.com/office/officeart/2005/8/layout/hierarchy2"/>
    <dgm:cxn modelId="{CB8C90A5-15E8-4DB0-A1A2-651457DA0A68}" type="presParOf" srcId="{FD405BD8-4CAC-4A85-8136-A7B714B8B44F}" destId="{61B9CA6D-C738-4D8C-B9B5-CE4BA2B80D25}" srcOrd="1" destOrd="0" presId="urn:microsoft.com/office/officeart/2005/8/layout/hierarchy2"/>
    <dgm:cxn modelId="{D31BF7A2-CBBA-48AA-9E1A-D4EDCD6D63E0}" type="presParOf" srcId="{61B9CA6D-C738-4D8C-B9B5-CE4BA2B80D25}" destId="{99221A49-23D2-46C3-8C8A-FB00E4F562BD}" srcOrd="0" destOrd="0" presId="urn:microsoft.com/office/officeart/2005/8/layout/hierarchy2"/>
    <dgm:cxn modelId="{1D0E2533-13C9-44E5-B58B-04C979AA7948}" type="presParOf" srcId="{99221A49-23D2-46C3-8C8A-FB00E4F562BD}" destId="{00B906A1-C230-4C7F-87C3-1BBBEDCFFADF}" srcOrd="0" destOrd="0" presId="urn:microsoft.com/office/officeart/2005/8/layout/hierarchy2"/>
    <dgm:cxn modelId="{905837E7-C299-4AC9-AD2E-5F2095C11A80}" type="presParOf" srcId="{61B9CA6D-C738-4D8C-B9B5-CE4BA2B80D25}" destId="{CA1923FC-CEC8-45A2-A2D1-C8E64F5B18BF}" srcOrd="1" destOrd="0" presId="urn:microsoft.com/office/officeart/2005/8/layout/hierarchy2"/>
    <dgm:cxn modelId="{547A3685-2DB1-4A9E-881D-59FF9A13D801}" type="presParOf" srcId="{CA1923FC-CEC8-45A2-A2D1-C8E64F5B18BF}" destId="{9D95555D-5936-4E8D-ACCB-27506019A7EE}" srcOrd="0" destOrd="0" presId="urn:microsoft.com/office/officeart/2005/8/layout/hierarchy2"/>
    <dgm:cxn modelId="{BC335B8B-3493-4E65-8835-D4F9E5942DE4}" type="presParOf" srcId="{CA1923FC-CEC8-45A2-A2D1-C8E64F5B18BF}" destId="{BA122DA3-9E02-4995-A51F-037FD4C01B98}" srcOrd="1" destOrd="0" presId="urn:microsoft.com/office/officeart/2005/8/layout/hierarchy2"/>
    <dgm:cxn modelId="{04A9A042-3665-4692-A1E9-2BB767D92728}" type="presParOf" srcId="{61B9CA6D-C738-4D8C-B9B5-CE4BA2B80D25}" destId="{EDF96D6C-5518-4FC8-9121-428AD6D5675C}" srcOrd="2" destOrd="0" presId="urn:microsoft.com/office/officeart/2005/8/layout/hierarchy2"/>
    <dgm:cxn modelId="{C493190F-7B4B-47AE-8DEC-622790B38F6B}" type="presParOf" srcId="{EDF96D6C-5518-4FC8-9121-428AD6D5675C}" destId="{42B6EB2E-4BDA-4467-A06D-099A8A52351F}" srcOrd="0" destOrd="0" presId="urn:microsoft.com/office/officeart/2005/8/layout/hierarchy2"/>
    <dgm:cxn modelId="{B686B88E-78A8-4ADA-90B1-300C23A7C9E0}" type="presParOf" srcId="{61B9CA6D-C738-4D8C-B9B5-CE4BA2B80D25}" destId="{FDD2A712-0D9E-4B6C-8BE6-93597BCF349B}" srcOrd="3" destOrd="0" presId="urn:microsoft.com/office/officeart/2005/8/layout/hierarchy2"/>
    <dgm:cxn modelId="{9B14A7BD-D1E0-4AC6-97A5-800A6182AB71}" type="presParOf" srcId="{FDD2A712-0D9E-4B6C-8BE6-93597BCF349B}" destId="{A224596F-4C82-45EE-B45F-A7CF519EA4A8}" srcOrd="0" destOrd="0" presId="urn:microsoft.com/office/officeart/2005/8/layout/hierarchy2"/>
    <dgm:cxn modelId="{5C0A7B7D-71C9-4F7A-99F8-4147E6C47E39}" type="presParOf" srcId="{FDD2A712-0D9E-4B6C-8BE6-93597BCF349B}" destId="{0CDE09AA-A28B-4F76-A741-B7DAC5CDB719}" srcOrd="1" destOrd="0" presId="urn:microsoft.com/office/officeart/2005/8/layout/hierarchy2"/>
    <dgm:cxn modelId="{0E7AD724-4027-413C-9431-DA6F67E45E06}" type="presParOf" srcId="{0CDE09AA-A28B-4F76-A741-B7DAC5CDB719}" destId="{C13C761C-FDB7-4C58-AC79-3E3F3AC41CE2}" srcOrd="0" destOrd="0" presId="urn:microsoft.com/office/officeart/2005/8/layout/hierarchy2"/>
    <dgm:cxn modelId="{49BD7920-E6F3-4054-878E-42F8A7773300}" type="presParOf" srcId="{C13C761C-FDB7-4C58-AC79-3E3F3AC41CE2}" destId="{49B62DDC-7D71-41F5-9961-87B79376FDAD}" srcOrd="0" destOrd="0" presId="urn:microsoft.com/office/officeart/2005/8/layout/hierarchy2"/>
    <dgm:cxn modelId="{1D482F9C-1628-43D1-B197-DFF6F4C229E6}" type="presParOf" srcId="{0CDE09AA-A28B-4F76-A741-B7DAC5CDB719}" destId="{ED573D52-A02B-4D9D-A247-50B043364F41}" srcOrd="1" destOrd="0" presId="urn:microsoft.com/office/officeart/2005/8/layout/hierarchy2"/>
    <dgm:cxn modelId="{D72D3E49-D564-4DDA-82F1-AD62E037D65B}" type="presParOf" srcId="{ED573D52-A02B-4D9D-A247-50B043364F41}" destId="{96ED2546-A8E8-44B4-A528-BEC1CDB84541}" srcOrd="0" destOrd="0" presId="urn:microsoft.com/office/officeart/2005/8/layout/hierarchy2"/>
    <dgm:cxn modelId="{B45087C4-4230-489A-A746-7D4770893A86}" type="presParOf" srcId="{ED573D52-A02B-4D9D-A247-50B043364F41}" destId="{3DD494E3-64B2-4E22-9A29-0CB9F464BB6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39E264-0DF9-4CD6-8A27-DA35B8FDD46D}" type="doc">
      <dgm:prSet loTypeId="urn:microsoft.com/office/officeart/2005/8/layout/orgChart1" loCatId="hierarchy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9586BED-9214-4194-AC8F-622781CA997D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b="1" dirty="0" smtClean="0"/>
            <a:t>Job</a:t>
          </a:r>
        </a:p>
        <a:p>
          <a:r>
            <a:rPr lang="en-US" sz="1600" b="1" dirty="0" smtClean="0"/>
            <a:t>Reference Model</a:t>
          </a:r>
          <a:endParaRPr lang="en-US" sz="1600" b="1" dirty="0"/>
        </a:p>
      </dgm:t>
    </dgm:pt>
    <dgm:pt modelId="{CB13BFA4-7251-4D8B-8B00-24CA634BBEF8}" type="parTrans" cxnId="{4E20D41A-D76E-40DF-9B3D-196B71213D86}">
      <dgm:prSet/>
      <dgm:spPr/>
      <dgm:t>
        <a:bodyPr/>
        <a:lstStyle/>
        <a:p>
          <a:endParaRPr lang="en-US"/>
        </a:p>
      </dgm:t>
    </dgm:pt>
    <dgm:pt modelId="{9AE9CF3E-F97A-44C1-B197-FFB030192AFD}" type="sibTrans" cxnId="{4E20D41A-D76E-40DF-9B3D-196B71213D86}">
      <dgm:prSet/>
      <dgm:spPr/>
      <dgm:t>
        <a:bodyPr/>
        <a:lstStyle/>
        <a:p>
          <a:endParaRPr lang="en-US"/>
        </a:p>
      </dgm:t>
    </dgm:pt>
    <dgm:pt modelId="{7B17AD55-E82C-4161-9250-F380070AFC6C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Other Functional</a:t>
          </a:r>
        </a:p>
        <a:p>
          <a:r>
            <a:rPr lang="en-US" b="1" dirty="0" smtClean="0"/>
            <a:t> Jobs</a:t>
          </a:r>
          <a:endParaRPr lang="en-US" b="1" dirty="0"/>
        </a:p>
      </dgm:t>
    </dgm:pt>
    <dgm:pt modelId="{065E50EE-174F-4920-9465-73DB09355610}" type="parTrans" cxnId="{CAF2D9BF-40B9-42B4-B4C8-FC64C0D86F84}">
      <dgm:prSet/>
      <dgm:spPr/>
      <dgm:t>
        <a:bodyPr/>
        <a:lstStyle/>
        <a:p>
          <a:endParaRPr lang="en-US"/>
        </a:p>
      </dgm:t>
    </dgm:pt>
    <dgm:pt modelId="{40DBD420-6998-473D-B7F5-9CD81CBD9DEE}" type="sibTrans" cxnId="{CAF2D9BF-40B9-42B4-B4C8-FC64C0D86F84}">
      <dgm:prSet/>
      <dgm:spPr/>
      <dgm:t>
        <a:bodyPr/>
        <a:lstStyle/>
        <a:p>
          <a:endParaRPr lang="en-US"/>
        </a:p>
      </dgm:t>
    </dgm:pt>
    <dgm:pt modelId="{431528C5-CF53-4A1D-8A47-C98D931A5529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000" b="1" dirty="0" smtClean="0"/>
            <a:t>Core Functional </a:t>
          </a:r>
        </a:p>
        <a:p>
          <a:r>
            <a:rPr lang="en-US" sz="2000" b="1" dirty="0" smtClean="0"/>
            <a:t>Job</a:t>
          </a:r>
          <a:endParaRPr lang="en-US" sz="2000" b="1" dirty="0"/>
        </a:p>
      </dgm:t>
    </dgm:pt>
    <dgm:pt modelId="{7AE75C9B-663A-49C3-9090-C9FE51505502}" type="parTrans" cxnId="{9E8D76B0-9EB3-4A5D-9420-E1ABE3077C9E}">
      <dgm:prSet/>
      <dgm:spPr/>
      <dgm:t>
        <a:bodyPr/>
        <a:lstStyle/>
        <a:p>
          <a:endParaRPr lang="en-US"/>
        </a:p>
      </dgm:t>
    </dgm:pt>
    <dgm:pt modelId="{39169872-41EB-4750-8E22-480A4523BF6E}" type="sibTrans" cxnId="{9E8D76B0-9EB3-4A5D-9420-E1ABE3077C9E}">
      <dgm:prSet/>
      <dgm:spPr/>
      <dgm:t>
        <a:bodyPr/>
        <a:lstStyle/>
        <a:p>
          <a:endParaRPr lang="en-US"/>
        </a:p>
      </dgm:t>
    </dgm:pt>
    <dgm:pt modelId="{3D967A41-F98C-4E19-BDD7-9112534878CF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Functional 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A3F111BD-055F-4B32-BD0A-D954171C59AC}" type="parTrans" cxnId="{6FE866AC-8ABF-44DC-904D-0FC67368C0C2}">
      <dgm:prSet/>
      <dgm:spPr/>
      <dgm:t>
        <a:bodyPr/>
        <a:lstStyle/>
        <a:p>
          <a:endParaRPr lang="en-US"/>
        </a:p>
      </dgm:t>
    </dgm:pt>
    <dgm:pt modelId="{7E4C214A-F2E5-4225-BC18-F161B2EADF5D}" type="sibTrans" cxnId="{6FE866AC-8ABF-44DC-904D-0FC67368C0C2}">
      <dgm:prSet/>
      <dgm:spPr/>
      <dgm:t>
        <a:bodyPr/>
        <a:lstStyle/>
        <a:p>
          <a:endParaRPr lang="en-US"/>
        </a:p>
      </dgm:t>
    </dgm:pt>
    <dgm:pt modelId="{5D11CCF1-D51D-4F67-858D-700810CFA9CA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Supply Chain Jobs</a:t>
          </a:r>
          <a:endParaRPr lang="en-US" b="1" dirty="0"/>
        </a:p>
      </dgm:t>
    </dgm:pt>
    <dgm:pt modelId="{5073D332-4DAB-41B6-B1F9-668ABA637EEE}" type="parTrans" cxnId="{5A1542D7-C0CD-4E5F-9340-AB8A57DADC81}">
      <dgm:prSet/>
      <dgm:spPr/>
      <dgm:t>
        <a:bodyPr/>
        <a:lstStyle/>
        <a:p>
          <a:endParaRPr lang="en-US"/>
        </a:p>
      </dgm:t>
    </dgm:pt>
    <dgm:pt modelId="{EB30C690-F5EF-45B0-9512-C5C6D6E2B48F}" type="sibTrans" cxnId="{5A1542D7-C0CD-4E5F-9340-AB8A57DADC81}">
      <dgm:prSet/>
      <dgm:spPr/>
      <dgm:t>
        <a:bodyPr/>
        <a:lstStyle/>
        <a:p>
          <a:endParaRPr lang="en-US"/>
        </a:p>
      </dgm:t>
    </dgm:pt>
    <dgm:pt modelId="{ECC716B4-6A10-4A2A-AEB3-7A9FD558F8BB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Spiritual 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5511B73E-713F-4378-80E5-7B063801BD36}" type="parTrans" cxnId="{5D99D036-4309-49CF-B999-12C7DA4E1F45}">
      <dgm:prSet/>
      <dgm:spPr/>
      <dgm:t>
        <a:bodyPr/>
        <a:lstStyle/>
        <a:p>
          <a:endParaRPr lang="en-US"/>
        </a:p>
      </dgm:t>
    </dgm:pt>
    <dgm:pt modelId="{646CEDC9-F48D-4041-9BAE-A64010838C36}" type="sibTrans" cxnId="{5D99D036-4309-49CF-B999-12C7DA4E1F45}">
      <dgm:prSet/>
      <dgm:spPr/>
      <dgm:t>
        <a:bodyPr/>
        <a:lstStyle/>
        <a:p>
          <a:endParaRPr lang="en-US"/>
        </a:p>
      </dgm:t>
    </dgm:pt>
    <dgm:pt modelId="{BE530E60-1B3E-410F-A24C-1B7D9CFF6A6E}">
      <dgm:prSet phldrT="[Text]" custT="1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b="1" dirty="0" smtClean="0"/>
            <a:t>Job Steps </a:t>
          </a:r>
        </a:p>
        <a:p>
          <a:r>
            <a:rPr lang="en-US" sz="1600" b="1" dirty="0" smtClean="0"/>
            <a:t>&amp; </a:t>
          </a:r>
        </a:p>
        <a:p>
          <a:r>
            <a:rPr lang="en-US" sz="1600" b="1" dirty="0" smtClean="0"/>
            <a:t>Outcomes</a:t>
          </a:r>
          <a:endParaRPr lang="en-US" sz="1600" b="1" dirty="0"/>
        </a:p>
      </dgm:t>
    </dgm:pt>
    <dgm:pt modelId="{D2692AC5-8A2F-46F0-A4C4-F3204574C0D3}" type="parTrans" cxnId="{EAE61506-A7A0-4487-BD82-66C46401E23D}">
      <dgm:prSet/>
      <dgm:spPr/>
      <dgm:t>
        <a:bodyPr/>
        <a:lstStyle/>
        <a:p>
          <a:endParaRPr lang="en-US"/>
        </a:p>
      </dgm:t>
    </dgm:pt>
    <dgm:pt modelId="{76169FE3-9F13-4D9F-AF05-7C68B9CE145F}" type="sibTrans" cxnId="{EAE61506-A7A0-4487-BD82-66C46401E23D}">
      <dgm:prSet/>
      <dgm:spPr/>
      <dgm:t>
        <a:bodyPr/>
        <a:lstStyle/>
        <a:p>
          <a:endParaRPr lang="en-US"/>
        </a:p>
      </dgm:t>
    </dgm:pt>
    <dgm:pt modelId="{9471224B-D570-4FA7-96E6-47CA7E920111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Emotional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096283A5-E4F5-472C-AB85-A6D908DC7A01}" type="parTrans" cxnId="{519EA094-D41A-4F89-8C31-943B6159426B}">
      <dgm:prSet/>
      <dgm:spPr/>
      <dgm:t>
        <a:bodyPr/>
        <a:lstStyle/>
        <a:p>
          <a:endParaRPr lang="en-US"/>
        </a:p>
      </dgm:t>
    </dgm:pt>
    <dgm:pt modelId="{75B62956-B059-445C-959A-675850FAC671}" type="sibTrans" cxnId="{519EA094-D41A-4F89-8C31-943B6159426B}">
      <dgm:prSet/>
      <dgm:spPr/>
      <dgm:t>
        <a:bodyPr/>
        <a:lstStyle/>
        <a:p>
          <a:endParaRPr lang="en-US"/>
        </a:p>
      </dgm:t>
    </dgm:pt>
    <dgm:pt modelId="{9ECC99C0-7E2F-4674-98A5-133B8C559610}" type="pres">
      <dgm:prSet presAssocID="{0D39E264-0DF9-4CD6-8A27-DA35B8FDD46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0BB6833-E837-4AD7-A924-39B2755BDE69}" type="pres">
      <dgm:prSet presAssocID="{F9586BED-9214-4194-AC8F-622781CA997D}" presName="hierRoot1" presStyleCnt="0">
        <dgm:presLayoutVars>
          <dgm:hierBranch val="init"/>
        </dgm:presLayoutVars>
      </dgm:prSet>
      <dgm:spPr/>
    </dgm:pt>
    <dgm:pt modelId="{E8223295-FC7F-4533-8BB7-B950C2AADC02}" type="pres">
      <dgm:prSet presAssocID="{F9586BED-9214-4194-AC8F-622781CA997D}" presName="rootComposite1" presStyleCnt="0"/>
      <dgm:spPr/>
    </dgm:pt>
    <dgm:pt modelId="{50F76F5E-247A-4091-818E-AFA631A17791}" type="pres">
      <dgm:prSet presAssocID="{F9586BED-9214-4194-AC8F-622781CA997D}" presName="rootText1" presStyleLbl="node0" presStyleIdx="0" presStyleCnt="1" custScaleX="14415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E7CBA8-5725-4AF6-BCB8-9CC337D8551C}" type="pres">
      <dgm:prSet presAssocID="{F9586BED-9214-4194-AC8F-622781CA997D}" presName="rootConnector1" presStyleLbl="node1" presStyleIdx="0" presStyleCnt="0"/>
      <dgm:spPr/>
      <dgm:t>
        <a:bodyPr/>
        <a:lstStyle/>
        <a:p>
          <a:endParaRPr lang="en-US"/>
        </a:p>
      </dgm:t>
    </dgm:pt>
    <dgm:pt modelId="{709C8070-8B32-4077-8020-9CBDB9B92152}" type="pres">
      <dgm:prSet presAssocID="{F9586BED-9214-4194-AC8F-622781CA997D}" presName="hierChild2" presStyleCnt="0"/>
      <dgm:spPr/>
    </dgm:pt>
    <dgm:pt modelId="{822E4991-88C5-4BB4-B3CD-D5E3DFD30906}" type="pres">
      <dgm:prSet presAssocID="{065E50EE-174F-4920-9465-73DB09355610}" presName="Name37" presStyleLbl="parChTrans1D2" presStyleIdx="0" presStyleCnt="4"/>
      <dgm:spPr/>
      <dgm:t>
        <a:bodyPr/>
        <a:lstStyle/>
        <a:p>
          <a:endParaRPr lang="en-US"/>
        </a:p>
      </dgm:t>
    </dgm:pt>
    <dgm:pt modelId="{33891FFC-1626-4895-9373-2FB1F3D01A94}" type="pres">
      <dgm:prSet presAssocID="{7B17AD55-E82C-4161-9250-F380070AFC6C}" presName="hierRoot2" presStyleCnt="0">
        <dgm:presLayoutVars>
          <dgm:hierBranch val="init"/>
        </dgm:presLayoutVars>
      </dgm:prSet>
      <dgm:spPr/>
    </dgm:pt>
    <dgm:pt modelId="{E2399519-62E8-4CD4-867D-D52D946484D6}" type="pres">
      <dgm:prSet presAssocID="{7B17AD55-E82C-4161-9250-F380070AFC6C}" presName="rootComposite" presStyleCnt="0"/>
      <dgm:spPr/>
    </dgm:pt>
    <dgm:pt modelId="{D0A31A71-B649-4AC6-8143-0AC510058062}" type="pres">
      <dgm:prSet presAssocID="{7B17AD55-E82C-4161-9250-F380070AFC6C}" presName="rootText" presStyleLbl="node2" presStyleIdx="0" presStyleCnt="4" custScaleX="11261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1814280-2E56-4A87-9E52-FAC1E210F2D7}" type="pres">
      <dgm:prSet presAssocID="{7B17AD55-E82C-4161-9250-F380070AFC6C}" presName="rootConnector" presStyleLbl="node2" presStyleIdx="0" presStyleCnt="4"/>
      <dgm:spPr/>
      <dgm:t>
        <a:bodyPr/>
        <a:lstStyle/>
        <a:p>
          <a:endParaRPr lang="en-US"/>
        </a:p>
      </dgm:t>
    </dgm:pt>
    <dgm:pt modelId="{0771DB52-3CEB-400F-AC7A-B458B5358437}" type="pres">
      <dgm:prSet presAssocID="{7B17AD55-E82C-4161-9250-F380070AFC6C}" presName="hierChild4" presStyleCnt="0"/>
      <dgm:spPr/>
    </dgm:pt>
    <dgm:pt modelId="{3B55B403-1D7E-4286-A320-8654E0D1367D}" type="pres">
      <dgm:prSet presAssocID="{A3F111BD-055F-4B32-BD0A-D954171C59AC}" presName="Name37" presStyleLbl="parChTrans1D3" presStyleIdx="0" presStyleCnt="3"/>
      <dgm:spPr/>
      <dgm:t>
        <a:bodyPr/>
        <a:lstStyle/>
        <a:p>
          <a:endParaRPr lang="en-US"/>
        </a:p>
      </dgm:t>
    </dgm:pt>
    <dgm:pt modelId="{CEB7494B-1CD0-4C23-9A51-9319E52EEA62}" type="pres">
      <dgm:prSet presAssocID="{3D967A41-F98C-4E19-BDD7-9112534878CF}" presName="hierRoot2" presStyleCnt="0">
        <dgm:presLayoutVars>
          <dgm:hierBranch val="init"/>
        </dgm:presLayoutVars>
      </dgm:prSet>
      <dgm:spPr/>
    </dgm:pt>
    <dgm:pt modelId="{E45F30BC-8C14-4656-A79A-6CDC90A84F63}" type="pres">
      <dgm:prSet presAssocID="{3D967A41-F98C-4E19-BDD7-9112534878CF}" presName="rootComposite" presStyleCnt="0"/>
      <dgm:spPr/>
    </dgm:pt>
    <dgm:pt modelId="{ACE426A9-3789-403F-BF74-FD06D1AC14AD}" type="pres">
      <dgm:prSet presAssocID="{3D967A41-F98C-4E19-BDD7-9112534878CF}" presName="rootText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A868281-0064-4411-9BD8-852208C1AE42}" type="pres">
      <dgm:prSet presAssocID="{3D967A41-F98C-4E19-BDD7-9112534878CF}" presName="rootConnector" presStyleLbl="node3" presStyleIdx="0" presStyleCnt="3"/>
      <dgm:spPr/>
      <dgm:t>
        <a:bodyPr/>
        <a:lstStyle/>
        <a:p>
          <a:endParaRPr lang="en-US"/>
        </a:p>
      </dgm:t>
    </dgm:pt>
    <dgm:pt modelId="{DC1DA5F6-C241-46AA-AF41-EE9EFCA88607}" type="pres">
      <dgm:prSet presAssocID="{3D967A41-F98C-4E19-BDD7-9112534878CF}" presName="hierChild4" presStyleCnt="0"/>
      <dgm:spPr/>
    </dgm:pt>
    <dgm:pt modelId="{91C128F8-4260-446D-9F19-8902769A58BA}" type="pres">
      <dgm:prSet presAssocID="{3D967A41-F98C-4E19-BDD7-9112534878CF}" presName="hierChild5" presStyleCnt="0"/>
      <dgm:spPr/>
    </dgm:pt>
    <dgm:pt modelId="{51D32821-656B-4848-AE34-3D7D37950E25}" type="pres">
      <dgm:prSet presAssocID="{5073D332-4DAB-41B6-B1F9-668ABA637EEE}" presName="Name37" presStyleLbl="parChTrans1D3" presStyleIdx="1" presStyleCnt="3"/>
      <dgm:spPr/>
      <dgm:t>
        <a:bodyPr/>
        <a:lstStyle/>
        <a:p>
          <a:endParaRPr lang="en-US"/>
        </a:p>
      </dgm:t>
    </dgm:pt>
    <dgm:pt modelId="{12798926-53D9-4CC3-B273-4ED901147BCA}" type="pres">
      <dgm:prSet presAssocID="{5D11CCF1-D51D-4F67-858D-700810CFA9CA}" presName="hierRoot2" presStyleCnt="0">
        <dgm:presLayoutVars>
          <dgm:hierBranch val="init"/>
        </dgm:presLayoutVars>
      </dgm:prSet>
      <dgm:spPr/>
    </dgm:pt>
    <dgm:pt modelId="{607BF48F-A524-4749-B286-C39878E0200F}" type="pres">
      <dgm:prSet presAssocID="{5D11CCF1-D51D-4F67-858D-700810CFA9CA}" presName="rootComposite" presStyleCnt="0"/>
      <dgm:spPr/>
    </dgm:pt>
    <dgm:pt modelId="{C74A82DD-C746-4C8D-B642-AD3A7E0F235C}" type="pres">
      <dgm:prSet presAssocID="{5D11CCF1-D51D-4F67-858D-700810CFA9CA}" presName="rootText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C22680-45AD-46F1-BD44-8525827000BB}" type="pres">
      <dgm:prSet presAssocID="{5D11CCF1-D51D-4F67-858D-700810CFA9CA}" presName="rootConnector" presStyleLbl="node3" presStyleIdx="1" presStyleCnt="3"/>
      <dgm:spPr/>
      <dgm:t>
        <a:bodyPr/>
        <a:lstStyle/>
        <a:p>
          <a:endParaRPr lang="en-US"/>
        </a:p>
      </dgm:t>
    </dgm:pt>
    <dgm:pt modelId="{706F7EDF-2304-41C9-AA5D-20A0B715A333}" type="pres">
      <dgm:prSet presAssocID="{5D11CCF1-D51D-4F67-858D-700810CFA9CA}" presName="hierChild4" presStyleCnt="0"/>
      <dgm:spPr/>
    </dgm:pt>
    <dgm:pt modelId="{DDF9A9F5-4FD5-44F4-B5BE-E71B0289505E}" type="pres">
      <dgm:prSet presAssocID="{5D11CCF1-D51D-4F67-858D-700810CFA9CA}" presName="hierChild5" presStyleCnt="0"/>
      <dgm:spPr/>
    </dgm:pt>
    <dgm:pt modelId="{8FACB7EA-3BCC-4430-B734-3943F039782C}" type="pres">
      <dgm:prSet presAssocID="{7B17AD55-E82C-4161-9250-F380070AFC6C}" presName="hierChild5" presStyleCnt="0"/>
      <dgm:spPr/>
    </dgm:pt>
    <dgm:pt modelId="{1A3B47FA-19BE-4C28-AA39-DEF6EE241C63}" type="pres">
      <dgm:prSet presAssocID="{7AE75C9B-663A-49C3-9090-C9FE51505502}" presName="Name37" presStyleLbl="parChTrans1D2" presStyleIdx="1" presStyleCnt="4"/>
      <dgm:spPr/>
      <dgm:t>
        <a:bodyPr/>
        <a:lstStyle/>
        <a:p>
          <a:endParaRPr lang="en-US"/>
        </a:p>
      </dgm:t>
    </dgm:pt>
    <dgm:pt modelId="{F0B3C45E-DFCE-4392-98FF-5E1983626D84}" type="pres">
      <dgm:prSet presAssocID="{431528C5-CF53-4A1D-8A47-C98D931A5529}" presName="hierRoot2" presStyleCnt="0">
        <dgm:presLayoutVars>
          <dgm:hierBranch val="init"/>
        </dgm:presLayoutVars>
      </dgm:prSet>
      <dgm:spPr/>
    </dgm:pt>
    <dgm:pt modelId="{437EB345-8B29-4DEF-9420-6B36B207D45D}" type="pres">
      <dgm:prSet presAssocID="{431528C5-CF53-4A1D-8A47-C98D931A5529}" presName="rootComposite" presStyleCnt="0"/>
      <dgm:spPr/>
    </dgm:pt>
    <dgm:pt modelId="{4D58F9F5-8C28-45E6-9400-5555E1334B27}" type="pres">
      <dgm:prSet presAssocID="{431528C5-CF53-4A1D-8A47-C98D931A5529}" presName="rootText" presStyleLbl="node2" presStyleIdx="1" presStyleCnt="4" custScaleX="163977" custScaleY="14208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79FB35C-C758-411D-B204-CE5F2211EE37}" type="pres">
      <dgm:prSet presAssocID="{431528C5-CF53-4A1D-8A47-C98D931A5529}" presName="rootConnector" presStyleLbl="node2" presStyleIdx="1" presStyleCnt="4"/>
      <dgm:spPr/>
      <dgm:t>
        <a:bodyPr/>
        <a:lstStyle/>
        <a:p>
          <a:endParaRPr lang="en-US"/>
        </a:p>
      </dgm:t>
    </dgm:pt>
    <dgm:pt modelId="{B719885C-F283-4167-8B0D-2CBFF01D28DA}" type="pres">
      <dgm:prSet presAssocID="{431528C5-CF53-4A1D-8A47-C98D931A5529}" presName="hierChild4" presStyleCnt="0"/>
      <dgm:spPr/>
    </dgm:pt>
    <dgm:pt modelId="{6C30AE64-1956-4B7D-A94D-2FAE3BA9506F}" type="pres">
      <dgm:prSet presAssocID="{D2692AC5-8A2F-46F0-A4C4-F3204574C0D3}" presName="Name37" presStyleLbl="parChTrans1D3" presStyleIdx="2" presStyleCnt="3"/>
      <dgm:spPr/>
      <dgm:t>
        <a:bodyPr/>
        <a:lstStyle/>
        <a:p>
          <a:endParaRPr lang="en-US"/>
        </a:p>
      </dgm:t>
    </dgm:pt>
    <dgm:pt modelId="{100DB131-4457-493F-81E8-EB5205AD16CA}" type="pres">
      <dgm:prSet presAssocID="{BE530E60-1B3E-410F-A24C-1B7D9CFF6A6E}" presName="hierRoot2" presStyleCnt="0">
        <dgm:presLayoutVars>
          <dgm:hierBranch val="init"/>
        </dgm:presLayoutVars>
      </dgm:prSet>
      <dgm:spPr/>
    </dgm:pt>
    <dgm:pt modelId="{98B10BFD-7514-43AC-9D4E-C155EFB881F4}" type="pres">
      <dgm:prSet presAssocID="{BE530E60-1B3E-410F-A24C-1B7D9CFF6A6E}" presName="rootComposite" presStyleCnt="0"/>
      <dgm:spPr/>
    </dgm:pt>
    <dgm:pt modelId="{9B60ACD1-DE0B-4559-9F80-60E1E1021922}" type="pres">
      <dgm:prSet presAssocID="{BE530E60-1B3E-410F-A24C-1B7D9CFF6A6E}" presName="rootText" presStyleLbl="node3" presStyleIdx="2" presStyleCnt="3" custScaleX="126039" custScaleY="1720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5B3FE69-D520-45FE-AA02-F87FA12C5AB5}" type="pres">
      <dgm:prSet presAssocID="{BE530E60-1B3E-410F-A24C-1B7D9CFF6A6E}" presName="rootConnector" presStyleLbl="node3" presStyleIdx="2" presStyleCnt="3"/>
      <dgm:spPr/>
      <dgm:t>
        <a:bodyPr/>
        <a:lstStyle/>
        <a:p>
          <a:endParaRPr lang="en-US"/>
        </a:p>
      </dgm:t>
    </dgm:pt>
    <dgm:pt modelId="{B62F8601-53B3-4045-B73F-85CAB39BBBEF}" type="pres">
      <dgm:prSet presAssocID="{BE530E60-1B3E-410F-A24C-1B7D9CFF6A6E}" presName="hierChild4" presStyleCnt="0"/>
      <dgm:spPr/>
    </dgm:pt>
    <dgm:pt modelId="{292A2797-EBBB-496A-84BC-7ED3C2E84F11}" type="pres">
      <dgm:prSet presAssocID="{BE530E60-1B3E-410F-A24C-1B7D9CFF6A6E}" presName="hierChild5" presStyleCnt="0"/>
      <dgm:spPr/>
    </dgm:pt>
    <dgm:pt modelId="{DA116BA1-3618-402E-B34A-CC419B58EE47}" type="pres">
      <dgm:prSet presAssocID="{431528C5-CF53-4A1D-8A47-C98D931A5529}" presName="hierChild5" presStyleCnt="0"/>
      <dgm:spPr/>
    </dgm:pt>
    <dgm:pt modelId="{71FDE94A-3025-47B7-A06B-5A75B5552B9D}" type="pres">
      <dgm:prSet presAssocID="{096283A5-E4F5-472C-AB85-A6D908DC7A01}" presName="Name37" presStyleLbl="parChTrans1D2" presStyleIdx="2" presStyleCnt="4"/>
      <dgm:spPr/>
      <dgm:t>
        <a:bodyPr/>
        <a:lstStyle/>
        <a:p>
          <a:endParaRPr lang="en-US"/>
        </a:p>
      </dgm:t>
    </dgm:pt>
    <dgm:pt modelId="{EA19C4E3-BE8D-4BE0-B02B-90FAB8B21603}" type="pres">
      <dgm:prSet presAssocID="{9471224B-D570-4FA7-96E6-47CA7E920111}" presName="hierRoot2" presStyleCnt="0">
        <dgm:presLayoutVars>
          <dgm:hierBranch val="init"/>
        </dgm:presLayoutVars>
      </dgm:prSet>
      <dgm:spPr/>
    </dgm:pt>
    <dgm:pt modelId="{69D9EF19-D321-47AC-8207-56C717EE9CC6}" type="pres">
      <dgm:prSet presAssocID="{9471224B-D570-4FA7-96E6-47CA7E920111}" presName="rootComposite" presStyleCnt="0"/>
      <dgm:spPr/>
    </dgm:pt>
    <dgm:pt modelId="{97DC2324-5F33-495E-B6D2-8FC8CE891018}" type="pres">
      <dgm:prSet presAssocID="{9471224B-D570-4FA7-96E6-47CA7E920111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B4E9BCC-0C5F-46C3-8BD5-DA5A31319FFC}" type="pres">
      <dgm:prSet presAssocID="{9471224B-D570-4FA7-96E6-47CA7E920111}" presName="rootConnector" presStyleLbl="node2" presStyleIdx="2" presStyleCnt="4"/>
      <dgm:spPr/>
      <dgm:t>
        <a:bodyPr/>
        <a:lstStyle/>
        <a:p>
          <a:endParaRPr lang="en-US"/>
        </a:p>
      </dgm:t>
    </dgm:pt>
    <dgm:pt modelId="{DE6BB657-62D1-4FF3-ACFB-F4746585946F}" type="pres">
      <dgm:prSet presAssocID="{9471224B-D570-4FA7-96E6-47CA7E920111}" presName="hierChild4" presStyleCnt="0"/>
      <dgm:spPr/>
    </dgm:pt>
    <dgm:pt modelId="{51CEDB48-D9D6-45EE-8557-C40980AE5D58}" type="pres">
      <dgm:prSet presAssocID="{9471224B-D570-4FA7-96E6-47CA7E920111}" presName="hierChild5" presStyleCnt="0"/>
      <dgm:spPr/>
    </dgm:pt>
    <dgm:pt modelId="{6A61DE18-CF37-4D60-A64A-55E13FF2975B}" type="pres">
      <dgm:prSet presAssocID="{5511B73E-713F-4378-80E5-7B063801BD36}" presName="Name37" presStyleLbl="parChTrans1D2" presStyleIdx="3" presStyleCnt="4"/>
      <dgm:spPr/>
      <dgm:t>
        <a:bodyPr/>
        <a:lstStyle/>
        <a:p>
          <a:endParaRPr lang="en-US"/>
        </a:p>
      </dgm:t>
    </dgm:pt>
    <dgm:pt modelId="{6E993BEC-7DFB-45C3-9798-4BB31CE7E6C5}" type="pres">
      <dgm:prSet presAssocID="{ECC716B4-6A10-4A2A-AEB3-7A9FD558F8BB}" presName="hierRoot2" presStyleCnt="0">
        <dgm:presLayoutVars>
          <dgm:hierBranch val="init"/>
        </dgm:presLayoutVars>
      </dgm:prSet>
      <dgm:spPr/>
    </dgm:pt>
    <dgm:pt modelId="{CB072911-CB3D-4BF9-8404-E5EAB77C7AD4}" type="pres">
      <dgm:prSet presAssocID="{ECC716B4-6A10-4A2A-AEB3-7A9FD558F8BB}" presName="rootComposite" presStyleCnt="0"/>
      <dgm:spPr/>
    </dgm:pt>
    <dgm:pt modelId="{14C86C81-4FE4-480E-980D-18C3FB76BE51}" type="pres">
      <dgm:prSet presAssocID="{ECC716B4-6A10-4A2A-AEB3-7A9FD558F8BB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B1956E8-6F63-4F23-AAA1-F0949254C9B9}" type="pres">
      <dgm:prSet presAssocID="{ECC716B4-6A10-4A2A-AEB3-7A9FD558F8BB}" presName="rootConnector" presStyleLbl="node2" presStyleIdx="3" presStyleCnt="4"/>
      <dgm:spPr/>
      <dgm:t>
        <a:bodyPr/>
        <a:lstStyle/>
        <a:p>
          <a:endParaRPr lang="en-US"/>
        </a:p>
      </dgm:t>
    </dgm:pt>
    <dgm:pt modelId="{22C472F8-3949-4F17-B97E-C1ABB57575E1}" type="pres">
      <dgm:prSet presAssocID="{ECC716B4-6A10-4A2A-AEB3-7A9FD558F8BB}" presName="hierChild4" presStyleCnt="0"/>
      <dgm:spPr/>
    </dgm:pt>
    <dgm:pt modelId="{7155660C-8796-452C-9031-0CBDFACF2F19}" type="pres">
      <dgm:prSet presAssocID="{ECC716B4-6A10-4A2A-AEB3-7A9FD558F8BB}" presName="hierChild5" presStyleCnt="0"/>
      <dgm:spPr/>
    </dgm:pt>
    <dgm:pt modelId="{A1782A65-871C-4340-A494-1194FF5A5DC1}" type="pres">
      <dgm:prSet presAssocID="{F9586BED-9214-4194-AC8F-622781CA997D}" presName="hierChild3" presStyleCnt="0"/>
      <dgm:spPr/>
    </dgm:pt>
  </dgm:ptLst>
  <dgm:cxnLst>
    <dgm:cxn modelId="{5B0524AD-39D6-4C67-90E3-9EE4042E2A58}" type="presOf" srcId="{BE530E60-1B3E-410F-A24C-1B7D9CFF6A6E}" destId="{A5B3FE69-D520-45FE-AA02-F87FA12C5AB5}" srcOrd="1" destOrd="0" presId="urn:microsoft.com/office/officeart/2005/8/layout/orgChart1"/>
    <dgm:cxn modelId="{859FBEC5-985D-430D-B052-DF27DD1791B5}" type="presOf" srcId="{D2692AC5-8A2F-46F0-A4C4-F3204574C0D3}" destId="{6C30AE64-1956-4B7D-A94D-2FAE3BA9506F}" srcOrd="0" destOrd="0" presId="urn:microsoft.com/office/officeart/2005/8/layout/orgChart1"/>
    <dgm:cxn modelId="{4E20D41A-D76E-40DF-9B3D-196B71213D86}" srcId="{0D39E264-0DF9-4CD6-8A27-DA35B8FDD46D}" destId="{F9586BED-9214-4194-AC8F-622781CA997D}" srcOrd="0" destOrd="0" parTransId="{CB13BFA4-7251-4D8B-8B00-24CA634BBEF8}" sibTransId="{9AE9CF3E-F97A-44C1-B197-FFB030192AFD}"/>
    <dgm:cxn modelId="{48E8775D-527B-44F7-BD5C-5454369EA321}" type="presOf" srcId="{A3F111BD-055F-4B32-BD0A-D954171C59AC}" destId="{3B55B403-1D7E-4286-A320-8654E0D1367D}" srcOrd="0" destOrd="0" presId="urn:microsoft.com/office/officeart/2005/8/layout/orgChart1"/>
    <dgm:cxn modelId="{C79417F1-19C9-45C2-88C8-1A7977478F63}" type="presOf" srcId="{ECC716B4-6A10-4A2A-AEB3-7A9FD558F8BB}" destId="{EB1956E8-6F63-4F23-AAA1-F0949254C9B9}" srcOrd="1" destOrd="0" presId="urn:microsoft.com/office/officeart/2005/8/layout/orgChart1"/>
    <dgm:cxn modelId="{C5B35AD3-ECB4-497C-A6E3-A5913EAA8EF6}" type="presOf" srcId="{431528C5-CF53-4A1D-8A47-C98D931A5529}" destId="{4D58F9F5-8C28-45E6-9400-5555E1334B27}" srcOrd="0" destOrd="0" presId="urn:microsoft.com/office/officeart/2005/8/layout/orgChart1"/>
    <dgm:cxn modelId="{D171660E-1201-4587-84CB-088E91599C60}" type="presOf" srcId="{ECC716B4-6A10-4A2A-AEB3-7A9FD558F8BB}" destId="{14C86C81-4FE4-480E-980D-18C3FB76BE51}" srcOrd="0" destOrd="0" presId="urn:microsoft.com/office/officeart/2005/8/layout/orgChart1"/>
    <dgm:cxn modelId="{37EED37F-747E-47E5-AD56-D674FF713A67}" type="presOf" srcId="{431528C5-CF53-4A1D-8A47-C98D931A5529}" destId="{779FB35C-C758-411D-B204-CE5F2211EE37}" srcOrd="1" destOrd="0" presId="urn:microsoft.com/office/officeart/2005/8/layout/orgChart1"/>
    <dgm:cxn modelId="{9E8D76B0-9EB3-4A5D-9420-E1ABE3077C9E}" srcId="{F9586BED-9214-4194-AC8F-622781CA997D}" destId="{431528C5-CF53-4A1D-8A47-C98D931A5529}" srcOrd="1" destOrd="0" parTransId="{7AE75C9B-663A-49C3-9090-C9FE51505502}" sibTransId="{39169872-41EB-4750-8E22-480A4523BF6E}"/>
    <dgm:cxn modelId="{A40DB3E8-AFD8-4538-99CF-3D0B3DB1EDCC}" type="presOf" srcId="{7B17AD55-E82C-4161-9250-F380070AFC6C}" destId="{11814280-2E56-4A87-9E52-FAC1E210F2D7}" srcOrd="1" destOrd="0" presId="urn:microsoft.com/office/officeart/2005/8/layout/orgChart1"/>
    <dgm:cxn modelId="{519EA094-D41A-4F89-8C31-943B6159426B}" srcId="{F9586BED-9214-4194-AC8F-622781CA997D}" destId="{9471224B-D570-4FA7-96E6-47CA7E920111}" srcOrd="2" destOrd="0" parTransId="{096283A5-E4F5-472C-AB85-A6D908DC7A01}" sibTransId="{75B62956-B059-445C-959A-675850FAC671}"/>
    <dgm:cxn modelId="{95C4804E-7D29-4272-8A3D-75FE348CDDE9}" type="presOf" srcId="{096283A5-E4F5-472C-AB85-A6D908DC7A01}" destId="{71FDE94A-3025-47B7-A06B-5A75B5552B9D}" srcOrd="0" destOrd="0" presId="urn:microsoft.com/office/officeart/2005/8/layout/orgChart1"/>
    <dgm:cxn modelId="{C15C4CC6-AA93-4802-A97D-FFFFF340B0D9}" type="presOf" srcId="{9471224B-D570-4FA7-96E6-47CA7E920111}" destId="{7B4E9BCC-0C5F-46C3-8BD5-DA5A31319FFC}" srcOrd="1" destOrd="0" presId="urn:microsoft.com/office/officeart/2005/8/layout/orgChart1"/>
    <dgm:cxn modelId="{7848CFD3-5611-4AAD-A4E0-7B5F7EFDF254}" type="presOf" srcId="{7AE75C9B-663A-49C3-9090-C9FE51505502}" destId="{1A3B47FA-19BE-4C28-AA39-DEF6EE241C63}" srcOrd="0" destOrd="0" presId="urn:microsoft.com/office/officeart/2005/8/layout/orgChart1"/>
    <dgm:cxn modelId="{D3E6228A-9563-4CBD-9A5B-F0B77907B42C}" type="presOf" srcId="{5D11CCF1-D51D-4F67-858D-700810CFA9CA}" destId="{C74A82DD-C746-4C8D-B642-AD3A7E0F235C}" srcOrd="0" destOrd="0" presId="urn:microsoft.com/office/officeart/2005/8/layout/orgChart1"/>
    <dgm:cxn modelId="{6E480337-ACA4-4585-B090-B495AC2D3E43}" type="presOf" srcId="{F9586BED-9214-4194-AC8F-622781CA997D}" destId="{50F76F5E-247A-4091-818E-AFA631A17791}" srcOrd="0" destOrd="0" presId="urn:microsoft.com/office/officeart/2005/8/layout/orgChart1"/>
    <dgm:cxn modelId="{1CE5756E-E98B-4704-A41C-5E9602A791AC}" type="presOf" srcId="{7B17AD55-E82C-4161-9250-F380070AFC6C}" destId="{D0A31A71-B649-4AC6-8143-0AC510058062}" srcOrd="0" destOrd="0" presId="urn:microsoft.com/office/officeart/2005/8/layout/orgChart1"/>
    <dgm:cxn modelId="{5A1542D7-C0CD-4E5F-9340-AB8A57DADC81}" srcId="{7B17AD55-E82C-4161-9250-F380070AFC6C}" destId="{5D11CCF1-D51D-4F67-858D-700810CFA9CA}" srcOrd="1" destOrd="0" parTransId="{5073D332-4DAB-41B6-B1F9-668ABA637EEE}" sibTransId="{EB30C690-F5EF-45B0-9512-C5C6D6E2B48F}"/>
    <dgm:cxn modelId="{EAE61506-A7A0-4487-BD82-66C46401E23D}" srcId="{431528C5-CF53-4A1D-8A47-C98D931A5529}" destId="{BE530E60-1B3E-410F-A24C-1B7D9CFF6A6E}" srcOrd="0" destOrd="0" parTransId="{D2692AC5-8A2F-46F0-A4C4-F3204574C0D3}" sibTransId="{76169FE3-9F13-4D9F-AF05-7C68B9CE145F}"/>
    <dgm:cxn modelId="{6FE866AC-8ABF-44DC-904D-0FC67368C0C2}" srcId="{7B17AD55-E82C-4161-9250-F380070AFC6C}" destId="{3D967A41-F98C-4E19-BDD7-9112534878CF}" srcOrd="0" destOrd="0" parTransId="{A3F111BD-055F-4B32-BD0A-D954171C59AC}" sibTransId="{7E4C214A-F2E5-4225-BC18-F161B2EADF5D}"/>
    <dgm:cxn modelId="{5055D6E0-9F52-4F5D-904C-C5205DE1B7C7}" type="presOf" srcId="{BE530E60-1B3E-410F-A24C-1B7D9CFF6A6E}" destId="{9B60ACD1-DE0B-4559-9F80-60E1E1021922}" srcOrd="0" destOrd="0" presId="urn:microsoft.com/office/officeart/2005/8/layout/orgChart1"/>
    <dgm:cxn modelId="{4B86382E-607B-4DAA-A638-79D91B01C9C8}" type="presOf" srcId="{065E50EE-174F-4920-9465-73DB09355610}" destId="{822E4991-88C5-4BB4-B3CD-D5E3DFD30906}" srcOrd="0" destOrd="0" presId="urn:microsoft.com/office/officeart/2005/8/layout/orgChart1"/>
    <dgm:cxn modelId="{5D99D036-4309-49CF-B999-12C7DA4E1F45}" srcId="{F9586BED-9214-4194-AC8F-622781CA997D}" destId="{ECC716B4-6A10-4A2A-AEB3-7A9FD558F8BB}" srcOrd="3" destOrd="0" parTransId="{5511B73E-713F-4378-80E5-7B063801BD36}" sibTransId="{646CEDC9-F48D-4041-9BAE-A64010838C36}"/>
    <dgm:cxn modelId="{6A9EE3EA-F55B-42C2-BB48-54EF69C997D8}" type="presOf" srcId="{5D11CCF1-D51D-4F67-858D-700810CFA9CA}" destId="{5AC22680-45AD-46F1-BD44-8525827000BB}" srcOrd="1" destOrd="0" presId="urn:microsoft.com/office/officeart/2005/8/layout/orgChart1"/>
    <dgm:cxn modelId="{CAF2D9BF-40B9-42B4-B4C8-FC64C0D86F84}" srcId="{F9586BED-9214-4194-AC8F-622781CA997D}" destId="{7B17AD55-E82C-4161-9250-F380070AFC6C}" srcOrd="0" destOrd="0" parTransId="{065E50EE-174F-4920-9465-73DB09355610}" sibTransId="{40DBD420-6998-473D-B7F5-9CD81CBD9DEE}"/>
    <dgm:cxn modelId="{B23884C4-CAB1-41DF-A66A-F89D7730ADB0}" type="presOf" srcId="{3D967A41-F98C-4E19-BDD7-9112534878CF}" destId="{FA868281-0064-4411-9BD8-852208C1AE42}" srcOrd="1" destOrd="0" presId="urn:microsoft.com/office/officeart/2005/8/layout/orgChart1"/>
    <dgm:cxn modelId="{210CC056-FF17-4701-9E40-6641542ED36D}" type="presOf" srcId="{9471224B-D570-4FA7-96E6-47CA7E920111}" destId="{97DC2324-5F33-495E-B6D2-8FC8CE891018}" srcOrd="0" destOrd="0" presId="urn:microsoft.com/office/officeart/2005/8/layout/orgChart1"/>
    <dgm:cxn modelId="{DB35ECB8-D10D-4AC9-8BF8-AA28C37A2539}" type="presOf" srcId="{3D967A41-F98C-4E19-BDD7-9112534878CF}" destId="{ACE426A9-3789-403F-BF74-FD06D1AC14AD}" srcOrd="0" destOrd="0" presId="urn:microsoft.com/office/officeart/2005/8/layout/orgChart1"/>
    <dgm:cxn modelId="{C5ACAF51-DFF1-4FBC-9BEB-CF07950EA745}" type="presOf" srcId="{0D39E264-0DF9-4CD6-8A27-DA35B8FDD46D}" destId="{9ECC99C0-7E2F-4674-98A5-133B8C559610}" srcOrd="0" destOrd="0" presId="urn:microsoft.com/office/officeart/2005/8/layout/orgChart1"/>
    <dgm:cxn modelId="{2E9847E3-31A2-43AF-BD98-A7C072276AE8}" type="presOf" srcId="{5511B73E-713F-4378-80E5-7B063801BD36}" destId="{6A61DE18-CF37-4D60-A64A-55E13FF2975B}" srcOrd="0" destOrd="0" presId="urn:microsoft.com/office/officeart/2005/8/layout/orgChart1"/>
    <dgm:cxn modelId="{5321702C-244F-44AF-8D54-63C774271654}" type="presOf" srcId="{F9586BED-9214-4194-AC8F-622781CA997D}" destId="{08E7CBA8-5725-4AF6-BCB8-9CC337D8551C}" srcOrd="1" destOrd="0" presId="urn:microsoft.com/office/officeart/2005/8/layout/orgChart1"/>
    <dgm:cxn modelId="{14160632-EAAB-44C1-9A63-6B543EED23F6}" type="presOf" srcId="{5073D332-4DAB-41B6-B1F9-668ABA637EEE}" destId="{51D32821-656B-4848-AE34-3D7D37950E25}" srcOrd="0" destOrd="0" presId="urn:microsoft.com/office/officeart/2005/8/layout/orgChart1"/>
    <dgm:cxn modelId="{E5ADCDDD-B3F6-4781-9A78-AA50083E30AC}" type="presParOf" srcId="{9ECC99C0-7E2F-4674-98A5-133B8C559610}" destId="{80BB6833-E837-4AD7-A924-39B2755BDE69}" srcOrd="0" destOrd="0" presId="urn:microsoft.com/office/officeart/2005/8/layout/orgChart1"/>
    <dgm:cxn modelId="{61D67E7A-6B33-4ADA-86B8-90005E2D40A8}" type="presParOf" srcId="{80BB6833-E837-4AD7-A924-39B2755BDE69}" destId="{E8223295-FC7F-4533-8BB7-B950C2AADC02}" srcOrd="0" destOrd="0" presId="urn:microsoft.com/office/officeart/2005/8/layout/orgChart1"/>
    <dgm:cxn modelId="{ADCFB5CB-EEA3-48A5-892D-C8475379995C}" type="presParOf" srcId="{E8223295-FC7F-4533-8BB7-B950C2AADC02}" destId="{50F76F5E-247A-4091-818E-AFA631A17791}" srcOrd="0" destOrd="0" presId="urn:microsoft.com/office/officeart/2005/8/layout/orgChart1"/>
    <dgm:cxn modelId="{5739CEAB-EFD9-4B19-98AE-DD3E4526DC67}" type="presParOf" srcId="{E8223295-FC7F-4533-8BB7-B950C2AADC02}" destId="{08E7CBA8-5725-4AF6-BCB8-9CC337D8551C}" srcOrd="1" destOrd="0" presId="urn:microsoft.com/office/officeart/2005/8/layout/orgChart1"/>
    <dgm:cxn modelId="{B7F3ACD3-5C75-4A3A-8F8B-52F20B58F620}" type="presParOf" srcId="{80BB6833-E837-4AD7-A924-39B2755BDE69}" destId="{709C8070-8B32-4077-8020-9CBDB9B92152}" srcOrd="1" destOrd="0" presId="urn:microsoft.com/office/officeart/2005/8/layout/orgChart1"/>
    <dgm:cxn modelId="{834DAC86-C1D4-4B91-A5D4-C2CE1102F8DB}" type="presParOf" srcId="{709C8070-8B32-4077-8020-9CBDB9B92152}" destId="{822E4991-88C5-4BB4-B3CD-D5E3DFD30906}" srcOrd="0" destOrd="0" presId="urn:microsoft.com/office/officeart/2005/8/layout/orgChart1"/>
    <dgm:cxn modelId="{34F173B7-0419-46B2-B420-BE8A3A553F7D}" type="presParOf" srcId="{709C8070-8B32-4077-8020-9CBDB9B92152}" destId="{33891FFC-1626-4895-9373-2FB1F3D01A94}" srcOrd="1" destOrd="0" presId="urn:microsoft.com/office/officeart/2005/8/layout/orgChart1"/>
    <dgm:cxn modelId="{9F71619C-B85E-4E40-9F17-24961E1DF2AF}" type="presParOf" srcId="{33891FFC-1626-4895-9373-2FB1F3D01A94}" destId="{E2399519-62E8-4CD4-867D-D52D946484D6}" srcOrd="0" destOrd="0" presId="urn:microsoft.com/office/officeart/2005/8/layout/orgChart1"/>
    <dgm:cxn modelId="{4AEAA7A3-F179-482E-8FFD-B4F20611AAA4}" type="presParOf" srcId="{E2399519-62E8-4CD4-867D-D52D946484D6}" destId="{D0A31A71-B649-4AC6-8143-0AC510058062}" srcOrd="0" destOrd="0" presId="urn:microsoft.com/office/officeart/2005/8/layout/orgChart1"/>
    <dgm:cxn modelId="{B6A31B55-F191-4898-AE2D-DFE933BA6AE1}" type="presParOf" srcId="{E2399519-62E8-4CD4-867D-D52D946484D6}" destId="{11814280-2E56-4A87-9E52-FAC1E210F2D7}" srcOrd="1" destOrd="0" presId="urn:microsoft.com/office/officeart/2005/8/layout/orgChart1"/>
    <dgm:cxn modelId="{A74730AC-4841-4BD1-AA05-E780F5B34000}" type="presParOf" srcId="{33891FFC-1626-4895-9373-2FB1F3D01A94}" destId="{0771DB52-3CEB-400F-AC7A-B458B5358437}" srcOrd="1" destOrd="0" presId="urn:microsoft.com/office/officeart/2005/8/layout/orgChart1"/>
    <dgm:cxn modelId="{54FA64A0-0135-4783-9D14-6FA2164D41AD}" type="presParOf" srcId="{0771DB52-3CEB-400F-AC7A-B458B5358437}" destId="{3B55B403-1D7E-4286-A320-8654E0D1367D}" srcOrd="0" destOrd="0" presId="urn:microsoft.com/office/officeart/2005/8/layout/orgChart1"/>
    <dgm:cxn modelId="{B9C46C18-1E28-4BD9-8BD8-56FDEE2CB03B}" type="presParOf" srcId="{0771DB52-3CEB-400F-AC7A-B458B5358437}" destId="{CEB7494B-1CD0-4C23-9A51-9319E52EEA62}" srcOrd="1" destOrd="0" presId="urn:microsoft.com/office/officeart/2005/8/layout/orgChart1"/>
    <dgm:cxn modelId="{00981B31-E7AF-4C00-83D1-56237BE99264}" type="presParOf" srcId="{CEB7494B-1CD0-4C23-9A51-9319E52EEA62}" destId="{E45F30BC-8C14-4656-A79A-6CDC90A84F63}" srcOrd="0" destOrd="0" presId="urn:microsoft.com/office/officeart/2005/8/layout/orgChart1"/>
    <dgm:cxn modelId="{B73CDB02-32DD-41C0-9F4D-1816BC830B77}" type="presParOf" srcId="{E45F30BC-8C14-4656-A79A-6CDC90A84F63}" destId="{ACE426A9-3789-403F-BF74-FD06D1AC14AD}" srcOrd="0" destOrd="0" presId="urn:microsoft.com/office/officeart/2005/8/layout/orgChart1"/>
    <dgm:cxn modelId="{E1A91968-B59D-48CD-A196-55CC6CE8A3CF}" type="presParOf" srcId="{E45F30BC-8C14-4656-A79A-6CDC90A84F63}" destId="{FA868281-0064-4411-9BD8-852208C1AE42}" srcOrd="1" destOrd="0" presId="urn:microsoft.com/office/officeart/2005/8/layout/orgChart1"/>
    <dgm:cxn modelId="{FEE7B215-C077-4B0D-93F0-5A37EF051BCD}" type="presParOf" srcId="{CEB7494B-1CD0-4C23-9A51-9319E52EEA62}" destId="{DC1DA5F6-C241-46AA-AF41-EE9EFCA88607}" srcOrd="1" destOrd="0" presId="urn:microsoft.com/office/officeart/2005/8/layout/orgChart1"/>
    <dgm:cxn modelId="{7BA9ABCA-DA6F-4F42-A849-1F40A484378F}" type="presParOf" srcId="{CEB7494B-1CD0-4C23-9A51-9319E52EEA62}" destId="{91C128F8-4260-446D-9F19-8902769A58BA}" srcOrd="2" destOrd="0" presId="urn:microsoft.com/office/officeart/2005/8/layout/orgChart1"/>
    <dgm:cxn modelId="{E5893B05-FD5D-4538-8E78-9E0546920FEA}" type="presParOf" srcId="{0771DB52-3CEB-400F-AC7A-B458B5358437}" destId="{51D32821-656B-4848-AE34-3D7D37950E25}" srcOrd="2" destOrd="0" presId="urn:microsoft.com/office/officeart/2005/8/layout/orgChart1"/>
    <dgm:cxn modelId="{6FE04D39-5985-401E-AC63-70FA2FD11C28}" type="presParOf" srcId="{0771DB52-3CEB-400F-AC7A-B458B5358437}" destId="{12798926-53D9-4CC3-B273-4ED901147BCA}" srcOrd="3" destOrd="0" presId="urn:microsoft.com/office/officeart/2005/8/layout/orgChart1"/>
    <dgm:cxn modelId="{2EB12091-77F3-42EF-AE33-6C2182989A07}" type="presParOf" srcId="{12798926-53D9-4CC3-B273-4ED901147BCA}" destId="{607BF48F-A524-4749-B286-C39878E0200F}" srcOrd="0" destOrd="0" presId="urn:microsoft.com/office/officeart/2005/8/layout/orgChart1"/>
    <dgm:cxn modelId="{FB2AF754-64E3-49A3-A474-8A00BF264EFC}" type="presParOf" srcId="{607BF48F-A524-4749-B286-C39878E0200F}" destId="{C74A82DD-C746-4C8D-B642-AD3A7E0F235C}" srcOrd="0" destOrd="0" presId="urn:microsoft.com/office/officeart/2005/8/layout/orgChart1"/>
    <dgm:cxn modelId="{43D5D88D-8E23-4183-9166-0635CB017C4C}" type="presParOf" srcId="{607BF48F-A524-4749-B286-C39878E0200F}" destId="{5AC22680-45AD-46F1-BD44-8525827000BB}" srcOrd="1" destOrd="0" presId="urn:microsoft.com/office/officeart/2005/8/layout/orgChart1"/>
    <dgm:cxn modelId="{53CD06BF-99FD-4083-94E0-CB282E7A9DEF}" type="presParOf" srcId="{12798926-53D9-4CC3-B273-4ED901147BCA}" destId="{706F7EDF-2304-41C9-AA5D-20A0B715A333}" srcOrd="1" destOrd="0" presId="urn:microsoft.com/office/officeart/2005/8/layout/orgChart1"/>
    <dgm:cxn modelId="{FB9B04D1-97A5-4380-A84E-33430C3D932B}" type="presParOf" srcId="{12798926-53D9-4CC3-B273-4ED901147BCA}" destId="{DDF9A9F5-4FD5-44F4-B5BE-E71B0289505E}" srcOrd="2" destOrd="0" presId="urn:microsoft.com/office/officeart/2005/8/layout/orgChart1"/>
    <dgm:cxn modelId="{21A767B8-E933-4727-83A2-B1AFA1383924}" type="presParOf" srcId="{33891FFC-1626-4895-9373-2FB1F3D01A94}" destId="{8FACB7EA-3BCC-4430-B734-3943F039782C}" srcOrd="2" destOrd="0" presId="urn:microsoft.com/office/officeart/2005/8/layout/orgChart1"/>
    <dgm:cxn modelId="{09DB2860-4952-4E7A-A923-2AE8E3582BD0}" type="presParOf" srcId="{709C8070-8B32-4077-8020-9CBDB9B92152}" destId="{1A3B47FA-19BE-4C28-AA39-DEF6EE241C63}" srcOrd="2" destOrd="0" presId="urn:microsoft.com/office/officeart/2005/8/layout/orgChart1"/>
    <dgm:cxn modelId="{F62E4E88-99DC-4035-87BA-4F3C26EEB66C}" type="presParOf" srcId="{709C8070-8B32-4077-8020-9CBDB9B92152}" destId="{F0B3C45E-DFCE-4392-98FF-5E1983626D84}" srcOrd="3" destOrd="0" presId="urn:microsoft.com/office/officeart/2005/8/layout/orgChart1"/>
    <dgm:cxn modelId="{E95D56E4-4460-40DE-884E-A0A597A07D5C}" type="presParOf" srcId="{F0B3C45E-DFCE-4392-98FF-5E1983626D84}" destId="{437EB345-8B29-4DEF-9420-6B36B207D45D}" srcOrd="0" destOrd="0" presId="urn:microsoft.com/office/officeart/2005/8/layout/orgChart1"/>
    <dgm:cxn modelId="{72E4DCE8-34F6-4E0B-BBE8-A5476FD188F7}" type="presParOf" srcId="{437EB345-8B29-4DEF-9420-6B36B207D45D}" destId="{4D58F9F5-8C28-45E6-9400-5555E1334B27}" srcOrd="0" destOrd="0" presId="urn:microsoft.com/office/officeart/2005/8/layout/orgChart1"/>
    <dgm:cxn modelId="{B4A07331-4246-4637-9DD1-7C5CCDB30671}" type="presParOf" srcId="{437EB345-8B29-4DEF-9420-6B36B207D45D}" destId="{779FB35C-C758-411D-B204-CE5F2211EE37}" srcOrd="1" destOrd="0" presId="urn:microsoft.com/office/officeart/2005/8/layout/orgChart1"/>
    <dgm:cxn modelId="{4736F0AC-6134-417F-AAAB-97DAF2CCD998}" type="presParOf" srcId="{F0B3C45E-DFCE-4392-98FF-5E1983626D84}" destId="{B719885C-F283-4167-8B0D-2CBFF01D28DA}" srcOrd="1" destOrd="0" presId="urn:microsoft.com/office/officeart/2005/8/layout/orgChart1"/>
    <dgm:cxn modelId="{2D898604-7936-4DED-BB26-E90DCD7EE90B}" type="presParOf" srcId="{B719885C-F283-4167-8B0D-2CBFF01D28DA}" destId="{6C30AE64-1956-4B7D-A94D-2FAE3BA9506F}" srcOrd="0" destOrd="0" presId="urn:microsoft.com/office/officeart/2005/8/layout/orgChart1"/>
    <dgm:cxn modelId="{9D39A98A-EA8A-4FB0-A886-AF6F034EDA48}" type="presParOf" srcId="{B719885C-F283-4167-8B0D-2CBFF01D28DA}" destId="{100DB131-4457-493F-81E8-EB5205AD16CA}" srcOrd="1" destOrd="0" presId="urn:microsoft.com/office/officeart/2005/8/layout/orgChart1"/>
    <dgm:cxn modelId="{CE190E5A-0624-4D2F-982F-06C3DB49678A}" type="presParOf" srcId="{100DB131-4457-493F-81E8-EB5205AD16CA}" destId="{98B10BFD-7514-43AC-9D4E-C155EFB881F4}" srcOrd="0" destOrd="0" presId="urn:microsoft.com/office/officeart/2005/8/layout/orgChart1"/>
    <dgm:cxn modelId="{9865D412-BFE2-4CCD-8632-795FB3010AC1}" type="presParOf" srcId="{98B10BFD-7514-43AC-9D4E-C155EFB881F4}" destId="{9B60ACD1-DE0B-4559-9F80-60E1E1021922}" srcOrd="0" destOrd="0" presId="urn:microsoft.com/office/officeart/2005/8/layout/orgChart1"/>
    <dgm:cxn modelId="{26472830-4204-4BCF-B61D-273F1C139C2B}" type="presParOf" srcId="{98B10BFD-7514-43AC-9D4E-C155EFB881F4}" destId="{A5B3FE69-D520-45FE-AA02-F87FA12C5AB5}" srcOrd="1" destOrd="0" presId="urn:microsoft.com/office/officeart/2005/8/layout/orgChart1"/>
    <dgm:cxn modelId="{CB9452BF-8F9E-46E4-9F6F-DA2EFDDE1AC8}" type="presParOf" srcId="{100DB131-4457-493F-81E8-EB5205AD16CA}" destId="{B62F8601-53B3-4045-B73F-85CAB39BBBEF}" srcOrd="1" destOrd="0" presId="urn:microsoft.com/office/officeart/2005/8/layout/orgChart1"/>
    <dgm:cxn modelId="{AC069E54-6E11-4B66-8387-84A0979B08D1}" type="presParOf" srcId="{100DB131-4457-493F-81E8-EB5205AD16CA}" destId="{292A2797-EBBB-496A-84BC-7ED3C2E84F11}" srcOrd="2" destOrd="0" presId="urn:microsoft.com/office/officeart/2005/8/layout/orgChart1"/>
    <dgm:cxn modelId="{9059E69E-579C-45A4-9336-BEEA11152E77}" type="presParOf" srcId="{F0B3C45E-DFCE-4392-98FF-5E1983626D84}" destId="{DA116BA1-3618-402E-B34A-CC419B58EE47}" srcOrd="2" destOrd="0" presId="urn:microsoft.com/office/officeart/2005/8/layout/orgChart1"/>
    <dgm:cxn modelId="{F52ABF2C-61D0-47E0-92C1-6F78A220266E}" type="presParOf" srcId="{709C8070-8B32-4077-8020-9CBDB9B92152}" destId="{71FDE94A-3025-47B7-A06B-5A75B5552B9D}" srcOrd="4" destOrd="0" presId="urn:microsoft.com/office/officeart/2005/8/layout/orgChart1"/>
    <dgm:cxn modelId="{0342270A-08DC-4263-829E-8A7FF7A2DEF8}" type="presParOf" srcId="{709C8070-8B32-4077-8020-9CBDB9B92152}" destId="{EA19C4E3-BE8D-4BE0-B02B-90FAB8B21603}" srcOrd="5" destOrd="0" presId="urn:microsoft.com/office/officeart/2005/8/layout/orgChart1"/>
    <dgm:cxn modelId="{83850770-59C7-461B-AB15-3FEF58B68107}" type="presParOf" srcId="{EA19C4E3-BE8D-4BE0-B02B-90FAB8B21603}" destId="{69D9EF19-D321-47AC-8207-56C717EE9CC6}" srcOrd="0" destOrd="0" presId="urn:microsoft.com/office/officeart/2005/8/layout/orgChart1"/>
    <dgm:cxn modelId="{C3CA3BC7-73EE-4663-9AD7-6F0ED5C95B2F}" type="presParOf" srcId="{69D9EF19-D321-47AC-8207-56C717EE9CC6}" destId="{97DC2324-5F33-495E-B6D2-8FC8CE891018}" srcOrd="0" destOrd="0" presId="urn:microsoft.com/office/officeart/2005/8/layout/orgChart1"/>
    <dgm:cxn modelId="{7C8E53BA-7A7D-4427-87EE-3765DCDF1154}" type="presParOf" srcId="{69D9EF19-D321-47AC-8207-56C717EE9CC6}" destId="{7B4E9BCC-0C5F-46C3-8BD5-DA5A31319FFC}" srcOrd="1" destOrd="0" presId="urn:microsoft.com/office/officeart/2005/8/layout/orgChart1"/>
    <dgm:cxn modelId="{6E233E17-15B0-4FB4-8143-0B03CAE1D669}" type="presParOf" srcId="{EA19C4E3-BE8D-4BE0-B02B-90FAB8B21603}" destId="{DE6BB657-62D1-4FF3-ACFB-F4746585946F}" srcOrd="1" destOrd="0" presId="urn:microsoft.com/office/officeart/2005/8/layout/orgChart1"/>
    <dgm:cxn modelId="{184BF2C3-9457-4CA1-BE77-770FCCB7A318}" type="presParOf" srcId="{EA19C4E3-BE8D-4BE0-B02B-90FAB8B21603}" destId="{51CEDB48-D9D6-45EE-8557-C40980AE5D58}" srcOrd="2" destOrd="0" presId="urn:microsoft.com/office/officeart/2005/8/layout/orgChart1"/>
    <dgm:cxn modelId="{39BFE9FA-B1B1-454B-B328-72ED722BFC29}" type="presParOf" srcId="{709C8070-8B32-4077-8020-9CBDB9B92152}" destId="{6A61DE18-CF37-4D60-A64A-55E13FF2975B}" srcOrd="6" destOrd="0" presId="urn:microsoft.com/office/officeart/2005/8/layout/orgChart1"/>
    <dgm:cxn modelId="{465BCCD9-58C2-40B8-8ACA-E98F84207A24}" type="presParOf" srcId="{709C8070-8B32-4077-8020-9CBDB9B92152}" destId="{6E993BEC-7DFB-45C3-9798-4BB31CE7E6C5}" srcOrd="7" destOrd="0" presId="urn:microsoft.com/office/officeart/2005/8/layout/orgChart1"/>
    <dgm:cxn modelId="{8EC9F946-4A37-4036-B3C1-DBD958BECBB0}" type="presParOf" srcId="{6E993BEC-7DFB-45C3-9798-4BB31CE7E6C5}" destId="{CB072911-CB3D-4BF9-8404-E5EAB77C7AD4}" srcOrd="0" destOrd="0" presId="urn:microsoft.com/office/officeart/2005/8/layout/orgChart1"/>
    <dgm:cxn modelId="{DBCBBE8A-5B9A-4794-B6C3-EDAFD035FC50}" type="presParOf" srcId="{CB072911-CB3D-4BF9-8404-E5EAB77C7AD4}" destId="{14C86C81-4FE4-480E-980D-18C3FB76BE51}" srcOrd="0" destOrd="0" presId="urn:microsoft.com/office/officeart/2005/8/layout/orgChart1"/>
    <dgm:cxn modelId="{C66F5EEA-8767-4152-AFF5-C67452D10795}" type="presParOf" srcId="{CB072911-CB3D-4BF9-8404-E5EAB77C7AD4}" destId="{EB1956E8-6F63-4F23-AAA1-F0949254C9B9}" srcOrd="1" destOrd="0" presId="urn:microsoft.com/office/officeart/2005/8/layout/orgChart1"/>
    <dgm:cxn modelId="{B3A7CC99-2FBA-40A0-9C4B-FF0D270C4171}" type="presParOf" srcId="{6E993BEC-7DFB-45C3-9798-4BB31CE7E6C5}" destId="{22C472F8-3949-4F17-B97E-C1ABB57575E1}" srcOrd="1" destOrd="0" presId="urn:microsoft.com/office/officeart/2005/8/layout/orgChart1"/>
    <dgm:cxn modelId="{35C030A3-84A8-4178-97FD-C30ACA0E49E9}" type="presParOf" srcId="{6E993BEC-7DFB-45C3-9798-4BB31CE7E6C5}" destId="{7155660C-8796-452C-9031-0CBDFACF2F19}" srcOrd="2" destOrd="0" presId="urn:microsoft.com/office/officeart/2005/8/layout/orgChart1"/>
    <dgm:cxn modelId="{368DFD9D-E4C3-4A5B-8320-D793824F96B0}" type="presParOf" srcId="{80BB6833-E837-4AD7-A924-39B2755BDE69}" destId="{A1782A65-871C-4340-A494-1194FF5A5DC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9112690-9CC1-42CA-92EF-22A5046497D0}">
      <dsp:nvSpPr>
        <dsp:cNvPr id="0" name=""/>
        <dsp:cNvSpPr/>
      </dsp:nvSpPr>
      <dsp:spPr>
        <a:xfrm>
          <a:off x="0" y="0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Value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Patient-Driven</a:t>
          </a:r>
          <a:endParaRPr lang="en-US" sz="2300" kern="1200" dirty="0"/>
        </a:p>
      </dsp:txBody>
      <dsp:txXfrm>
        <a:off x="0" y="0"/>
        <a:ext cx="3937406" cy="1219200"/>
      </dsp:txXfrm>
    </dsp:sp>
    <dsp:sp modelId="{44FCDAAD-01F0-4B5F-AC01-AA624E3EDD7F}">
      <dsp:nvSpPr>
        <dsp:cNvPr id="0" name=""/>
        <dsp:cNvSpPr/>
      </dsp:nvSpPr>
      <dsp:spPr>
        <a:xfrm>
          <a:off x="457199" y="14223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Quality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Practitioner-Driven</a:t>
          </a:r>
          <a:endParaRPr lang="en-US" sz="2300" kern="1200" dirty="0"/>
        </a:p>
      </dsp:txBody>
      <dsp:txXfrm>
        <a:off x="457199" y="1422399"/>
        <a:ext cx="3931920" cy="1219200"/>
      </dsp:txXfrm>
    </dsp:sp>
    <dsp:sp modelId="{F374B58B-DD19-4846-902F-F2A0A40B53F0}">
      <dsp:nvSpPr>
        <dsp:cNvPr id="0" name=""/>
        <dsp:cNvSpPr/>
      </dsp:nvSpPr>
      <dsp:spPr>
        <a:xfrm>
          <a:off x="914399" y="28447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Results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Provider-Driven</a:t>
          </a:r>
          <a:endParaRPr lang="en-US" sz="2300" kern="1200" dirty="0"/>
        </a:p>
      </dsp:txBody>
      <dsp:txXfrm>
        <a:off x="914399" y="2844799"/>
        <a:ext cx="3931920" cy="1219200"/>
      </dsp:txXfrm>
    </dsp:sp>
    <dsp:sp modelId="{6A0F8408-68AE-4879-BCBB-6F1D070EBBEC}">
      <dsp:nvSpPr>
        <dsp:cNvPr id="0" name=""/>
        <dsp:cNvSpPr/>
      </dsp:nvSpPr>
      <dsp:spPr>
        <a:xfrm>
          <a:off x="438912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389120" y="924560"/>
        <a:ext cx="792480" cy="792480"/>
      </dsp:txXfrm>
    </dsp:sp>
    <dsp:sp modelId="{BC27DFCF-341C-4832-B707-7562421074B8}">
      <dsp:nvSpPr>
        <dsp:cNvPr id="0" name=""/>
        <dsp:cNvSpPr/>
      </dsp:nvSpPr>
      <dsp:spPr>
        <a:xfrm>
          <a:off x="4846320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846320" y="2338832"/>
        <a:ext cx="792480" cy="7924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700719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447800" y="281939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952500" y="3067049"/>
          <a:ext cx="1447792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sz="1800" b="1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952500" y="3067049"/>
        <a:ext cx="1447792" cy="514350"/>
      </dsp:txXfrm>
    </dsp:sp>
    <dsp:sp modelId="{3260B18C-0F12-415C-B2B5-B0D612D38936}">
      <dsp:nvSpPr>
        <dsp:cNvPr id="0" name=""/>
        <dsp:cNvSpPr/>
      </dsp:nvSpPr>
      <dsp:spPr>
        <a:xfrm>
          <a:off x="1066804" y="1516378"/>
          <a:ext cx="1134242" cy="7950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Resources</a:t>
          </a:r>
          <a:endParaRPr lang="en-US" sz="1400" b="1" kern="1200" dirty="0"/>
        </a:p>
      </dsp:txBody>
      <dsp:txXfrm>
        <a:off x="1066804" y="1516378"/>
        <a:ext cx="1134242" cy="795041"/>
      </dsp:txXfrm>
    </dsp:sp>
    <dsp:sp modelId="{F96B2562-BEBF-42CE-9FF0-1BBD38426426}">
      <dsp:nvSpPr>
        <dsp:cNvPr id="0" name=""/>
        <dsp:cNvSpPr/>
      </dsp:nvSpPr>
      <dsp:spPr>
        <a:xfrm>
          <a:off x="645786" y="940915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Ideas</a:t>
          </a:r>
          <a:endParaRPr lang="en-US" sz="1050" b="1" kern="1200" dirty="0"/>
        </a:p>
      </dsp:txBody>
      <dsp:txXfrm>
        <a:off x="645786" y="940915"/>
        <a:ext cx="965833" cy="788336"/>
      </dsp:txXfrm>
    </dsp:sp>
    <dsp:sp modelId="{1700B4C8-12E4-4D00-876C-94377F786E85}">
      <dsp:nvSpPr>
        <dsp:cNvPr id="0" name=""/>
        <dsp:cNvSpPr/>
      </dsp:nvSpPr>
      <dsp:spPr>
        <a:xfrm>
          <a:off x="1434456" y="754378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Technology</a:t>
          </a:r>
          <a:endParaRPr lang="en-US" sz="1050" b="1" kern="1200" dirty="0"/>
        </a:p>
      </dsp:txBody>
      <dsp:txXfrm>
        <a:off x="1434456" y="754378"/>
        <a:ext cx="965833" cy="788336"/>
      </dsp:txXfrm>
    </dsp:sp>
    <dsp:sp modelId="{CDFE8F55-FE62-4CE9-AB0C-1431255D3302}">
      <dsp:nvSpPr>
        <dsp:cNvPr id="0" name=""/>
        <dsp:cNvSpPr/>
      </dsp:nvSpPr>
      <dsp:spPr>
        <a:xfrm>
          <a:off x="457198" y="464832"/>
          <a:ext cx="2400300" cy="21945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2" y="0"/>
          <a:ext cx="4190997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Concepts</a:t>
          </a:r>
          <a:endParaRPr lang="en-US" sz="1600" b="1" kern="1200" dirty="0"/>
        </a:p>
      </dsp:txBody>
      <dsp:txXfrm>
        <a:off x="0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4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Products &amp; Services</a:t>
          </a:r>
        </a:p>
      </dsp:txBody>
      <dsp:txXfrm>
        <a:off x="1466849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93370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    Value Delivery</a:t>
          </a:r>
        </a:p>
      </dsp:txBody>
      <dsp:txXfrm>
        <a:off x="2933700" y="701040"/>
        <a:ext cx="1257300" cy="93472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B588B2C-778A-4A6C-99ED-675214BD35D9}">
      <dsp:nvSpPr>
        <dsp:cNvPr id="0" name=""/>
        <dsp:cNvSpPr/>
      </dsp:nvSpPr>
      <dsp:spPr>
        <a:xfrm>
          <a:off x="3255" y="154849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Hospital</a:t>
          </a:r>
          <a:endParaRPr lang="en-US" sz="2400" b="1" kern="1200" dirty="0" smtClean="0">
            <a:solidFill>
              <a:schemeClr val="tx1">
                <a:lumMod val="75000"/>
                <a:lumOff val="25000"/>
              </a:schemeClr>
            </a:solidFill>
          </a:endParaRP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Sr. Leadership</a:t>
          </a:r>
          <a:endParaRPr lang="en-US" sz="24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3255" y="1548491"/>
        <a:ext cx="1883233" cy="941616"/>
      </dsp:txXfrm>
    </dsp:sp>
    <dsp:sp modelId="{99221A49-23D2-46C3-8C8A-FB00E4F562BD}">
      <dsp:nvSpPr>
        <dsp:cNvPr id="0" name=""/>
        <dsp:cNvSpPr/>
      </dsp:nvSpPr>
      <dsp:spPr>
        <a:xfrm rot="19457599">
          <a:off x="1799294" y="1727601"/>
          <a:ext cx="92768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927683" y="20983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19457599">
        <a:off x="2239944" y="1725393"/>
        <a:ext cx="46384" cy="46384"/>
      </dsp:txXfrm>
    </dsp:sp>
    <dsp:sp modelId="{9D95555D-5936-4E8D-ACCB-27506019A7EE}">
      <dsp:nvSpPr>
        <dsp:cNvPr id="0" name=""/>
        <dsp:cNvSpPr/>
      </dsp:nvSpPr>
      <dsp:spPr>
        <a:xfrm>
          <a:off x="2639783" y="100706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Steering Committee</a:t>
          </a:r>
          <a:endParaRPr lang="en-US" sz="24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39783" y="1007061"/>
        <a:ext cx="1883233" cy="941616"/>
      </dsp:txXfrm>
    </dsp:sp>
    <dsp:sp modelId="{EDF96D6C-5518-4FC8-9121-428AD6D5675C}">
      <dsp:nvSpPr>
        <dsp:cNvPr id="0" name=""/>
        <dsp:cNvSpPr/>
      </dsp:nvSpPr>
      <dsp:spPr>
        <a:xfrm rot="2142401">
          <a:off x="1799294" y="2269030"/>
          <a:ext cx="92768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927683" y="20983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2142401">
        <a:off x="2239944" y="2266822"/>
        <a:ext cx="46384" cy="46384"/>
      </dsp:txXfrm>
    </dsp:sp>
    <dsp:sp modelId="{A224596F-4C82-45EE-B45F-A7CF519EA4A8}">
      <dsp:nvSpPr>
        <dsp:cNvPr id="0" name=""/>
        <dsp:cNvSpPr/>
      </dsp:nvSpPr>
      <dsp:spPr>
        <a:xfrm>
          <a:off x="2639783" y="208992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Project Lead</a:t>
          </a:r>
          <a:endParaRPr lang="en-US" sz="24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39783" y="2089921"/>
        <a:ext cx="1883233" cy="941616"/>
      </dsp:txXfrm>
    </dsp:sp>
    <dsp:sp modelId="{C13C761C-FDB7-4C58-AC79-3E3F3AC41CE2}">
      <dsp:nvSpPr>
        <dsp:cNvPr id="0" name=""/>
        <dsp:cNvSpPr/>
      </dsp:nvSpPr>
      <dsp:spPr>
        <a:xfrm>
          <a:off x="4523016" y="2539745"/>
          <a:ext cx="75329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753293" y="20983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880831" y="2541897"/>
        <a:ext cx="37664" cy="37664"/>
      </dsp:txXfrm>
    </dsp:sp>
    <dsp:sp modelId="{96ED2546-A8E8-44B4-A528-BEC1CDB84541}">
      <dsp:nvSpPr>
        <dsp:cNvPr id="0" name=""/>
        <dsp:cNvSpPr/>
      </dsp:nvSpPr>
      <dsp:spPr>
        <a:xfrm>
          <a:off x="5276310" y="208992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Team</a:t>
          </a:r>
          <a:endParaRPr lang="en-US" sz="24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5276310" y="2089921"/>
        <a:ext cx="1883233" cy="941616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A61DE18-CF37-4D60-A64A-55E13FF2975B}">
      <dsp:nvSpPr>
        <dsp:cNvPr id="0" name=""/>
        <dsp:cNvSpPr/>
      </dsp:nvSpPr>
      <dsp:spPr>
        <a:xfrm>
          <a:off x="3505200" y="1435067"/>
          <a:ext cx="2872442" cy="265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536"/>
              </a:lnTo>
              <a:lnTo>
                <a:pt x="2872442" y="132536"/>
              </a:lnTo>
              <a:lnTo>
                <a:pt x="2872442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FDE94A-3025-47B7-A06B-5A75B5552B9D}">
      <dsp:nvSpPr>
        <dsp:cNvPr id="0" name=""/>
        <dsp:cNvSpPr/>
      </dsp:nvSpPr>
      <dsp:spPr>
        <a:xfrm>
          <a:off x="3505200" y="1435067"/>
          <a:ext cx="1345121" cy="265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536"/>
              </a:lnTo>
              <a:lnTo>
                <a:pt x="1345121" y="132536"/>
              </a:lnTo>
              <a:lnTo>
                <a:pt x="1345121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30AE64-1956-4B7D-A94D-2FAE3BA9506F}">
      <dsp:nvSpPr>
        <dsp:cNvPr id="0" name=""/>
        <dsp:cNvSpPr/>
      </dsp:nvSpPr>
      <dsp:spPr>
        <a:xfrm>
          <a:off x="2091307" y="2596878"/>
          <a:ext cx="310469" cy="8080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8075"/>
              </a:lnTo>
              <a:lnTo>
                <a:pt x="310469" y="808075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3B47FA-19BE-4C28-AA39-DEF6EE241C63}">
      <dsp:nvSpPr>
        <dsp:cNvPr id="0" name=""/>
        <dsp:cNvSpPr/>
      </dsp:nvSpPr>
      <dsp:spPr>
        <a:xfrm>
          <a:off x="2919226" y="1435067"/>
          <a:ext cx="585973" cy="265072"/>
        </a:xfrm>
        <a:custGeom>
          <a:avLst/>
          <a:gdLst/>
          <a:ahLst/>
          <a:cxnLst/>
          <a:rect l="0" t="0" r="0" b="0"/>
          <a:pathLst>
            <a:path>
              <a:moveTo>
                <a:pt x="585973" y="0"/>
              </a:moveTo>
              <a:lnTo>
                <a:pt x="585973" y="132536"/>
              </a:lnTo>
              <a:lnTo>
                <a:pt x="0" y="132536"/>
              </a:lnTo>
              <a:lnTo>
                <a:pt x="0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D32821-656B-4848-AE34-3D7D37950E25}">
      <dsp:nvSpPr>
        <dsp:cNvPr id="0" name=""/>
        <dsp:cNvSpPr/>
      </dsp:nvSpPr>
      <dsp:spPr>
        <a:xfrm>
          <a:off x="143782" y="2331263"/>
          <a:ext cx="213224" cy="1476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6830"/>
              </a:lnTo>
              <a:lnTo>
                <a:pt x="213224" y="147683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55B403-1D7E-4286-A320-8654E0D1367D}">
      <dsp:nvSpPr>
        <dsp:cNvPr id="0" name=""/>
        <dsp:cNvSpPr/>
      </dsp:nvSpPr>
      <dsp:spPr>
        <a:xfrm>
          <a:off x="143782" y="2331263"/>
          <a:ext cx="213224" cy="580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0634"/>
              </a:lnTo>
              <a:lnTo>
                <a:pt x="213224" y="580634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E4991-88C5-4BB4-B3CD-D5E3DFD30906}">
      <dsp:nvSpPr>
        <dsp:cNvPr id="0" name=""/>
        <dsp:cNvSpPr/>
      </dsp:nvSpPr>
      <dsp:spPr>
        <a:xfrm>
          <a:off x="712380" y="1435067"/>
          <a:ext cx="2792819" cy="265072"/>
        </a:xfrm>
        <a:custGeom>
          <a:avLst/>
          <a:gdLst/>
          <a:ahLst/>
          <a:cxnLst/>
          <a:rect l="0" t="0" r="0" b="0"/>
          <a:pathLst>
            <a:path>
              <a:moveTo>
                <a:pt x="2792819" y="0"/>
              </a:moveTo>
              <a:lnTo>
                <a:pt x="2792819" y="132536"/>
              </a:lnTo>
              <a:lnTo>
                <a:pt x="0" y="132536"/>
              </a:lnTo>
              <a:lnTo>
                <a:pt x="0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F76F5E-247A-4091-818E-AFA631A17791}">
      <dsp:nvSpPr>
        <dsp:cNvPr id="0" name=""/>
        <dsp:cNvSpPr/>
      </dsp:nvSpPr>
      <dsp:spPr>
        <a:xfrm>
          <a:off x="2595428" y="803943"/>
          <a:ext cx="1819543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Job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Reference Model</a:t>
          </a:r>
          <a:endParaRPr lang="en-US" sz="1600" b="1" kern="1200" dirty="0"/>
        </a:p>
      </dsp:txBody>
      <dsp:txXfrm>
        <a:off x="2595428" y="803943"/>
        <a:ext cx="1819543" cy="631124"/>
      </dsp:txXfrm>
    </dsp:sp>
    <dsp:sp modelId="{D0A31A71-B649-4AC6-8143-0AC510058062}">
      <dsp:nvSpPr>
        <dsp:cNvPr id="0" name=""/>
        <dsp:cNvSpPr/>
      </dsp:nvSpPr>
      <dsp:spPr>
        <a:xfrm>
          <a:off x="1633" y="1700139"/>
          <a:ext cx="1421493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Other Functional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 Jobs</a:t>
          </a:r>
          <a:endParaRPr lang="en-US" sz="1500" b="1" kern="1200" dirty="0"/>
        </a:p>
      </dsp:txBody>
      <dsp:txXfrm>
        <a:off x="1633" y="1700139"/>
        <a:ext cx="1421493" cy="631124"/>
      </dsp:txXfrm>
    </dsp:sp>
    <dsp:sp modelId="{ACE426A9-3789-403F-BF74-FD06D1AC14AD}">
      <dsp:nvSpPr>
        <dsp:cNvPr id="0" name=""/>
        <dsp:cNvSpPr/>
      </dsp:nvSpPr>
      <dsp:spPr>
        <a:xfrm>
          <a:off x="357006" y="2596336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Functional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357006" y="2596336"/>
        <a:ext cx="1262248" cy="631124"/>
      </dsp:txXfrm>
    </dsp:sp>
    <dsp:sp modelId="{C74A82DD-C746-4C8D-B642-AD3A7E0F235C}">
      <dsp:nvSpPr>
        <dsp:cNvPr id="0" name=""/>
        <dsp:cNvSpPr/>
      </dsp:nvSpPr>
      <dsp:spPr>
        <a:xfrm>
          <a:off x="357006" y="3492532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Supply Chain Jobs</a:t>
          </a:r>
          <a:endParaRPr lang="en-US" sz="1500" b="1" kern="1200" dirty="0"/>
        </a:p>
      </dsp:txBody>
      <dsp:txXfrm>
        <a:off x="357006" y="3492532"/>
        <a:ext cx="1262248" cy="631124"/>
      </dsp:txXfrm>
    </dsp:sp>
    <dsp:sp modelId="{4D58F9F5-8C28-45E6-9400-5555E1334B27}">
      <dsp:nvSpPr>
        <dsp:cNvPr id="0" name=""/>
        <dsp:cNvSpPr/>
      </dsp:nvSpPr>
      <dsp:spPr>
        <a:xfrm>
          <a:off x="1884327" y="1700139"/>
          <a:ext cx="2069797" cy="896739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Core Functional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Job</a:t>
          </a:r>
          <a:endParaRPr lang="en-US" sz="2000" b="1" kern="1200" dirty="0"/>
        </a:p>
      </dsp:txBody>
      <dsp:txXfrm>
        <a:off x="1884327" y="1700139"/>
        <a:ext cx="2069797" cy="896739"/>
      </dsp:txXfrm>
    </dsp:sp>
    <dsp:sp modelId="{9B60ACD1-DE0B-4559-9F80-60E1E1021922}">
      <dsp:nvSpPr>
        <dsp:cNvPr id="0" name=""/>
        <dsp:cNvSpPr/>
      </dsp:nvSpPr>
      <dsp:spPr>
        <a:xfrm>
          <a:off x="2401777" y="2861951"/>
          <a:ext cx="1590925" cy="1086007"/>
        </a:xfrm>
        <a:prstGeom prst="rect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Job Steps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&amp;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Outcomes</a:t>
          </a:r>
          <a:endParaRPr lang="en-US" sz="1600" b="1" kern="1200" dirty="0"/>
        </a:p>
      </dsp:txBody>
      <dsp:txXfrm>
        <a:off x="2401777" y="2861951"/>
        <a:ext cx="1590925" cy="1086007"/>
      </dsp:txXfrm>
    </dsp:sp>
    <dsp:sp modelId="{97DC2324-5F33-495E-B6D2-8FC8CE891018}">
      <dsp:nvSpPr>
        <dsp:cNvPr id="0" name=""/>
        <dsp:cNvSpPr/>
      </dsp:nvSpPr>
      <dsp:spPr>
        <a:xfrm>
          <a:off x="4219197" y="1700139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Emotional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4219197" y="1700139"/>
        <a:ext cx="1262248" cy="631124"/>
      </dsp:txXfrm>
    </dsp:sp>
    <dsp:sp modelId="{14C86C81-4FE4-480E-980D-18C3FB76BE51}">
      <dsp:nvSpPr>
        <dsp:cNvPr id="0" name=""/>
        <dsp:cNvSpPr/>
      </dsp:nvSpPr>
      <dsp:spPr>
        <a:xfrm>
          <a:off x="5746517" y="1700139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Spiritual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5746517" y="1700139"/>
        <a:ext cx="1262248" cy="631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D8D3DF-C8E7-400F-A470-C35BFABFEA8B}" type="datetime1">
              <a:rPr lang="en-US"/>
              <a:pPr>
                <a:defRPr/>
              </a:pPr>
              <a:t>3/2/2010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FC0378-E924-45D2-833F-2407825596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BA5DA134-F246-4A0D-B32C-1C816EB1D884}" type="datetime1">
              <a:rPr lang="en-US"/>
              <a:pPr>
                <a:defRPr/>
              </a:pPr>
              <a:t>3/2/2010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D8C2B3F5-6F9B-4CB9-8D11-1CB8B4199F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8086183-1692-4BAB-89CE-8EA69FACF634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982A622-745F-4962-875B-0ADA09E6DA90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1E45C7-64D4-4801-B5EA-FD192A93681B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CC1184-0578-4AC4-BBEF-A4F127FA2C39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34C9EB-C7A4-4235-86DC-D3FDF026DCA4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7119FC-7C01-4018-8445-2E62D3CA4D59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D0BB94-9E74-4702-9353-84CB161F2723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11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F990C2-9215-447D-86B2-EA143E454FD1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8A67391-9C2F-4576-BC27-1C9C10A952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17766A0-4E7E-4346-9845-753A3E560A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887C531-DA27-446A-8A3B-0540AE8DE5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C9C5604-86D9-4EB0-BC59-58A9D6CCB3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CA6F392-9C2D-4F42-B20A-C1BECCDA9F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B372FCA7-C354-429C-9ED2-828CB4DE6D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DBBCB50-9D3D-47BD-8364-0BC282FB8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6D52CC7-5F5A-4913-8F2B-3DD5AAB29E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98569EF-EF0C-43C2-A2A7-1FCA48F5D3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C33277A-904F-48AA-BB90-3186DF325E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5D87D35D-A695-453C-87D5-A9ECB16D7C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6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ablingvalue.com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Jeffrey.wallk@enablingvalu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7772400" cy="1470025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itchFamily="34" charset="-128"/>
              </a:rPr>
              <a:t>Establishing a Value-Driven Model for Healthcare</a:t>
            </a:r>
          </a:p>
        </p:txBody>
      </p:sp>
      <p:pic>
        <p:nvPicPr>
          <p:cNvPr id="5" name="Picture 4" descr="healthcare 6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82350" y="3657599"/>
            <a:ext cx="3699450" cy="2461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Proposal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	</a:t>
            </a:r>
          </a:p>
          <a:p>
            <a:pPr>
              <a:buNone/>
            </a:pPr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	Introduce a new approach for measuring the value of healthcare (using a patient-driven model) 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provide a unified vision </a:t>
            </a: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for delivering sustainable value for patients, practitioners, and providers.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drive innovation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&amp; collaboration.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guide continuous improvement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(quality and efficiency) across the continuum of care</a:t>
            </a:r>
            <a:endParaRPr lang="en-US" sz="2000" dirty="0" smtClean="0"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1524000" y="5257800"/>
            <a:ext cx="63246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1524000" y="1447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business person 2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34000" y="4394200"/>
            <a:ext cx="1057275" cy="1057275"/>
          </a:xfrm>
          <a:prstGeom prst="rect">
            <a:avLst/>
          </a:prstGeom>
        </p:spPr>
      </p:pic>
      <p:pic>
        <p:nvPicPr>
          <p:cNvPr id="15" name="Picture 14" descr="doctor 2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876800" y="2946400"/>
            <a:ext cx="1066800" cy="1066800"/>
          </a:xfrm>
          <a:prstGeom prst="rect">
            <a:avLst/>
          </a:prstGeom>
        </p:spPr>
      </p:pic>
      <p:pic>
        <p:nvPicPr>
          <p:cNvPr id="16" name="Picture 15" descr="patient 2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72000" y="1574800"/>
            <a:ext cx="990600" cy="99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38800"/>
            <a:ext cx="8001000" cy="7386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“Health care organizations are increasingly concerned with looking beyond financial performance measures, while focusing on how to deliver higher quality care “</a:t>
            </a:r>
          </a:p>
          <a:p>
            <a:r>
              <a:rPr lang="en-US" sz="1400" dirty="0" smtClean="0"/>
              <a:t>      - Love, Dianne, Revere, Lee, and Black, Ken. (2008), </a:t>
            </a:r>
            <a:r>
              <a:rPr lang="en-US" sz="1400" i="1" dirty="0" smtClean="0"/>
              <a:t>Journal of Health Care Finance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functional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emotional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spiritual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outcomes are met across the continuum of care (hospital, clinics, home, and nursing care).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6AFF13-FBD9-4DDC-BC61-67DF0C43507F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0" y="1600200"/>
            <a:ext cx="2362200" cy="13849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“We continue to pay for lots of medical procedures that don't add to health value and in fact just add costs to the system..”</a:t>
            </a:r>
          </a:p>
          <a:p>
            <a:r>
              <a:rPr lang="en-US" sz="1400" dirty="0" smtClean="0"/>
              <a:t>      - Kathleen Sebelius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be able to reliably measure value for their patients, for themselves as individual practitioners , and for the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7D1754-EBF7-40B4-9263-B045173B9D29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get alignment amongst the hospitals, nursing homes, and home care providers on measuring value from a patient perspective.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understand how to identify, measure and deliver value as patients flow through the continuum of 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help reduce the overall costs of healthcare while improving the overall value for patients and practitioners (where value is created).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D9A88-38E3-479E-A0BA-0FCC23C694D0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>
            <a:off x="2438400" y="1447800"/>
            <a:ext cx="4953000" cy="4648200"/>
          </a:xfrm>
          <a:prstGeom prst="triangle">
            <a:avLst/>
          </a:prstGeom>
          <a:gradFill>
            <a:gsLst>
              <a:gs pos="12000">
                <a:schemeClr val="accent4">
                  <a:shade val="51000"/>
                  <a:satMod val="130000"/>
                  <a:alpha val="53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Value-Driven Healthcare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DEC1B-D880-4351-9F40-9ABC1755827C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</a:t>
            </a:r>
            <a:r>
              <a:rPr lang="en-US" sz="1400" dirty="0" smtClean="0"/>
              <a:t> deliver </a:t>
            </a:r>
            <a:r>
              <a:rPr lang="en-US" sz="1400" dirty="0"/>
              <a:t>value to Patients &amp; Practitioners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438400"/>
            <a:ext cx="4295565" cy="283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4572000"/>
            <a:ext cx="1600200" cy="144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dirty="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Align healthcare measurements (Quality = TQM, Evidence-Based = EBM) with value-driven measurements (VDM) to align information and optimize continuous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D2C59-5E42-4FA5-82DF-A858C91AD997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Measuring Value for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measuring value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driving innovation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directing efforts to improve quality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guiding initiatives to reduce cost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 Value is created between the Patient &amp; Practitioner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0C1908-C799-40F3-B9F5-8A581B6D6BBC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5344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400" b="1" dirty="0" smtClean="0">
                <a:solidFill>
                  <a:schemeClr val="tx1"/>
                </a:solidFill>
              </a:rPr>
              <a:t>Value-Driven Healthcare </a:t>
            </a:r>
            <a:r>
              <a:rPr lang="en-US" sz="2400" b="1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/>
              <a:t>Compliance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B004A5-7865-4A5B-AD53-0C3EC97B50CE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668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Value-Driven metrics are used to drive innovation &amp; direct Quality &amp; Efficiency 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1905000"/>
            <a:ext cx="20574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Value Measurement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3000" y="4191000"/>
            <a:ext cx="25146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Quality &amp; Efficiency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Future Opportunities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A program focused on mapping the Jobs &amp; Outcomes across the healthcare domain.</a:t>
            </a:r>
          </a:p>
          <a:p>
            <a:r>
              <a:rPr lang="en-US" sz="2400" dirty="0" smtClean="0">
                <a:ea typeface="ＭＳ Ｐゴシック" pitchFamily="34" charset="-128"/>
              </a:rPr>
              <a:t>A portfolio of unmet needs (opportunities) for improving value delivery to patients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A prioritization model to direct resources in an efficient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An open innovation framework using the opportunities to generate ideas that can address the most important (prioritized) unmet needs.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D2C59-5E42-4FA5-82DF-A858C91AD997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Project</a:t>
            </a:r>
            <a:r>
              <a:rPr kumimoji="0" lang="en-US" sz="4800" b="1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Overview</a:t>
            </a:r>
            <a:endParaRPr kumimoji="0" lang="en-US" sz="48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/>
              <a:t>Project Charter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graphicFrame>
        <p:nvGraphicFramePr>
          <p:cNvPr id="6" name="Group 951"/>
          <p:cNvGraphicFramePr>
            <a:graphicFrameLocks noGrp="1"/>
          </p:cNvGraphicFramePr>
          <p:nvPr/>
        </p:nvGraphicFramePr>
        <p:xfrm>
          <a:off x="152400" y="1752601"/>
          <a:ext cx="8839200" cy="4551460"/>
        </p:xfrm>
        <a:graphic>
          <a:graphicData uri="http://schemas.openxmlformats.org/drawingml/2006/table">
            <a:tbl>
              <a:tblPr/>
              <a:tblGrid>
                <a:gridCol w="1448170"/>
                <a:gridCol w="2971430"/>
                <a:gridCol w="1524452"/>
                <a:gridCol w="2895148"/>
              </a:tblGrid>
              <a:tr h="522700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Project Charter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Identify opportunities to improve value delivered to patients.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Number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Hospital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- 001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Charter Date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(TBD)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Sponsor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Hospital 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Leadership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Director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Jeffrey Wallk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90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Scope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Capturing patient-centric outcomes using the Value Driven Measurement (VDM) methodology to identify opportunities to improve existing products &amp; services delivered by </a:t>
                      </a: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Hospital </a:t>
                      </a: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and its member organizations for a job that patients are trying to get done. 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34947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Deliverables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Job Study (used to select scope for the study)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Job Reference Model for identifying customer outcomes and metrics for measuring value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Analysis (Interview Plan)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Analysis (Desired Outcomes)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Analysis (Survey Model)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Analysis (Value Measurements)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Presentation with Recommendations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85562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Timeline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Breakdown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3-4 weeks of planning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4-8 weeks of execution</a:t>
                      </a:r>
                    </a:p>
                    <a:p>
                      <a:pPr marL="603250" marR="0" lvl="2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study</a:t>
                      </a:r>
                    </a:p>
                    <a:p>
                      <a:pPr marL="603250" marR="0" lvl="2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study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week of presentation &amp; review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Note: Exact timelines may vary based on availability of patients during the study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(Planning)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dirty="0" smtClean="0"/>
              <a:t>Definition</a:t>
            </a:r>
          </a:p>
          <a:p>
            <a:pPr lvl="1"/>
            <a:r>
              <a:rPr lang="en-US" sz="1800" dirty="0" smtClean="0"/>
              <a:t>Model a Job (reference model)</a:t>
            </a:r>
          </a:p>
          <a:p>
            <a:pPr lvl="1"/>
            <a:r>
              <a:rPr lang="en-US" sz="1800" dirty="0" smtClean="0"/>
              <a:t>Model the Domain </a:t>
            </a:r>
          </a:p>
          <a:p>
            <a:pPr lvl="1"/>
            <a:r>
              <a:rPr lang="en-US" sz="1800" dirty="0" smtClean="0"/>
              <a:t>Model the Job Ontology w/in the Domain</a:t>
            </a:r>
          </a:p>
          <a:p>
            <a:pPr lvl="0"/>
            <a:r>
              <a:rPr lang="en-US" sz="2000" dirty="0" smtClean="0"/>
              <a:t>Location </a:t>
            </a:r>
          </a:p>
          <a:p>
            <a:pPr lvl="1"/>
            <a:r>
              <a:rPr lang="en-US" sz="1800" dirty="0" smtClean="0"/>
              <a:t>Identify the sub-domain to study</a:t>
            </a:r>
          </a:p>
          <a:p>
            <a:pPr lvl="1"/>
            <a:r>
              <a:rPr lang="en-US" sz="1800" dirty="0" smtClean="0"/>
              <a:t>Select the Job(s) w/in the sub-domain to study</a:t>
            </a:r>
          </a:p>
          <a:p>
            <a:pPr lvl="0"/>
            <a:r>
              <a:rPr lang="en-US" sz="2000" dirty="0" smtClean="0"/>
              <a:t>Preparation</a:t>
            </a:r>
          </a:p>
          <a:p>
            <a:pPr lvl="1"/>
            <a:r>
              <a:rPr lang="en-US" sz="1800" dirty="0" smtClean="0"/>
              <a:t>Interview SMEs who have or do currently execute the job</a:t>
            </a:r>
          </a:p>
          <a:p>
            <a:pPr lvl="1"/>
            <a:r>
              <a:rPr lang="en-US" sz="1800" dirty="0" smtClean="0"/>
              <a:t>Draft the Job Reference Model for this instance (particular job)</a:t>
            </a:r>
          </a:p>
          <a:p>
            <a:pPr lvl="0"/>
            <a:r>
              <a:rPr lang="en-US" sz="2000" dirty="0" smtClean="0"/>
              <a:t>Confirmation</a:t>
            </a:r>
          </a:p>
          <a:p>
            <a:pPr lvl="1"/>
            <a:r>
              <a:rPr lang="en-US" sz="1800" dirty="0" smtClean="0"/>
              <a:t>Review the Domain Model</a:t>
            </a:r>
          </a:p>
          <a:p>
            <a:pPr lvl="1"/>
            <a:r>
              <a:rPr lang="en-US" sz="1800" dirty="0" smtClean="0"/>
              <a:t>Review the Job Ontology Model</a:t>
            </a:r>
          </a:p>
          <a:p>
            <a:pPr lvl="1"/>
            <a:r>
              <a:rPr lang="en-US" sz="1800" dirty="0" smtClean="0"/>
              <a:t>Review the Job Reference Model for this instance with SMEs</a:t>
            </a:r>
          </a:p>
          <a:p>
            <a:pPr lvl="1"/>
            <a:r>
              <a:rPr lang="en-US" sz="1800" dirty="0" smtClean="0"/>
              <a:t>Obtain feedback and iterate the above artifacts</a:t>
            </a:r>
          </a:p>
          <a:p>
            <a:pPr lvl="1"/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(Execution)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Execution (includes iterations of Monitoring &amp; Modification)</a:t>
            </a:r>
          </a:p>
          <a:p>
            <a:pPr lvl="1"/>
            <a:r>
              <a:rPr lang="en-US" sz="2000" dirty="0" smtClean="0"/>
              <a:t>Qualitative Study (</a:t>
            </a:r>
            <a:r>
              <a:rPr lang="en-US" sz="2000" b="1" dirty="0" smtClean="0">
                <a:solidFill>
                  <a:schemeClr val="accent1"/>
                </a:solidFill>
              </a:rPr>
              <a:t>Phase 1</a:t>
            </a:r>
            <a:r>
              <a:rPr lang="en-US" sz="2000" dirty="0" smtClean="0"/>
              <a:t>)</a:t>
            </a:r>
          </a:p>
          <a:p>
            <a:pPr lvl="2"/>
            <a:r>
              <a:rPr lang="en-US" sz="1800" dirty="0" smtClean="0"/>
              <a:t>Interview designated job executors</a:t>
            </a:r>
          </a:p>
          <a:p>
            <a:pPr lvl="2"/>
            <a:r>
              <a:rPr lang="en-US" sz="1800" dirty="0" smtClean="0"/>
              <a:t>Capture notes from meetings</a:t>
            </a:r>
          </a:p>
          <a:p>
            <a:pPr lvl="2"/>
            <a:r>
              <a:rPr lang="en-US" sz="1800" dirty="0" smtClean="0"/>
              <a:t>Capture notes from observations</a:t>
            </a:r>
          </a:p>
          <a:p>
            <a:pPr lvl="2"/>
            <a:r>
              <a:rPr lang="en-US" sz="1800" dirty="0" smtClean="0"/>
              <a:t>Transform notes into desired outcomes</a:t>
            </a:r>
          </a:p>
          <a:p>
            <a:pPr lvl="2"/>
            <a:r>
              <a:rPr lang="en-US" sz="1800" dirty="0" smtClean="0"/>
              <a:t>Data Profiling, Cleansing, and Quality</a:t>
            </a:r>
          </a:p>
          <a:p>
            <a:pPr lvl="2"/>
            <a:r>
              <a:rPr lang="en-US" sz="1800" dirty="0" smtClean="0"/>
              <a:t>Verify Cleansed Listing of Desired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(Execution)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Execution (includes iterations of Monitoring &amp; Modification)</a:t>
            </a:r>
          </a:p>
          <a:p>
            <a:pPr lvl="1"/>
            <a:r>
              <a:rPr lang="en-US" sz="2000" dirty="0" smtClean="0"/>
              <a:t>Quantitative Study (</a:t>
            </a:r>
            <a:r>
              <a:rPr lang="en-US" sz="2000" b="1" dirty="0" smtClean="0">
                <a:solidFill>
                  <a:schemeClr val="accent1"/>
                </a:solidFill>
              </a:rPr>
              <a:t>Phase 2</a:t>
            </a:r>
            <a:r>
              <a:rPr lang="en-US" sz="2000" dirty="0" smtClean="0"/>
              <a:t>)</a:t>
            </a:r>
            <a:endParaRPr lang="en-US" sz="1800" dirty="0" smtClean="0"/>
          </a:p>
          <a:p>
            <a:pPr lvl="2"/>
            <a:r>
              <a:rPr lang="en-US" sz="1600" dirty="0" smtClean="0"/>
              <a:t>Prepare a survey</a:t>
            </a:r>
          </a:p>
          <a:p>
            <a:pPr lvl="3"/>
            <a:r>
              <a:rPr lang="en-US" sz="1400" dirty="0" smtClean="0"/>
              <a:t>Prepare profiling questions</a:t>
            </a:r>
          </a:p>
          <a:p>
            <a:pPr lvl="3"/>
            <a:r>
              <a:rPr lang="en-US" sz="1400" dirty="0" smtClean="0"/>
              <a:t>Provide script for survey executor to read</a:t>
            </a:r>
          </a:p>
          <a:p>
            <a:pPr lvl="3"/>
            <a:r>
              <a:rPr lang="en-US" sz="1400" dirty="0" smtClean="0"/>
              <a:t>Prepare separate surveys using the desired outcomes </a:t>
            </a:r>
          </a:p>
          <a:p>
            <a:pPr lvl="4"/>
            <a:r>
              <a:rPr lang="en-US" sz="1400" dirty="0" smtClean="0"/>
              <a:t>Targeted to specific job executors</a:t>
            </a:r>
          </a:p>
          <a:p>
            <a:pPr lvl="4"/>
            <a:r>
              <a:rPr lang="en-US" sz="1400" dirty="0" smtClean="0"/>
              <a:t>Tailored for limited scope to reduce impacts from fatigue</a:t>
            </a:r>
          </a:p>
          <a:p>
            <a:pPr lvl="4"/>
            <a:r>
              <a:rPr lang="en-US" sz="1400" dirty="0" smtClean="0"/>
              <a:t>Capture 2 key metrics for each desired outcome (importance &amp; satisfaction)</a:t>
            </a:r>
          </a:p>
          <a:p>
            <a:pPr lvl="2"/>
            <a:r>
              <a:rPr lang="en-US" sz="1600" dirty="0" smtClean="0"/>
              <a:t>Identify sample list of survey candidates (job executors) </a:t>
            </a:r>
          </a:p>
          <a:p>
            <a:pPr lvl="2"/>
            <a:r>
              <a:rPr lang="en-US" sz="1600" dirty="0" smtClean="0"/>
              <a:t>Conduct Survey </a:t>
            </a:r>
          </a:p>
          <a:p>
            <a:pPr lvl="3"/>
            <a:r>
              <a:rPr lang="en-US" sz="1400" dirty="0" smtClean="0"/>
              <a:t>Ideally, should be 3</a:t>
            </a:r>
            <a:r>
              <a:rPr lang="en-US" sz="1400" baseline="30000" dirty="0" smtClean="0"/>
              <a:t>rd</a:t>
            </a:r>
            <a:r>
              <a:rPr lang="en-US" sz="1400" dirty="0" smtClean="0"/>
              <a:t> party but must be done with anonymity </a:t>
            </a:r>
          </a:p>
          <a:p>
            <a:pPr lvl="3"/>
            <a:r>
              <a:rPr lang="en-US" sz="1400" dirty="0" smtClean="0"/>
              <a:t>Must capture profiling information</a:t>
            </a:r>
          </a:p>
          <a:p>
            <a:pPr lvl="3"/>
            <a:r>
              <a:rPr lang="en-US" sz="1400" dirty="0" smtClean="0"/>
              <a:t>Must be able to conduct survey over phone, electronically or via written response</a:t>
            </a:r>
          </a:p>
          <a:p>
            <a:pPr lvl="2"/>
            <a:r>
              <a:rPr lang="en-US" sz="1600" dirty="0" smtClean="0"/>
              <a:t>Data Cleansing</a:t>
            </a:r>
          </a:p>
          <a:p>
            <a:pPr lvl="2"/>
            <a:r>
              <a:rPr lang="en-US" sz="1600" dirty="0" smtClean="0"/>
              <a:t>Data Analysis (per Core Functional Job)</a:t>
            </a: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(Presentation)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Conclusion</a:t>
            </a:r>
          </a:p>
          <a:p>
            <a:pPr lvl="1"/>
            <a:r>
              <a:rPr lang="en-US" sz="2000" dirty="0" smtClean="0"/>
              <a:t>Thematic extraction from above analysis</a:t>
            </a:r>
          </a:p>
          <a:p>
            <a:pPr lvl="1"/>
            <a:r>
              <a:rPr lang="en-US" sz="2000" dirty="0" smtClean="0"/>
              <a:t>Focus only on the patterns impacting desired outcomes w/ highest opportunity</a:t>
            </a:r>
          </a:p>
          <a:p>
            <a:pPr lvl="1"/>
            <a:r>
              <a:rPr lang="en-US" sz="2000" dirty="0" smtClean="0"/>
              <a:t>Presentation of findings to the steering committee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Governance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43000" y="1600200"/>
          <a:ext cx="71628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Staffing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4343400" cy="4830763"/>
          </a:xfrm>
        </p:spPr>
        <p:txBody>
          <a:bodyPr/>
          <a:lstStyle/>
          <a:p>
            <a:pPr lvl="0"/>
            <a:r>
              <a:rPr lang="en-US" sz="2400" dirty="0" smtClean="0"/>
              <a:t>Steering Committee</a:t>
            </a:r>
          </a:p>
          <a:p>
            <a:pPr lvl="1"/>
            <a:r>
              <a:rPr lang="en-US" sz="2000" dirty="0" smtClean="0"/>
              <a:t>Leadership</a:t>
            </a:r>
          </a:p>
          <a:p>
            <a:pPr lvl="1"/>
            <a:r>
              <a:rPr lang="en-US" sz="2000" dirty="0" smtClean="0"/>
              <a:t>Physician *</a:t>
            </a:r>
          </a:p>
          <a:p>
            <a:pPr lvl="1"/>
            <a:r>
              <a:rPr lang="en-US" sz="2000" dirty="0" smtClean="0"/>
              <a:t>Nurse (LPN) *</a:t>
            </a:r>
          </a:p>
          <a:p>
            <a:pPr lvl="1"/>
            <a:r>
              <a:rPr lang="en-US" sz="2000" dirty="0" smtClean="0"/>
              <a:t>Pharmacist *</a:t>
            </a:r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r>
              <a:rPr lang="en-US" sz="2000" dirty="0" smtClean="0"/>
              <a:t>* Part of an Advisory Board </a:t>
            </a:r>
          </a:p>
          <a:p>
            <a:pPr lvl="1"/>
            <a:endParaRPr lang="en-US" sz="20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95800" y="1295400"/>
            <a:ext cx="43434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Hospital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Sr. Leadership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Team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 smtClean="0">
              <a:latin typeface="+mn-lt"/>
              <a:ea typeface="ＭＳ Ｐゴシック" pitchFamily="-110" charset="-128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Project Team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Jeff Wallk (Lead)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ea typeface="ＭＳ Ｐゴシック" pitchFamily="-110" charset="-128"/>
                <a:cs typeface="+mn-cs"/>
              </a:rPr>
              <a:t>Patient Advocate (2)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ea typeface="ＭＳ Ｐゴシック" pitchFamily="-110" charset="-128"/>
                <a:cs typeface="+mn-cs"/>
              </a:rPr>
              <a:t>Nurse Practitioner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 &amp; Deliverables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Qualitative Phase:</a:t>
            </a:r>
          </a:p>
          <a:p>
            <a:pPr lvl="1"/>
            <a:r>
              <a:rPr lang="en-US" sz="2000" dirty="0" smtClean="0"/>
              <a:t>Job Study for Project Scope</a:t>
            </a:r>
          </a:p>
          <a:p>
            <a:pPr lvl="1"/>
            <a:r>
              <a:rPr lang="en-US" sz="2000" dirty="0" smtClean="0"/>
              <a:t>Prioritize the jobs to study</a:t>
            </a:r>
          </a:p>
          <a:p>
            <a:pPr lvl="1"/>
            <a:r>
              <a:rPr lang="en-US" sz="2000" dirty="0" smtClean="0"/>
              <a:t>Develop an interview plan</a:t>
            </a:r>
          </a:p>
          <a:p>
            <a:pPr lvl="1"/>
            <a:r>
              <a:rPr lang="en-US" sz="2000" dirty="0" smtClean="0"/>
              <a:t>Conduct interviews (capture outcomes)</a:t>
            </a:r>
          </a:p>
          <a:p>
            <a:pPr lvl="1"/>
            <a:r>
              <a:rPr lang="en-US" sz="2000" dirty="0" smtClean="0"/>
              <a:t>Analyze outcomes &amp; complete analysis</a:t>
            </a:r>
          </a:p>
          <a:p>
            <a:pPr lvl="0"/>
            <a:r>
              <a:rPr lang="en-US" sz="2400" dirty="0" smtClean="0"/>
              <a:t>Quantitative Phase:</a:t>
            </a:r>
          </a:p>
          <a:p>
            <a:pPr lvl="1"/>
            <a:r>
              <a:rPr lang="en-US" sz="2000" dirty="0" smtClean="0"/>
              <a:t>Draft survey (using outcomes)</a:t>
            </a:r>
          </a:p>
          <a:p>
            <a:pPr lvl="1"/>
            <a:r>
              <a:rPr lang="en-US" sz="2000" dirty="0" smtClean="0"/>
              <a:t>Conduct survey (measure outcomes)</a:t>
            </a:r>
          </a:p>
          <a:p>
            <a:pPr lvl="1"/>
            <a:r>
              <a:rPr lang="en-US" sz="2000" dirty="0" smtClean="0"/>
              <a:t>Analyze results &amp; identify opportunities</a:t>
            </a:r>
          </a:p>
          <a:p>
            <a:pPr lvl="0"/>
            <a:r>
              <a:rPr lang="en-US" sz="2400" dirty="0" smtClean="0"/>
              <a:t>Presentation of findings </a:t>
            </a:r>
          </a:p>
          <a:p>
            <a:pPr lvl="1"/>
            <a:r>
              <a:rPr lang="en-US" sz="2000" dirty="0" smtClean="0"/>
              <a:t>To Steering Committee</a:t>
            </a:r>
          </a:p>
          <a:p>
            <a:pPr lvl="1"/>
            <a:r>
              <a:rPr lang="en-US" sz="2000" dirty="0" smtClean="0"/>
              <a:t>To </a:t>
            </a:r>
            <a:r>
              <a:rPr lang="en-US" sz="2000" dirty="0" smtClean="0"/>
              <a:t>Hospital </a:t>
            </a:r>
            <a:r>
              <a:rPr lang="en-US" sz="2000" dirty="0" smtClean="0"/>
              <a:t>Board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A few definitions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Job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methodology is based on a perspective of measuring the desired outcomes that an individual would like to achieve within the context of a particular "job" that he/she is trying to get done. </a:t>
            </a:r>
          </a:p>
          <a:p>
            <a:r>
              <a:rPr lang="en-US" dirty="0" smtClean="0"/>
              <a:t>A job is quite simply a definition of what people are actually trying to "get done“.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Outcomes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job is comprised of a common set of activities (steps if you will) which involve planning, preparing, executing, monitoring, adjusting, and completing the work to be done.</a:t>
            </a:r>
          </a:p>
          <a:p>
            <a:r>
              <a:rPr lang="en-US" dirty="0" smtClean="0"/>
              <a:t>A person trying to complete these steps has a set of desired outcomes they wish to achieve for each step in the job.  We call these outcomes and they can be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Job Model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job model is an attempt to identify the relationships between the core job that a person is performing and all the other jobs that can influence the outcomes for the job:</a:t>
            </a:r>
          </a:p>
          <a:p>
            <a:pPr lvl="1"/>
            <a:r>
              <a:rPr lang="en-US" dirty="0" smtClean="0"/>
              <a:t>Direct &amp; indirect functional jobs</a:t>
            </a:r>
          </a:p>
          <a:p>
            <a:pPr lvl="1"/>
            <a:r>
              <a:rPr lang="en-US" dirty="0" smtClean="0"/>
              <a:t>Supply chain jobs </a:t>
            </a:r>
          </a:p>
          <a:p>
            <a:pPr lvl="1"/>
            <a:r>
              <a:rPr lang="en-US" dirty="0" smtClean="0"/>
              <a:t>Emotional &amp; Spiritual Jobs</a:t>
            </a:r>
          </a:p>
          <a:p>
            <a:pPr lvl="1"/>
            <a:endParaRPr lang="en-US" sz="1200" dirty="0" smtClean="0"/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sz="2400" b="1" dirty="0" smtClean="0">
                <a:solidFill>
                  <a:schemeClr val="tx2"/>
                </a:solidFill>
              </a:rPr>
              <a:t>All of these can be captured initially &amp; measured eventually (depending on the scope of the study)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Job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914400" y="1397000"/>
          <a:ext cx="701040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ounded Rectangular Callout 6"/>
          <p:cNvSpPr/>
          <p:nvPr/>
        </p:nvSpPr>
        <p:spPr>
          <a:xfrm>
            <a:off x="5638800" y="4343400"/>
            <a:ext cx="2057400" cy="990600"/>
          </a:xfrm>
          <a:prstGeom prst="wedgeRoundRectCallout">
            <a:avLst>
              <a:gd name="adj1" fmla="val -76715"/>
              <a:gd name="adj2" fmla="val -20305"/>
              <a:gd name="adj3" fmla="val 16667"/>
            </a:avLst>
          </a:prstGeom>
          <a:solidFill>
            <a:srgbClr val="FFC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This is where customer value is measured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Quantitative Data from 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600200"/>
            <a:ext cx="7142163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Quantitative Analysis from 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295400"/>
            <a:ext cx="7391399" cy="5011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828800" y="2133600"/>
            <a:ext cx="6477000" cy="3276600"/>
          </a:xfrm>
        </p:spPr>
        <p:txBody>
          <a:bodyPr/>
          <a:lstStyle/>
          <a:p>
            <a:pPr algn="l"/>
            <a:r>
              <a:rPr lang="en-US" sz="2800" b="1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If you are interested in obtaining more information about our services, please visit us online or contact us directly.</a:t>
            </a:r>
          </a:p>
          <a:p>
            <a:pPr algn="l"/>
            <a:endParaRPr lang="en-US" sz="28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Online: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www.enablingvalue.com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Phone:  (847) 261-IDEA</a:t>
            </a: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Email:  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jeffrey.wallk@enablingvalue.com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8988</TotalTime>
  <Words>1474</Words>
  <Application>Microsoft Office PowerPoint</Application>
  <PresentationFormat>On-screen Show (4:3)</PresentationFormat>
  <Paragraphs>286</Paragraphs>
  <Slides>28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VEG</vt:lpstr>
      <vt:lpstr>Establishing a Value-Driven Model for Healthcare</vt:lpstr>
      <vt:lpstr>Proposal</vt:lpstr>
      <vt:lpstr>The Vision</vt:lpstr>
      <vt:lpstr>Needs of the Patients</vt:lpstr>
      <vt:lpstr>Needs of the Practitioners</vt:lpstr>
      <vt:lpstr>Needs of the Providers</vt:lpstr>
      <vt:lpstr>Value-Driven Healthcare Model</vt:lpstr>
      <vt:lpstr>Moving from Assumptions to Implementation</vt:lpstr>
      <vt:lpstr>Measuring Value for Healthcare</vt:lpstr>
      <vt:lpstr>Enabling Value for Healthcare</vt:lpstr>
      <vt:lpstr>Future Opportunities</vt:lpstr>
      <vt:lpstr>Slide 12</vt:lpstr>
      <vt:lpstr>Project Charter</vt:lpstr>
      <vt:lpstr>Methodology (Planning)</vt:lpstr>
      <vt:lpstr>Methodology (Execution)</vt:lpstr>
      <vt:lpstr>Methodology (Execution)</vt:lpstr>
      <vt:lpstr>Methodology (Presentation)</vt:lpstr>
      <vt:lpstr>Program Governance</vt:lpstr>
      <vt:lpstr>Staffing Plan</vt:lpstr>
      <vt:lpstr>Key Milestones &amp; Deliverables</vt:lpstr>
      <vt:lpstr>A few definitions</vt:lpstr>
      <vt:lpstr>What is a Job ?</vt:lpstr>
      <vt:lpstr>What are Outcomes ?</vt:lpstr>
      <vt:lpstr>What is a Job Model ?</vt:lpstr>
      <vt:lpstr>The Job Model</vt:lpstr>
      <vt:lpstr>Quantitative Data from Study</vt:lpstr>
      <vt:lpstr>Quantitative Analysis from Study</vt:lpstr>
      <vt:lpstr>Slide 28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239</cp:revision>
  <dcterms:created xsi:type="dcterms:W3CDTF">2009-06-09T11:36:35Z</dcterms:created>
  <dcterms:modified xsi:type="dcterms:W3CDTF">2010-03-03T02:15:46Z</dcterms:modified>
</cp:coreProperties>
</file>