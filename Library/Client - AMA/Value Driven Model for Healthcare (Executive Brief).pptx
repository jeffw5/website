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4"/>
  </p:notesMasterIdLst>
  <p:handoutMasterIdLst>
    <p:handoutMasterId r:id="rId15"/>
  </p:handoutMasterIdLst>
  <p:sldIdLst>
    <p:sldId id="257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313" r:id="rId12"/>
    <p:sldId id="311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38" autoAdjust="0"/>
    <p:restoredTop sz="94660"/>
  </p:normalViewPr>
  <p:slideViewPr>
    <p:cSldViewPr>
      <p:cViewPr varScale="1">
        <p:scale>
          <a:sx n="71" d="100"/>
          <a:sy n="71" d="100"/>
        </p:scale>
        <p:origin x="-14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76A6C9-4EF2-458F-BCEA-91A84C0B904F}" type="presOf" srcId="{B137D134-E00F-4B03-8649-9260A5728E45}" destId="{C67EC5E8-DE49-43E0-8D6A-67245C3D29F1}" srcOrd="1" destOrd="1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0364B522-3399-403D-A641-80C83445C296}" type="presOf" srcId="{1323FBD4-0185-4499-9C77-8B125A9EDECB}" destId="{6A0F8408-68AE-4879-BCBB-6F1D070EBBEC}" srcOrd="0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FC6DC0A6-AA9B-4AF3-B30A-A06CC9AF776E}" type="presOf" srcId="{DBB4C2F7-4009-4772-A287-018D1DFA27A3}" destId="{44FCDAAD-01F0-4B5F-AC01-AA624E3EDD7F}" srcOrd="0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FE630B2D-3402-4F34-B038-715886B63A1C}" type="presOf" srcId="{1D895A9F-66CD-4D6A-87C1-D6070AA2D1F9}" destId="{55643E70-788A-439F-A22B-D54BB71AE1B4}" srcOrd="1" destOrd="0" presId="urn:microsoft.com/office/officeart/2005/8/layout/vProcess5"/>
    <dgm:cxn modelId="{4A23959C-0677-48FB-BCC9-25FFB75E87ED}" type="presOf" srcId="{3EBECECA-EEE9-4671-989E-9D199CD8E4F3}" destId="{BC27DFCF-341C-4832-B707-7562421074B8}" srcOrd="0" destOrd="0" presId="urn:microsoft.com/office/officeart/2005/8/layout/vProcess5"/>
    <dgm:cxn modelId="{5D901336-2AEC-4F77-B38E-D137F237C4F7}" type="presOf" srcId="{797F2B97-E140-44EC-B0A7-251A59CA45CE}" destId="{44FCDAAD-01F0-4B5F-AC01-AA624E3EDD7F}" srcOrd="0" destOrd="1" presId="urn:microsoft.com/office/officeart/2005/8/layout/vProcess5"/>
    <dgm:cxn modelId="{42E2EC78-B634-4C29-82EA-E9135471BEE8}" type="presOf" srcId="{B137D134-E00F-4B03-8649-9260A5728E45}" destId="{19112690-9CC1-42CA-92EF-22A5046497D0}" srcOrd="0" destOrd="1" presId="urn:microsoft.com/office/officeart/2005/8/layout/vProcess5"/>
    <dgm:cxn modelId="{46F347AD-458B-4AF1-95E8-9A2D654DAD85}" type="presOf" srcId="{F8612028-6F88-4858-AC54-F76CAE6CE636}" destId="{55643E70-788A-439F-A22B-D54BB71AE1B4}" srcOrd="1" destOrd="1" presId="urn:microsoft.com/office/officeart/2005/8/layout/vProcess5"/>
    <dgm:cxn modelId="{5252E8A2-678C-4A80-A9CC-D551DCCD7B6D}" type="presOf" srcId="{7CA238D8-41AA-42D1-A624-A4BE17E3489D}" destId="{19112690-9CC1-42CA-92EF-22A5046497D0}" srcOrd="0" destOrd="0" presId="urn:microsoft.com/office/officeart/2005/8/layout/vProcess5"/>
    <dgm:cxn modelId="{8E290CD7-B4E5-47F1-A184-4D7DAC332738}" type="presOf" srcId="{BF953B3E-FE0E-4132-8507-9B770972069A}" destId="{1E153542-D7E0-4561-8633-4F9C38EBC364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C2EC830F-8165-4C9B-8684-8A3373BCF3A4}" type="presOf" srcId="{1D895A9F-66CD-4D6A-87C1-D6070AA2D1F9}" destId="{F374B58B-DD19-4846-902F-F2A0A40B53F0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AB0B97DD-EEA5-40A8-AF74-CB1D2E5D1761}" type="presOf" srcId="{DBB4C2F7-4009-4772-A287-018D1DFA27A3}" destId="{78F0F54D-BDA7-46C0-84B2-112BAAC12E67}" srcOrd="1" destOrd="0" presId="urn:microsoft.com/office/officeart/2005/8/layout/vProcess5"/>
    <dgm:cxn modelId="{CE1F26E2-8620-4F23-8C7D-57B4D65AF3CD}" type="presOf" srcId="{F8612028-6F88-4858-AC54-F76CAE6CE636}" destId="{F374B58B-DD19-4846-902F-F2A0A40B53F0}" srcOrd="0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FE9764A4-DB05-4DEA-83E1-655A738EA0B8}" type="presOf" srcId="{797F2B97-E140-44EC-B0A7-251A59CA45CE}" destId="{78F0F54D-BDA7-46C0-84B2-112BAAC12E67}" srcOrd="1" destOrd="1" presId="urn:microsoft.com/office/officeart/2005/8/layout/vProcess5"/>
    <dgm:cxn modelId="{371C7917-4A5E-461B-9C3C-85322E0370CF}" type="presOf" srcId="{7CA238D8-41AA-42D1-A624-A4BE17E3489D}" destId="{C67EC5E8-DE49-43E0-8D6A-67245C3D29F1}" srcOrd="1" destOrd="0" presId="urn:microsoft.com/office/officeart/2005/8/layout/vProcess5"/>
    <dgm:cxn modelId="{63B52FF0-0D37-4DDF-9B93-2DC3C5F7AA70}" type="presParOf" srcId="{1E153542-D7E0-4561-8633-4F9C38EBC364}" destId="{7C6F8402-BB6D-4E54-A9CD-7AF6DDC9F657}" srcOrd="0" destOrd="0" presId="urn:microsoft.com/office/officeart/2005/8/layout/vProcess5"/>
    <dgm:cxn modelId="{C7988ACA-34EC-4956-80F6-CFD6C6092304}" type="presParOf" srcId="{1E153542-D7E0-4561-8633-4F9C38EBC364}" destId="{19112690-9CC1-42CA-92EF-22A5046497D0}" srcOrd="1" destOrd="0" presId="urn:microsoft.com/office/officeart/2005/8/layout/vProcess5"/>
    <dgm:cxn modelId="{CB836021-6360-4E02-B782-D8E8AEC307B3}" type="presParOf" srcId="{1E153542-D7E0-4561-8633-4F9C38EBC364}" destId="{44FCDAAD-01F0-4B5F-AC01-AA624E3EDD7F}" srcOrd="2" destOrd="0" presId="urn:microsoft.com/office/officeart/2005/8/layout/vProcess5"/>
    <dgm:cxn modelId="{B3FFB9DB-5E22-471A-9165-44B3A8C9E7DA}" type="presParOf" srcId="{1E153542-D7E0-4561-8633-4F9C38EBC364}" destId="{F374B58B-DD19-4846-902F-F2A0A40B53F0}" srcOrd="3" destOrd="0" presId="urn:microsoft.com/office/officeart/2005/8/layout/vProcess5"/>
    <dgm:cxn modelId="{25522E5D-2F54-4675-B58F-5DA74C7E1033}" type="presParOf" srcId="{1E153542-D7E0-4561-8633-4F9C38EBC364}" destId="{6A0F8408-68AE-4879-BCBB-6F1D070EBBEC}" srcOrd="4" destOrd="0" presId="urn:microsoft.com/office/officeart/2005/8/layout/vProcess5"/>
    <dgm:cxn modelId="{631669E9-D054-41C3-8655-77FB24BE29D6}" type="presParOf" srcId="{1E153542-D7E0-4561-8633-4F9C38EBC364}" destId="{BC27DFCF-341C-4832-B707-7562421074B8}" srcOrd="5" destOrd="0" presId="urn:microsoft.com/office/officeart/2005/8/layout/vProcess5"/>
    <dgm:cxn modelId="{83655958-4831-4FEE-9D0E-ACA6F8678FBF}" type="presParOf" srcId="{1E153542-D7E0-4561-8633-4F9C38EBC364}" destId="{C67EC5E8-DE49-43E0-8D6A-67245C3D29F1}" srcOrd="6" destOrd="0" presId="urn:microsoft.com/office/officeart/2005/8/layout/vProcess5"/>
    <dgm:cxn modelId="{FC83F703-FAC9-406A-9425-8438099CAF9E}" type="presParOf" srcId="{1E153542-D7E0-4561-8633-4F9C38EBC364}" destId="{78F0F54D-BDA7-46C0-84B2-112BAAC12E67}" srcOrd="7" destOrd="0" presId="urn:microsoft.com/office/officeart/2005/8/layout/vProcess5"/>
    <dgm:cxn modelId="{77F398F4-4070-4317-8A6D-01D9CA5502A0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B0AA3EB8-AF7D-433D-8FDA-4C1B0D0B1414}" type="presOf" srcId="{973D7B39-D5D2-4B89-A3E7-1C0B9FD794DD}" destId="{3260B18C-0F12-415C-B2B5-B0D612D38936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4AC0A713-B5CF-461C-AF37-3BDB9A924F3F}" type="presOf" srcId="{CAE624CA-334A-4EB5-BD8E-55849449CB58}" destId="{1700B4C8-12E4-4D00-876C-94377F786E85}" srcOrd="0" destOrd="0" presId="urn:microsoft.com/office/officeart/2005/8/layout/funnel1"/>
    <dgm:cxn modelId="{9384ABEA-36AD-48A1-BE86-827C9953E03D}" type="presOf" srcId="{39749F21-8792-4349-A6A7-BF01EB94F789}" destId="{0B61870B-E2AE-47B9-90BE-64D52B77842D}" srcOrd="0" destOrd="0" presId="urn:microsoft.com/office/officeart/2005/8/layout/funnel1"/>
    <dgm:cxn modelId="{1147503C-FCD4-40B2-8680-0307253915DB}" type="presOf" srcId="{42874977-2580-429E-9A3F-5B0A5A2948AF}" destId="{F96B2562-BEBF-42CE-9FF0-1BBD38426426}" srcOrd="0" destOrd="0" presId="urn:microsoft.com/office/officeart/2005/8/layout/funnel1"/>
    <dgm:cxn modelId="{9D40B4CE-972B-4F4D-930D-115E7E651A16}" type="presOf" srcId="{E20769C5-73DC-4E8A-913F-24C08F2848CC}" destId="{D7B10E75-58CC-4807-BD47-EBDD0F301C5F}" srcOrd="0" destOrd="0" presId="urn:microsoft.com/office/officeart/2005/8/layout/funnel1"/>
    <dgm:cxn modelId="{2FBFB44C-8585-42D5-8EA1-8C890D36C667}" type="presParOf" srcId="{D7B10E75-58CC-4807-BD47-EBDD0F301C5F}" destId="{E1C58007-ADFE-400C-A7E7-0C16929F4834}" srcOrd="0" destOrd="0" presId="urn:microsoft.com/office/officeart/2005/8/layout/funnel1"/>
    <dgm:cxn modelId="{D9C05BA4-3087-4618-8C03-7891B23D422F}" type="presParOf" srcId="{D7B10E75-58CC-4807-BD47-EBDD0F301C5F}" destId="{BE474BB7-A5E2-4490-A567-03B382957073}" srcOrd="1" destOrd="0" presId="urn:microsoft.com/office/officeart/2005/8/layout/funnel1"/>
    <dgm:cxn modelId="{F5089BE8-B0AF-47B2-BADB-A36CEFD13261}" type="presParOf" srcId="{D7B10E75-58CC-4807-BD47-EBDD0F301C5F}" destId="{0B61870B-E2AE-47B9-90BE-64D52B77842D}" srcOrd="2" destOrd="0" presId="urn:microsoft.com/office/officeart/2005/8/layout/funnel1"/>
    <dgm:cxn modelId="{71659BB3-ABCA-4F81-8BAF-3A835CA64F75}" type="presParOf" srcId="{D7B10E75-58CC-4807-BD47-EBDD0F301C5F}" destId="{3260B18C-0F12-415C-B2B5-B0D612D38936}" srcOrd="3" destOrd="0" presId="urn:microsoft.com/office/officeart/2005/8/layout/funnel1"/>
    <dgm:cxn modelId="{6BFB92D0-5C22-441A-8314-A265D1423284}" type="presParOf" srcId="{D7B10E75-58CC-4807-BD47-EBDD0F301C5F}" destId="{F96B2562-BEBF-42CE-9FF0-1BBD38426426}" srcOrd="4" destOrd="0" presId="urn:microsoft.com/office/officeart/2005/8/layout/funnel1"/>
    <dgm:cxn modelId="{5FCCC17A-38BC-45B7-B4A1-7DADD7477044}" type="presParOf" srcId="{D7B10E75-58CC-4807-BD47-EBDD0F301C5F}" destId="{1700B4C8-12E4-4D00-876C-94377F786E85}" srcOrd="5" destOrd="0" presId="urn:microsoft.com/office/officeart/2005/8/layout/funnel1"/>
    <dgm:cxn modelId="{53BFBD75-F39B-4E92-8AEE-4D7647D46585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2F975395-6FF8-4988-98F2-3C642B051AE9}" type="presOf" srcId="{56F0B946-F863-43B5-9AE7-3ED2571CC1F7}" destId="{D195289F-4E10-4B57-8C58-6BB3CB9CCF4B}" srcOrd="0" destOrd="0" presId="urn:microsoft.com/office/officeart/2005/8/layout/hProcess9"/>
    <dgm:cxn modelId="{99651230-1B74-4E01-9B21-47132FE2E5D0}" type="presOf" srcId="{5DCEAD6A-2995-470E-B294-EFE25C7FA270}" destId="{0564D69C-C697-46C9-AFEA-F63178C739BD}" srcOrd="0" destOrd="0" presId="urn:microsoft.com/office/officeart/2005/8/layout/hProcess9"/>
    <dgm:cxn modelId="{6367E7E7-D74C-48A8-AA73-B7DB297537F3}" type="presOf" srcId="{F75D5E40-C0EA-4FAA-9275-3C70938E00EE}" destId="{EDBBB759-F01A-4C3B-A1A8-D2C8F1E5A578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6C8525A6-742A-4ABD-8223-E201B5B9EBC9}" type="presOf" srcId="{673AE5C1-39E1-47D6-9713-8CA9BE6EA1DA}" destId="{F6218397-5286-4BF9-91BC-3A8217C085AF}" srcOrd="0" destOrd="0" presId="urn:microsoft.com/office/officeart/2005/8/layout/hProcess9"/>
    <dgm:cxn modelId="{72B9AA87-986D-4E48-B956-E767BD77D189}" type="presParOf" srcId="{F6218397-5286-4BF9-91BC-3A8217C085AF}" destId="{57B6F08F-F180-42E5-86EE-1F47EC70A8B7}" srcOrd="0" destOrd="0" presId="urn:microsoft.com/office/officeart/2005/8/layout/hProcess9"/>
    <dgm:cxn modelId="{D228E19B-E032-484E-B0C1-81C39628B812}" type="presParOf" srcId="{F6218397-5286-4BF9-91BC-3A8217C085AF}" destId="{ED339E6A-99DE-44B5-8942-676116993976}" srcOrd="1" destOrd="0" presId="urn:microsoft.com/office/officeart/2005/8/layout/hProcess9"/>
    <dgm:cxn modelId="{AF9161B4-F806-4287-9ED0-082D795EA141}" type="presParOf" srcId="{ED339E6A-99DE-44B5-8942-676116993976}" destId="{D195289F-4E10-4B57-8C58-6BB3CB9CCF4B}" srcOrd="0" destOrd="0" presId="urn:microsoft.com/office/officeart/2005/8/layout/hProcess9"/>
    <dgm:cxn modelId="{51369860-6516-41D4-A5B4-06135480E51C}" type="presParOf" srcId="{ED339E6A-99DE-44B5-8942-676116993976}" destId="{B5A6657B-DFA9-42AD-BD72-82BAEBF8B87E}" srcOrd="1" destOrd="0" presId="urn:microsoft.com/office/officeart/2005/8/layout/hProcess9"/>
    <dgm:cxn modelId="{AACFE47D-DDB9-4CDE-8F92-5E1E38AF31EF}" type="presParOf" srcId="{ED339E6A-99DE-44B5-8942-676116993976}" destId="{EDBBB759-F01A-4C3B-A1A8-D2C8F1E5A578}" srcOrd="2" destOrd="0" presId="urn:microsoft.com/office/officeart/2005/8/layout/hProcess9"/>
    <dgm:cxn modelId="{69A98D45-6723-4339-AEB0-12C8FA0E7397}" type="presParOf" srcId="{ED339E6A-99DE-44B5-8942-676116993976}" destId="{7E687DF4-201B-4FB8-B89C-9863D30313FA}" srcOrd="3" destOrd="0" presId="urn:microsoft.com/office/officeart/2005/8/layout/hProcess9"/>
    <dgm:cxn modelId="{5D0CB45B-135E-4DCB-B125-0CF3E8BEA059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D8D3DF-C8E7-400F-A470-C35BFABFEA8B}" type="datetime1">
              <a:rPr lang="en-US"/>
              <a:pPr>
                <a:defRPr/>
              </a:pPr>
              <a:t>2/14/2010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FC0378-E924-45D2-833F-2407825596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BA5DA134-F246-4A0D-B32C-1C816EB1D884}" type="datetime1">
              <a:rPr lang="en-US"/>
              <a:pPr>
                <a:defRPr/>
              </a:pPr>
              <a:t>2/14/2010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D8C2B3F5-6F9B-4CB9-8D11-1CB8B4199F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8086183-1692-4BAB-89CE-8EA69FACF634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8A67391-9C2F-4576-BC27-1C9C10A952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17766A0-4E7E-4346-9845-753A3E560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887C531-DA27-446A-8A3B-0540AE8DE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C9C5604-86D9-4EB0-BC59-58A9D6CCB3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DCA6F392-9C2D-4F42-B20A-C1BECCDA9F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372FCA7-C354-429C-9ED2-828CB4DE6D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DBBCB50-9D3D-47BD-8364-0BC282FB8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6D52CC7-5F5A-4913-8F2B-3DD5AAB29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98569EF-EF0C-43C2-A2A7-1FCA48F5D3A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C33277A-904F-48AA-BB90-3186DF325E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5D87D35D-A695-453C-87D5-A9ECB16D7C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14400" y="2130425"/>
            <a:ext cx="77724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Establishing a Value-Driven Model for Healthcare</a:t>
            </a:r>
          </a:p>
        </p:txBody>
      </p:sp>
      <p:pic>
        <p:nvPicPr>
          <p:cNvPr id="5" name="Picture 4" descr="healthcare 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82350" y="3657599"/>
            <a:ext cx="3699450" cy="2461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Introduce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spiritual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(hospital, clinics, home, and nursing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be able to reliably measure value for their patients, for themselves as individual practitioners , and for the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get alignment amongst the hospitals, nursing homes, and home care providers on measuring value from a patient perspective.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understand how to identify, measure and deliver value as patients flow through the continuum of 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help reduce the overall costs of healthcare while improving the overall value for patients and practitioners (where value is created).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Value-Driven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Align healthcare measurements (Quality = TQM, Evidence-Based = EBM) with value-driven measurements (VDM) to align information and optimize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Future Opportunities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jeffrey.wallk@enablingvalue.com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8986</TotalTime>
  <Words>660</Words>
  <Application>Microsoft Office PowerPoint</Application>
  <PresentationFormat>On-screen Show (4:3)</PresentationFormat>
  <Paragraphs>107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VEG</vt:lpstr>
      <vt:lpstr>Establishing a Value-Driven Model for Healthcare</vt:lpstr>
      <vt:lpstr>Proposal</vt:lpstr>
      <vt:lpstr>The Vision</vt:lpstr>
      <vt:lpstr>Needs of the Patients</vt:lpstr>
      <vt:lpstr>Needs of the Practitioners</vt:lpstr>
      <vt:lpstr>Needs of the Providers</vt:lpstr>
      <vt:lpstr>Value-Driven Healthcare Model</vt:lpstr>
      <vt:lpstr>Moving from Assumptions to Implementation</vt:lpstr>
      <vt:lpstr>Measuring Value for Healthcare</vt:lpstr>
      <vt:lpstr>Enabling Value for Healthcare</vt:lpstr>
      <vt:lpstr>Future Opportunities</vt:lpstr>
      <vt:lpstr>Slide 12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239</cp:revision>
  <dcterms:created xsi:type="dcterms:W3CDTF">2009-06-09T11:36:35Z</dcterms:created>
  <dcterms:modified xsi:type="dcterms:W3CDTF">2010-02-14T20:26:53Z</dcterms:modified>
</cp:coreProperties>
</file>