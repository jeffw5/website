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18" autoAdjust="0"/>
    <p:restoredTop sz="96918" autoAdjust="0"/>
  </p:normalViewPr>
  <p:slideViewPr>
    <p:cSldViewPr snapToGrid="0" snapToObjects="1">
      <p:cViewPr varScale="1">
        <p:scale>
          <a:sx n="104" d="100"/>
          <a:sy n="104" d="100"/>
        </p:scale>
        <p:origin x="-81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AA9A-5D66-FC4A-9E32-941FE8A16B07}" type="datetimeFigureOut">
              <a:rPr lang="en-US" smtClean="0"/>
              <a:t>11/12/14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54A21-DA46-4C41-AD49-F51CB9335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1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AA9A-5D66-FC4A-9E32-941FE8A16B07}" type="datetimeFigureOut">
              <a:rPr lang="en-US" smtClean="0"/>
              <a:t>11/12/14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54A21-DA46-4C41-AD49-F51CB9335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AA9A-5D66-FC4A-9E32-941FE8A16B07}" type="datetimeFigureOut">
              <a:rPr lang="en-US" smtClean="0"/>
              <a:t>11/12/14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54A21-DA46-4C41-AD49-F51CB9335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28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AA9A-5D66-FC4A-9E32-941FE8A16B07}" type="datetimeFigureOut">
              <a:rPr lang="en-US" smtClean="0"/>
              <a:t>11/12/14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54A21-DA46-4C41-AD49-F51CB9335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AA9A-5D66-FC4A-9E32-941FE8A16B07}" type="datetimeFigureOut">
              <a:rPr lang="en-US" smtClean="0"/>
              <a:t>11/12/14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54A21-DA46-4C41-AD49-F51CB9335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23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AA9A-5D66-FC4A-9E32-941FE8A16B07}" type="datetimeFigureOut">
              <a:rPr lang="en-US" smtClean="0"/>
              <a:t>11/12/14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54A21-DA46-4C41-AD49-F51CB9335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AA9A-5D66-FC4A-9E32-941FE8A16B07}" type="datetimeFigureOut">
              <a:rPr lang="en-US" smtClean="0"/>
              <a:t>11/12/14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54A21-DA46-4C41-AD49-F51CB9335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96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AA9A-5D66-FC4A-9E32-941FE8A16B07}" type="datetimeFigureOut">
              <a:rPr lang="en-US" smtClean="0"/>
              <a:t>11/12/14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54A21-DA46-4C41-AD49-F51CB9335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53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AA9A-5D66-FC4A-9E32-941FE8A16B07}" type="datetimeFigureOut">
              <a:rPr lang="en-US" smtClean="0"/>
              <a:t>11/12/14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54A21-DA46-4C41-AD49-F51CB9335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82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AA9A-5D66-FC4A-9E32-941FE8A16B07}" type="datetimeFigureOut">
              <a:rPr lang="en-US" smtClean="0"/>
              <a:t>11/12/14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54A21-DA46-4C41-AD49-F51CB9335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901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AA9A-5D66-FC4A-9E32-941FE8A16B07}" type="datetimeFigureOut">
              <a:rPr lang="en-US" smtClean="0"/>
              <a:t>11/12/14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54A21-DA46-4C41-AD49-F51CB9335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5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DAA9A-5D66-FC4A-9E32-941FE8A16B07}" type="datetimeFigureOut">
              <a:rPr lang="en-US" smtClean="0"/>
              <a:t>11/12/14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54A21-DA46-4C41-AD49-F51CB9335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26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71521" y="381891"/>
            <a:ext cx="1547418" cy="77376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71521" y="407886"/>
            <a:ext cx="1547418" cy="77376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71521" y="388299"/>
            <a:ext cx="1547418" cy="11755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/>
              <a:t>MM Team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02248" y="3080833"/>
            <a:ext cx="1547418" cy="773761"/>
          </a:xfrm>
          <a:prstGeom prst="roundRect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430562" y="261367"/>
            <a:ext cx="1810187" cy="107856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Metamodel</a:t>
            </a:r>
            <a:endParaRPr lang="en-US" dirty="0"/>
          </a:p>
        </p:txBody>
      </p:sp>
      <p:sp>
        <p:nvSpPr>
          <p:cNvPr id="9" name="Snip Single Corner Rectangle 8"/>
          <p:cNvSpPr/>
          <p:nvPr/>
        </p:nvSpPr>
        <p:spPr>
          <a:xfrm>
            <a:off x="7566719" y="337567"/>
            <a:ext cx="1299247" cy="457200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Vendors</a:t>
            </a:r>
            <a:endParaRPr lang="en-US" dirty="0"/>
          </a:p>
        </p:txBody>
      </p:sp>
      <p:sp>
        <p:nvSpPr>
          <p:cNvPr id="11" name="Snip and Round Single Corner Rectangle 10"/>
          <p:cNvSpPr/>
          <p:nvPr/>
        </p:nvSpPr>
        <p:spPr>
          <a:xfrm>
            <a:off x="540136" y="3007447"/>
            <a:ext cx="1678803" cy="656966"/>
          </a:xfrm>
          <a:prstGeom prst="snip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BIZBOK Teams</a:t>
            </a:r>
            <a:endParaRPr lang="en-US" dirty="0"/>
          </a:p>
        </p:txBody>
      </p:sp>
      <p:sp>
        <p:nvSpPr>
          <p:cNvPr id="12" name="Snip and Round Single Corner Rectangle 11"/>
          <p:cNvSpPr/>
          <p:nvPr/>
        </p:nvSpPr>
        <p:spPr>
          <a:xfrm>
            <a:off x="692536" y="3159847"/>
            <a:ext cx="1678803" cy="656966"/>
          </a:xfrm>
          <a:prstGeom prst="snip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BIZBOK Teams</a:t>
            </a:r>
            <a:endParaRPr lang="en-US" dirty="0"/>
          </a:p>
        </p:txBody>
      </p:sp>
      <p:sp>
        <p:nvSpPr>
          <p:cNvPr id="13" name="Snip and Round Single Corner Rectangle 12"/>
          <p:cNvSpPr/>
          <p:nvPr/>
        </p:nvSpPr>
        <p:spPr>
          <a:xfrm>
            <a:off x="844936" y="3312247"/>
            <a:ext cx="1678803" cy="656966"/>
          </a:xfrm>
          <a:prstGeom prst="snip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BIZBOK Teams</a:t>
            </a:r>
            <a:endParaRPr lang="en-US" dirty="0"/>
          </a:p>
        </p:txBody>
      </p:sp>
      <p:sp>
        <p:nvSpPr>
          <p:cNvPr id="14" name="Snip and Round Single Corner Rectangle 13"/>
          <p:cNvSpPr/>
          <p:nvPr/>
        </p:nvSpPr>
        <p:spPr>
          <a:xfrm>
            <a:off x="997336" y="3464647"/>
            <a:ext cx="1678803" cy="656966"/>
          </a:xfrm>
          <a:prstGeom prst="snip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BIZBOK Teams</a:t>
            </a:r>
            <a:endParaRPr lang="en-US" dirty="0"/>
          </a:p>
        </p:txBody>
      </p:sp>
      <p:sp>
        <p:nvSpPr>
          <p:cNvPr id="15" name="Snip and Round Single Corner Rectangle 14"/>
          <p:cNvSpPr/>
          <p:nvPr/>
        </p:nvSpPr>
        <p:spPr>
          <a:xfrm>
            <a:off x="1149736" y="3617047"/>
            <a:ext cx="1678803" cy="656966"/>
          </a:xfrm>
          <a:prstGeom prst="snip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BIZBOK Teams</a:t>
            </a:r>
            <a:endParaRPr lang="en-US" dirty="0"/>
          </a:p>
        </p:txBody>
      </p:sp>
      <p:sp>
        <p:nvSpPr>
          <p:cNvPr id="16" name="Snip and Round Single Corner Rectangle 15"/>
          <p:cNvSpPr/>
          <p:nvPr/>
        </p:nvSpPr>
        <p:spPr>
          <a:xfrm>
            <a:off x="1302136" y="3769447"/>
            <a:ext cx="1678803" cy="656966"/>
          </a:xfrm>
          <a:prstGeom prst="snip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BIZBOK Teams</a:t>
            </a:r>
            <a:endParaRPr lang="en-US" dirty="0"/>
          </a:p>
        </p:txBody>
      </p:sp>
      <p:sp>
        <p:nvSpPr>
          <p:cNvPr id="17" name="Snip and Round Single Corner Rectangle 16"/>
          <p:cNvSpPr/>
          <p:nvPr/>
        </p:nvSpPr>
        <p:spPr>
          <a:xfrm>
            <a:off x="5634938" y="3312247"/>
            <a:ext cx="1459828" cy="809366"/>
          </a:xfrm>
          <a:prstGeom prst="snipRoundRect">
            <a:avLst/>
          </a:prstGeom>
          <a:solidFill>
            <a:srgbClr val="779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Scenario Draft</a:t>
            </a:r>
            <a:endParaRPr lang="en-US" dirty="0"/>
          </a:p>
        </p:txBody>
      </p:sp>
      <p:sp>
        <p:nvSpPr>
          <p:cNvPr id="18" name="Snip and Round Single Corner Rectangle 17"/>
          <p:cNvSpPr/>
          <p:nvPr/>
        </p:nvSpPr>
        <p:spPr>
          <a:xfrm>
            <a:off x="5634938" y="1909202"/>
            <a:ext cx="1459828" cy="809366"/>
          </a:xfrm>
          <a:prstGeom prst="snipRoundRect">
            <a:avLst/>
          </a:prstGeom>
          <a:solidFill>
            <a:schemeClr val="accent3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MM Extension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3415998" y="2365079"/>
            <a:ext cx="1883179" cy="712687"/>
          </a:xfrm>
          <a:prstGeom prst="roundRect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Collaboration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7" idx="3"/>
            <a:endCxn id="17" idx="2"/>
          </p:cNvCxnSpPr>
          <p:nvPr/>
        </p:nvCxnSpPr>
        <p:spPr>
          <a:xfrm>
            <a:off x="5149666" y="3467714"/>
            <a:ext cx="485272" cy="2492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299177" y="3007447"/>
            <a:ext cx="2189744" cy="154637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3415998" y="218989"/>
            <a:ext cx="1733668" cy="57577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Bizbok</a:t>
            </a:r>
            <a:endParaRPr lang="en-US" dirty="0" smtClean="0"/>
          </a:p>
          <a:p>
            <a:pPr algn="ctr"/>
            <a:r>
              <a:rPr lang="en-US" dirty="0" smtClean="0"/>
              <a:t>Editors</a:t>
            </a:r>
            <a:endParaRPr lang="en-US" dirty="0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7465003" y="1824314"/>
            <a:ext cx="1502680" cy="979142"/>
          </a:xfrm>
          <a:prstGeom prst="round2SameRect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MM Extensions could be presented as accelerators 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18" idx="0"/>
            <a:endCxn id="25" idx="2"/>
          </p:cNvCxnSpPr>
          <p:nvPr/>
        </p:nvCxnSpPr>
        <p:spPr>
          <a:xfrm>
            <a:off x="7094766" y="2313885"/>
            <a:ext cx="37023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5" idx="3"/>
            <a:endCxn id="9" idx="1"/>
          </p:cNvCxnSpPr>
          <p:nvPr/>
        </p:nvCxnSpPr>
        <p:spPr>
          <a:xfrm flipV="1">
            <a:off x="8216343" y="794767"/>
            <a:ext cx="0" cy="10295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nip Single Corner Rectangle 9"/>
          <p:cNvSpPr/>
          <p:nvPr/>
        </p:nvSpPr>
        <p:spPr>
          <a:xfrm>
            <a:off x="7566719" y="1035128"/>
            <a:ext cx="1299247" cy="457200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ISO, OMG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>
          <a:xfrm>
            <a:off x="3839161" y="3560045"/>
            <a:ext cx="1073591" cy="208736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376092"/>
                </a:solidFill>
              </a:rPr>
              <a:t>inputs</a:t>
            </a:r>
            <a:endParaRPr lang="en-US" dirty="0">
              <a:solidFill>
                <a:srgbClr val="376092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8611" y="1034146"/>
            <a:ext cx="1297429" cy="395411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376092"/>
                </a:solidFill>
              </a:rPr>
              <a:t>modeling</a:t>
            </a:r>
            <a:endParaRPr lang="en-US" dirty="0">
              <a:solidFill>
                <a:srgbClr val="376092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29690" y="1001104"/>
            <a:ext cx="1349320" cy="395411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376092"/>
                </a:solidFill>
              </a:rPr>
              <a:t>publishing</a:t>
            </a:r>
            <a:endParaRPr lang="en-US" dirty="0">
              <a:solidFill>
                <a:srgbClr val="376092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08415" y="1034146"/>
            <a:ext cx="986040" cy="395411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376092"/>
                </a:solidFill>
              </a:rPr>
              <a:t>review</a:t>
            </a:r>
            <a:endParaRPr lang="en-US" dirty="0">
              <a:solidFill>
                <a:srgbClr val="376092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225474" y="1035128"/>
            <a:ext cx="12213" cy="113842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7" idx="3"/>
            <a:endCxn id="18" idx="2"/>
          </p:cNvCxnSpPr>
          <p:nvPr/>
        </p:nvCxnSpPr>
        <p:spPr>
          <a:xfrm flipV="1">
            <a:off x="5149666" y="2313885"/>
            <a:ext cx="485272" cy="11538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054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38</Words>
  <Application>Microsoft Macintosh PowerPoint</Application>
  <PresentationFormat>On-screen Show (4:3)</PresentationFormat>
  <Paragraphs>21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The Value Enablement Group,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jeffrey wallk</dc:creator>
  <cp:lastModifiedBy>jeffrey wallk</cp:lastModifiedBy>
  <cp:revision>4</cp:revision>
  <dcterms:created xsi:type="dcterms:W3CDTF">2014-11-07T17:35:35Z</dcterms:created>
  <dcterms:modified xsi:type="dcterms:W3CDTF">2014-11-12T13:14:11Z</dcterms:modified>
</cp:coreProperties>
</file>