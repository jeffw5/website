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891" r:id="rId1"/>
    <p:sldMasterId id="2147483897" r:id="rId2"/>
  </p:sldMasterIdLst>
  <p:sldIdLst>
    <p:sldId id="265" r:id="rId3"/>
    <p:sldId id="264" r:id="rId4"/>
  </p:sldIdLst>
  <p:sldSz cx="9144000" cy="6858000" type="letter"/>
  <p:notesSz cx="7102475" cy="10234613"/>
  <p:defaultTextStyle>
    <a:defPPr>
      <a:defRPr lang="en-US"/>
    </a:defPPr>
    <a:lvl1pPr algn="ctr" rtl="0" fontAlgn="base">
      <a:spcBef>
        <a:spcPct val="0"/>
      </a:spcBef>
      <a:spcAft>
        <a:spcPct val="0"/>
      </a:spcAft>
      <a:buChar char="•"/>
      <a:defRPr sz="800" b="1" kern="1200">
        <a:solidFill>
          <a:srgbClr val="000000"/>
        </a:solidFill>
        <a:latin typeface="Arial" charset="0"/>
        <a:ea typeface="ＭＳ Ｐゴシック" charset="0"/>
        <a:cs typeface="ＭＳ Ｐゴシック" charset="0"/>
        <a:sym typeface="Arial" charset="0"/>
      </a:defRPr>
    </a:lvl1pPr>
    <a:lvl2pPr marL="319088" indent="138113" algn="ctr" rtl="0" fontAlgn="base">
      <a:spcBef>
        <a:spcPct val="0"/>
      </a:spcBef>
      <a:spcAft>
        <a:spcPct val="0"/>
      </a:spcAft>
      <a:buChar char="•"/>
      <a:defRPr sz="800" b="1" kern="1200">
        <a:solidFill>
          <a:srgbClr val="000000"/>
        </a:solidFill>
        <a:latin typeface="Arial" charset="0"/>
        <a:ea typeface="ＭＳ Ｐゴシック" charset="0"/>
        <a:cs typeface="ＭＳ Ｐゴシック" charset="0"/>
        <a:sym typeface="Arial" charset="0"/>
      </a:defRPr>
    </a:lvl2pPr>
    <a:lvl3pPr marL="639763" indent="274638" algn="ctr" rtl="0" fontAlgn="base">
      <a:spcBef>
        <a:spcPct val="0"/>
      </a:spcBef>
      <a:spcAft>
        <a:spcPct val="0"/>
      </a:spcAft>
      <a:buChar char="•"/>
      <a:defRPr sz="800" b="1" kern="1200">
        <a:solidFill>
          <a:srgbClr val="000000"/>
        </a:solidFill>
        <a:latin typeface="Arial" charset="0"/>
        <a:ea typeface="ＭＳ Ｐゴシック" charset="0"/>
        <a:cs typeface="ＭＳ Ｐゴシック" charset="0"/>
        <a:sym typeface="Arial" charset="0"/>
      </a:defRPr>
    </a:lvl3pPr>
    <a:lvl4pPr marL="962025" indent="409575" algn="ctr" rtl="0" fontAlgn="base">
      <a:spcBef>
        <a:spcPct val="0"/>
      </a:spcBef>
      <a:spcAft>
        <a:spcPct val="0"/>
      </a:spcAft>
      <a:buChar char="•"/>
      <a:defRPr sz="800" b="1" kern="1200">
        <a:solidFill>
          <a:srgbClr val="000000"/>
        </a:solidFill>
        <a:latin typeface="Arial" charset="0"/>
        <a:ea typeface="ＭＳ Ｐゴシック" charset="0"/>
        <a:cs typeface="ＭＳ Ｐゴシック" charset="0"/>
        <a:sym typeface="Arial" charset="0"/>
      </a:defRPr>
    </a:lvl4pPr>
    <a:lvl5pPr marL="1282700" indent="546100" algn="ctr" rtl="0" fontAlgn="base">
      <a:spcBef>
        <a:spcPct val="0"/>
      </a:spcBef>
      <a:spcAft>
        <a:spcPct val="0"/>
      </a:spcAft>
      <a:buChar char="•"/>
      <a:defRPr sz="800" b="1" kern="1200">
        <a:solidFill>
          <a:srgbClr val="000000"/>
        </a:solidFill>
        <a:latin typeface="Arial" charset="0"/>
        <a:ea typeface="ＭＳ Ｐゴシック" charset="0"/>
        <a:cs typeface="ＭＳ Ｐゴシック" charset="0"/>
        <a:sym typeface="Arial" charset="0"/>
      </a:defRPr>
    </a:lvl5pPr>
    <a:lvl6pPr marL="2286000" algn="l" defTabSz="457200" rtl="0" eaLnBrk="1" latinLnBrk="0" hangingPunct="1">
      <a:defRPr sz="800" b="1" kern="1200">
        <a:solidFill>
          <a:srgbClr val="000000"/>
        </a:solidFill>
        <a:latin typeface="Arial" charset="0"/>
        <a:ea typeface="ＭＳ Ｐゴシック" charset="0"/>
        <a:cs typeface="ＭＳ Ｐゴシック" charset="0"/>
        <a:sym typeface="Arial" charset="0"/>
      </a:defRPr>
    </a:lvl6pPr>
    <a:lvl7pPr marL="2743200" algn="l" defTabSz="457200" rtl="0" eaLnBrk="1" latinLnBrk="0" hangingPunct="1">
      <a:defRPr sz="800" b="1" kern="1200">
        <a:solidFill>
          <a:srgbClr val="000000"/>
        </a:solidFill>
        <a:latin typeface="Arial" charset="0"/>
        <a:ea typeface="ＭＳ Ｐゴシック" charset="0"/>
        <a:cs typeface="ＭＳ Ｐゴシック" charset="0"/>
        <a:sym typeface="Arial" charset="0"/>
      </a:defRPr>
    </a:lvl7pPr>
    <a:lvl8pPr marL="3200400" algn="l" defTabSz="457200" rtl="0" eaLnBrk="1" latinLnBrk="0" hangingPunct="1">
      <a:defRPr sz="800" b="1" kern="1200">
        <a:solidFill>
          <a:srgbClr val="000000"/>
        </a:solidFill>
        <a:latin typeface="Arial" charset="0"/>
        <a:ea typeface="ＭＳ Ｐゴシック" charset="0"/>
        <a:cs typeface="ＭＳ Ｐゴシック" charset="0"/>
        <a:sym typeface="Arial" charset="0"/>
      </a:defRPr>
    </a:lvl8pPr>
    <a:lvl9pPr marL="3657600" algn="l" defTabSz="457200" rtl="0" eaLnBrk="1" latinLnBrk="0" hangingPunct="1">
      <a:defRPr sz="800" b="1" kern="1200">
        <a:solidFill>
          <a:srgbClr val="000000"/>
        </a:solidFill>
        <a:latin typeface="Arial" charset="0"/>
        <a:ea typeface="ＭＳ Ｐゴシック" charset="0"/>
        <a:cs typeface="ＭＳ Ｐゴシック" charset="0"/>
        <a:sym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9835" autoAdjust="0"/>
  </p:normalViewPr>
  <p:slideViewPr>
    <p:cSldViewPr snapToGrid="0" snapToObjects="1">
      <p:cViewPr varScale="1">
        <p:scale>
          <a:sx n="124" d="100"/>
          <a:sy n="124" d="100"/>
        </p:scale>
        <p:origin x="1728" y="16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1.xml"/><Relationship Id="rId7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65664" y="360182"/>
            <a:ext cx="5577527" cy="46022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32841" y="1397000"/>
            <a:ext cx="8657167" cy="4804833"/>
          </a:xfrm>
          <a:prstGeom prst="rect">
            <a:avLst/>
          </a:prstGeom>
        </p:spPr>
        <p:txBody>
          <a:bodyPr lIns="91402" tIns="45702" rIns="91402" bIns="45702"/>
          <a:lstStyle>
            <a:lvl1pPr>
              <a:buFont typeface="Wingdings" pitchFamily="2" charset="2"/>
              <a:buChar char="q"/>
              <a:defRPr sz="2400">
                <a:solidFill>
                  <a:schemeClr val="bg2">
                    <a:lumMod val="25000"/>
                  </a:schemeClr>
                </a:solidFill>
              </a:defRPr>
            </a:lvl1pPr>
            <a:lvl2pPr>
              <a:buClr>
                <a:schemeClr val="tx2"/>
              </a:buClr>
              <a:defRPr sz="2000">
                <a:solidFill>
                  <a:schemeClr val="bg2">
                    <a:lumMod val="25000"/>
                  </a:schemeClr>
                </a:solidFill>
              </a:defRPr>
            </a:lvl2pPr>
            <a:lvl3pPr>
              <a:defRPr>
                <a:solidFill>
                  <a:schemeClr val="bg2">
                    <a:lumMod val="25000"/>
                  </a:schemeClr>
                </a:solidFill>
              </a:defRPr>
            </a:lvl3pPr>
            <a:lvl4pPr>
              <a:defRPr>
                <a:solidFill>
                  <a:schemeClr val="bg2">
                    <a:lumMod val="25000"/>
                  </a:schemeClr>
                </a:solidFill>
              </a:defRPr>
            </a:lvl4pPr>
            <a:lvl5pPr>
              <a:defRPr>
                <a:solidFill>
                  <a:schemeClr val="bg2">
                    <a:lumMod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50970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155674"/>
            <a:ext cx="7772400" cy="523220"/>
          </a:xfrm>
        </p:spPr>
        <p:txBody>
          <a:bodyPr anchor="t"/>
          <a:lstStyle>
            <a:lvl1pPr algn="l">
              <a:defRPr sz="2800" b="1" cap="all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655495"/>
            <a:ext cx="7772400" cy="1500187"/>
          </a:xfrm>
          <a:prstGeom prst="rect">
            <a:avLst/>
          </a:prstGeom>
        </p:spPr>
        <p:txBody>
          <a:bodyPr lIns="91402" tIns="45702" rIns="91402" bIns="45702" anchor="b"/>
          <a:lstStyle>
            <a:lvl1pPr marL="0" indent="0">
              <a:buNone/>
              <a:defRPr sz="4000">
                <a:solidFill>
                  <a:srgbClr val="552200"/>
                </a:solidFill>
              </a:defRPr>
            </a:lvl1pPr>
            <a:lvl2pPr marL="457011" indent="0">
              <a:buNone/>
              <a:defRPr sz="1800"/>
            </a:lvl2pPr>
            <a:lvl3pPr marL="914024" indent="0">
              <a:buNone/>
              <a:defRPr sz="1600"/>
            </a:lvl3pPr>
            <a:lvl4pPr marL="1371040" indent="0">
              <a:buNone/>
              <a:defRPr sz="1400"/>
            </a:lvl4pPr>
            <a:lvl5pPr marL="1828052" indent="0">
              <a:buNone/>
              <a:defRPr sz="1400"/>
            </a:lvl5pPr>
            <a:lvl6pPr marL="2285064" indent="0">
              <a:buNone/>
              <a:defRPr sz="1400"/>
            </a:lvl6pPr>
            <a:lvl7pPr marL="2742079" indent="0">
              <a:buNone/>
              <a:defRPr sz="1400"/>
            </a:lvl7pPr>
            <a:lvl8pPr marL="3199088" indent="0">
              <a:buNone/>
              <a:defRPr sz="1400"/>
            </a:lvl8pPr>
            <a:lvl9pPr marL="3656104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8614709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 Whit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7" descr="veg logo v5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30625" y="606425"/>
            <a:ext cx="5413375" cy="1217613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8"/>
          <p:cNvSpPr>
            <a:spLocks noChangeArrowheads="1"/>
          </p:cNvSpPr>
          <p:nvPr/>
        </p:nvSpPr>
        <p:spPr bwMode="auto">
          <a:xfrm>
            <a:off x="0" y="5959475"/>
            <a:ext cx="3070225" cy="898525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>
            <a:spAutoFit/>
          </a:bodyPr>
          <a:lstStyle/>
          <a:p>
            <a:pPr algn="l">
              <a:buFontTx/>
              <a:buNone/>
            </a:pPr>
            <a:endParaRPr lang="en-US" sz="1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1" y="2955405"/>
            <a:ext cx="5570525" cy="553998"/>
          </a:xfrm>
        </p:spPr>
        <p:txBody>
          <a:bodyPr/>
          <a:lstStyle>
            <a:lvl1pPr algn="l">
              <a:defRPr sz="3000" b="1">
                <a:solidFill>
                  <a:srgbClr val="552200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7201" y="3959353"/>
            <a:ext cx="5570525" cy="1773936"/>
          </a:xfrm>
          <a:prstGeom prst="rect">
            <a:avLst/>
          </a:prstGeom>
        </p:spPr>
        <p:txBody>
          <a:bodyPr lIns="91402" tIns="45702" rIns="91402" bIns="45702">
            <a:normAutofit/>
          </a:bodyPr>
          <a:lstStyle>
            <a:lvl1pPr marL="0" indent="0" algn="l">
              <a:buNone/>
              <a:defRPr sz="1600" b="1">
                <a:solidFill>
                  <a:srgbClr val="7F7F7F"/>
                </a:solidFill>
                <a:latin typeface="Arial" pitchFamily="34" charset="0"/>
                <a:cs typeface="Arial" pitchFamily="34" charset="0"/>
              </a:defRPr>
            </a:lvl1pPr>
            <a:lvl2pPr marL="45701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0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0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05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06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207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19908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610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4109097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368301" y="1670050"/>
            <a:ext cx="4061196" cy="4425950"/>
          </a:xfrm>
          <a:prstGeom prst="rect">
            <a:avLst/>
          </a:prstGeom>
        </p:spPr>
        <p:txBody>
          <a:bodyPr lIns="91402" tIns="45702" rIns="91402" bIns="45702"/>
          <a:lstStyle>
            <a:lvl1pPr>
              <a:buFont typeface="Wingdings" pitchFamily="2" charset="2"/>
              <a:buChar char="q"/>
              <a:defRPr sz="24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>
              <a:buClr>
                <a:schemeClr val="tx2"/>
              </a:buClr>
              <a:defRPr sz="2000">
                <a:solidFill>
                  <a:schemeClr val="tx1">
                    <a:lumMod val="85000"/>
                    <a:lumOff val="15000"/>
                  </a:schemeClr>
                </a:solidFill>
              </a:defRPr>
            </a:lvl2pPr>
            <a:lvl3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3pPr>
            <a:lvl4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4pPr>
            <a:lvl5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Content Placeholder 2"/>
          <p:cNvSpPr>
            <a:spLocks noGrp="1"/>
          </p:cNvSpPr>
          <p:nvPr>
            <p:ph idx="10"/>
          </p:nvPr>
        </p:nvSpPr>
        <p:spPr>
          <a:xfrm>
            <a:off x="4548256" y="1670050"/>
            <a:ext cx="4138551" cy="4425950"/>
          </a:xfrm>
          <a:prstGeom prst="rect">
            <a:avLst/>
          </a:prstGeom>
        </p:spPr>
        <p:txBody>
          <a:bodyPr lIns="91402" tIns="45702" rIns="91402" bIns="45702"/>
          <a:lstStyle>
            <a:lvl1pPr>
              <a:buFont typeface="Wingdings" pitchFamily="2" charset="2"/>
              <a:buChar char="q"/>
              <a:defRPr sz="24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>
              <a:buClr>
                <a:schemeClr val="tx2"/>
              </a:buClr>
              <a:defRPr sz="2000">
                <a:solidFill>
                  <a:schemeClr val="tx1">
                    <a:lumMod val="85000"/>
                    <a:lumOff val="15000"/>
                  </a:schemeClr>
                </a:solidFill>
              </a:defRPr>
            </a:lvl2pPr>
            <a:lvl3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3pPr>
            <a:lvl4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4pPr>
            <a:lvl5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94982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5913195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65664" y="360182"/>
            <a:ext cx="5577527" cy="460221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32841" y="1397000"/>
            <a:ext cx="8657167" cy="4804833"/>
          </a:xfrm>
          <a:prstGeom prst="rect">
            <a:avLst/>
          </a:prstGeom>
        </p:spPr>
        <p:txBody>
          <a:bodyPr lIns="91402" tIns="45702" rIns="91402" bIns="45702"/>
          <a:lstStyle>
            <a:lvl1pPr>
              <a:buFont typeface="Wingdings" pitchFamily="2" charset="2"/>
              <a:buChar char="q"/>
              <a:defRPr sz="2400">
                <a:solidFill>
                  <a:schemeClr val="bg2">
                    <a:lumMod val="25000"/>
                  </a:schemeClr>
                </a:solidFill>
              </a:defRPr>
            </a:lvl1pPr>
            <a:lvl2pPr>
              <a:buClr>
                <a:schemeClr val="tx2"/>
              </a:buClr>
              <a:defRPr sz="2000">
                <a:solidFill>
                  <a:schemeClr val="bg2">
                    <a:lumMod val="25000"/>
                  </a:schemeClr>
                </a:solidFill>
              </a:defRPr>
            </a:lvl2pPr>
            <a:lvl3pPr>
              <a:defRPr>
                <a:solidFill>
                  <a:schemeClr val="bg2">
                    <a:lumMod val="25000"/>
                  </a:schemeClr>
                </a:solidFill>
              </a:defRPr>
            </a:lvl3pPr>
            <a:lvl4pPr>
              <a:defRPr>
                <a:solidFill>
                  <a:schemeClr val="bg2">
                    <a:lumMod val="25000"/>
                  </a:schemeClr>
                </a:solidFill>
              </a:defRPr>
            </a:lvl4pPr>
            <a:lvl5pPr>
              <a:defRPr>
                <a:solidFill>
                  <a:schemeClr val="bg2">
                    <a:lumMod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50970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ChangeArrowheads="1"/>
          </p:cNvSpPr>
          <p:nvPr/>
        </p:nvSpPr>
        <p:spPr bwMode="auto">
          <a:xfrm>
            <a:off x="0" y="1730375"/>
            <a:ext cx="9144000" cy="215900"/>
          </a:xfrm>
          <a:prstGeom prst="rect">
            <a:avLst/>
          </a:prstGeom>
          <a:gradFill rotWithShape="0">
            <a:gsLst>
              <a:gs pos="0">
                <a:srgbClr val="E8E8E8"/>
              </a:gs>
              <a:gs pos="100000">
                <a:srgbClr val="FFFFFF"/>
              </a:gs>
            </a:gsLst>
            <a:lin ang="54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02" tIns="45702" rIns="91402" bIns="45702" anchor="ctr">
            <a:spAutoFit/>
          </a:bodyPr>
          <a:lstStyle/>
          <a:p>
            <a:endParaRPr lang="en-US"/>
          </a:p>
        </p:txBody>
      </p:sp>
      <p:sp>
        <p:nvSpPr>
          <p:cNvPr id="1027" name="Rectangle 5"/>
          <p:cNvSpPr>
            <a:spLocks noGrp="1" noChangeArrowheads="1"/>
          </p:cNvSpPr>
          <p:nvPr>
            <p:ph type="title"/>
          </p:nvPr>
        </p:nvSpPr>
        <p:spPr bwMode="auto">
          <a:xfrm>
            <a:off x="1138238" y="349250"/>
            <a:ext cx="7158037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02" tIns="45702" rIns="91402" bIns="45702" numCol="1" anchor="ctr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8" name="Rectangle 7"/>
          <p:cNvSpPr>
            <a:spLocks noChangeArrowheads="1"/>
          </p:cNvSpPr>
          <p:nvPr/>
        </p:nvSpPr>
        <p:spPr bwMode="auto">
          <a:xfrm>
            <a:off x="8458200" y="6397625"/>
            <a:ext cx="685800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45702" rIns="0" bIns="45702" anchor="ctr"/>
          <a:lstStyle/>
          <a:p>
            <a:pPr>
              <a:buFontTx/>
              <a:buNone/>
            </a:pPr>
            <a:fld id="{FD8812A5-7706-AF45-9670-B8F2030C16DF}" type="slidenum">
              <a:rPr lang="en-US" sz="2000">
                <a:solidFill>
                  <a:srgbClr val="552200"/>
                </a:solidFill>
              </a:rPr>
              <a:pPr>
                <a:buFontTx/>
                <a:buNone/>
              </a:pPr>
              <a:t>‹#›</a:t>
            </a:fld>
            <a:endParaRPr lang="en-US" sz="2000">
              <a:solidFill>
                <a:srgbClr val="552200"/>
              </a:solidFill>
            </a:endParaRPr>
          </a:p>
        </p:txBody>
      </p:sp>
      <p:sp>
        <p:nvSpPr>
          <p:cNvPr id="1029" name="Content Placeholder 2"/>
          <p:cNvSpPr txBox="1">
            <a:spLocks/>
          </p:cNvSpPr>
          <p:nvPr/>
        </p:nvSpPr>
        <p:spPr bwMode="auto">
          <a:xfrm>
            <a:off x="368300" y="1670050"/>
            <a:ext cx="8318500" cy="4425950"/>
          </a:xfrm>
          <a:prstGeom prst="rect">
            <a:avLst/>
          </a:prstGeom>
          <a:noFill/>
          <a:ln>
            <a:noFill/>
          </a:ln>
        </p:spPr>
        <p:txBody>
          <a:bodyPr lIns="91402" tIns="45702" rIns="91402" bIns="45702"/>
          <a:lstStyle>
            <a:lvl1pPr marL="342900" indent="-342900" eaLnBrk="0" hangingPunct="0">
              <a:defRPr sz="1600" b="1">
                <a:solidFill>
                  <a:schemeClr val="bg1"/>
                </a:solidFill>
                <a:latin typeface="Arial" pitchFamily="34" charset="0"/>
              </a:defRPr>
            </a:lvl1pPr>
            <a:lvl2pPr marL="742950" indent="-285750" eaLnBrk="0" hangingPunct="0">
              <a:defRPr sz="1600" b="1">
                <a:solidFill>
                  <a:schemeClr val="bg1"/>
                </a:solidFill>
                <a:latin typeface="Arial" pitchFamily="34" charset="0"/>
              </a:defRPr>
            </a:lvl2pPr>
            <a:lvl3pPr marL="1143000" indent="-228600" eaLnBrk="0" hangingPunct="0">
              <a:defRPr sz="1600" b="1">
                <a:solidFill>
                  <a:schemeClr val="bg1"/>
                </a:solidFill>
                <a:latin typeface="Arial" pitchFamily="34" charset="0"/>
              </a:defRPr>
            </a:lvl3pPr>
            <a:lvl4pPr marL="1600200" indent="-228600" eaLnBrk="0" hangingPunct="0">
              <a:defRPr sz="1600" b="1">
                <a:solidFill>
                  <a:schemeClr val="bg1"/>
                </a:solidFill>
                <a:latin typeface="Arial" pitchFamily="34" charset="0"/>
              </a:defRPr>
            </a:lvl4pPr>
            <a:lvl5pPr marL="2057400" indent="-228600" eaLnBrk="0" hangingPunct="0">
              <a:defRPr sz="1600" b="1">
                <a:solidFill>
                  <a:schemeClr val="bg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bg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bg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bg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bg1"/>
                </a:solidFill>
                <a:latin typeface="Arial" pitchFamily="34" charset="0"/>
              </a:defRPr>
            </a:lvl9pPr>
          </a:lstStyle>
          <a:p>
            <a:pPr eaLnBrk="1" hangingPunct="1">
              <a:spcBef>
                <a:spcPct val="20000"/>
              </a:spcBef>
              <a:buFont typeface="Wingdings" pitchFamily="2" charset="2"/>
              <a:buChar char="q"/>
              <a:defRPr/>
            </a:pPr>
            <a:endParaRPr lang="en-US" sz="1400" b="0" dirty="0">
              <a:solidFill>
                <a:srgbClr val="262626"/>
              </a:solidFill>
              <a:ea typeface="ＭＳ Ｐゴシック" pitchFamily="34" charset="-128"/>
              <a:cs typeface="+mn-cs"/>
            </a:endParaRPr>
          </a:p>
        </p:txBody>
      </p:sp>
      <p:sp>
        <p:nvSpPr>
          <p:cNvPr id="14" name="Rectangle 13"/>
          <p:cNvSpPr/>
          <p:nvPr/>
        </p:nvSpPr>
        <p:spPr bwMode="auto">
          <a:xfrm>
            <a:off x="0" y="1033995"/>
            <a:ext cx="9144000" cy="107685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headEnd type="none" w="med" len="med"/>
            <a:tailEnd type="none" w="med" len="med"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91402" tIns="45702" rIns="91402" bIns="45702" anchor="ctr">
            <a:spAutoFit/>
          </a:bodyPr>
          <a:lstStyle/>
          <a:p>
            <a:pPr>
              <a:defRPr/>
            </a:pPr>
            <a:endParaRPr lang="en-US" sz="100" dirty="0">
              <a:solidFill>
                <a:schemeClr val="bg1"/>
              </a:solidFill>
            </a:endParaRPr>
          </a:p>
        </p:txBody>
      </p:sp>
      <p:pic>
        <p:nvPicPr>
          <p:cNvPr id="1033" name="Picture 3" descr="veg logo v5.png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296025"/>
            <a:ext cx="2449513" cy="561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92" r:id="rId1"/>
    <p:sldLayoutId id="2147483893" r:id="rId2"/>
    <p:sldLayoutId id="2147483894" r:id="rId3"/>
    <p:sldLayoutId id="2147483895" r:id="rId4"/>
    <p:sldLayoutId id="2147483896" r:id="rId5"/>
  </p:sldLayoutIdLst>
  <p:hf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rgbClr val="552200"/>
          </a:solidFill>
          <a:latin typeface="+mj-lt"/>
          <a:ea typeface="ＭＳ Ｐゴシック" pitchFamily="-106" charset="-128"/>
          <a:cs typeface="ＭＳ Ｐゴシック" pitchFamily="-106" charset="-128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rgbClr val="552200"/>
          </a:solidFill>
          <a:latin typeface="Arial" charset="0"/>
          <a:ea typeface="ＭＳ Ｐゴシック" pitchFamily="-106" charset="-128"/>
          <a:cs typeface="ＭＳ Ｐゴシック" pitchFamily="-106" charset="-128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rgbClr val="552200"/>
          </a:solidFill>
          <a:latin typeface="Arial" charset="0"/>
          <a:ea typeface="ＭＳ Ｐゴシック" pitchFamily="-106" charset="-128"/>
          <a:cs typeface="ＭＳ Ｐゴシック" pitchFamily="-106" charset="-128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rgbClr val="552200"/>
          </a:solidFill>
          <a:latin typeface="Arial" charset="0"/>
          <a:ea typeface="ＭＳ Ｐゴシック" pitchFamily="-106" charset="-128"/>
          <a:cs typeface="ＭＳ Ｐゴシック" pitchFamily="-106" charset="-128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rgbClr val="552200"/>
          </a:solidFill>
          <a:latin typeface="Arial" charset="0"/>
          <a:ea typeface="ＭＳ Ｐゴシック" pitchFamily="-106" charset="-128"/>
          <a:cs typeface="ＭＳ Ｐゴシック" pitchFamily="-106" charset="-128"/>
        </a:defRPr>
      </a:lvl5pPr>
      <a:lvl6pPr marL="457011" algn="l" rtl="0" eaLnBrk="1" fontAlgn="base" hangingPunct="1">
        <a:spcBef>
          <a:spcPct val="0"/>
        </a:spcBef>
        <a:spcAft>
          <a:spcPct val="0"/>
        </a:spcAft>
        <a:defRPr sz="2200" b="1">
          <a:solidFill>
            <a:srgbClr val="445562"/>
          </a:solidFill>
          <a:latin typeface="Arial" charset="0"/>
        </a:defRPr>
      </a:lvl6pPr>
      <a:lvl7pPr marL="914024" algn="l" rtl="0" eaLnBrk="1" fontAlgn="base" hangingPunct="1">
        <a:spcBef>
          <a:spcPct val="0"/>
        </a:spcBef>
        <a:spcAft>
          <a:spcPct val="0"/>
        </a:spcAft>
        <a:defRPr sz="2200" b="1">
          <a:solidFill>
            <a:srgbClr val="445562"/>
          </a:solidFill>
          <a:latin typeface="Arial" charset="0"/>
        </a:defRPr>
      </a:lvl7pPr>
      <a:lvl8pPr marL="1371040" algn="l" rtl="0" eaLnBrk="1" fontAlgn="base" hangingPunct="1">
        <a:spcBef>
          <a:spcPct val="0"/>
        </a:spcBef>
        <a:spcAft>
          <a:spcPct val="0"/>
        </a:spcAft>
        <a:defRPr sz="2200" b="1">
          <a:solidFill>
            <a:srgbClr val="445562"/>
          </a:solidFill>
          <a:latin typeface="Arial" charset="0"/>
        </a:defRPr>
      </a:lvl8pPr>
      <a:lvl9pPr marL="1828052" algn="l" rtl="0" eaLnBrk="1" fontAlgn="base" hangingPunct="1">
        <a:spcBef>
          <a:spcPct val="0"/>
        </a:spcBef>
        <a:spcAft>
          <a:spcPct val="0"/>
        </a:spcAft>
        <a:defRPr sz="2200" b="1">
          <a:solidFill>
            <a:srgbClr val="445562"/>
          </a:solidFill>
          <a:latin typeface="Arial" charset="0"/>
        </a:defRPr>
      </a:lvl9pPr>
    </p:titleStyle>
    <p:bodyStyle>
      <a:lvl1pPr marL="339725" indent="-339725" algn="l" rtl="0" eaLnBrk="1" fontAlgn="base" hangingPunct="1">
        <a:spcBef>
          <a:spcPct val="20000"/>
        </a:spcBef>
        <a:spcAft>
          <a:spcPct val="0"/>
        </a:spcAft>
        <a:buFont typeface="Wingdings" charset="0"/>
        <a:buChar char="•"/>
        <a:defRPr sz="1600" b="1">
          <a:solidFill>
            <a:schemeClr val="tx1"/>
          </a:solidFill>
          <a:latin typeface="+mn-lt"/>
          <a:ea typeface="ＭＳ Ｐゴシック" pitchFamily="-106" charset="-128"/>
          <a:cs typeface="ＭＳ Ｐゴシック" pitchFamily="-106" charset="-128"/>
        </a:defRPr>
      </a:lvl1pPr>
      <a:lvl2pPr marL="739775" indent="-280988" algn="l" rtl="0" eaLnBrk="1" fontAlgn="base" hangingPunct="1">
        <a:spcBef>
          <a:spcPct val="20000"/>
        </a:spcBef>
        <a:spcAft>
          <a:spcPct val="0"/>
        </a:spcAft>
        <a:buClr>
          <a:srgbClr val="FD9712"/>
        </a:buClr>
        <a:buFont typeface="Wingdings" charset="0"/>
        <a:buChar char="§"/>
        <a:defRPr sz="1400">
          <a:solidFill>
            <a:schemeClr val="tx1"/>
          </a:solidFill>
          <a:latin typeface="+mn-lt"/>
          <a:ea typeface="ＭＳ Ｐゴシック" pitchFamily="-106" charset="-128"/>
          <a:cs typeface="ＭＳ Ｐゴシック"/>
        </a:defRPr>
      </a:lvl2pPr>
      <a:lvl3pPr marL="1138238" indent="-225425" algn="l" rtl="0" eaLnBrk="1" fontAlgn="base" hangingPunct="1">
        <a:spcBef>
          <a:spcPct val="20000"/>
        </a:spcBef>
        <a:spcAft>
          <a:spcPct val="0"/>
        </a:spcAft>
        <a:buClr>
          <a:srgbClr val="445562"/>
        </a:buClr>
        <a:buFont typeface="Times" charset="0"/>
        <a:buChar char="•"/>
        <a:defRPr sz="1400">
          <a:solidFill>
            <a:schemeClr val="tx1"/>
          </a:solidFill>
          <a:latin typeface="+mn-lt"/>
          <a:ea typeface="ＭＳ Ｐゴシック" pitchFamily="-106" charset="-128"/>
          <a:cs typeface="ＭＳ Ｐゴシック"/>
        </a:defRPr>
      </a:lvl3pPr>
      <a:lvl4pPr marL="1597025" indent="-225425" algn="l" rtl="0" eaLnBrk="1" fontAlgn="base" hangingPunct="1">
        <a:spcBef>
          <a:spcPct val="20000"/>
        </a:spcBef>
        <a:spcAft>
          <a:spcPct val="0"/>
        </a:spcAft>
        <a:buClr>
          <a:srgbClr val="445562"/>
        </a:buClr>
        <a:buFont typeface="Arial" charset="0"/>
        <a:buChar char="»"/>
        <a:defRPr sz="1400">
          <a:solidFill>
            <a:schemeClr val="tx1"/>
          </a:solidFill>
          <a:latin typeface="+mn-lt"/>
          <a:ea typeface="ＭＳ Ｐゴシック" pitchFamily="-106" charset="-128"/>
          <a:cs typeface="ＭＳ Ｐゴシック"/>
        </a:defRPr>
      </a:lvl4pPr>
      <a:lvl5pPr marL="2054225" indent="-225425" algn="l" rtl="0" eaLnBrk="1" fontAlgn="base" hangingPunct="1">
        <a:spcBef>
          <a:spcPct val="20000"/>
        </a:spcBef>
        <a:spcAft>
          <a:spcPct val="0"/>
        </a:spcAft>
        <a:buClr>
          <a:srgbClr val="445562"/>
        </a:buClr>
        <a:buFont typeface="Times" charset="0"/>
        <a:buChar char="•"/>
        <a:defRPr sz="1400">
          <a:solidFill>
            <a:schemeClr val="tx1"/>
          </a:solidFill>
          <a:latin typeface="+mn-lt"/>
          <a:ea typeface="ＭＳ Ｐゴシック" pitchFamily="-106" charset="-128"/>
          <a:cs typeface="ＭＳ Ｐゴシック"/>
        </a:defRPr>
      </a:lvl5pPr>
      <a:lvl6pPr marL="2513573" indent="-228505" algn="l" rtl="0" eaLnBrk="1" fontAlgn="base" hangingPunct="1">
        <a:spcBef>
          <a:spcPct val="20000"/>
        </a:spcBef>
        <a:spcAft>
          <a:spcPct val="0"/>
        </a:spcAft>
        <a:buClr>
          <a:srgbClr val="445562"/>
        </a:buClr>
        <a:buFont typeface="Times" pitchFamily="124" charset="0"/>
        <a:buChar char="•"/>
        <a:defRPr sz="1400">
          <a:solidFill>
            <a:schemeClr val="tx1"/>
          </a:solidFill>
          <a:latin typeface="+mn-lt"/>
        </a:defRPr>
      </a:lvl6pPr>
      <a:lvl7pPr marL="2970584" indent="-228505" algn="l" rtl="0" eaLnBrk="1" fontAlgn="base" hangingPunct="1">
        <a:spcBef>
          <a:spcPct val="20000"/>
        </a:spcBef>
        <a:spcAft>
          <a:spcPct val="0"/>
        </a:spcAft>
        <a:buClr>
          <a:srgbClr val="445562"/>
        </a:buClr>
        <a:buFont typeface="Times" pitchFamily="124" charset="0"/>
        <a:buChar char="•"/>
        <a:defRPr sz="1400">
          <a:solidFill>
            <a:schemeClr val="tx1"/>
          </a:solidFill>
          <a:latin typeface="+mn-lt"/>
        </a:defRPr>
      </a:lvl7pPr>
      <a:lvl8pPr marL="3427598" indent="-228505" algn="l" rtl="0" eaLnBrk="1" fontAlgn="base" hangingPunct="1">
        <a:spcBef>
          <a:spcPct val="20000"/>
        </a:spcBef>
        <a:spcAft>
          <a:spcPct val="0"/>
        </a:spcAft>
        <a:buClr>
          <a:srgbClr val="445562"/>
        </a:buClr>
        <a:buFont typeface="Times" pitchFamily="124" charset="0"/>
        <a:buChar char="•"/>
        <a:defRPr sz="1400">
          <a:solidFill>
            <a:schemeClr val="tx1"/>
          </a:solidFill>
          <a:latin typeface="+mn-lt"/>
        </a:defRPr>
      </a:lvl8pPr>
      <a:lvl9pPr marL="3884609" indent="-228505" algn="l" rtl="0" eaLnBrk="1" fontAlgn="base" hangingPunct="1">
        <a:spcBef>
          <a:spcPct val="20000"/>
        </a:spcBef>
        <a:spcAft>
          <a:spcPct val="0"/>
        </a:spcAft>
        <a:buClr>
          <a:srgbClr val="445562"/>
        </a:buClr>
        <a:buFont typeface="Times" pitchFamily="124" charset="0"/>
        <a:buChar char="•"/>
        <a:defRPr sz="14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02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011" algn="l" defTabSz="91402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024" algn="l" defTabSz="91402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040" algn="l" defTabSz="91402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052" algn="l" defTabSz="91402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064" algn="l" defTabSz="91402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079" algn="l" defTabSz="91402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9088" algn="l" defTabSz="91402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6104" algn="l" defTabSz="91402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898" r:id="rId1"/>
    <p:sldLayoutId id="2147483899" r:id="rId2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177441"/>
            <a:ext cx="7886700" cy="421550"/>
          </a:xfrm>
        </p:spPr>
        <p:txBody>
          <a:bodyPr>
            <a:noAutofit/>
          </a:bodyPr>
          <a:lstStyle/>
          <a:p>
            <a:r>
              <a:rPr lang="en-US" sz="2000" dirty="0"/>
              <a:t>Business Architecture Aligns WHY, WHAT, &amp; HOW across all POVs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3776" y="5628164"/>
            <a:ext cx="8473195" cy="1042523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en-US" sz="1200" b="1" dirty="0"/>
              <a:t>Requirements are framed and aligned using business architecture to ensure they address the perspectives (POVs).</a:t>
            </a:r>
          </a:p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en-US" sz="1200" b="1" dirty="0"/>
              <a:t>When requirements are properly framed, they align strategy and execution to ensure the right value is delivered through the products and services</a:t>
            </a:r>
          </a:p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en-US" sz="1200" b="1" dirty="0"/>
              <a:t>Business architecture provides a consistent framework for aligning what customers want against what the organization provides as well as driving continuous improvement in value delivery (by closing the right value &amp; capability gaps</a:t>
            </a: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3776" y="598991"/>
            <a:ext cx="8296364" cy="5029173"/>
          </a:xfrm>
          <a:prstGeom prst="rect">
            <a:avLst/>
          </a:prstGeom>
        </p:spPr>
      </p:pic>
      <p:pic>
        <p:nvPicPr>
          <p:cNvPr id="5" name="Picture 4" descr="Text&#10;&#10;Description automatically generated">
            <a:extLst>
              <a:ext uri="{FF2B5EF4-FFF2-40B4-BE49-F238E27FC236}">
                <a16:creationId xmlns:a16="http://schemas.microsoft.com/office/drawing/2014/main" id="{004D982E-3BD0-A545-9DB3-FDC4C318F4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564" y="45854"/>
            <a:ext cx="1006867" cy="2280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94037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00731"/>
            <a:ext cx="7886700" cy="539095"/>
          </a:xfrm>
        </p:spPr>
        <p:txBody>
          <a:bodyPr>
            <a:noAutofit/>
          </a:bodyPr>
          <a:lstStyle/>
          <a:p>
            <a:r>
              <a:rPr lang="en-US" sz="2400" dirty="0"/>
              <a:t>Business Architecture Offers Multiple Perspectives on Requirements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35338" y="5095810"/>
            <a:ext cx="8473195" cy="1674498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en-US" sz="1600" dirty="0"/>
              <a:t>Requirements are framed by the strategy they implement, seen through stakeholder value perspective (value stream) and what the business has the ability to do to deliver that value (capability)</a:t>
            </a:r>
          </a:p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en-US" sz="1600" dirty="0"/>
              <a:t>Requirements are additionally bound by investment, project and stakeholder focus</a:t>
            </a:r>
          </a:p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en-US" sz="1600" dirty="0"/>
              <a:t>Other perspectives for framing, such as product and service, may be exposed using business architecture</a:t>
            </a:r>
          </a:p>
        </p:txBody>
      </p:sp>
      <p:grpSp>
        <p:nvGrpSpPr>
          <p:cNvPr id="13" name="Group 12"/>
          <p:cNvGrpSpPr/>
          <p:nvPr/>
        </p:nvGrpSpPr>
        <p:grpSpPr>
          <a:xfrm>
            <a:off x="435338" y="1234730"/>
            <a:ext cx="8355353" cy="3659789"/>
            <a:chOff x="614681" y="1234730"/>
            <a:chExt cx="7907610" cy="3659789"/>
          </a:xfrm>
        </p:grpSpPr>
        <p:sp>
          <p:nvSpPr>
            <p:cNvPr id="4" name="Rectangle 3"/>
            <p:cNvSpPr/>
            <p:nvPr/>
          </p:nvSpPr>
          <p:spPr>
            <a:xfrm>
              <a:off x="989595" y="1568470"/>
              <a:ext cx="1085851" cy="68580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None/>
              </a:pPr>
              <a:r>
                <a:rPr lang="en-US" sz="1400" b="0" dirty="0">
                  <a:solidFill>
                    <a:schemeClr val="tx1"/>
                  </a:solidFill>
                </a:rPr>
                <a:t>Strategy</a:t>
              </a:r>
            </a:p>
          </p:txBody>
        </p:sp>
        <p:sp>
          <p:nvSpPr>
            <p:cNvPr id="5" name="Rectangle 4"/>
            <p:cNvSpPr/>
            <p:nvPr/>
          </p:nvSpPr>
          <p:spPr>
            <a:xfrm>
              <a:off x="7004773" y="3223886"/>
              <a:ext cx="1136985" cy="1104244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None/>
              </a:pPr>
              <a:r>
                <a:rPr lang="en-US" sz="1400" b="0" dirty="0">
                  <a:solidFill>
                    <a:schemeClr val="tx1"/>
                  </a:solidFill>
                </a:rPr>
                <a:t>Requirement</a:t>
              </a:r>
            </a:p>
          </p:txBody>
        </p:sp>
        <p:sp>
          <p:nvSpPr>
            <p:cNvPr id="6" name="Rectangle 5"/>
            <p:cNvSpPr/>
            <p:nvPr/>
          </p:nvSpPr>
          <p:spPr>
            <a:xfrm>
              <a:off x="4037466" y="3757392"/>
              <a:ext cx="1038680" cy="68580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None/>
              </a:pPr>
              <a:r>
                <a:rPr lang="en-US" sz="1400" b="0" dirty="0">
                  <a:solidFill>
                    <a:schemeClr val="tx1"/>
                  </a:solidFill>
                </a:rPr>
                <a:t>Stakeholder</a:t>
              </a:r>
            </a:p>
          </p:txBody>
        </p:sp>
        <p:sp>
          <p:nvSpPr>
            <p:cNvPr id="7" name="Rectangle 6"/>
            <p:cNvSpPr/>
            <p:nvPr/>
          </p:nvSpPr>
          <p:spPr>
            <a:xfrm>
              <a:off x="2433386" y="1793030"/>
              <a:ext cx="1136985" cy="68580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None/>
              </a:pPr>
              <a:r>
                <a:rPr lang="en-US" sz="1400" b="0" dirty="0">
                  <a:solidFill>
                    <a:schemeClr val="tx1"/>
                  </a:solidFill>
                </a:rPr>
                <a:t>Value Stream</a:t>
              </a:r>
            </a:p>
          </p:txBody>
        </p:sp>
        <p:sp>
          <p:nvSpPr>
            <p:cNvPr id="8" name="Rectangle 7"/>
            <p:cNvSpPr/>
            <p:nvPr/>
          </p:nvSpPr>
          <p:spPr>
            <a:xfrm>
              <a:off x="5453879" y="2702605"/>
              <a:ext cx="1028700" cy="721277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None/>
              </a:pPr>
              <a:r>
                <a:rPr lang="en-US" sz="1400" b="0" dirty="0">
                  <a:solidFill>
                    <a:schemeClr val="tx1"/>
                  </a:solidFill>
                </a:rPr>
                <a:t>Capability</a:t>
              </a:r>
            </a:p>
          </p:txBody>
        </p:sp>
        <p:sp>
          <p:nvSpPr>
            <p:cNvPr id="9" name="Rectangle 8"/>
            <p:cNvSpPr/>
            <p:nvPr/>
          </p:nvSpPr>
          <p:spPr>
            <a:xfrm>
              <a:off x="3928310" y="2261597"/>
              <a:ext cx="1136985" cy="68580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None/>
              </a:pPr>
              <a:r>
                <a:rPr lang="en-US" sz="1400" b="0" dirty="0">
                  <a:solidFill>
                    <a:schemeClr val="tx1"/>
                  </a:solidFill>
                </a:rPr>
                <a:t>Value Stream Stage</a:t>
              </a:r>
            </a:p>
          </p:txBody>
        </p:sp>
        <p:sp>
          <p:nvSpPr>
            <p:cNvPr id="10" name="Right Arrow 9"/>
            <p:cNvSpPr/>
            <p:nvPr/>
          </p:nvSpPr>
          <p:spPr>
            <a:xfrm>
              <a:off x="3570371" y="2195270"/>
              <a:ext cx="357940" cy="298990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None/>
              </a:pPr>
              <a:endParaRPr lang="en-US" sz="1400" b="0" i="1" dirty="0"/>
            </a:p>
          </p:txBody>
        </p:sp>
        <p:sp>
          <p:nvSpPr>
            <p:cNvPr id="11" name="Right Arrow 10"/>
            <p:cNvSpPr/>
            <p:nvPr/>
          </p:nvSpPr>
          <p:spPr>
            <a:xfrm>
              <a:off x="5076063" y="2656030"/>
              <a:ext cx="357940" cy="310451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None/>
              </a:pPr>
              <a:endParaRPr lang="en-US" sz="1400" b="0" i="1" dirty="0"/>
            </a:p>
          </p:txBody>
        </p:sp>
        <p:sp>
          <p:nvSpPr>
            <p:cNvPr id="12" name="Right Arrow 11"/>
            <p:cNvSpPr/>
            <p:nvPr/>
          </p:nvSpPr>
          <p:spPr>
            <a:xfrm>
              <a:off x="2075446" y="1752067"/>
              <a:ext cx="357940" cy="304722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None/>
              </a:pPr>
              <a:endParaRPr lang="en-US" sz="1400" b="0" i="1" dirty="0"/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614681" y="4342884"/>
              <a:ext cx="1850334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buNone/>
              </a:pPr>
              <a:r>
                <a:rPr lang="en-US" sz="1100" b="0" i="1" dirty="0">
                  <a:latin typeface="+mn-lt"/>
                </a:rPr>
                <a:t>Organization Perspective</a:t>
              </a:r>
            </a:p>
          </p:txBody>
        </p:sp>
        <p:sp>
          <p:nvSpPr>
            <p:cNvPr id="16" name="Right Arrow 15"/>
            <p:cNvSpPr/>
            <p:nvPr/>
          </p:nvSpPr>
          <p:spPr>
            <a:xfrm>
              <a:off x="6502455" y="3145912"/>
              <a:ext cx="495999" cy="303083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None/>
              </a:pPr>
              <a:endParaRPr lang="en-US" sz="1400" b="0" i="1" dirty="0"/>
            </a:p>
          </p:txBody>
        </p:sp>
        <p:sp>
          <p:nvSpPr>
            <p:cNvPr id="17" name="Rectangle 16"/>
            <p:cNvSpPr/>
            <p:nvPr/>
          </p:nvSpPr>
          <p:spPr>
            <a:xfrm>
              <a:off x="2432317" y="1540041"/>
              <a:ext cx="2643746" cy="1937349"/>
            </a:xfrm>
            <a:prstGeom prst="rect">
              <a:avLst/>
            </a:prstGeom>
            <a:noFill/>
            <a:ln w="15875">
              <a:solidFill>
                <a:schemeClr val="tx1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None/>
              </a:pPr>
              <a:endParaRPr lang="en-US" sz="1400" b="0"/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2577285" y="3033153"/>
              <a:ext cx="1850334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buNone/>
              </a:pPr>
              <a:r>
                <a:rPr lang="en-US" sz="1100" b="0" i="1" dirty="0">
                  <a:latin typeface="+mn-lt"/>
                </a:rPr>
                <a:t>Stakeholder Value Perspective</a:t>
              </a: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5076062" y="3501641"/>
              <a:ext cx="1850334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buNone/>
              </a:pPr>
              <a:r>
                <a:rPr lang="en-US" sz="1100" b="0" i="1" dirty="0">
                  <a:latin typeface="+mn-lt"/>
                </a:rPr>
                <a:t>What a Business Does</a:t>
              </a:r>
            </a:p>
          </p:txBody>
        </p:sp>
        <p:sp>
          <p:nvSpPr>
            <p:cNvPr id="20" name="Rectangle 19"/>
            <p:cNvSpPr/>
            <p:nvPr/>
          </p:nvSpPr>
          <p:spPr>
            <a:xfrm>
              <a:off x="5381821" y="2506919"/>
              <a:ext cx="1285418" cy="1346725"/>
            </a:xfrm>
            <a:prstGeom prst="rect">
              <a:avLst/>
            </a:prstGeom>
            <a:noFill/>
            <a:ln w="15875">
              <a:solidFill>
                <a:schemeClr val="tx1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None/>
              </a:pPr>
              <a:endParaRPr lang="en-US" sz="1400" b="0"/>
            </a:p>
          </p:txBody>
        </p:sp>
        <p:sp>
          <p:nvSpPr>
            <p:cNvPr id="23" name="Down Arrow 22"/>
            <p:cNvSpPr/>
            <p:nvPr/>
          </p:nvSpPr>
          <p:spPr>
            <a:xfrm flipV="1">
              <a:off x="4427619" y="2947395"/>
              <a:ext cx="244317" cy="809995"/>
            </a:xfrm>
            <a:prstGeom prst="down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None/>
              </a:pPr>
              <a:endParaRPr lang="en-US" sz="1400" b="0"/>
            </a:p>
          </p:txBody>
        </p:sp>
        <p:sp>
          <p:nvSpPr>
            <p:cNvPr id="24" name="Right Arrow 23"/>
            <p:cNvSpPr/>
            <p:nvPr/>
          </p:nvSpPr>
          <p:spPr>
            <a:xfrm>
              <a:off x="5076146" y="4025333"/>
              <a:ext cx="1922308" cy="270712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None/>
              </a:pPr>
              <a:endParaRPr lang="en-US" sz="1400" b="0" i="1" dirty="0"/>
            </a:p>
          </p:txBody>
        </p:sp>
        <p:sp>
          <p:nvSpPr>
            <p:cNvPr id="25" name="Rectangle 24"/>
            <p:cNvSpPr/>
            <p:nvPr/>
          </p:nvSpPr>
          <p:spPr>
            <a:xfrm>
              <a:off x="6926397" y="1548393"/>
              <a:ext cx="1368482" cy="1467874"/>
            </a:xfrm>
            <a:prstGeom prst="rect">
              <a:avLst/>
            </a:prstGeom>
            <a:noFill/>
            <a:ln w="15875">
              <a:solidFill>
                <a:schemeClr val="tx1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None/>
              </a:pPr>
              <a:endParaRPr lang="en-US" sz="1400" b="0"/>
            </a:p>
          </p:txBody>
        </p:sp>
        <p:sp>
          <p:nvSpPr>
            <p:cNvPr id="26" name="Rectangle 25"/>
            <p:cNvSpPr/>
            <p:nvPr/>
          </p:nvSpPr>
          <p:spPr>
            <a:xfrm>
              <a:off x="7075419" y="2100127"/>
              <a:ext cx="1028700" cy="730797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None/>
              </a:pPr>
              <a:r>
                <a:rPr lang="en-US" sz="1400" b="0" dirty="0">
                  <a:solidFill>
                    <a:schemeClr val="tx1"/>
                  </a:solidFill>
                </a:rPr>
                <a:t>Initiative</a:t>
              </a:r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6671957" y="1521871"/>
              <a:ext cx="1850334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buNone/>
              </a:pPr>
              <a:r>
                <a:rPr lang="en-US" sz="1100" b="0" i="1" dirty="0">
                  <a:latin typeface="+mn-lt"/>
                </a:rPr>
                <a:t>Investment &amp; Solution</a:t>
              </a:r>
            </a:p>
            <a:p>
              <a:pPr algn="ctr">
                <a:buNone/>
              </a:pPr>
              <a:r>
                <a:rPr lang="en-US" sz="1100" b="0" i="1" dirty="0">
                  <a:latin typeface="+mn-lt"/>
                </a:rPr>
                <a:t>Perspective</a:t>
              </a:r>
            </a:p>
          </p:txBody>
        </p:sp>
        <p:sp>
          <p:nvSpPr>
            <p:cNvPr id="28" name="Down Arrow 27"/>
            <p:cNvSpPr/>
            <p:nvPr/>
          </p:nvSpPr>
          <p:spPr>
            <a:xfrm>
              <a:off x="7533593" y="2799282"/>
              <a:ext cx="184661" cy="424604"/>
            </a:xfrm>
            <a:prstGeom prst="down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None/>
              </a:pPr>
              <a:endParaRPr lang="en-US" sz="1400" b="0"/>
            </a:p>
          </p:txBody>
        </p:sp>
        <p:sp>
          <p:nvSpPr>
            <p:cNvPr id="29" name="Rectangle 28"/>
            <p:cNvSpPr/>
            <p:nvPr/>
          </p:nvSpPr>
          <p:spPr>
            <a:xfrm>
              <a:off x="837491" y="1234730"/>
              <a:ext cx="1368482" cy="1467874"/>
            </a:xfrm>
            <a:prstGeom prst="rect">
              <a:avLst/>
            </a:prstGeom>
            <a:noFill/>
            <a:ln w="15875">
              <a:solidFill>
                <a:schemeClr val="tx1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None/>
              </a:pPr>
              <a:endParaRPr lang="en-US" sz="1400" b="0"/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813157" y="1252153"/>
              <a:ext cx="1460810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buNone/>
              </a:pPr>
              <a:r>
                <a:rPr lang="en-US" sz="1100" b="0" i="1" dirty="0">
                  <a:latin typeface="+mn-lt"/>
                </a:rPr>
                <a:t>Strategic Perspective</a:t>
              </a:r>
            </a:p>
          </p:txBody>
        </p:sp>
        <p:sp>
          <p:nvSpPr>
            <p:cNvPr id="31" name="Rectangle 30"/>
            <p:cNvSpPr/>
            <p:nvPr/>
          </p:nvSpPr>
          <p:spPr>
            <a:xfrm>
              <a:off x="3852285" y="3728901"/>
              <a:ext cx="1414537" cy="1165618"/>
            </a:xfrm>
            <a:prstGeom prst="rect">
              <a:avLst/>
            </a:prstGeom>
            <a:noFill/>
            <a:ln w="15875">
              <a:solidFill>
                <a:schemeClr val="tx1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None/>
              </a:pPr>
              <a:endParaRPr lang="en-US" sz="1400" b="0"/>
            </a:p>
          </p:txBody>
        </p:sp>
        <p:sp>
          <p:nvSpPr>
            <p:cNvPr id="32" name="Right Arrow 31"/>
            <p:cNvSpPr/>
            <p:nvPr/>
          </p:nvSpPr>
          <p:spPr>
            <a:xfrm>
              <a:off x="5069876" y="2246168"/>
              <a:ext cx="2017574" cy="238633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None/>
              </a:pPr>
              <a:endParaRPr lang="en-US" sz="1400" b="0" i="1" dirty="0"/>
            </a:p>
          </p:txBody>
        </p:sp>
        <p:sp>
          <p:nvSpPr>
            <p:cNvPr id="34" name="Right Arrow 33"/>
            <p:cNvSpPr/>
            <p:nvPr/>
          </p:nvSpPr>
          <p:spPr>
            <a:xfrm>
              <a:off x="6485017" y="2681089"/>
              <a:ext cx="575582" cy="246251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None/>
              </a:pPr>
              <a:endParaRPr lang="en-US" sz="1400" b="0" i="1" dirty="0"/>
            </a:p>
          </p:txBody>
        </p:sp>
        <p:sp>
          <p:nvSpPr>
            <p:cNvPr id="35" name="Rectangle 34"/>
            <p:cNvSpPr/>
            <p:nvPr/>
          </p:nvSpPr>
          <p:spPr>
            <a:xfrm>
              <a:off x="933743" y="3587413"/>
              <a:ext cx="1237107" cy="68580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None/>
              </a:pPr>
              <a:r>
                <a:rPr lang="en-US" sz="1400" b="0" dirty="0">
                  <a:solidFill>
                    <a:schemeClr val="tx1"/>
                  </a:solidFill>
                </a:rPr>
                <a:t>Business Unit</a:t>
              </a:r>
            </a:p>
          </p:txBody>
        </p:sp>
        <p:sp>
          <p:nvSpPr>
            <p:cNvPr id="36" name="Rectangle 35"/>
            <p:cNvSpPr/>
            <p:nvPr/>
          </p:nvSpPr>
          <p:spPr>
            <a:xfrm>
              <a:off x="855539" y="3231972"/>
              <a:ext cx="1368482" cy="1467874"/>
            </a:xfrm>
            <a:prstGeom prst="rect">
              <a:avLst/>
            </a:prstGeom>
            <a:noFill/>
            <a:ln w="15875">
              <a:solidFill>
                <a:schemeClr val="tx1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None/>
              </a:pPr>
              <a:endParaRPr lang="en-US" sz="1400" b="0"/>
            </a:p>
          </p:txBody>
        </p:sp>
        <p:sp>
          <p:nvSpPr>
            <p:cNvPr id="37" name="Down Arrow 36"/>
            <p:cNvSpPr/>
            <p:nvPr/>
          </p:nvSpPr>
          <p:spPr>
            <a:xfrm flipV="1">
              <a:off x="1459966" y="2246167"/>
              <a:ext cx="153212" cy="1341246"/>
            </a:xfrm>
            <a:prstGeom prst="down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None/>
              </a:pPr>
              <a:endParaRPr lang="en-US" sz="1400" b="0"/>
            </a:p>
          </p:txBody>
        </p:sp>
        <p:sp>
          <p:nvSpPr>
            <p:cNvPr id="38" name="Right Arrow 37"/>
            <p:cNvSpPr/>
            <p:nvPr/>
          </p:nvSpPr>
          <p:spPr>
            <a:xfrm>
              <a:off x="2170849" y="4000934"/>
              <a:ext cx="1876091" cy="267036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None/>
              </a:pPr>
              <a:endParaRPr lang="en-US" sz="1400" b="0" i="1" dirty="0"/>
            </a:p>
          </p:txBody>
        </p:sp>
        <p:sp>
          <p:nvSpPr>
            <p:cNvPr id="40" name="TextBox 39"/>
            <p:cNvSpPr txBox="1"/>
            <p:nvPr/>
          </p:nvSpPr>
          <p:spPr>
            <a:xfrm>
              <a:off x="3684896" y="4424769"/>
              <a:ext cx="1779219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buNone/>
              </a:pPr>
              <a:r>
                <a:rPr lang="en-US" sz="1100" b="0" i="1" dirty="0">
                  <a:latin typeface="+mn-lt"/>
                </a:rPr>
                <a:t>3</a:t>
              </a:r>
              <a:r>
                <a:rPr lang="en-US" sz="1100" b="0" i="1" baseline="30000" dirty="0">
                  <a:latin typeface="+mn-lt"/>
                </a:rPr>
                <a:t>rd</a:t>
              </a:r>
              <a:r>
                <a:rPr lang="en-US" sz="1100" b="0" i="1" dirty="0">
                  <a:latin typeface="+mn-lt"/>
                </a:rPr>
                <a:t> Party &amp; Internal Stakeholder Perspective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464736662"/>
      </p:ext>
    </p:extLst>
  </p:cSld>
  <p:clrMapOvr>
    <a:masterClrMapping/>
  </p:clrMapOvr>
</p:sld>
</file>

<file path=ppt/theme/theme1.xml><?xml version="1.0" encoding="utf-8"?>
<a:theme xmlns:a="http://schemas.openxmlformats.org/drawingml/2006/main" name="Default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NVISIA-Templat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ctr" anchorCtr="0" compatLnSpc="1">
        <a:prstTxWarp prst="textNoShape">
          <a:avLst/>
        </a:prstTxWarp>
        <a:spAutoFit/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600" b="1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ctr" anchorCtr="0" compatLnSpc="1">
        <a:prstTxWarp prst="textNoShape">
          <a:avLst/>
        </a:prstTxWarp>
        <a:spAutoFit/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600" b="1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NVISIA-Templat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NVISIA-Template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NVISIA-Template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NVISIA-Template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NVISIA-Template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NVISIA-Template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VISIA-Template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VISIA-Template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VISIA-Template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VISIA-Template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VISIA-Template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VISIA-Template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Diagram Master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Default Theme.thmx</Template>
  <TotalTime>2018</TotalTime>
  <Words>188</Words>
  <Application>Microsoft Macintosh PowerPoint</Application>
  <PresentationFormat>Letter Paper (8.5x11 in)</PresentationFormat>
  <Paragraphs>23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</vt:i4>
      </vt:variant>
    </vt:vector>
  </HeadingPairs>
  <TitlesOfParts>
    <vt:vector size="8" baseType="lpstr">
      <vt:lpstr>Arial</vt:lpstr>
      <vt:lpstr>Calibri</vt:lpstr>
      <vt:lpstr>Times</vt:lpstr>
      <vt:lpstr>Wingdings</vt:lpstr>
      <vt:lpstr>Default Theme</vt:lpstr>
      <vt:lpstr>Diagram Master</vt:lpstr>
      <vt:lpstr>Business Architecture Aligns WHY, WHAT, &amp; HOW across all POVs</vt:lpstr>
      <vt:lpstr>Business Architecture Offers Multiple Perspectives on Requirements</vt:lpstr>
    </vt:vector>
  </TitlesOfParts>
  <Company>The Value Enablement Group, LLC.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Requirements Management</dc:title>
  <dc:creator>jeffrey wallk</dc:creator>
  <cp:lastModifiedBy>Jeffrey Wallk</cp:lastModifiedBy>
  <cp:revision>42</cp:revision>
  <dcterms:created xsi:type="dcterms:W3CDTF">2013-08-24T23:38:47Z</dcterms:created>
  <dcterms:modified xsi:type="dcterms:W3CDTF">2021-05-18T15:58:50Z</dcterms:modified>
</cp:coreProperties>
</file>