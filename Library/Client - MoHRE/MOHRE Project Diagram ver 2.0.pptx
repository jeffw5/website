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64" r:id="rId2"/>
    <p:sldId id="260" r:id="rId3"/>
    <p:sldId id="256" r:id="rId4"/>
    <p:sldId id="261" r:id="rId5"/>
    <p:sldId id="257" r:id="rId6"/>
    <p:sldId id="258" r:id="rId7"/>
    <p:sldId id="262" r:id="rId8"/>
    <p:sldId id="259" r:id="rId9"/>
    <p:sldId id="263" r:id="rId10"/>
    <p:sldId id="267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56" autoAdjust="0"/>
    <p:restoredTop sz="94660"/>
  </p:normalViewPr>
  <p:slideViewPr>
    <p:cSldViewPr snapToGrid="0">
      <p:cViewPr varScale="1">
        <p:scale>
          <a:sx n="89" d="100"/>
          <a:sy n="89" d="100"/>
        </p:scale>
        <p:origin x="18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D5A884-1BF3-4942-95BE-369C84F1543C}" type="doc">
      <dgm:prSet loTypeId="urn:microsoft.com/office/officeart/2005/8/layout/hierarchy2" loCatId="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99B50864-A566-7E47-A501-58626CDC361C}">
      <dgm:prSet phldrT="[Text]"/>
      <dgm:spPr/>
      <dgm:t>
        <a:bodyPr/>
        <a:lstStyle/>
        <a:p>
          <a:r>
            <a:rPr lang="en-US" dirty="0"/>
            <a:t>Planning</a:t>
          </a:r>
        </a:p>
      </dgm:t>
    </dgm:pt>
    <dgm:pt modelId="{A9C9DD3E-55C7-7D48-9798-B72BFD20DC38}" type="parTrans" cxnId="{25F564E9-C72B-8F42-8651-C3CB52C9E39B}">
      <dgm:prSet/>
      <dgm:spPr/>
      <dgm:t>
        <a:bodyPr/>
        <a:lstStyle/>
        <a:p>
          <a:endParaRPr lang="en-US"/>
        </a:p>
      </dgm:t>
    </dgm:pt>
    <dgm:pt modelId="{6869716B-EA79-AE4B-96E3-521B6373DD17}" type="sibTrans" cxnId="{25F564E9-C72B-8F42-8651-C3CB52C9E39B}">
      <dgm:prSet/>
      <dgm:spPr/>
      <dgm:t>
        <a:bodyPr/>
        <a:lstStyle/>
        <a:p>
          <a:endParaRPr lang="en-US"/>
        </a:p>
      </dgm:t>
    </dgm:pt>
    <dgm:pt modelId="{4413D3B2-C083-C042-9873-7BE52AB6870D}">
      <dgm:prSet phldrT="[Text]"/>
      <dgm:spPr/>
      <dgm:t>
        <a:bodyPr/>
        <a:lstStyle/>
        <a:p>
          <a:r>
            <a:rPr lang="en-US" dirty="0"/>
            <a:t>Goals</a:t>
          </a:r>
        </a:p>
      </dgm:t>
    </dgm:pt>
    <dgm:pt modelId="{065BA2F6-6C1B-3C4C-A621-9F3C97828533}" type="parTrans" cxnId="{FC25F22F-7857-664C-91C1-C3FB77CB5553}">
      <dgm:prSet/>
      <dgm:spPr/>
      <dgm:t>
        <a:bodyPr/>
        <a:lstStyle/>
        <a:p>
          <a:endParaRPr lang="en-US"/>
        </a:p>
      </dgm:t>
    </dgm:pt>
    <dgm:pt modelId="{D98018B4-13DF-794B-8201-BFE6BBA6620B}" type="sibTrans" cxnId="{FC25F22F-7857-664C-91C1-C3FB77CB5553}">
      <dgm:prSet/>
      <dgm:spPr/>
      <dgm:t>
        <a:bodyPr/>
        <a:lstStyle/>
        <a:p>
          <a:endParaRPr lang="en-US"/>
        </a:p>
      </dgm:t>
    </dgm:pt>
    <dgm:pt modelId="{1954070B-8A75-AC41-AB0B-3842E06F336C}">
      <dgm:prSet phldrT="[Text]"/>
      <dgm:spPr/>
      <dgm:t>
        <a:bodyPr/>
        <a:lstStyle/>
        <a:p>
          <a:r>
            <a:rPr lang="en-US" dirty="0"/>
            <a:t>Budget</a:t>
          </a:r>
        </a:p>
      </dgm:t>
    </dgm:pt>
    <dgm:pt modelId="{5D7CBF7A-CD5E-724C-8206-2221803AFDF6}" type="parTrans" cxnId="{D103176E-A2AD-C34B-B4AF-B77C166AC1E9}">
      <dgm:prSet/>
      <dgm:spPr/>
      <dgm:t>
        <a:bodyPr/>
        <a:lstStyle/>
        <a:p>
          <a:endParaRPr lang="en-US"/>
        </a:p>
      </dgm:t>
    </dgm:pt>
    <dgm:pt modelId="{998FB1FC-F375-E947-BAFF-C61E49829EB9}" type="sibTrans" cxnId="{D103176E-A2AD-C34B-B4AF-B77C166AC1E9}">
      <dgm:prSet/>
      <dgm:spPr/>
      <dgm:t>
        <a:bodyPr/>
        <a:lstStyle/>
        <a:p>
          <a:endParaRPr lang="en-US"/>
        </a:p>
      </dgm:t>
    </dgm:pt>
    <dgm:pt modelId="{9A2F2328-0704-6F48-AB3A-09A70CE94B3D}">
      <dgm:prSet phldrT="[Text]"/>
      <dgm:spPr/>
      <dgm:t>
        <a:bodyPr/>
        <a:lstStyle/>
        <a:p>
          <a:r>
            <a:rPr lang="en-US" dirty="0"/>
            <a:t>Constraints</a:t>
          </a:r>
        </a:p>
      </dgm:t>
    </dgm:pt>
    <dgm:pt modelId="{53FC5CDA-A173-7B4F-A56F-06638CF3731D}" type="parTrans" cxnId="{E109E987-CD18-8B48-A79E-EC922AF47F7C}">
      <dgm:prSet/>
      <dgm:spPr/>
      <dgm:t>
        <a:bodyPr/>
        <a:lstStyle/>
        <a:p>
          <a:endParaRPr lang="en-US"/>
        </a:p>
      </dgm:t>
    </dgm:pt>
    <dgm:pt modelId="{B8D01233-94E9-114A-9D28-D7A6B77BD1F0}" type="sibTrans" cxnId="{E109E987-CD18-8B48-A79E-EC922AF47F7C}">
      <dgm:prSet/>
      <dgm:spPr/>
      <dgm:t>
        <a:bodyPr/>
        <a:lstStyle/>
        <a:p>
          <a:endParaRPr lang="en-US"/>
        </a:p>
      </dgm:t>
    </dgm:pt>
    <dgm:pt modelId="{CE9B5137-0267-FB4D-BE3F-22A8E92BB41D}">
      <dgm:prSet phldrT="[Text]"/>
      <dgm:spPr/>
      <dgm:t>
        <a:bodyPr/>
        <a:lstStyle/>
        <a:p>
          <a:r>
            <a:rPr lang="en-US" dirty="0"/>
            <a:t>Compliance</a:t>
          </a:r>
        </a:p>
      </dgm:t>
    </dgm:pt>
    <dgm:pt modelId="{636A4175-8844-A74A-8F7B-F710ECC36D0A}" type="parTrans" cxnId="{DF3827F8-80D4-324F-917A-1EFEA641B79F}">
      <dgm:prSet/>
      <dgm:spPr/>
      <dgm:t>
        <a:bodyPr/>
        <a:lstStyle/>
        <a:p>
          <a:endParaRPr lang="en-US"/>
        </a:p>
      </dgm:t>
    </dgm:pt>
    <dgm:pt modelId="{55B40D28-958B-224C-9B02-07D9826568C2}" type="sibTrans" cxnId="{DF3827F8-80D4-324F-917A-1EFEA641B79F}">
      <dgm:prSet/>
      <dgm:spPr/>
      <dgm:t>
        <a:bodyPr/>
        <a:lstStyle/>
        <a:p>
          <a:endParaRPr lang="en-US"/>
        </a:p>
      </dgm:t>
    </dgm:pt>
    <dgm:pt modelId="{CF996D1C-7448-D54B-8B73-44631D54EC80}">
      <dgm:prSet phldrT="[Text]"/>
      <dgm:spPr/>
      <dgm:t>
        <a:bodyPr/>
        <a:lstStyle/>
        <a:p>
          <a:r>
            <a:rPr lang="en-US" dirty="0"/>
            <a:t>Regulations</a:t>
          </a:r>
        </a:p>
      </dgm:t>
    </dgm:pt>
    <dgm:pt modelId="{5D847C8D-4FDF-AD49-BCAF-5C99FA877735}" type="parTrans" cxnId="{5918EB9E-8675-574A-B00B-314033A2DC4D}">
      <dgm:prSet/>
      <dgm:spPr/>
      <dgm:t>
        <a:bodyPr/>
        <a:lstStyle/>
        <a:p>
          <a:endParaRPr lang="en-US"/>
        </a:p>
      </dgm:t>
    </dgm:pt>
    <dgm:pt modelId="{FD806543-004B-5348-9126-0DD3AC8706C0}" type="sibTrans" cxnId="{5918EB9E-8675-574A-B00B-314033A2DC4D}">
      <dgm:prSet/>
      <dgm:spPr/>
      <dgm:t>
        <a:bodyPr/>
        <a:lstStyle/>
        <a:p>
          <a:endParaRPr lang="en-US"/>
        </a:p>
      </dgm:t>
    </dgm:pt>
    <dgm:pt modelId="{0F433C40-5070-B24F-B355-EDEA79A43EB1}">
      <dgm:prSet phldrT="[Text]"/>
      <dgm:spPr/>
      <dgm:t>
        <a:bodyPr/>
        <a:lstStyle/>
        <a:p>
          <a:r>
            <a:rPr lang="en-US" dirty="0"/>
            <a:t>Standards</a:t>
          </a:r>
        </a:p>
      </dgm:t>
    </dgm:pt>
    <dgm:pt modelId="{8E83D8F5-5CD4-E94F-BF12-6056A1E0C447}" type="parTrans" cxnId="{1E51776A-CD7E-9C48-8533-0E89224B828F}">
      <dgm:prSet/>
      <dgm:spPr/>
      <dgm:t>
        <a:bodyPr/>
        <a:lstStyle/>
        <a:p>
          <a:endParaRPr lang="en-US"/>
        </a:p>
      </dgm:t>
    </dgm:pt>
    <dgm:pt modelId="{64657DEC-308E-744A-B6DF-A8EEF415DEF4}" type="sibTrans" cxnId="{1E51776A-CD7E-9C48-8533-0E89224B828F}">
      <dgm:prSet/>
      <dgm:spPr/>
      <dgm:t>
        <a:bodyPr/>
        <a:lstStyle/>
        <a:p>
          <a:endParaRPr lang="en-US"/>
        </a:p>
      </dgm:t>
    </dgm:pt>
    <dgm:pt modelId="{A7020300-14D7-B240-9842-6686C524E20C}">
      <dgm:prSet phldrT="[Text]"/>
      <dgm:spPr/>
      <dgm:t>
        <a:bodyPr/>
        <a:lstStyle/>
        <a:p>
          <a:r>
            <a:rPr lang="en-US" dirty="0"/>
            <a:t>Objectives</a:t>
          </a:r>
        </a:p>
      </dgm:t>
    </dgm:pt>
    <dgm:pt modelId="{14A9AB8F-97E5-514A-8987-5DE7DD05FABD}" type="parTrans" cxnId="{ECB9EB2C-A4B1-1643-8E0E-51ACC9A53B0A}">
      <dgm:prSet/>
      <dgm:spPr/>
      <dgm:t>
        <a:bodyPr/>
        <a:lstStyle/>
        <a:p>
          <a:endParaRPr lang="en-US"/>
        </a:p>
      </dgm:t>
    </dgm:pt>
    <dgm:pt modelId="{19B8424F-C0A2-8141-889D-0A94B49C7D41}" type="sibTrans" cxnId="{ECB9EB2C-A4B1-1643-8E0E-51ACC9A53B0A}">
      <dgm:prSet/>
      <dgm:spPr/>
      <dgm:t>
        <a:bodyPr/>
        <a:lstStyle/>
        <a:p>
          <a:endParaRPr lang="en-US"/>
        </a:p>
      </dgm:t>
    </dgm:pt>
    <dgm:pt modelId="{5A05641C-40EE-F546-96FA-5595194CD152}">
      <dgm:prSet phldrT="[Text]"/>
      <dgm:spPr/>
      <dgm:t>
        <a:bodyPr/>
        <a:lstStyle/>
        <a:p>
          <a:r>
            <a:rPr lang="en-US" dirty="0"/>
            <a:t>Risks</a:t>
          </a:r>
        </a:p>
      </dgm:t>
    </dgm:pt>
    <dgm:pt modelId="{D5CF6B78-EE2E-764C-B042-0047FCD1E80E}" type="parTrans" cxnId="{A3DCCB21-BDEE-D143-886D-2AECDE9F294C}">
      <dgm:prSet/>
      <dgm:spPr/>
      <dgm:t>
        <a:bodyPr/>
        <a:lstStyle/>
        <a:p>
          <a:endParaRPr lang="en-US"/>
        </a:p>
      </dgm:t>
    </dgm:pt>
    <dgm:pt modelId="{5F2DBCA8-9DF3-E047-BBE2-5A0AF6E22E44}" type="sibTrans" cxnId="{A3DCCB21-BDEE-D143-886D-2AECDE9F294C}">
      <dgm:prSet/>
      <dgm:spPr/>
      <dgm:t>
        <a:bodyPr/>
        <a:lstStyle/>
        <a:p>
          <a:endParaRPr lang="en-US"/>
        </a:p>
      </dgm:t>
    </dgm:pt>
    <dgm:pt modelId="{5D438456-66B3-AC47-B32C-7A7B093EE057}">
      <dgm:prSet phldrT="[Text]"/>
      <dgm:spPr/>
      <dgm:t>
        <a:bodyPr/>
        <a:lstStyle/>
        <a:p>
          <a:r>
            <a:rPr lang="en-US" dirty="0"/>
            <a:t>Policies</a:t>
          </a:r>
        </a:p>
      </dgm:t>
    </dgm:pt>
    <dgm:pt modelId="{85B8A190-DC6D-CD44-A849-8F5CA2F02F42}" type="parTrans" cxnId="{9B90771B-9DD3-A647-9206-531ACC89E9B2}">
      <dgm:prSet/>
      <dgm:spPr/>
      <dgm:t>
        <a:bodyPr/>
        <a:lstStyle/>
        <a:p>
          <a:endParaRPr lang="en-US"/>
        </a:p>
      </dgm:t>
    </dgm:pt>
    <dgm:pt modelId="{EB00FC21-1856-F549-8403-BDAC12A12A3D}" type="sibTrans" cxnId="{9B90771B-9DD3-A647-9206-531ACC89E9B2}">
      <dgm:prSet/>
      <dgm:spPr/>
      <dgm:t>
        <a:bodyPr/>
        <a:lstStyle/>
        <a:p>
          <a:endParaRPr lang="en-US"/>
        </a:p>
      </dgm:t>
    </dgm:pt>
    <dgm:pt modelId="{DB5ACB18-B957-9D42-8649-DB3CFDCA31E7}">
      <dgm:prSet phldrT="[Text]"/>
      <dgm:spPr/>
      <dgm:t>
        <a:bodyPr/>
        <a:lstStyle/>
        <a:p>
          <a:r>
            <a:rPr lang="en-US" dirty="0"/>
            <a:t>Guidelines</a:t>
          </a:r>
        </a:p>
      </dgm:t>
    </dgm:pt>
    <dgm:pt modelId="{01D34802-E421-A745-BAD8-B3B8AF84712D}" type="parTrans" cxnId="{5D8ADD0E-527B-5346-A1C4-BE4A726F7045}">
      <dgm:prSet/>
      <dgm:spPr/>
      <dgm:t>
        <a:bodyPr/>
        <a:lstStyle/>
        <a:p>
          <a:endParaRPr lang="en-US"/>
        </a:p>
      </dgm:t>
    </dgm:pt>
    <dgm:pt modelId="{78A547DA-9A56-B64D-BF20-19FA734074AB}" type="sibTrans" cxnId="{5D8ADD0E-527B-5346-A1C4-BE4A726F7045}">
      <dgm:prSet/>
      <dgm:spPr/>
      <dgm:t>
        <a:bodyPr/>
        <a:lstStyle/>
        <a:p>
          <a:endParaRPr lang="en-US"/>
        </a:p>
      </dgm:t>
    </dgm:pt>
    <dgm:pt modelId="{053A3C3E-3A55-384C-AEF8-6A6CFCA3B279}">
      <dgm:prSet phldrT="[Text]"/>
      <dgm:spPr/>
      <dgm:t>
        <a:bodyPr/>
        <a:lstStyle/>
        <a:p>
          <a:r>
            <a:rPr lang="en-US" dirty="0"/>
            <a:t>Laws</a:t>
          </a:r>
        </a:p>
      </dgm:t>
    </dgm:pt>
    <dgm:pt modelId="{20C74BA7-2A7B-D64F-80BD-5C2B2357821B}" type="parTrans" cxnId="{A9FD4CB2-7BD4-424E-B20F-60C120CD05A1}">
      <dgm:prSet/>
      <dgm:spPr/>
      <dgm:t>
        <a:bodyPr/>
        <a:lstStyle/>
        <a:p>
          <a:endParaRPr lang="en-US"/>
        </a:p>
      </dgm:t>
    </dgm:pt>
    <dgm:pt modelId="{1A9A73D6-29EF-F748-BDCE-F40832236BF9}" type="sibTrans" cxnId="{A9FD4CB2-7BD4-424E-B20F-60C120CD05A1}">
      <dgm:prSet/>
      <dgm:spPr/>
      <dgm:t>
        <a:bodyPr/>
        <a:lstStyle/>
        <a:p>
          <a:endParaRPr lang="en-US"/>
        </a:p>
      </dgm:t>
    </dgm:pt>
    <dgm:pt modelId="{5E462872-FE87-BD4A-A419-D43BB18B4FD7}">
      <dgm:prSet phldrT="[Text]"/>
      <dgm:spPr/>
      <dgm:t>
        <a:bodyPr/>
        <a:lstStyle/>
        <a:p>
          <a:r>
            <a:rPr lang="en-US" dirty="0"/>
            <a:t>Customs</a:t>
          </a:r>
        </a:p>
      </dgm:t>
    </dgm:pt>
    <dgm:pt modelId="{A558001A-BAAD-FE45-9A37-3230AFE7CEAC}" type="parTrans" cxnId="{87B03A2E-3D04-8F4C-80CF-B751F2F46DED}">
      <dgm:prSet/>
      <dgm:spPr/>
      <dgm:t>
        <a:bodyPr/>
        <a:lstStyle/>
        <a:p>
          <a:endParaRPr lang="en-US"/>
        </a:p>
      </dgm:t>
    </dgm:pt>
    <dgm:pt modelId="{4B3BDF22-2C22-CF49-8DEA-89BB2936E0FF}" type="sibTrans" cxnId="{87B03A2E-3D04-8F4C-80CF-B751F2F46DED}">
      <dgm:prSet/>
      <dgm:spPr/>
      <dgm:t>
        <a:bodyPr/>
        <a:lstStyle/>
        <a:p>
          <a:endParaRPr lang="en-US"/>
        </a:p>
      </dgm:t>
    </dgm:pt>
    <dgm:pt modelId="{BCF5DF51-9E09-814D-AE79-B322F8D756AC}" type="pres">
      <dgm:prSet presAssocID="{74D5A884-1BF3-4942-95BE-369C84F1543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23DFE8-54D0-AF4E-9C0E-F4E55E346007}" type="pres">
      <dgm:prSet presAssocID="{99B50864-A566-7E47-A501-58626CDC361C}" presName="root1" presStyleCnt="0"/>
      <dgm:spPr/>
    </dgm:pt>
    <dgm:pt modelId="{37438A4F-6092-134B-95B0-C95449EFAFDC}" type="pres">
      <dgm:prSet presAssocID="{99B50864-A566-7E47-A501-58626CDC361C}" presName="LevelOneTextNode" presStyleLbl="node0" presStyleIdx="0" presStyleCnt="2">
        <dgm:presLayoutVars>
          <dgm:chPref val="3"/>
        </dgm:presLayoutVars>
      </dgm:prSet>
      <dgm:spPr/>
    </dgm:pt>
    <dgm:pt modelId="{08C8336E-D69D-BC4B-BCD0-E103CA07875F}" type="pres">
      <dgm:prSet presAssocID="{99B50864-A566-7E47-A501-58626CDC361C}" presName="level2hierChild" presStyleCnt="0"/>
      <dgm:spPr/>
    </dgm:pt>
    <dgm:pt modelId="{EAC89733-537A-E640-B783-D234F8FAA721}" type="pres">
      <dgm:prSet presAssocID="{065BA2F6-6C1B-3C4C-A621-9F3C97828533}" presName="conn2-1" presStyleLbl="parChTrans1D2" presStyleIdx="0" presStyleCnt="8"/>
      <dgm:spPr/>
    </dgm:pt>
    <dgm:pt modelId="{D9AA8287-6733-724D-A346-8564EF262C25}" type="pres">
      <dgm:prSet presAssocID="{065BA2F6-6C1B-3C4C-A621-9F3C97828533}" presName="connTx" presStyleLbl="parChTrans1D2" presStyleIdx="0" presStyleCnt="8"/>
      <dgm:spPr/>
    </dgm:pt>
    <dgm:pt modelId="{283285A6-33B7-F941-82E3-2B0DB60030EE}" type="pres">
      <dgm:prSet presAssocID="{4413D3B2-C083-C042-9873-7BE52AB6870D}" presName="root2" presStyleCnt="0"/>
      <dgm:spPr/>
    </dgm:pt>
    <dgm:pt modelId="{58F76C12-51FE-3A45-8BC5-CE354E346890}" type="pres">
      <dgm:prSet presAssocID="{4413D3B2-C083-C042-9873-7BE52AB6870D}" presName="LevelTwoTextNode" presStyleLbl="node2" presStyleIdx="0" presStyleCnt="8">
        <dgm:presLayoutVars>
          <dgm:chPref val="3"/>
        </dgm:presLayoutVars>
      </dgm:prSet>
      <dgm:spPr/>
    </dgm:pt>
    <dgm:pt modelId="{F7347F96-5BF1-0C41-9614-A9CC2AD0EFD7}" type="pres">
      <dgm:prSet presAssocID="{4413D3B2-C083-C042-9873-7BE52AB6870D}" presName="level3hierChild" presStyleCnt="0"/>
      <dgm:spPr/>
    </dgm:pt>
    <dgm:pt modelId="{C428D003-0017-714D-8691-45C7D2072E56}" type="pres">
      <dgm:prSet presAssocID="{14A9AB8F-97E5-514A-8987-5DE7DD05FABD}" presName="conn2-1" presStyleLbl="parChTrans1D2" presStyleIdx="1" presStyleCnt="8"/>
      <dgm:spPr/>
    </dgm:pt>
    <dgm:pt modelId="{4BD303C7-E196-9149-9FAF-B0DC5232ECB8}" type="pres">
      <dgm:prSet presAssocID="{14A9AB8F-97E5-514A-8987-5DE7DD05FABD}" presName="connTx" presStyleLbl="parChTrans1D2" presStyleIdx="1" presStyleCnt="8"/>
      <dgm:spPr/>
    </dgm:pt>
    <dgm:pt modelId="{44D7CF83-8500-ED4A-AF83-8B60C939023B}" type="pres">
      <dgm:prSet presAssocID="{A7020300-14D7-B240-9842-6686C524E20C}" presName="root2" presStyleCnt="0"/>
      <dgm:spPr/>
    </dgm:pt>
    <dgm:pt modelId="{8DC6BE46-FE1E-6142-9F55-CE9C2CC1AE78}" type="pres">
      <dgm:prSet presAssocID="{A7020300-14D7-B240-9842-6686C524E20C}" presName="LevelTwoTextNode" presStyleLbl="node2" presStyleIdx="1" presStyleCnt="8">
        <dgm:presLayoutVars>
          <dgm:chPref val="3"/>
        </dgm:presLayoutVars>
      </dgm:prSet>
      <dgm:spPr/>
    </dgm:pt>
    <dgm:pt modelId="{59315DC3-D04E-F644-A247-4C7E8057CCCD}" type="pres">
      <dgm:prSet presAssocID="{A7020300-14D7-B240-9842-6686C524E20C}" presName="level3hierChild" presStyleCnt="0"/>
      <dgm:spPr/>
    </dgm:pt>
    <dgm:pt modelId="{86B40124-F115-5348-BF37-AA6433959C96}" type="pres">
      <dgm:prSet presAssocID="{5D7CBF7A-CD5E-724C-8206-2221803AFDF6}" presName="conn2-1" presStyleLbl="parChTrans1D2" presStyleIdx="2" presStyleCnt="8"/>
      <dgm:spPr/>
    </dgm:pt>
    <dgm:pt modelId="{24332601-5D8E-8E48-AB26-07B4CABC6C54}" type="pres">
      <dgm:prSet presAssocID="{5D7CBF7A-CD5E-724C-8206-2221803AFDF6}" presName="connTx" presStyleLbl="parChTrans1D2" presStyleIdx="2" presStyleCnt="8"/>
      <dgm:spPr/>
    </dgm:pt>
    <dgm:pt modelId="{5976D3B2-DACD-F84D-9507-2515957457B6}" type="pres">
      <dgm:prSet presAssocID="{1954070B-8A75-AC41-AB0B-3842E06F336C}" presName="root2" presStyleCnt="0"/>
      <dgm:spPr/>
    </dgm:pt>
    <dgm:pt modelId="{37C6BB64-F239-7748-A7FC-0501EFE5A9F8}" type="pres">
      <dgm:prSet presAssocID="{1954070B-8A75-AC41-AB0B-3842E06F336C}" presName="LevelTwoTextNode" presStyleLbl="node2" presStyleIdx="2" presStyleCnt="8">
        <dgm:presLayoutVars>
          <dgm:chPref val="3"/>
        </dgm:presLayoutVars>
      </dgm:prSet>
      <dgm:spPr/>
    </dgm:pt>
    <dgm:pt modelId="{9EAEB08A-5D97-A54C-A97B-5D05B477B201}" type="pres">
      <dgm:prSet presAssocID="{1954070B-8A75-AC41-AB0B-3842E06F336C}" presName="level3hierChild" presStyleCnt="0"/>
      <dgm:spPr/>
    </dgm:pt>
    <dgm:pt modelId="{1E20479A-3011-EF4E-85AE-DC83022F464F}" type="pres">
      <dgm:prSet presAssocID="{53FC5CDA-A173-7B4F-A56F-06638CF3731D}" presName="conn2-1" presStyleLbl="parChTrans1D2" presStyleIdx="3" presStyleCnt="8"/>
      <dgm:spPr/>
    </dgm:pt>
    <dgm:pt modelId="{3D3100B3-D6A7-3E42-8ECA-7FF6EB61611E}" type="pres">
      <dgm:prSet presAssocID="{53FC5CDA-A173-7B4F-A56F-06638CF3731D}" presName="connTx" presStyleLbl="parChTrans1D2" presStyleIdx="3" presStyleCnt="8"/>
      <dgm:spPr/>
    </dgm:pt>
    <dgm:pt modelId="{3E8D1FA9-015D-3446-8E34-32137BB7901D}" type="pres">
      <dgm:prSet presAssocID="{9A2F2328-0704-6F48-AB3A-09A70CE94B3D}" presName="root2" presStyleCnt="0"/>
      <dgm:spPr/>
    </dgm:pt>
    <dgm:pt modelId="{81D0BEAA-4E35-EB4D-B081-3ADC27AB8E81}" type="pres">
      <dgm:prSet presAssocID="{9A2F2328-0704-6F48-AB3A-09A70CE94B3D}" presName="LevelTwoTextNode" presStyleLbl="node2" presStyleIdx="3" presStyleCnt="8">
        <dgm:presLayoutVars>
          <dgm:chPref val="3"/>
        </dgm:presLayoutVars>
      </dgm:prSet>
      <dgm:spPr/>
    </dgm:pt>
    <dgm:pt modelId="{CEDF651B-5E9F-5F48-82F8-91CFBD5E7325}" type="pres">
      <dgm:prSet presAssocID="{9A2F2328-0704-6F48-AB3A-09A70CE94B3D}" presName="level3hierChild" presStyleCnt="0"/>
      <dgm:spPr/>
    </dgm:pt>
    <dgm:pt modelId="{C57DFB15-949E-9842-B928-EDC6BC003ABE}" type="pres">
      <dgm:prSet presAssocID="{D5CF6B78-EE2E-764C-B042-0047FCD1E80E}" presName="conn2-1" presStyleLbl="parChTrans1D2" presStyleIdx="4" presStyleCnt="8"/>
      <dgm:spPr/>
    </dgm:pt>
    <dgm:pt modelId="{4DD289AE-8696-824F-9B16-A607C7D8917D}" type="pres">
      <dgm:prSet presAssocID="{D5CF6B78-EE2E-764C-B042-0047FCD1E80E}" presName="connTx" presStyleLbl="parChTrans1D2" presStyleIdx="4" presStyleCnt="8"/>
      <dgm:spPr/>
    </dgm:pt>
    <dgm:pt modelId="{D682FB15-3934-A844-9E44-E71AF925B5A0}" type="pres">
      <dgm:prSet presAssocID="{5A05641C-40EE-F546-96FA-5595194CD152}" presName="root2" presStyleCnt="0"/>
      <dgm:spPr/>
    </dgm:pt>
    <dgm:pt modelId="{EA5A2BF5-95DC-F440-B6E2-0BFD99BCECD6}" type="pres">
      <dgm:prSet presAssocID="{5A05641C-40EE-F546-96FA-5595194CD152}" presName="LevelTwoTextNode" presStyleLbl="node2" presStyleIdx="4" presStyleCnt="8">
        <dgm:presLayoutVars>
          <dgm:chPref val="3"/>
        </dgm:presLayoutVars>
      </dgm:prSet>
      <dgm:spPr/>
    </dgm:pt>
    <dgm:pt modelId="{211035D8-A036-C44D-9375-C56662455614}" type="pres">
      <dgm:prSet presAssocID="{5A05641C-40EE-F546-96FA-5595194CD152}" presName="level3hierChild" presStyleCnt="0"/>
      <dgm:spPr/>
    </dgm:pt>
    <dgm:pt modelId="{55C4126A-C114-6643-AC76-536A088E3176}" type="pres">
      <dgm:prSet presAssocID="{CE9B5137-0267-FB4D-BE3F-22A8E92BB41D}" presName="root1" presStyleCnt="0"/>
      <dgm:spPr/>
    </dgm:pt>
    <dgm:pt modelId="{DD9F98DB-9DC7-1441-93AC-F7B8849DE1F1}" type="pres">
      <dgm:prSet presAssocID="{CE9B5137-0267-FB4D-BE3F-22A8E92BB41D}" presName="LevelOneTextNode" presStyleLbl="node0" presStyleIdx="1" presStyleCnt="2">
        <dgm:presLayoutVars>
          <dgm:chPref val="3"/>
        </dgm:presLayoutVars>
      </dgm:prSet>
      <dgm:spPr/>
    </dgm:pt>
    <dgm:pt modelId="{94675B5C-8625-7340-8D35-5323E7207429}" type="pres">
      <dgm:prSet presAssocID="{CE9B5137-0267-FB4D-BE3F-22A8E92BB41D}" presName="level2hierChild" presStyleCnt="0"/>
      <dgm:spPr/>
    </dgm:pt>
    <dgm:pt modelId="{2D8581F0-D70C-994F-BC03-5D183CA7B979}" type="pres">
      <dgm:prSet presAssocID="{5D847C8D-4FDF-AD49-BCAF-5C99FA877735}" presName="conn2-1" presStyleLbl="parChTrans1D2" presStyleIdx="5" presStyleCnt="8"/>
      <dgm:spPr/>
    </dgm:pt>
    <dgm:pt modelId="{4B4C955F-B603-134E-9508-DDA71750FC53}" type="pres">
      <dgm:prSet presAssocID="{5D847C8D-4FDF-AD49-BCAF-5C99FA877735}" presName="connTx" presStyleLbl="parChTrans1D2" presStyleIdx="5" presStyleCnt="8"/>
      <dgm:spPr/>
    </dgm:pt>
    <dgm:pt modelId="{A6C5FF75-1AAB-7A4E-AD86-71AAC6692800}" type="pres">
      <dgm:prSet presAssocID="{CF996D1C-7448-D54B-8B73-44631D54EC80}" presName="root2" presStyleCnt="0"/>
      <dgm:spPr/>
    </dgm:pt>
    <dgm:pt modelId="{668E8EE2-04AC-0740-B345-4C0916F4D6F6}" type="pres">
      <dgm:prSet presAssocID="{CF996D1C-7448-D54B-8B73-44631D54EC80}" presName="LevelTwoTextNode" presStyleLbl="node2" presStyleIdx="5" presStyleCnt="8">
        <dgm:presLayoutVars>
          <dgm:chPref val="3"/>
        </dgm:presLayoutVars>
      </dgm:prSet>
      <dgm:spPr/>
    </dgm:pt>
    <dgm:pt modelId="{8DFD0160-9940-3044-BA7B-7D99CA61616E}" type="pres">
      <dgm:prSet presAssocID="{CF996D1C-7448-D54B-8B73-44631D54EC80}" presName="level3hierChild" presStyleCnt="0"/>
      <dgm:spPr/>
    </dgm:pt>
    <dgm:pt modelId="{D362BF14-B77B-2040-AADC-ACB87F1BA481}" type="pres">
      <dgm:prSet presAssocID="{20C74BA7-2A7B-D64F-80BD-5C2B2357821B}" presName="conn2-1" presStyleLbl="parChTrans1D3" presStyleIdx="0" presStyleCnt="3"/>
      <dgm:spPr/>
    </dgm:pt>
    <dgm:pt modelId="{A78366E5-3731-7945-B2B3-2ADF6A8B4D0C}" type="pres">
      <dgm:prSet presAssocID="{20C74BA7-2A7B-D64F-80BD-5C2B2357821B}" presName="connTx" presStyleLbl="parChTrans1D3" presStyleIdx="0" presStyleCnt="3"/>
      <dgm:spPr/>
    </dgm:pt>
    <dgm:pt modelId="{F6FAD0F6-A341-C74B-9EA3-30DD5A70FE50}" type="pres">
      <dgm:prSet presAssocID="{053A3C3E-3A55-384C-AEF8-6A6CFCA3B279}" presName="root2" presStyleCnt="0"/>
      <dgm:spPr/>
    </dgm:pt>
    <dgm:pt modelId="{F177B970-4CEC-854B-B65F-3FF4F851A532}" type="pres">
      <dgm:prSet presAssocID="{053A3C3E-3A55-384C-AEF8-6A6CFCA3B279}" presName="LevelTwoTextNode" presStyleLbl="node3" presStyleIdx="0" presStyleCnt="3">
        <dgm:presLayoutVars>
          <dgm:chPref val="3"/>
        </dgm:presLayoutVars>
      </dgm:prSet>
      <dgm:spPr/>
    </dgm:pt>
    <dgm:pt modelId="{7E84BC31-C27C-7C4C-860F-CE6476FF66F1}" type="pres">
      <dgm:prSet presAssocID="{053A3C3E-3A55-384C-AEF8-6A6CFCA3B279}" presName="level3hierChild" presStyleCnt="0"/>
      <dgm:spPr/>
    </dgm:pt>
    <dgm:pt modelId="{9CD7F974-E005-2E47-BC42-099275FFE9FE}" type="pres">
      <dgm:prSet presAssocID="{8E83D8F5-5CD4-E94F-BF12-6056A1E0C447}" presName="conn2-1" presStyleLbl="parChTrans1D2" presStyleIdx="6" presStyleCnt="8"/>
      <dgm:spPr/>
    </dgm:pt>
    <dgm:pt modelId="{75257DF4-A448-024A-96D0-26CD3178444E}" type="pres">
      <dgm:prSet presAssocID="{8E83D8F5-5CD4-E94F-BF12-6056A1E0C447}" presName="connTx" presStyleLbl="parChTrans1D2" presStyleIdx="6" presStyleCnt="8"/>
      <dgm:spPr/>
    </dgm:pt>
    <dgm:pt modelId="{5DFDA4EC-C8DF-3E49-BE3A-A85A64062D8F}" type="pres">
      <dgm:prSet presAssocID="{0F433C40-5070-B24F-B355-EDEA79A43EB1}" presName="root2" presStyleCnt="0"/>
      <dgm:spPr/>
    </dgm:pt>
    <dgm:pt modelId="{CD1C661B-1072-2849-8796-49CC455F4B03}" type="pres">
      <dgm:prSet presAssocID="{0F433C40-5070-B24F-B355-EDEA79A43EB1}" presName="LevelTwoTextNode" presStyleLbl="node2" presStyleIdx="6" presStyleCnt="8">
        <dgm:presLayoutVars>
          <dgm:chPref val="3"/>
        </dgm:presLayoutVars>
      </dgm:prSet>
      <dgm:spPr/>
    </dgm:pt>
    <dgm:pt modelId="{A8E43456-168A-1049-AA6C-886C339F94E1}" type="pres">
      <dgm:prSet presAssocID="{0F433C40-5070-B24F-B355-EDEA79A43EB1}" presName="level3hierChild" presStyleCnt="0"/>
      <dgm:spPr/>
    </dgm:pt>
    <dgm:pt modelId="{CADBA145-465F-8F43-8175-1BA2D10A5DDB}" type="pres">
      <dgm:prSet presAssocID="{85B8A190-DC6D-CD44-A849-8F5CA2F02F42}" presName="conn2-1" presStyleLbl="parChTrans1D2" presStyleIdx="7" presStyleCnt="8"/>
      <dgm:spPr/>
    </dgm:pt>
    <dgm:pt modelId="{A8723574-C259-4042-81B5-78499919BB18}" type="pres">
      <dgm:prSet presAssocID="{85B8A190-DC6D-CD44-A849-8F5CA2F02F42}" presName="connTx" presStyleLbl="parChTrans1D2" presStyleIdx="7" presStyleCnt="8"/>
      <dgm:spPr/>
    </dgm:pt>
    <dgm:pt modelId="{6008D44C-EFD0-DA42-A385-7FFA3D5B6DA9}" type="pres">
      <dgm:prSet presAssocID="{5D438456-66B3-AC47-B32C-7A7B093EE057}" presName="root2" presStyleCnt="0"/>
      <dgm:spPr/>
    </dgm:pt>
    <dgm:pt modelId="{351087A8-38FD-974C-932D-3507AC7B2F1F}" type="pres">
      <dgm:prSet presAssocID="{5D438456-66B3-AC47-B32C-7A7B093EE057}" presName="LevelTwoTextNode" presStyleLbl="node2" presStyleIdx="7" presStyleCnt="8">
        <dgm:presLayoutVars>
          <dgm:chPref val="3"/>
        </dgm:presLayoutVars>
      </dgm:prSet>
      <dgm:spPr/>
    </dgm:pt>
    <dgm:pt modelId="{CB5588AE-31F8-A84C-970E-9239F9AB00AD}" type="pres">
      <dgm:prSet presAssocID="{5D438456-66B3-AC47-B32C-7A7B093EE057}" presName="level3hierChild" presStyleCnt="0"/>
      <dgm:spPr/>
    </dgm:pt>
    <dgm:pt modelId="{A03E441C-2DD8-2140-9F4B-B88456FD1DBE}" type="pres">
      <dgm:prSet presAssocID="{01D34802-E421-A745-BAD8-B3B8AF84712D}" presName="conn2-1" presStyleLbl="parChTrans1D3" presStyleIdx="1" presStyleCnt="3"/>
      <dgm:spPr/>
    </dgm:pt>
    <dgm:pt modelId="{018438C1-3F1E-BB4E-B63F-F38C250A75A9}" type="pres">
      <dgm:prSet presAssocID="{01D34802-E421-A745-BAD8-B3B8AF84712D}" presName="connTx" presStyleLbl="parChTrans1D3" presStyleIdx="1" presStyleCnt="3"/>
      <dgm:spPr/>
    </dgm:pt>
    <dgm:pt modelId="{3D2920CF-D9C7-1E4C-B40E-2BDC04E31C25}" type="pres">
      <dgm:prSet presAssocID="{DB5ACB18-B957-9D42-8649-DB3CFDCA31E7}" presName="root2" presStyleCnt="0"/>
      <dgm:spPr/>
    </dgm:pt>
    <dgm:pt modelId="{595FA0BA-8A1B-7847-AD2E-C10CC1FE872A}" type="pres">
      <dgm:prSet presAssocID="{DB5ACB18-B957-9D42-8649-DB3CFDCA31E7}" presName="LevelTwoTextNode" presStyleLbl="node3" presStyleIdx="1" presStyleCnt="3">
        <dgm:presLayoutVars>
          <dgm:chPref val="3"/>
        </dgm:presLayoutVars>
      </dgm:prSet>
      <dgm:spPr/>
    </dgm:pt>
    <dgm:pt modelId="{14B0FEDE-D278-534E-B2EA-213E11B3313C}" type="pres">
      <dgm:prSet presAssocID="{DB5ACB18-B957-9D42-8649-DB3CFDCA31E7}" presName="level3hierChild" presStyleCnt="0"/>
      <dgm:spPr/>
    </dgm:pt>
    <dgm:pt modelId="{37F05F64-968B-F448-A7E5-DAB87C184612}" type="pres">
      <dgm:prSet presAssocID="{A558001A-BAAD-FE45-9A37-3230AFE7CEAC}" presName="conn2-1" presStyleLbl="parChTrans1D3" presStyleIdx="2" presStyleCnt="3"/>
      <dgm:spPr/>
    </dgm:pt>
    <dgm:pt modelId="{84471AEC-D304-5F4E-BAAF-865B8C071BEF}" type="pres">
      <dgm:prSet presAssocID="{A558001A-BAAD-FE45-9A37-3230AFE7CEAC}" presName="connTx" presStyleLbl="parChTrans1D3" presStyleIdx="2" presStyleCnt="3"/>
      <dgm:spPr/>
    </dgm:pt>
    <dgm:pt modelId="{C1494D18-0264-654F-8834-15402B8B4A8D}" type="pres">
      <dgm:prSet presAssocID="{5E462872-FE87-BD4A-A419-D43BB18B4FD7}" presName="root2" presStyleCnt="0"/>
      <dgm:spPr/>
    </dgm:pt>
    <dgm:pt modelId="{C2A0CC97-226D-8F45-B98B-C73DE1D3D4D1}" type="pres">
      <dgm:prSet presAssocID="{5E462872-FE87-BD4A-A419-D43BB18B4FD7}" presName="LevelTwoTextNode" presStyleLbl="node3" presStyleIdx="2" presStyleCnt="3">
        <dgm:presLayoutVars>
          <dgm:chPref val="3"/>
        </dgm:presLayoutVars>
      </dgm:prSet>
      <dgm:spPr/>
    </dgm:pt>
    <dgm:pt modelId="{301FF774-EA25-2B44-A37D-8BE2E0926D3D}" type="pres">
      <dgm:prSet presAssocID="{5E462872-FE87-BD4A-A419-D43BB18B4FD7}" presName="level3hierChild" presStyleCnt="0"/>
      <dgm:spPr/>
    </dgm:pt>
  </dgm:ptLst>
  <dgm:cxnLst>
    <dgm:cxn modelId="{F54AAE07-C3BD-AB44-8958-977E8A58B084}" type="presOf" srcId="{53FC5CDA-A173-7B4F-A56F-06638CF3731D}" destId="{3D3100B3-D6A7-3E42-8ECA-7FF6EB61611E}" srcOrd="1" destOrd="0" presId="urn:microsoft.com/office/officeart/2005/8/layout/hierarchy2"/>
    <dgm:cxn modelId="{5D8ADD0E-527B-5346-A1C4-BE4A726F7045}" srcId="{5D438456-66B3-AC47-B32C-7A7B093EE057}" destId="{DB5ACB18-B957-9D42-8649-DB3CFDCA31E7}" srcOrd="0" destOrd="0" parTransId="{01D34802-E421-A745-BAD8-B3B8AF84712D}" sibTransId="{78A547DA-9A56-B64D-BF20-19FA734074AB}"/>
    <dgm:cxn modelId="{23E9B614-C434-C641-A019-0552DA4C1B9A}" type="presOf" srcId="{8E83D8F5-5CD4-E94F-BF12-6056A1E0C447}" destId="{9CD7F974-E005-2E47-BC42-099275FFE9FE}" srcOrd="0" destOrd="0" presId="urn:microsoft.com/office/officeart/2005/8/layout/hierarchy2"/>
    <dgm:cxn modelId="{E75BEF15-15B7-1C4A-8430-B56F464A82E8}" type="presOf" srcId="{D5CF6B78-EE2E-764C-B042-0047FCD1E80E}" destId="{4DD289AE-8696-824F-9B16-A607C7D8917D}" srcOrd="1" destOrd="0" presId="urn:microsoft.com/office/officeart/2005/8/layout/hierarchy2"/>
    <dgm:cxn modelId="{9B90771B-9DD3-A647-9206-531ACC89E9B2}" srcId="{CE9B5137-0267-FB4D-BE3F-22A8E92BB41D}" destId="{5D438456-66B3-AC47-B32C-7A7B093EE057}" srcOrd="2" destOrd="0" parTransId="{85B8A190-DC6D-CD44-A849-8F5CA2F02F42}" sibTransId="{EB00FC21-1856-F549-8403-BDAC12A12A3D}"/>
    <dgm:cxn modelId="{B838CC1D-7F6A-4A42-959C-E26BE07D5D4A}" type="presOf" srcId="{8E83D8F5-5CD4-E94F-BF12-6056A1E0C447}" destId="{75257DF4-A448-024A-96D0-26CD3178444E}" srcOrd="1" destOrd="0" presId="urn:microsoft.com/office/officeart/2005/8/layout/hierarchy2"/>
    <dgm:cxn modelId="{91C1691E-0A0C-BD4A-A30D-8E98ACE6279A}" type="presOf" srcId="{CE9B5137-0267-FB4D-BE3F-22A8E92BB41D}" destId="{DD9F98DB-9DC7-1441-93AC-F7B8849DE1F1}" srcOrd="0" destOrd="0" presId="urn:microsoft.com/office/officeart/2005/8/layout/hierarchy2"/>
    <dgm:cxn modelId="{A3DCCB21-BDEE-D143-886D-2AECDE9F294C}" srcId="{99B50864-A566-7E47-A501-58626CDC361C}" destId="{5A05641C-40EE-F546-96FA-5595194CD152}" srcOrd="4" destOrd="0" parTransId="{D5CF6B78-EE2E-764C-B042-0047FCD1E80E}" sibTransId="{5F2DBCA8-9DF3-E047-BBE2-5A0AF6E22E44}"/>
    <dgm:cxn modelId="{CF0D0822-6437-D442-8E57-51A5479DFDCE}" type="presOf" srcId="{CF996D1C-7448-D54B-8B73-44631D54EC80}" destId="{668E8EE2-04AC-0740-B345-4C0916F4D6F6}" srcOrd="0" destOrd="0" presId="urn:microsoft.com/office/officeart/2005/8/layout/hierarchy2"/>
    <dgm:cxn modelId="{ECB9EB2C-A4B1-1643-8E0E-51ACC9A53B0A}" srcId="{99B50864-A566-7E47-A501-58626CDC361C}" destId="{A7020300-14D7-B240-9842-6686C524E20C}" srcOrd="1" destOrd="0" parTransId="{14A9AB8F-97E5-514A-8987-5DE7DD05FABD}" sibTransId="{19B8424F-C0A2-8141-889D-0A94B49C7D41}"/>
    <dgm:cxn modelId="{0D2DEF2C-2840-3542-BC89-71F01CFC17E1}" type="presOf" srcId="{20C74BA7-2A7B-D64F-80BD-5C2B2357821B}" destId="{D362BF14-B77B-2040-AADC-ACB87F1BA481}" srcOrd="0" destOrd="0" presId="urn:microsoft.com/office/officeart/2005/8/layout/hierarchy2"/>
    <dgm:cxn modelId="{87B03A2E-3D04-8F4C-80CF-B751F2F46DED}" srcId="{5D438456-66B3-AC47-B32C-7A7B093EE057}" destId="{5E462872-FE87-BD4A-A419-D43BB18B4FD7}" srcOrd="1" destOrd="0" parTransId="{A558001A-BAAD-FE45-9A37-3230AFE7CEAC}" sibTransId="{4B3BDF22-2C22-CF49-8DEA-89BB2936E0FF}"/>
    <dgm:cxn modelId="{4329A72F-A7C4-1E45-A818-765850DE7247}" type="presOf" srcId="{01D34802-E421-A745-BAD8-B3B8AF84712D}" destId="{018438C1-3F1E-BB4E-B63F-F38C250A75A9}" srcOrd="1" destOrd="0" presId="urn:microsoft.com/office/officeart/2005/8/layout/hierarchy2"/>
    <dgm:cxn modelId="{FC25F22F-7857-664C-91C1-C3FB77CB5553}" srcId="{99B50864-A566-7E47-A501-58626CDC361C}" destId="{4413D3B2-C083-C042-9873-7BE52AB6870D}" srcOrd="0" destOrd="0" parTransId="{065BA2F6-6C1B-3C4C-A621-9F3C97828533}" sibTransId="{D98018B4-13DF-794B-8201-BFE6BBA6620B}"/>
    <dgm:cxn modelId="{85B41A36-6F89-9D40-9BB2-820D2EC5BCDA}" type="presOf" srcId="{85B8A190-DC6D-CD44-A849-8F5CA2F02F42}" destId="{A8723574-C259-4042-81B5-78499919BB18}" srcOrd="1" destOrd="0" presId="urn:microsoft.com/office/officeart/2005/8/layout/hierarchy2"/>
    <dgm:cxn modelId="{10353F42-82B0-EA49-B58D-095E166331D7}" type="presOf" srcId="{5E462872-FE87-BD4A-A419-D43BB18B4FD7}" destId="{C2A0CC97-226D-8F45-B98B-C73DE1D3D4D1}" srcOrd="0" destOrd="0" presId="urn:microsoft.com/office/officeart/2005/8/layout/hierarchy2"/>
    <dgm:cxn modelId="{5C40C74E-DABE-2B47-A904-008746967291}" type="presOf" srcId="{20C74BA7-2A7B-D64F-80BD-5C2B2357821B}" destId="{A78366E5-3731-7945-B2B3-2ADF6A8B4D0C}" srcOrd="1" destOrd="0" presId="urn:microsoft.com/office/officeart/2005/8/layout/hierarchy2"/>
    <dgm:cxn modelId="{31426551-681E-FC46-9450-6AF4F7B19280}" type="presOf" srcId="{A558001A-BAAD-FE45-9A37-3230AFE7CEAC}" destId="{84471AEC-D304-5F4E-BAAF-865B8C071BEF}" srcOrd="1" destOrd="0" presId="urn:microsoft.com/office/officeart/2005/8/layout/hierarchy2"/>
    <dgm:cxn modelId="{F3D32555-5C1F-A744-8091-4D16DAED85C3}" type="presOf" srcId="{14A9AB8F-97E5-514A-8987-5DE7DD05FABD}" destId="{4BD303C7-E196-9149-9FAF-B0DC5232ECB8}" srcOrd="1" destOrd="0" presId="urn:microsoft.com/office/officeart/2005/8/layout/hierarchy2"/>
    <dgm:cxn modelId="{92B26A5E-0303-AD44-88C2-20DB37CB0C86}" type="presOf" srcId="{065BA2F6-6C1B-3C4C-A621-9F3C97828533}" destId="{D9AA8287-6733-724D-A346-8564EF262C25}" srcOrd="1" destOrd="0" presId="urn:microsoft.com/office/officeart/2005/8/layout/hierarchy2"/>
    <dgm:cxn modelId="{45279360-50B8-FF4A-9369-D108A77DC25C}" type="presOf" srcId="{A7020300-14D7-B240-9842-6686C524E20C}" destId="{8DC6BE46-FE1E-6142-9F55-CE9C2CC1AE78}" srcOrd="0" destOrd="0" presId="urn:microsoft.com/office/officeart/2005/8/layout/hierarchy2"/>
    <dgm:cxn modelId="{76EA2B66-DD2C-3945-A05D-FC7469572BFA}" type="presOf" srcId="{99B50864-A566-7E47-A501-58626CDC361C}" destId="{37438A4F-6092-134B-95B0-C95449EFAFDC}" srcOrd="0" destOrd="0" presId="urn:microsoft.com/office/officeart/2005/8/layout/hierarchy2"/>
    <dgm:cxn modelId="{99416369-5DDB-4747-B370-55D63D9283EA}" type="presOf" srcId="{053A3C3E-3A55-384C-AEF8-6A6CFCA3B279}" destId="{F177B970-4CEC-854B-B65F-3FF4F851A532}" srcOrd="0" destOrd="0" presId="urn:microsoft.com/office/officeart/2005/8/layout/hierarchy2"/>
    <dgm:cxn modelId="{1E51776A-CD7E-9C48-8533-0E89224B828F}" srcId="{CE9B5137-0267-FB4D-BE3F-22A8E92BB41D}" destId="{0F433C40-5070-B24F-B355-EDEA79A43EB1}" srcOrd="1" destOrd="0" parTransId="{8E83D8F5-5CD4-E94F-BF12-6056A1E0C447}" sibTransId="{64657DEC-308E-744A-B6DF-A8EEF415DEF4}"/>
    <dgm:cxn modelId="{D103176E-A2AD-C34B-B4AF-B77C166AC1E9}" srcId="{99B50864-A566-7E47-A501-58626CDC361C}" destId="{1954070B-8A75-AC41-AB0B-3842E06F336C}" srcOrd="2" destOrd="0" parTransId="{5D7CBF7A-CD5E-724C-8206-2221803AFDF6}" sibTransId="{998FB1FC-F375-E947-BAFF-C61E49829EB9}"/>
    <dgm:cxn modelId="{C98A886F-B46B-4C44-9865-A2DC80E03312}" type="presOf" srcId="{14A9AB8F-97E5-514A-8987-5DE7DD05FABD}" destId="{C428D003-0017-714D-8691-45C7D2072E56}" srcOrd="0" destOrd="0" presId="urn:microsoft.com/office/officeart/2005/8/layout/hierarchy2"/>
    <dgm:cxn modelId="{F2C0D874-7246-344A-BC69-0B88028B8CEB}" type="presOf" srcId="{01D34802-E421-A745-BAD8-B3B8AF84712D}" destId="{A03E441C-2DD8-2140-9F4B-B88456FD1DBE}" srcOrd="0" destOrd="0" presId="urn:microsoft.com/office/officeart/2005/8/layout/hierarchy2"/>
    <dgm:cxn modelId="{5685D280-BF35-4F4B-BF86-A5A7C9018B5D}" type="presOf" srcId="{5D7CBF7A-CD5E-724C-8206-2221803AFDF6}" destId="{24332601-5D8E-8E48-AB26-07B4CABC6C54}" srcOrd="1" destOrd="0" presId="urn:microsoft.com/office/officeart/2005/8/layout/hierarchy2"/>
    <dgm:cxn modelId="{E109E987-CD18-8B48-A79E-EC922AF47F7C}" srcId="{99B50864-A566-7E47-A501-58626CDC361C}" destId="{9A2F2328-0704-6F48-AB3A-09A70CE94B3D}" srcOrd="3" destOrd="0" parTransId="{53FC5CDA-A173-7B4F-A56F-06638CF3731D}" sibTransId="{B8D01233-94E9-114A-9D28-D7A6B77BD1F0}"/>
    <dgm:cxn modelId="{E13A9B90-A6B6-6F4D-A835-D3C1AA66CE16}" type="presOf" srcId="{065BA2F6-6C1B-3C4C-A621-9F3C97828533}" destId="{EAC89733-537A-E640-B783-D234F8FAA721}" srcOrd="0" destOrd="0" presId="urn:microsoft.com/office/officeart/2005/8/layout/hierarchy2"/>
    <dgm:cxn modelId="{0F14A993-D81A-D147-A41D-B886D5CC0BE8}" type="presOf" srcId="{53FC5CDA-A173-7B4F-A56F-06638CF3731D}" destId="{1E20479A-3011-EF4E-85AE-DC83022F464F}" srcOrd="0" destOrd="0" presId="urn:microsoft.com/office/officeart/2005/8/layout/hierarchy2"/>
    <dgm:cxn modelId="{5A073A94-270A-7640-A742-605099EA4F7E}" type="presOf" srcId="{9A2F2328-0704-6F48-AB3A-09A70CE94B3D}" destId="{81D0BEAA-4E35-EB4D-B081-3ADC27AB8E81}" srcOrd="0" destOrd="0" presId="urn:microsoft.com/office/officeart/2005/8/layout/hierarchy2"/>
    <dgm:cxn modelId="{363EE39C-48B7-3347-9939-111779DE43B2}" type="presOf" srcId="{85B8A190-DC6D-CD44-A849-8F5CA2F02F42}" destId="{CADBA145-465F-8F43-8175-1BA2D10A5DDB}" srcOrd="0" destOrd="0" presId="urn:microsoft.com/office/officeart/2005/8/layout/hierarchy2"/>
    <dgm:cxn modelId="{5918EB9E-8675-574A-B00B-314033A2DC4D}" srcId="{CE9B5137-0267-FB4D-BE3F-22A8E92BB41D}" destId="{CF996D1C-7448-D54B-8B73-44631D54EC80}" srcOrd="0" destOrd="0" parTransId="{5D847C8D-4FDF-AD49-BCAF-5C99FA877735}" sibTransId="{FD806543-004B-5348-9126-0DD3AC8706C0}"/>
    <dgm:cxn modelId="{11AD60A0-4BA4-8C43-B961-53341AC74434}" type="presOf" srcId="{D5CF6B78-EE2E-764C-B042-0047FCD1E80E}" destId="{C57DFB15-949E-9842-B928-EDC6BC003ABE}" srcOrd="0" destOrd="0" presId="urn:microsoft.com/office/officeart/2005/8/layout/hierarchy2"/>
    <dgm:cxn modelId="{F7DDF4A4-983D-BE45-9023-8FE1C472BF6A}" type="presOf" srcId="{0F433C40-5070-B24F-B355-EDEA79A43EB1}" destId="{CD1C661B-1072-2849-8796-49CC455F4B03}" srcOrd="0" destOrd="0" presId="urn:microsoft.com/office/officeart/2005/8/layout/hierarchy2"/>
    <dgm:cxn modelId="{EBE264B1-C3C6-2647-9649-AFF35A0462DF}" type="presOf" srcId="{5D847C8D-4FDF-AD49-BCAF-5C99FA877735}" destId="{2D8581F0-D70C-994F-BC03-5D183CA7B979}" srcOrd="0" destOrd="0" presId="urn:microsoft.com/office/officeart/2005/8/layout/hierarchy2"/>
    <dgm:cxn modelId="{A9FD4CB2-7BD4-424E-B20F-60C120CD05A1}" srcId="{CF996D1C-7448-D54B-8B73-44631D54EC80}" destId="{053A3C3E-3A55-384C-AEF8-6A6CFCA3B279}" srcOrd="0" destOrd="0" parTransId="{20C74BA7-2A7B-D64F-80BD-5C2B2357821B}" sibTransId="{1A9A73D6-29EF-F748-BDCE-F40832236BF9}"/>
    <dgm:cxn modelId="{8BE617B4-8C78-E247-B50F-9FC2131501E9}" type="presOf" srcId="{5D438456-66B3-AC47-B32C-7A7B093EE057}" destId="{351087A8-38FD-974C-932D-3507AC7B2F1F}" srcOrd="0" destOrd="0" presId="urn:microsoft.com/office/officeart/2005/8/layout/hierarchy2"/>
    <dgm:cxn modelId="{B88000B9-742A-034E-A858-6F76B9B829D5}" type="presOf" srcId="{5D7CBF7A-CD5E-724C-8206-2221803AFDF6}" destId="{86B40124-F115-5348-BF37-AA6433959C96}" srcOrd="0" destOrd="0" presId="urn:microsoft.com/office/officeart/2005/8/layout/hierarchy2"/>
    <dgm:cxn modelId="{05CC48C1-C8B7-1341-807A-92AACF13E2AE}" type="presOf" srcId="{A558001A-BAAD-FE45-9A37-3230AFE7CEAC}" destId="{37F05F64-968B-F448-A7E5-DAB87C184612}" srcOrd="0" destOrd="0" presId="urn:microsoft.com/office/officeart/2005/8/layout/hierarchy2"/>
    <dgm:cxn modelId="{14D6C9C8-A2C5-1E4B-BFC5-C9E138B35B42}" type="presOf" srcId="{5D847C8D-4FDF-AD49-BCAF-5C99FA877735}" destId="{4B4C955F-B603-134E-9508-DDA71750FC53}" srcOrd="1" destOrd="0" presId="urn:microsoft.com/office/officeart/2005/8/layout/hierarchy2"/>
    <dgm:cxn modelId="{63C57CD5-1388-9B4B-81A8-9EAEE880C645}" type="presOf" srcId="{4413D3B2-C083-C042-9873-7BE52AB6870D}" destId="{58F76C12-51FE-3A45-8BC5-CE354E346890}" srcOrd="0" destOrd="0" presId="urn:microsoft.com/office/officeart/2005/8/layout/hierarchy2"/>
    <dgm:cxn modelId="{3F84C2DA-6C09-9F4A-A3E3-0DFC1735C24B}" type="presOf" srcId="{74D5A884-1BF3-4942-95BE-369C84F1543C}" destId="{BCF5DF51-9E09-814D-AE79-B322F8D756AC}" srcOrd="0" destOrd="0" presId="urn:microsoft.com/office/officeart/2005/8/layout/hierarchy2"/>
    <dgm:cxn modelId="{9BAB79DC-DA68-F047-97E6-EA5ED947E58C}" type="presOf" srcId="{DB5ACB18-B957-9D42-8649-DB3CFDCA31E7}" destId="{595FA0BA-8A1B-7847-AD2E-C10CC1FE872A}" srcOrd="0" destOrd="0" presId="urn:microsoft.com/office/officeart/2005/8/layout/hierarchy2"/>
    <dgm:cxn modelId="{25F564E9-C72B-8F42-8651-C3CB52C9E39B}" srcId="{74D5A884-1BF3-4942-95BE-369C84F1543C}" destId="{99B50864-A566-7E47-A501-58626CDC361C}" srcOrd="0" destOrd="0" parTransId="{A9C9DD3E-55C7-7D48-9798-B72BFD20DC38}" sibTransId="{6869716B-EA79-AE4B-96E3-521B6373DD17}"/>
    <dgm:cxn modelId="{DF3827F8-80D4-324F-917A-1EFEA641B79F}" srcId="{74D5A884-1BF3-4942-95BE-369C84F1543C}" destId="{CE9B5137-0267-FB4D-BE3F-22A8E92BB41D}" srcOrd="1" destOrd="0" parTransId="{636A4175-8844-A74A-8F7B-F710ECC36D0A}" sibTransId="{55B40D28-958B-224C-9B02-07D9826568C2}"/>
    <dgm:cxn modelId="{2631D7F9-3A86-B844-B5EF-574D6012AA2F}" type="presOf" srcId="{5A05641C-40EE-F546-96FA-5595194CD152}" destId="{EA5A2BF5-95DC-F440-B6E2-0BFD99BCECD6}" srcOrd="0" destOrd="0" presId="urn:microsoft.com/office/officeart/2005/8/layout/hierarchy2"/>
    <dgm:cxn modelId="{FDBAAAFE-DB5F-2942-8D02-B58C89D04626}" type="presOf" srcId="{1954070B-8A75-AC41-AB0B-3842E06F336C}" destId="{37C6BB64-F239-7748-A7FC-0501EFE5A9F8}" srcOrd="0" destOrd="0" presId="urn:microsoft.com/office/officeart/2005/8/layout/hierarchy2"/>
    <dgm:cxn modelId="{FCC943CA-49E2-1247-A630-12DDC1C25796}" type="presParOf" srcId="{BCF5DF51-9E09-814D-AE79-B322F8D756AC}" destId="{7723DFE8-54D0-AF4E-9C0E-F4E55E346007}" srcOrd="0" destOrd="0" presId="urn:microsoft.com/office/officeart/2005/8/layout/hierarchy2"/>
    <dgm:cxn modelId="{23FD9770-5163-A244-8623-CB690CBD83B8}" type="presParOf" srcId="{7723DFE8-54D0-AF4E-9C0E-F4E55E346007}" destId="{37438A4F-6092-134B-95B0-C95449EFAFDC}" srcOrd="0" destOrd="0" presId="urn:microsoft.com/office/officeart/2005/8/layout/hierarchy2"/>
    <dgm:cxn modelId="{493367E7-D4B8-7342-B260-B11A7BADFCC0}" type="presParOf" srcId="{7723DFE8-54D0-AF4E-9C0E-F4E55E346007}" destId="{08C8336E-D69D-BC4B-BCD0-E103CA07875F}" srcOrd="1" destOrd="0" presId="urn:microsoft.com/office/officeart/2005/8/layout/hierarchy2"/>
    <dgm:cxn modelId="{E0F2BAD4-CD47-9746-870B-B90DEC1C20D0}" type="presParOf" srcId="{08C8336E-D69D-BC4B-BCD0-E103CA07875F}" destId="{EAC89733-537A-E640-B783-D234F8FAA721}" srcOrd="0" destOrd="0" presId="urn:microsoft.com/office/officeart/2005/8/layout/hierarchy2"/>
    <dgm:cxn modelId="{03E6B858-D3B4-8F4F-B26B-470B49E2B7FD}" type="presParOf" srcId="{EAC89733-537A-E640-B783-D234F8FAA721}" destId="{D9AA8287-6733-724D-A346-8564EF262C25}" srcOrd="0" destOrd="0" presId="urn:microsoft.com/office/officeart/2005/8/layout/hierarchy2"/>
    <dgm:cxn modelId="{3CBF7E51-86C3-1648-B5DF-C75A4CA4CFD6}" type="presParOf" srcId="{08C8336E-D69D-BC4B-BCD0-E103CA07875F}" destId="{283285A6-33B7-F941-82E3-2B0DB60030EE}" srcOrd="1" destOrd="0" presId="urn:microsoft.com/office/officeart/2005/8/layout/hierarchy2"/>
    <dgm:cxn modelId="{0FF2E0A6-22A2-D54C-9610-86A0FA31EF68}" type="presParOf" srcId="{283285A6-33B7-F941-82E3-2B0DB60030EE}" destId="{58F76C12-51FE-3A45-8BC5-CE354E346890}" srcOrd="0" destOrd="0" presId="urn:microsoft.com/office/officeart/2005/8/layout/hierarchy2"/>
    <dgm:cxn modelId="{2633DC89-1675-0447-B9D7-2F4F7E1F9A9F}" type="presParOf" srcId="{283285A6-33B7-F941-82E3-2B0DB60030EE}" destId="{F7347F96-5BF1-0C41-9614-A9CC2AD0EFD7}" srcOrd="1" destOrd="0" presId="urn:microsoft.com/office/officeart/2005/8/layout/hierarchy2"/>
    <dgm:cxn modelId="{747CF874-407D-8441-B992-6B7D9EDE149B}" type="presParOf" srcId="{08C8336E-D69D-BC4B-BCD0-E103CA07875F}" destId="{C428D003-0017-714D-8691-45C7D2072E56}" srcOrd="2" destOrd="0" presId="urn:microsoft.com/office/officeart/2005/8/layout/hierarchy2"/>
    <dgm:cxn modelId="{46DC10FE-D5D4-E044-8529-D990991EA812}" type="presParOf" srcId="{C428D003-0017-714D-8691-45C7D2072E56}" destId="{4BD303C7-E196-9149-9FAF-B0DC5232ECB8}" srcOrd="0" destOrd="0" presId="urn:microsoft.com/office/officeart/2005/8/layout/hierarchy2"/>
    <dgm:cxn modelId="{29E95E2D-416B-B04F-A1CA-C5D403807AED}" type="presParOf" srcId="{08C8336E-D69D-BC4B-BCD0-E103CA07875F}" destId="{44D7CF83-8500-ED4A-AF83-8B60C939023B}" srcOrd="3" destOrd="0" presId="urn:microsoft.com/office/officeart/2005/8/layout/hierarchy2"/>
    <dgm:cxn modelId="{C0643A47-9056-7845-B394-198DB3E04B12}" type="presParOf" srcId="{44D7CF83-8500-ED4A-AF83-8B60C939023B}" destId="{8DC6BE46-FE1E-6142-9F55-CE9C2CC1AE78}" srcOrd="0" destOrd="0" presId="urn:microsoft.com/office/officeart/2005/8/layout/hierarchy2"/>
    <dgm:cxn modelId="{8E011C51-6BB6-EA44-B645-319F4A012E10}" type="presParOf" srcId="{44D7CF83-8500-ED4A-AF83-8B60C939023B}" destId="{59315DC3-D04E-F644-A247-4C7E8057CCCD}" srcOrd="1" destOrd="0" presId="urn:microsoft.com/office/officeart/2005/8/layout/hierarchy2"/>
    <dgm:cxn modelId="{F4EB76CE-C44B-B749-B0A3-F8E834355B60}" type="presParOf" srcId="{08C8336E-D69D-BC4B-BCD0-E103CA07875F}" destId="{86B40124-F115-5348-BF37-AA6433959C96}" srcOrd="4" destOrd="0" presId="urn:microsoft.com/office/officeart/2005/8/layout/hierarchy2"/>
    <dgm:cxn modelId="{C26F2982-2454-0A42-BF50-B1005B44CD7C}" type="presParOf" srcId="{86B40124-F115-5348-BF37-AA6433959C96}" destId="{24332601-5D8E-8E48-AB26-07B4CABC6C54}" srcOrd="0" destOrd="0" presId="urn:microsoft.com/office/officeart/2005/8/layout/hierarchy2"/>
    <dgm:cxn modelId="{160B3D3F-A7BA-2F48-A1B2-65431C419D43}" type="presParOf" srcId="{08C8336E-D69D-BC4B-BCD0-E103CA07875F}" destId="{5976D3B2-DACD-F84D-9507-2515957457B6}" srcOrd="5" destOrd="0" presId="urn:microsoft.com/office/officeart/2005/8/layout/hierarchy2"/>
    <dgm:cxn modelId="{F39F70C5-A059-784E-837B-FEED6E5A5E22}" type="presParOf" srcId="{5976D3B2-DACD-F84D-9507-2515957457B6}" destId="{37C6BB64-F239-7748-A7FC-0501EFE5A9F8}" srcOrd="0" destOrd="0" presId="urn:microsoft.com/office/officeart/2005/8/layout/hierarchy2"/>
    <dgm:cxn modelId="{4A4E2338-8A31-4A45-92D5-83B9931BB96C}" type="presParOf" srcId="{5976D3B2-DACD-F84D-9507-2515957457B6}" destId="{9EAEB08A-5D97-A54C-A97B-5D05B477B201}" srcOrd="1" destOrd="0" presId="urn:microsoft.com/office/officeart/2005/8/layout/hierarchy2"/>
    <dgm:cxn modelId="{64A3E800-EC60-D44D-AE49-973BC5DB2E74}" type="presParOf" srcId="{08C8336E-D69D-BC4B-BCD0-E103CA07875F}" destId="{1E20479A-3011-EF4E-85AE-DC83022F464F}" srcOrd="6" destOrd="0" presId="urn:microsoft.com/office/officeart/2005/8/layout/hierarchy2"/>
    <dgm:cxn modelId="{F6D1FAAD-FFB9-6841-8808-C02A4EE5B6F5}" type="presParOf" srcId="{1E20479A-3011-EF4E-85AE-DC83022F464F}" destId="{3D3100B3-D6A7-3E42-8ECA-7FF6EB61611E}" srcOrd="0" destOrd="0" presId="urn:microsoft.com/office/officeart/2005/8/layout/hierarchy2"/>
    <dgm:cxn modelId="{D1CB85AD-EC33-B14A-9C3C-21631152B6DF}" type="presParOf" srcId="{08C8336E-D69D-BC4B-BCD0-E103CA07875F}" destId="{3E8D1FA9-015D-3446-8E34-32137BB7901D}" srcOrd="7" destOrd="0" presId="urn:microsoft.com/office/officeart/2005/8/layout/hierarchy2"/>
    <dgm:cxn modelId="{034C1304-8077-CF43-8ADE-78292C4FEFA8}" type="presParOf" srcId="{3E8D1FA9-015D-3446-8E34-32137BB7901D}" destId="{81D0BEAA-4E35-EB4D-B081-3ADC27AB8E81}" srcOrd="0" destOrd="0" presId="urn:microsoft.com/office/officeart/2005/8/layout/hierarchy2"/>
    <dgm:cxn modelId="{2D2C06B0-3131-B148-9C9E-AE2BEC0AA790}" type="presParOf" srcId="{3E8D1FA9-015D-3446-8E34-32137BB7901D}" destId="{CEDF651B-5E9F-5F48-82F8-91CFBD5E7325}" srcOrd="1" destOrd="0" presId="urn:microsoft.com/office/officeart/2005/8/layout/hierarchy2"/>
    <dgm:cxn modelId="{38238824-F191-BB4C-A8B0-124623039FC1}" type="presParOf" srcId="{08C8336E-D69D-BC4B-BCD0-E103CA07875F}" destId="{C57DFB15-949E-9842-B928-EDC6BC003ABE}" srcOrd="8" destOrd="0" presId="urn:microsoft.com/office/officeart/2005/8/layout/hierarchy2"/>
    <dgm:cxn modelId="{DE239F53-B6E1-9049-A77D-566E60343C7A}" type="presParOf" srcId="{C57DFB15-949E-9842-B928-EDC6BC003ABE}" destId="{4DD289AE-8696-824F-9B16-A607C7D8917D}" srcOrd="0" destOrd="0" presId="urn:microsoft.com/office/officeart/2005/8/layout/hierarchy2"/>
    <dgm:cxn modelId="{EA8A1691-6FAF-2249-B148-DDDE63C3FFD4}" type="presParOf" srcId="{08C8336E-D69D-BC4B-BCD0-E103CA07875F}" destId="{D682FB15-3934-A844-9E44-E71AF925B5A0}" srcOrd="9" destOrd="0" presId="urn:microsoft.com/office/officeart/2005/8/layout/hierarchy2"/>
    <dgm:cxn modelId="{9FACAE29-FC7B-1F41-A18C-7AE9E268A52B}" type="presParOf" srcId="{D682FB15-3934-A844-9E44-E71AF925B5A0}" destId="{EA5A2BF5-95DC-F440-B6E2-0BFD99BCECD6}" srcOrd="0" destOrd="0" presId="urn:microsoft.com/office/officeart/2005/8/layout/hierarchy2"/>
    <dgm:cxn modelId="{A7032F0E-EB94-CD49-9B62-807A00A147F1}" type="presParOf" srcId="{D682FB15-3934-A844-9E44-E71AF925B5A0}" destId="{211035D8-A036-C44D-9375-C56662455614}" srcOrd="1" destOrd="0" presId="urn:microsoft.com/office/officeart/2005/8/layout/hierarchy2"/>
    <dgm:cxn modelId="{1ADAB8DA-44FF-D541-BD4B-A12D88D6DF75}" type="presParOf" srcId="{BCF5DF51-9E09-814D-AE79-B322F8D756AC}" destId="{55C4126A-C114-6643-AC76-536A088E3176}" srcOrd="1" destOrd="0" presId="urn:microsoft.com/office/officeart/2005/8/layout/hierarchy2"/>
    <dgm:cxn modelId="{DBBA6CFB-5A27-9346-AEE5-3D09B1EFA92A}" type="presParOf" srcId="{55C4126A-C114-6643-AC76-536A088E3176}" destId="{DD9F98DB-9DC7-1441-93AC-F7B8849DE1F1}" srcOrd="0" destOrd="0" presId="urn:microsoft.com/office/officeart/2005/8/layout/hierarchy2"/>
    <dgm:cxn modelId="{7568A4BE-3720-024B-81AF-BBB29FEEBF8B}" type="presParOf" srcId="{55C4126A-C114-6643-AC76-536A088E3176}" destId="{94675B5C-8625-7340-8D35-5323E7207429}" srcOrd="1" destOrd="0" presId="urn:microsoft.com/office/officeart/2005/8/layout/hierarchy2"/>
    <dgm:cxn modelId="{1D1881BA-93B3-E647-86B1-DE4BB23D2786}" type="presParOf" srcId="{94675B5C-8625-7340-8D35-5323E7207429}" destId="{2D8581F0-D70C-994F-BC03-5D183CA7B979}" srcOrd="0" destOrd="0" presId="urn:microsoft.com/office/officeart/2005/8/layout/hierarchy2"/>
    <dgm:cxn modelId="{D74698E7-64C6-7C4E-8C04-98D95B1BF87D}" type="presParOf" srcId="{2D8581F0-D70C-994F-BC03-5D183CA7B979}" destId="{4B4C955F-B603-134E-9508-DDA71750FC53}" srcOrd="0" destOrd="0" presId="urn:microsoft.com/office/officeart/2005/8/layout/hierarchy2"/>
    <dgm:cxn modelId="{168E84F4-E8B3-2E4D-9B5E-07B8A2544DB9}" type="presParOf" srcId="{94675B5C-8625-7340-8D35-5323E7207429}" destId="{A6C5FF75-1AAB-7A4E-AD86-71AAC6692800}" srcOrd="1" destOrd="0" presId="urn:microsoft.com/office/officeart/2005/8/layout/hierarchy2"/>
    <dgm:cxn modelId="{92AC58E2-6DD2-2B4A-A9BC-D5BB4349D6D5}" type="presParOf" srcId="{A6C5FF75-1AAB-7A4E-AD86-71AAC6692800}" destId="{668E8EE2-04AC-0740-B345-4C0916F4D6F6}" srcOrd="0" destOrd="0" presId="urn:microsoft.com/office/officeart/2005/8/layout/hierarchy2"/>
    <dgm:cxn modelId="{4E3AA4D4-7E2C-3440-9AC0-79043551F484}" type="presParOf" srcId="{A6C5FF75-1AAB-7A4E-AD86-71AAC6692800}" destId="{8DFD0160-9940-3044-BA7B-7D99CA61616E}" srcOrd="1" destOrd="0" presId="urn:microsoft.com/office/officeart/2005/8/layout/hierarchy2"/>
    <dgm:cxn modelId="{4E366FDD-6233-8241-97D9-17107F8EEAA3}" type="presParOf" srcId="{8DFD0160-9940-3044-BA7B-7D99CA61616E}" destId="{D362BF14-B77B-2040-AADC-ACB87F1BA481}" srcOrd="0" destOrd="0" presId="urn:microsoft.com/office/officeart/2005/8/layout/hierarchy2"/>
    <dgm:cxn modelId="{DBF62AF1-A963-C14C-9C8A-700EAC0453ED}" type="presParOf" srcId="{D362BF14-B77B-2040-AADC-ACB87F1BA481}" destId="{A78366E5-3731-7945-B2B3-2ADF6A8B4D0C}" srcOrd="0" destOrd="0" presId="urn:microsoft.com/office/officeart/2005/8/layout/hierarchy2"/>
    <dgm:cxn modelId="{DB8772F5-2370-1743-A215-BCCF92C3131E}" type="presParOf" srcId="{8DFD0160-9940-3044-BA7B-7D99CA61616E}" destId="{F6FAD0F6-A341-C74B-9EA3-30DD5A70FE50}" srcOrd="1" destOrd="0" presId="urn:microsoft.com/office/officeart/2005/8/layout/hierarchy2"/>
    <dgm:cxn modelId="{F0C08FA6-AC24-0A4C-B7ED-65DD4FC89F3B}" type="presParOf" srcId="{F6FAD0F6-A341-C74B-9EA3-30DD5A70FE50}" destId="{F177B970-4CEC-854B-B65F-3FF4F851A532}" srcOrd="0" destOrd="0" presId="urn:microsoft.com/office/officeart/2005/8/layout/hierarchy2"/>
    <dgm:cxn modelId="{0BC44A5B-3D6C-E44B-8607-CADEBE6009F5}" type="presParOf" srcId="{F6FAD0F6-A341-C74B-9EA3-30DD5A70FE50}" destId="{7E84BC31-C27C-7C4C-860F-CE6476FF66F1}" srcOrd="1" destOrd="0" presId="urn:microsoft.com/office/officeart/2005/8/layout/hierarchy2"/>
    <dgm:cxn modelId="{63D67988-6A1A-164A-B7CA-F249BC321B9D}" type="presParOf" srcId="{94675B5C-8625-7340-8D35-5323E7207429}" destId="{9CD7F974-E005-2E47-BC42-099275FFE9FE}" srcOrd="2" destOrd="0" presId="urn:microsoft.com/office/officeart/2005/8/layout/hierarchy2"/>
    <dgm:cxn modelId="{F39F6AC2-8A7C-0B46-9B05-D00197881E59}" type="presParOf" srcId="{9CD7F974-E005-2E47-BC42-099275FFE9FE}" destId="{75257DF4-A448-024A-96D0-26CD3178444E}" srcOrd="0" destOrd="0" presId="urn:microsoft.com/office/officeart/2005/8/layout/hierarchy2"/>
    <dgm:cxn modelId="{69A2E7D1-5F20-654D-AC88-DD7E07BC5537}" type="presParOf" srcId="{94675B5C-8625-7340-8D35-5323E7207429}" destId="{5DFDA4EC-C8DF-3E49-BE3A-A85A64062D8F}" srcOrd="3" destOrd="0" presId="urn:microsoft.com/office/officeart/2005/8/layout/hierarchy2"/>
    <dgm:cxn modelId="{9B0ED99D-239B-9246-8A01-6675FAF2552F}" type="presParOf" srcId="{5DFDA4EC-C8DF-3E49-BE3A-A85A64062D8F}" destId="{CD1C661B-1072-2849-8796-49CC455F4B03}" srcOrd="0" destOrd="0" presId="urn:microsoft.com/office/officeart/2005/8/layout/hierarchy2"/>
    <dgm:cxn modelId="{3899A9B7-26F4-3B4F-AD5E-6BA66CAC166E}" type="presParOf" srcId="{5DFDA4EC-C8DF-3E49-BE3A-A85A64062D8F}" destId="{A8E43456-168A-1049-AA6C-886C339F94E1}" srcOrd="1" destOrd="0" presId="urn:microsoft.com/office/officeart/2005/8/layout/hierarchy2"/>
    <dgm:cxn modelId="{33C06741-740C-5D45-A899-BC09D833FA2E}" type="presParOf" srcId="{94675B5C-8625-7340-8D35-5323E7207429}" destId="{CADBA145-465F-8F43-8175-1BA2D10A5DDB}" srcOrd="4" destOrd="0" presId="urn:microsoft.com/office/officeart/2005/8/layout/hierarchy2"/>
    <dgm:cxn modelId="{632AE3E5-1C7B-5240-8B48-44DA5611C50E}" type="presParOf" srcId="{CADBA145-465F-8F43-8175-1BA2D10A5DDB}" destId="{A8723574-C259-4042-81B5-78499919BB18}" srcOrd="0" destOrd="0" presId="urn:microsoft.com/office/officeart/2005/8/layout/hierarchy2"/>
    <dgm:cxn modelId="{71F42A59-68C9-C942-9AFF-B73A1643F9DA}" type="presParOf" srcId="{94675B5C-8625-7340-8D35-5323E7207429}" destId="{6008D44C-EFD0-DA42-A385-7FFA3D5B6DA9}" srcOrd="5" destOrd="0" presId="urn:microsoft.com/office/officeart/2005/8/layout/hierarchy2"/>
    <dgm:cxn modelId="{B8A32CDC-8EEA-0D41-A248-4BAAB4DEB7C2}" type="presParOf" srcId="{6008D44C-EFD0-DA42-A385-7FFA3D5B6DA9}" destId="{351087A8-38FD-974C-932D-3507AC7B2F1F}" srcOrd="0" destOrd="0" presId="urn:microsoft.com/office/officeart/2005/8/layout/hierarchy2"/>
    <dgm:cxn modelId="{4241FD3A-1EFC-6045-BF77-4E853AF7E6A8}" type="presParOf" srcId="{6008D44C-EFD0-DA42-A385-7FFA3D5B6DA9}" destId="{CB5588AE-31F8-A84C-970E-9239F9AB00AD}" srcOrd="1" destOrd="0" presId="urn:microsoft.com/office/officeart/2005/8/layout/hierarchy2"/>
    <dgm:cxn modelId="{5BFB01ED-E352-284B-BC0E-B267DD82F8D3}" type="presParOf" srcId="{CB5588AE-31F8-A84C-970E-9239F9AB00AD}" destId="{A03E441C-2DD8-2140-9F4B-B88456FD1DBE}" srcOrd="0" destOrd="0" presId="urn:microsoft.com/office/officeart/2005/8/layout/hierarchy2"/>
    <dgm:cxn modelId="{FA2A67FC-AD93-2045-A51C-82192AECEC34}" type="presParOf" srcId="{A03E441C-2DD8-2140-9F4B-B88456FD1DBE}" destId="{018438C1-3F1E-BB4E-B63F-F38C250A75A9}" srcOrd="0" destOrd="0" presId="urn:microsoft.com/office/officeart/2005/8/layout/hierarchy2"/>
    <dgm:cxn modelId="{8B780713-1B2D-304D-8E9A-AE0BE3263A51}" type="presParOf" srcId="{CB5588AE-31F8-A84C-970E-9239F9AB00AD}" destId="{3D2920CF-D9C7-1E4C-B40E-2BDC04E31C25}" srcOrd="1" destOrd="0" presId="urn:microsoft.com/office/officeart/2005/8/layout/hierarchy2"/>
    <dgm:cxn modelId="{306C2044-4775-7C41-9D1E-118A3DEAA598}" type="presParOf" srcId="{3D2920CF-D9C7-1E4C-B40E-2BDC04E31C25}" destId="{595FA0BA-8A1B-7847-AD2E-C10CC1FE872A}" srcOrd="0" destOrd="0" presId="urn:microsoft.com/office/officeart/2005/8/layout/hierarchy2"/>
    <dgm:cxn modelId="{83684572-0FA5-C74E-8B06-C54323525060}" type="presParOf" srcId="{3D2920CF-D9C7-1E4C-B40E-2BDC04E31C25}" destId="{14B0FEDE-D278-534E-B2EA-213E11B3313C}" srcOrd="1" destOrd="0" presId="urn:microsoft.com/office/officeart/2005/8/layout/hierarchy2"/>
    <dgm:cxn modelId="{53903418-0751-9243-91C8-8050D753FA4E}" type="presParOf" srcId="{CB5588AE-31F8-A84C-970E-9239F9AB00AD}" destId="{37F05F64-968B-F448-A7E5-DAB87C184612}" srcOrd="2" destOrd="0" presId="urn:microsoft.com/office/officeart/2005/8/layout/hierarchy2"/>
    <dgm:cxn modelId="{30B96C87-F84A-E64F-B231-4416CFB03A82}" type="presParOf" srcId="{37F05F64-968B-F448-A7E5-DAB87C184612}" destId="{84471AEC-D304-5F4E-BAAF-865B8C071BEF}" srcOrd="0" destOrd="0" presId="urn:microsoft.com/office/officeart/2005/8/layout/hierarchy2"/>
    <dgm:cxn modelId="{DC947015-5ACD-814A-B30C-1798D26A86C5}" type="presParOf" srcId="{CB5588AE-31F8-A84C-970E-9239F9AB00AD}" destId="{C1494D18-0264-654F-8834-15402B8B4A8D}" srcOrd="3" destOrd="0" presId="urn:microsoft.com/office/officeart/2005/8/layout/hierarchy2"/>
    <dgm:cxn modelId="{317FF8FE-40B3-F64E-9AD0-3E66DA0AC531}" type="presParOf" srcId="{C1494D18-0264-654F-8834-15402B8B4A8D}" destId="{C2A0CC97-226D-8F45-B98B-C73DE1D3D4D1}" srcOrd="0" destOrd="0" presId="urn:microsoft.com/office/officeart/2005/8/layout/hierarchy2"/>
    <dgm:cxn modelId="{8D2242A0-D874-354A-BBDD-1B40534032F6}" type="presParOf" srcId="{C1494D18-0264-654F-8834-15402B8B4A8D}" destId="{301FF774-EA25-2B44-A37D-8BE2E0926D3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D5A884-1BF3-4942-95BE-369C84F1543C}" type="doc">
      <dgm:prSet loTypeId="urn:microsoft.com/office/officeart/2005/8/layout/hierarchy2" loCatId="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76EE20F-5AA8-7845-BC6B-EE6AC1576C5E}">
      <dgm:prSet phldrT="[Text]"/>
      <dgm:spPr/>
      <dgm:t>
        <a:bodyPr/>
        <a:lstStyle/>
        <a:p>
          <a:r>
            <a:rPr lang="en-US" dirty="0"/>
            <a:t>Change</a:t>
          </a:r>
        </a:p>
      </dgm:t>
    </dgm:pt>
    <dgm:pt modelId="{30CEAFAA-F1CD-B947-A53E-8F22BDDFBC40}" type="parTrans" cxnId="{9FD6EC15-9F7D-B440-B2C2-82D5C897988D}">
      <dgm:prSet/>
      <dgm:spPr/>
      <dgm:t>
        <a:bodyPr/>
        <a:lstStyle/>
        <a:p>
          <a:endParaRPr lang="en-US"/>
        </a:p>
      </dgm:t>
    </dgm:pt>
    <dgm:pt modelId="{F4EA2F08-A9C4-A943-8BCD-AB52F90B62FC}" type="sibTrans" cxnId="{9FD6EC15-9F7D-B440-B2C2-82D5C897988D}">
      <dgm:prSet/>
      <dgm:spPr/>
      <dgm:t>
        <a:bodyPr/>
        <a:lstStyle/>
        <a:p>
          <a:endParaRPr lang="en-US"/>
        </a:p>
      </dgm:t>
    </dgm:pt>
    <dgm:pt modelId="{72E3F9D6-D5A8-1844-802E-92D86ADFDFD6}">
      <dgm:prSet phldrT="[Text]"/>
      <dgm:spPr/>
      <dgm:t>
        <a:bodyPr/>
        <a:lstStyle/>
        <a:p>
          <a:r>
            <a:rPr lang="en-US" dirty="0"/>
            <a:t>Portfolio Mgmt.</a:t>
          </a:r>
        </a:p>
      </dgm:t>
    </dgm:pt>
    <dgm:pt modelId="{4CCF358D-2778-9045-ACA2-2E11309A0255}" type="parTrans" cxnId="{92F404F3-A71C-9D40-9774-108F0EA47063}">
      <dgm:prSet/>
      <dgm:spPr/>
      <dgm:t>
        <a:bodyPr/>
        <a:lstStyle/>
        <a:p>
          <a:endParaRPr lang="en-US"/>
        </a:p>
      </dgm:t>
    </dgm:pt>
    <dgm:pt modelId="{EF00938B-620F-4840-B63E-7A6123A8BAF9}" type="sibTrans" cxnId="{92F404F3-A71C-9D40-9774-108F0EA47063}">
      <dgm:prSet/>
      <dgm:spPr/>
      <dgm:t>
        <a:bodyPr/>
        <a:lstStyle/>
        <a:p>
          <a:endParaRPr lang="en-US"/>
        </a:p>
      </dgm:t>
    </dgm:pt>
    <dgm:pt modelId="{B643D06D-0F9E-8248-A557-B9C342882FCF}">
      <dgm:prSet phldrT="[Text]"/>
      <dgm:spPr/>
      <dgm:t>
        <a:bodyPr/>
        <a:lstStyle/>
        <a:p>
          <a:r>
            <a:rPr lang="en-US" dirty="0"/>
            <a:t>Innovation Mgmt.</a:t>
          </a:r>
        </a:p>
      </dgm:t>
    </dgm:pt>
    <dgm:pt modelId="{8A8FC938-8E36-EA4A-9F7E-B23DE27A91E2}" type="parTrans" cxnId="{EDE44D14-A174-3348-8906-F0F707B4AB7D}">
      <dgm:prSet/>
      <dgm:spPr/>
      <dgm:t>
        <a:bodyPr/>
        <a:lstStyle/>
        <a:p>
          <a:endParaRPr lang="en-US"/>
        </a:p>
      </dgm:t>
    </dgm:pt>
    <dgm:pt modelId="{C7C82A49-E8F8-2547-ADE7-408AA5413BB6}" type="sibTrans" cxnId="{EDE44D14-A174-3348-8906-F0F707B4AB7D}">
      <dgm:prSet/>
      <dgm:spPr/>
      <dgm:t>
        <a:bodyPr/>
        <a:lstStyle/>
        <a:p>
          <a:endParaRPr lang="en-US"/>
        </a:p>
      </dgm:t>
    </dgm:pt>
    <dgm:pt modelId="{F962CC01-A2C1-6F43-8969-861ED7F92C9E}">
      <dgm:prSet phldrT="[Text]"/>
      <dgm:spPr/>
      <dgm:t>
        <a:bodyPr/>
        <a:lstStyle/>
        <a:p>
          <a:r>
            <a:rPr lang="en-US" dirty="0"/>
            <a:t>Defect Logs</a:t>
          </a:r>
        </a:p>
      </dgm:t>
    </dgm:pt>
    <dgm:pt modelId="{9DEABD99-C0B2-8246-98DA-7CCEAB0DC47A}" type="parTrans" cxnId="{1DD054D9-4454-8043-A847-3231D8FE4378}">
      <dgm:prSet/>
      <dgm:spPr/>
      <dgm:t>
        <a:bodyPr/>
        <a:lstStyle/>
        <a:p>
          <a:endParaRPr lang="en-US"/>
        </a:p>
      </dgm:t>
    </dgm:pt>
    <dgm:pt modelId="{301E08B1-17FB-084F-B350-B24A8EC4CE5C}" type="sibTrans" cxnId="{1DD054D9-4454-8043-A847-3231D8FE4378}">
      <dgm:prSet/>
      <dgm:spPr/>
      <dgm:t>
        <a:bodyPr/>
        <a:lstStyle/>
        <a:p>
          <a:endParaRPr lang="en-US"/>
        </a:p>
      </dgm:t>
    </dgm:pt>
    <dgm:pt modelId="{9954EECB-C27D-AC43-81CD-C41F2401C29C}">
      <dgm:prSet phldrT="[Text]"/>
      <dgm:spPr/>
      <dgm:t>
        <a:bodyPr/>
        <a:lstStyle/>
        <a:p>
          <a:r>
            <a:rPr lang="en-US" dirty="0"/>
            <a:t>Problem Mgmt.</a:t>
          </a:r>
        </a:p>
      </dgm:t>
    </dgm:pt>
    <dgm:pt modelId="{F42082C9-13A8-034A-8F67-37DAC343E2F9}" type="parTrans" cxnId="{2C98917B-F731-364D-960F-39790DA90C88}">
      <dgm:prSet/>
      <dgm:spPr/>
      <dgm:t>
        <a:bodyPr/>
        <a:lstStyle/>
        <a:p>
          <a:endParaRPr lang="en-US"/>
        </a:p>
      </dgm:t>
    </dgm:pt>
    <dgm:pt modelId="{F0B74A39-E0B3-EF48-8954-81524A74F4FD}" type="sibTrans" cxnId="{2C98917B-F731-364D-960F-39790DA90C88}">
      <dgm:prSet/>
      <dgm:spPr/>
      <dgm:t>
        <a:bodyPr/>
        <a:lstStyle/>
        <a:p>
          <a:endParaRPr lang="en-US"/>
        </a:p>
      </dgm:t>
    </dgm:pt>
    <dgm:pt modelId="{BB68D3C2-40A9-9A41-B688-D08171B846FD}">
      <dgm:prSet phldrT="[Text]"/>
      <dgm:spPr/>
      <dgm:t>
        <a:bodyPr/>
        <a:lstStyle/>
        <a:p>
          <a:r>
            <a:rPr lang="en-US" dirty="0"/>
            <a:t>Issue Logs</a:t>
          </a:r>
        </a:p>
      </dgm:t>
    </dgm:pt>
    <dgm:pt modelId="{63DD2D07-CCB2-8642-AD20-E5DA85A9AC7F}" type="parTrans" cxnId="{BE35E7E3-E0AA-E04F-B52F-8C43B9067CDE}">
      <dgm:prSet/>
      <dgm:spPr/>
      <dgm:t>
        <a:bodyPr/>
        <a:lstStyle/>
        <a:p>
          <a:endParaRPr lang="en-US"/>
        </a:p>
      </dgm:t>
    </dgm:pt>
    <dgm:pt modelId="{1C9375CC-2E31-8C40-B817-A390E3B2DC28}" type="sibTrans" cxnId="{BE35E7E3-E0AA-E04F-B52F-8C43B9067CDE}">
      <dgm:prSet/>
      <dgm:spPr/>
      <dgm:t>
        <a:bodyPr/>
        <a:lstStyle/>
        <a:p>
          <a:endParaRPr lang="en-US"/>
        </a:p>
      </dgm:t>
    </dgm:pt>
    <dgm:pt modelId="{A3A230D1-A0DE-574D-A955-6B706B43FC9F}">
      <dgm:prSet phldrT="[Text]"/>
      <dgm:spPr/>
      <dgm:t>
        <a:bodyPr/>
        <a:lstStyle/>
        <a:p>
          <a:r>
            <a:rPr lang="en-US" dirty="0"/>
            <a:t>Demand </a:t>
          </a:r>
          <a:r>
            <a:rPr lang="en-US" dirty="0" err="1"/>
            <a:t>Mgmt</a:t>
          </a:r>
          <a:endParaRPr lang="en-US" dirty="0"/>
        </a:p>
      </dgm:t>
    </dgm:pt>
    <dgm:pt modelId="{EF33B7A3-CD27-0745-BEEB-9D12872C1706}" type="parTrans" cxnId="{45954900-E7EE-8D42-A56B-4947155AC56B}">
      <dgm:prSet/>
      <dgm:spPr/>
      <dgm:t>
        <a:bodyPr/>
        <a:lstStyle/>
        <a:p>
          <a:endParaRPr lang="en-US"/>
        </a:p>
      </dgm:t>
    </dgm:pt>
    <dgm:pt modelId="{7A759362-4B3F-064E-B011-6AA3B911D116}" type="sibTrans" cxnId="{45954900-E7EE-8D42-A56B-4947155AC56B}">
      <dgm:prSet/>
      <dgm:spPr/>
      <dgm:t>
        <a:bodyPr/>
        <a:lstStyle/>
        <a:p>
          <a:endParaRPr lang="en-US"/>
        </a:p>
      </dgm:t>
    </dgm:pt>
    <dgm:pt modelId="{A9CD8BD6-A0A5-3744-AB4D-FC142193B712}">
      <dgm:prSet phldrT="[Text]"/>
      <dgm:spPr/>
      <dgm:t>
        <a:bodyPr/>
        <a:lstStyle/>
        <a:p>
          <a:r>
            <a:rPr lang="en-US" dirty="0"/>
            <a:t>Requirements</a:t>
          </a:r>
        </a:p>
      </dgm:t>
    </dgm:pt>
    <dgm:pt modelId="{B73B2BA0-C9F3-B647-AEB6-BFF4CDE68CDD}" type="parTrans" cxnId="{C0A4C61A-07DD-C743-8AF9-264A8A6DBF39}">
      <dgm:prSet/>
      <dgm:spPr/>
      <dgm:t>
        <a:bodyPr/>
        <a:lstStyle/>
        <a:p>
          <a:endParaRPr lang="en-US"/>
        </a:p>
      </dgm:t>
    </dgm:pt>
    <dgm:pt modelId="{3C48FD13-413E-0B47-8D6F-8009E2CE0E76}" type="sibTrans" cxnId="{C0A4C61A-07DD-C743-8AF9-264A8A6DBF39}">
      <dgm:prSet/>
      <dgm:spPr/>
      <dgm:t>
        <a:bodyPr/>
        <a:lstStyle/>
        <a:p>
          <a:endParaRPr lang="en-US"/>
        </a:p>
      </dgm:t>
    </dgm:pt>
    <dgm:pt modelId="{6D5E1DCF-26F8-A54E-9D57-5FCA9D51534C}">
      <dgm:prSet phldrT="[Text]"/>
      <dgm:spPr/>
      <dgm:t>
        <a:bodyPr/>
        <a:lstStyle/>
        <a:p>
          <a:r>
            <a:rPr lang="en-US" dirty="0"/>
            <a:t>Methodologies</a:t>
          </a:r>
        </a:p>
      </dgm:t>
    </dgm:pt>
    <dgm:pt modelId="{BBC936DD-913B-7840-B3EA-530289ABA9E9}" type="parTrans" cxnId="{77E5ABAE-B3C3-0040-8FE7-66141E03F234}">
      <dgm:prSet/>
      <dgm:spPr/>
      <dgm:t>
        <a:bodyPr/>
        <a:lstStyle/>
        <a:p>
          <a:endParaRPr lang="en-US"/>
        </a:p>
      </dgm:t>
    </dgm:pt>
    <dgm:pt modelId="{19A8B77E-D6BD-8642-867F-4E6A5F9B0846}" type="sibTrans" cxnId="{77E5ABAE-B3C3-0040-8FE7-66141E03F234}">
      <dgm:prSet/>
      <dgm:spPr/>
      <dgm:t>
        <a:bodyPr/>
        <a:lstStyle/>
        <a:p>
          <a:endParaRPr lang="en-US"/>
        </a:p>
      </dgm:t>
    </dgm:pt>
    <dgm:pt modelId="{29400787-9D4B-5D4F-B42A-F72432410534}">
      <dgm:prSet phldrT="[Text]"/>
      <dgm:spPr/>
      <dgm:t>
        <a:bodyPr/>
        <a:lstStyle/>
        <a:p>
          <a:r>
            <a:rPr lang="en-US" dirty="0"/>
            <a:t>Exception Mgmt.</a:t>
          </a:r>
        </a:p>
      </dgm:t>
    </dgm:pt>
    <dgm:pt modelId="{E4820A39-A225-0745-A54C-4FCB76B5D10B}" type="parTrans" cxnId="{974B569A-9DD6-FB42-B6FA-248876518FBC}">
      <dgm:prSet/>
      <dgm:spPr/>
      <dgm:t>
        <a:bodyPr/>
        <a:lstStyle/>
        <a:p>
          <a:endParaRPr lang="en-US"/>
        </a:p>
      </dgm:t>
    </dgm:pt>
    <dgm:pt modelId="{0701230F-A886-9542-A9EC-C0E918B2047E}" type="sibTrans" cxnId="{974B569A-9DD6-FB42-B6FA-248876518FBC}">
      <dgm:prSet/>
      <dgm:spPr/>
      <dgm:t>
        <a:bodyPr/>
        <a:lstStyle/>
        <a:p>
          <a:endParaRPr lang="en-US"/>
        </a:p>
      </dgm:t>
    </dgm:pt>
    <dgm:pt modelId="{723D6618-93AC-FE49-8E0C-4097AF6FFEBA}">
      <dgm:prSet phldrT="[Text]"/>
      <dgm:spPr/>
      <dgm:t>
        <a:bodyPr/>
        <a:lstStyle/>
        <a:p>
          <a:r>
            <a:rPr lang="en-US" dirty="0"/>
            <a:t>Ideation</a:t>
          </a:r>
        </a:p>
      </dgm:t>
    </dgm:pt>
    <dgm:pt modelId="{C58F6752-E3AD-424B-985A-5384F7331777}" type="parTrans" cxnId="{9481CA7E-3921-0D4A-B45E-9B0D7BBD877D}">
      <dgm:prSet/>
      <dgm:spPr/>
      <dgm:t>
        <a:bodyPr/>
        <a:lstStyle/>
        <a:p>
          <a:endParaRPr lang="en-US"/>
        </a:p>
      </dgm:t>
    </dgm:pt>
    <dgm:pt modelId="{CBCD0F9E-DD60-0148-8AA5-DA2DA442B79F}" type="sibTrans" cxnId="{9481CA7E-3921-0D4A-B45E-9B0D7BBD877D}">
      <dgm:prSet/>
      <dgm:spPr/>
      <dgm:t>
        <a:bodyPr/>
        <a:lstStyle/>
        <a:p>
          <a:endParaRPr lang="en-US"/>
        </a:p>
      </dgm:t>
    </dgm:pt>
    <dgm:pt modelId="{0108E47F-76A7-444A-B365-C9EAC0E78DC4}">
      <dgm:prSet phldrT="[Text]"/>
      <dgm:spPr/>
      <dgm:t>
        <a:bodyPr/>
        <a:lstStyle/>
        <a:p>
          <a:r>
            <a:rPr lang="en-US" dirty="0"/>
            <a:t>Concept Dev.</a:t>
          </a:r>
        </a:p>
      </dgm:t>
    </dgm:pt>
    <dgm:pt modelId="{085BAB11-3318-524A-9766-7CEEFF3517DE}" type="parTrans" cxnId="{2E62697C-267F-CB46-ADE6-D291FE3F641E}">
      <dgm:prSet/>
      <dgm:spPr/>
      <dgm:t>
        <a:bodyPr/>
        <a:lstStyle/>
        <a:p>
          <a:endParaRPr lang="en-US"/>
        </a:p>
      </dgm:t>
    </dgm:pt>
    <dgm:pt modelId="{6F086BE4-B1D5-6045-8960-0929A41A71C5}" type="sibTrans" cxnId="{2E62697C-267F-CB46-ADE6-D291FE3F641E}">
      <dgm:prSet/>
      <dgm:spPr/>
      <dgm:t>
        <a:bodyPr/>
        <a:lstStyle/>
        <a:p>
          <a:endParaRPr lang="en-US"/>
        </a:p>
      </dgm:t>
    </dgm:pt>
    <dgm:pt modelId="{8DE84EB7-66A8-164F-9A74-B562AD43D845}">
      <dgm:prSet phldrT="[Text]"/>
      <dgm:spPr/>
      <dgm:t>
        <a:bodyPr/>
        <a:lstStyle/>
        <a:p>
          <a:r>
            <a:rPr lang="en-US" dirty="0"/>
            <a:t>Product Dev.</a:t>
          </a:r>
        </a:p>
      </dgm:t>
    </dgm:pt>
    <dgm:pt modelId="{868CD0AB-6CBD-C14B-BF51-5828EBD30A4C}" type="parTrans" cxnId="{693FE8BF-5A1F-0C49-AF23-DB650F6F2F08}">
      <dgm:prSet/>
      <dgm:spPr/>
      <dgm:t>
        <a:bodyPr/>
        <a:lstStyle/>
        <a:p>
          <a:endParaRPr lang="en-US"/>
        </a:p>
      </dgm:t>
    </dgm:pt>
    <dgm:pt modelId="{5E61C668-324D-3B4E-BF81-C727D67A3CAF}" type="sibTrans" cxnId="{693FE8BF-5A1F-0C49-AF23-DB650F6F2F08}">
      <dgm:prSet/>
      <dgm:spPr/>
      <dgm:t>
        <a:bodyPr/>
        <a:lstStyle/>
        <a:p>
          <a:endParaRPr lang="en-US"/>
        </a:p>
      </dgm:t>
    </dgm:pt>
    <dgm:pt modelId="{BCF5DF51-9E09-814D-AE79-B322F8D756AC}" type="pres">
      <dgm:prSet presAssocID="{74D5A884-1BF3-4942-95BE-369C84F1543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72839C5-5DF7-5A4A-8BBD-F6600ED9B26B}" type="pres">
      <dgm:prSet presAssocID="{476EE20F-5AA8-7845-BC6B-EE6AC1576C5E}" presName="root1" presStyleCnt="0"/>
      <dgm:spPr/>
    </dgm:pt>
    <dgm:pt modelId="{22D7946C-2B33-764B-9D4E-17263663702D}" type="pres">
      <dgm:prSet presAssocID="{476EE20F-5AA8-7845-BC6B-EE6AC1576C5E}" presName="LevelOneTextNode" presStyleLbl="node0" presStyleIdx="0" presStyleCnt="1">
        <dgm:presLayoutVars>
          <dgm:chPref val="3"/>
        </dgm:presLayoutVars>
      </dgm:prSet>
      <dgm:spPr/>
    </dgm:pt>
    <dgm:pt modelId="{978E114D-0898-B147-B158-806A4F29034D}" type="pres">
      <dgm:prSet presAssocID="{476EE20F-5AA8-7845-BC6B-EE6AC1576C5E}" presName="level2hierChild" presStyleCnt="0"/>
      <dgm:spPr/>
    </dgm:pt>
    <dgm:pt modelId="{F94B7520-110D-DD4C-AFED-67A562480867}" type="pres">
      <dgm:prSet presAssocID="{4CCF358D-2778-9045-ACA2-2E11309A0255}" presName="conn2-1" presStyleLbl="parChTrans1D2" presStyleIdx="0" presStyleCnt="3"/>
      <dgm:spPr/>
    </dgm:pt>
    <dgm:pt modelId="{3CEB93DE-0E6A-FB49-95CE-E187C71ACABD}" type="pres">
      <dgm:prSet presAssocID="{4CCF358D-2778-9045-ACA2-2E11309A0255}" presName="connTx" presStyleLbl="parChTrans1D2" presStyleIdx="0" presStyleCnt="3"/>
      <dgm:spPr/>
    </dgm:pt>
    <dgm:pt modelId="{13D8A489-481E-9D4E-9BF3-F29C1AFC927C}" type="pres">
      <dgm:prSet presAssocID="{72E3F9D6-D5A8-1844-802E-92D86ADFDFD6}" presName="root2" presStyleCnt="0"/>
      <dgm:spPr/>
    </dgm:pt>
    <dgm:pt modelId="{9DB99E1C-EBF2-A348-A354-7357519617E1}" type="pres">
      <dgm:prSet presAssocID="{72E3F9D6-D5A8-1844-802E-92D86ADFDFD6}" presName="LevelTwoTextNode" presStyleLbl="node2" presStyleIdx="0" presStyleCnt="3">
        <dgm:presLayoutVars>
          <dgm:chPref val="3"/>
        </dgm:presLayoutVars>
      </dgm:prSet>
      <dgm:spPr/>
    </dgm:pt>
    <dgm:pt modelId="{F3BC4E1F-2325-8742-809F-0CCBDC646388}" type="pres">
      <dgm:prSet presAssocID="{72E3F9D6-D5A8-1844-802E-92D86ADFDFD6}" presName="level3hierChild" presStyleCnt="0"/>
      <dgm:spPr/>
    </dgm:pt>
    <dgm:pt modelId="{13FF73BF-7945-7E4F-B5DE-CA38418E846F}" type="pres">
      <dgm:prSet presAssocID="{EF33B7A3-CD27-0745-BEEB-9D12872C1706}" presName="conn2-1" presStyleLbl="parChTrans1D3" presStyleIdx="0" presStyleCnt="9"/>
      <dgm:spPr/>
    </dgm:pt>
    <dgm:pt modelId="{88724D97-656B-5148-8B31-8CB30B1FA4E6}" type="pres">
      <dgm:prSet presAssocID="{EF33B7A3-CD27-0745-BEEB-9D12872C1706}" presName="connTx" presStyleLbl="parChTrans1D3" presStyleIdx="0" presStyleCnt="9"/>
      <dgm:spPr/>
    </dgm:pt>
    <dgm:pt modelId="{DAE914E6-F19A-094F-ACC2-0854641F5880}" type="pres">
      <dgm:prSet presAssocID="{A3A230D1-A0DE-574D-A955-6B706B43FC9F}" presName="root2" presStyleCnt="0"/>
      <dgm:spPr/>
    </dgm:pt>
    <dgm:pt modelId="{25CE0BB0-A2DD-9E4D-B7F2-2B9C005114AF}" type="pres">
      <dgm:prSet presAssocID="{A3A230D1-A0DE-574D-A955-6B706B43FC9F}" presName="LevelTwoTextNode" presStyleLbl="node3" presStyleIdx="0" presStyleCnt="9">
        <dgm:presLayoutVars>
          <dgm:chPref val="3"/>
        </dgm:presLayoutVars>
      </dgm:prSet>
      <dgm:spPr/>
    </dgm:pt>
    <dgm:pt modelId="{45857E9D-1C7C-8F44-9AFB-F9B231FE93F9}" type="pres">
      <dgm:prSet presAssocID="{A3A230D1-A0DE-574D-A955-6B706B43FC9F}" presName="level3hierChild" presStyleCnt="0"/>
      <dgm:spPr/>
    </dgm:pt>
    <dgm:pt modelId="{37BACC28-56AF-A649-8A18-EB93CF6BDECF}" type="pres">
      <dgm:prSet presAssocID="{B73B2BA0-C9F3-B647-AEB6-BFF4CDE68CDD}" presName="conn2-1" presStyleLbl="parChTrans1D3" presStyleIdx="1" presStyleCnt="9"/>
      <dgm:spPr/>
    </dgm:pt>
    <dgm:pt modelId="{43FAF36C-5B2F-4C46-BC47-E6BAD33B4ED2}" type="pres">
      <dgm:prSet presAssocID="{B73B2BA0-C9F3-B647-AEB6-BFF4CDE68CDD}" presName="connTx" presStyleLbl="parChTrans1D3" presStyleIdx="1" presStyleCnt="9"/>
      <dgm:spPr/>
    </dgm:pt>
    <dgm:pt modelId="{84036CC7-B5FD-E44B-B7A6-09837A86D6FD}" type="pres">
      <dgm:prSet presAssocID="{A9CD8BD6-A0A5-3744-AB4D-FC142193B712}" presName="root2" presStyleCnt="0"/>
      <dgm:spPr/>
    </dgm:pt>
    <dgm:pt modelId="{A4C70EB1-C229-6449-83CC-09B7D7F0B4C3}" type="pres">
      <dgm:prSet presAssocID="{A9CD8BD6-A0A5-3744-AB4D-FC142193B712}" presName="LevelTwoTextNode" presStyleLbl="node3" presStyleIdx="1" presStyleCnt="9">
        <dgm:presLayoutVars>
          <dgm:chPref val="3"/>
        </dgm:presLayoutVars>
      </dgm:prSet>
      <dgm:spPr/>
    </dgm:pt>
    <dgm:pt modelId="{AD8F74F5-A47D-E948-BBFE-1A648064C3F5}" type="pres">
      <dgm:prSet presAssocID="{A9CD8BD6-A0A5-3744-AB4D-FC142193B712}" presName="level3hierChild" presStyleCnt="0"/>
      <dgm:spPr/>
    </dgm:pt>
    <dgm:pt modelId="{F783F0C5-F9AD-E345-BF31-0A3C384834FA}" type="pres">
      <dgm:prSet presAssocID="{BBC936DD-913B-7840-B3EA-530289ABA9E9}" presName="conn2-1" presStyleLbl="parChTrans1D3" presStyleIdx="2" presStyleCnt="9"/>
      <dgm:spPr/>
    </dgm:pt>
    <dgm:pt modelId="{B51054A3-6C20-6045-925B-0DB5AAC5B401}" type="pres">
      <dgm:prSet presAssocID="{BBC936DD-913B-7840-B3EA-530289ABA9E9}" presName="connTx" presStyleLbl="parChTrans1D3" presStyleIdx="2" presStyleCnt="9"/>
      <dgm:spPr/>
    </dgm:pt>
    <dgm:pt modelId="{85B63E62-19DC-E241-993B-C66E720CB3E5}" type="pres">
      <dgm:prSet presAssocID="{6D5E1DCF-26F8-A54E-9D57-5FCA9D51534C}" presName="root2" presStyleCnt="0"/>
      <dgm:spPr/>
    </dgm:pt>
    <dgm:pt modelId="{7D351481-89C0-0445-A464-197BCB58BB78}" type="pres">
      <dgm:prSet presAssocID="{6D5E1DCF-26F8-A54E-9D57-5FCA9D51534C}" presName="LevelTwoTextNode" presStyleLbl="node3" presStyleIdx="2" presStyleCnt="9">
        <dgm:presLayoutVars>
          <dgm:chPref val="3"/>
        </dgm:presLayoutVars>
      </dgm:prSet>
      <dgm:spPr/>
    </dgm:pt>
    <dgm:pt modelId="{6C120C00-0ED4-3C46-B1C8-E2975C7E36BA}" type="pres">
      <dgm:prSet presAssocID="{6D5E1DCF-26F8-A54E-9D57-5FCA9D51534C}" presName="level3hierChild" presStyleCnt="0"/>
      <dgm:spPr/>
    </dgm:pt>
    <dgm:pt modelId="{FF3E1765-71D3-9145-B5E3-3D6527FAF68E}" type="pres">
      <dgm:prSet presAssocID="{8A8FC938-8E36-EA4A-9F7E-B23DE27A91E2}" presName="conn2-1" presStyleLbl="parChTrans1D2" presStyleIdx="1" presStyleCnt="3"/>
      <dgm:spPr/>
    </dgm:pt>
    <dgm:pt modelId="{F0BA4D50-EEE1-234F-B368-FED03A7E18E3}" type="pres">
      <dgm:prSet presAssocID="{8A8FC938-8E36-EA4A-9F7E-B23DE27A91E2}" presName="connTx" presStyleLbl="parChTrans1D2" presStyleIdx="1" presStyleCnt="3"/>
      <dgm:spPr/>
    </dgm:pt>
    <dgm:pt modelId="{AFC5164C-E733-4343-A54F-E45598FF3C2E}" type="pres">
      <dgm:prSet presAssocID="{B643D06D-0F9E-8248-A557-B9C342882FCF}" presName="root2" presStyleCnt="0"/>
      <dgm:spPr/>
    </dgm:pt>
    <dgm:pt modelId="{B821EC53-44FF-9249-BB43-A403B8FCFB99}" type="pres">
      <dgm:prSet presAssocID="{B643D06D-0F9E-8248-A557-B9C342882FCF}" presName="LevelTwoTextNode" presStyleLbl="node2" presStyleIdx="1" presStyleCnt="3">
        <dgm:presLayoutVars>
          <dgm:chPref val="3"/>
        </dgm:presLayoutVars>
      </dgm:prSet>
      <dgm:spPr/>
    </dgm:pt>
    <dgm:pt modelId="{E92D57BC-043E-2244-B8EA-CB85B3D1775D}" type="pres">
      <dgm:prSet presAssocID="{B643D06D-0F9E-8248-A557-B9C342882FCF}" presName="level3hierChild" presStyleCnt="0"/>
      <dgm:spPr/>
    </dgm:pt>
    <dgm:pt modelId="{507FE8C0-C1A6-8843-8A84-694FB7C43D67}" type="pres">
      <dgm:prSet presAssocID="{C58F6752-E3AD-424B-985A-5384F7331777}" presName="conn2-1" presStyleLbl="parChTrans1D3" presStyleIdx="3" presStyleCnt="9"/>
      <dgm:spPr/>
    </dgm:pt>
    <dgm:pt modelId="{58FD21A2-D5AB-1546-8EC4-1612BD2DE9CB}" type="pres">
      <dgm:prSet presAssocID="{C58F6752-E3AD-424B-985A-5384F7331777}" presName="connTx" presStyleLbl="parChTrans1D3" presStyleIdx="3" presStyleCnt="9"/>
      <dgm:spPr/>
    </dgm:pt>
    <dgm:pt modelId="{4940136F-0B8B-1D46-AB8B-50743C1B4906}" type="pres">
      <dgm:prSet presAssocID="{723D6618-93AC-FE49-8E0C-4097AF6FFEBA}" presName="root2" presStyleCnt="0"/>
      <dgm:spPr/>
    </dgm:pt>
    <dgm:pt modelId="{0C610E02-8104-494C-A007-D49CD6055C7E}" type="pres">
      <dgm:prSet presAssocID="{723D6618-93AC-FE49-8E0C-4097AF6FFEBA}" presName="LevelTwoTextNode" presStyleLbl="node3" presStyleIdx="3" presStyleCnt="9">
        <dgm:presLayoutVars>
          <dgm:chPref val="3"/>
        </dgm:presLayoutVars>
      </dgm:prSet>
      <dgm:spPr/>
    </dgm:pt>
    <dgm:pt modelId="{7E75A4D0-AFBB-634A-BF65-955C2C367B58}" type="pres">
      <dgm:prSet presAssocID="{723D6618-93AC-FE49-8E0C-4097AF6FFEBA}" presName="level3hierChild" presStyleCnt="0"/>
      <dgm:spPr/>
    </dgm:pt>
    <dgm:pt modelId="{C8385A56-F36A-4646-8710-B13BDE8C55D2}" type="pres">
      <dgm:prSet presAssocID="{085BAB11-3318-524A-9766-7CEEFF3517DE}" presName="conn2-1" presStyleLbl="parChTrans1D3" presStyleIdx="4" presStyleCnt="9"/>
      <dgm:spPr/>
    </dgm:pt>
    <dgm:pt modelId="{99434321-9B25-AC49-BD86-ECB85257DFB8}" type="pres">
      <dgm:prSet presAssocID="{085BAB11-3318-524A-9766-7CEEFF3517DE}" presName="connTx" presStyleLbl="parChTrans1D3" presStyleIdx="4" presStyleCnt="9"/>
      <dgm:spPr/>
    </dgm:pt>
    <dgm:pt modelId="{E7CF3797-CB8E-BB43-AA45-FCB671730913}" type="pres">
      <dgm:prSet presAssocID="{0108E47F-76A7-444A-B365-C9EAC0E78DC4}" presName="root2" presStyleCnt="0"/>
      <dgm:spPr/>
    </dgm:pt>
    <dgm:pt modelId="{3542D32B-8104-A048-97C5-2B1BE68F9EE0}" type="pres">
      <dgm:prSet presAssocID="{0108E47F-76A7-444A-B365-C9EAC0E78DC4}" presName="LevelTwoTextNode" presStyleLbl="node3" presStyleIdx="4" presStyleCnt="9">
        <dgm:presLayoutVars>
          <dgm:chPref val="3"/>
        </dgm:presLayoutVars>
      </dgm:prSet>
      <dgm:spPr/>
    </dgm:pt>
    <dgm:pt modelId="{127C3376-9718-A645-8CC2-DABD8DA62C40}" type="pres">
      <dgm:prSet presAssocID="{0108E47F-76A7-444A-B365-C9EAC0E78DC4}" presName="level3hierChild" presStyleCnt="0"/>
      <dgm:spPr/>
    </dgm:pt>
    <dgm:pt modelId="{C8A02E69-2DE4-2049-A396-11291E462F93}" type="pres">
      <dgm:prSet presAssocID="{868CD0AB-6CBD-C14B-BF51-5828EBD30A4C}" presName="conn2-1" presStyleLbl="parChTrans1D3" presStyleIdx="5" presStyleCnt="9"/>
      <dgm:spPr/>
    </dgm:pt>
    <dgm:pt modelId="{658C4247-BAB8-DE42-89E5-325566FCCBA6}" type="pres">
      <dgm:prSet presAssocID="{868CD0AB-6CBD-C14B-BF51-5828EBD30A4C}" presName="connTx" presStyleLbl="parChTrans1D3" presStyleIdx="5" presStyleCnt="9"/>
      <dgm:spPr/>
    </dgm:pt>
    <dgm:pt modelId="{0392BF55-8432-154C-A62B-5B3AA8DC2B12}" type="pres">
      <dgm:prSet presAssocID="{8DE84EB7-66A8-164F-9A74-B562AD43D845}" presName="root2" presStyleCnt="0"/>
      <dgm:spPr/>
    </dgm:pt>
    <dgm:pt modelId="{7E1246F2-5166-634D-920A-1ACFA161AC67}" type="pres">
      <dgm:prSet presAssocID="{8DE84EB7-66A8-164F-9A74-B562AD43D845}" presName="LevelTwoTextNode" presStyleLbl="node3" presStyleIdx="5" presStyleCnt="9">
        <dgm:presLayoutVars>
          <dgm:chPref val="3"/>
        </dgm:presLayoutVars>
      </dgm:prSet>
      <dgm:spPr/>
    </dgm:pt>
    <dgm:pt modelId="{AD4C7F20-5D49-134A-AA4E-E3BEB6BA2B07}" type="pres">
      <dgm:prSet presAssocID="{8DE84EB7-66A8-164F-9A74-B562AD43D845}" presName="level3hierChild" presStyleCnt="0"/>
      <dgm:spPr/>
    </dgm:pt>
    <dgm:pt modelId="{DFA39E55-786A-B548-A57D-6212F1A922F5}" type="pres">
      <dgm:prSet presAssocID="{E4820A39-A225-0745-A54C-4FCB76B5D10B}" presName="conn2-1" presStyleLbl="parChTrans1D2" presStyleIdx="2" presStyleCnt="3"/>
      <dgm:spPr/>
    </dgm:pt>
    <dgm:pt modelId="{0AA2DD57-0BD0-2A47-876B-AD7774CF30DF}" type="pres">
      <dgm:prSet presAssocID="{E4820A39-A225-0745-A54C-4FCB76B5D10B}" presName="connTx" presStyleLbl="parChTrans1D2" presStyleIdx="2" presStyleCnt="3"/>
      <dgm:spPr/>
    </dgm:pt>
    <dgm:pt modelId="{8DFD98F4-3816-EA40-883E-AEB23DB35369}" type="pres">
      <dgm:prSet presAssocID="{29400787-9D4B-5D4F-B42A-F72432410534}" presName="root2" presStyleCnt="0"/>
      <dgm:spPr/>
    </dgm:pt>
    <dgm:pt modelId="{05547A38-C6C9-154A-BD3A-92756FAD7AAA}" type="pres">
      <dgm:prSet presAssocID="{29400787-9D4B-5D4F-B42A-F72432410534}" presName="LevelTwoTextNode" presStyleLbl="node2" presStyleIdx="2" presStyleCnt="3">
        <dgm:presLayoutVars>
          <dgm:chPref val="3"/>
        </dgm:presLayoutVars>
      </dgm:prSet>
      <dgm:spPr/>
    </dgm:pt>
    <dgm:pt modelId="{10CD37D3-638D-2842-9D99-BCD5F5BF424F}" type="pres">
      <dgm:prSet presAssocID="{29400787-9D4B-5D4F-B42A-F72432410534}" presName="level3hierChild" presStyleCnt="0"/>
      <dgm:spPr/>
    </dgm:pt>
    <dgm:pt modelId="{8715143F-AE09-1D45-BA94-AA33F408F9E3}" type="pres">
      <dgm:prSet presAssocID="{9DEABD99-C0B2-8246-98DA-7CCEAB0DC47A}" presName="conn2-1" presStyleLbl="parChTrans1D3" presStyleIdx="6" presStyleCnt="9"/>
      <dgm:spPr/>
    </dgm:pt>
    <dgm:pt modelId="{C41F8077-130F-0E44-9042-F7F85FD22AE8}" type="pres">
      <dgm:prSet presAssocID="{9DEABD99-C0B2-8246-98DA-7CCEAB0DC47A}" presName="connTx" presStyleLbl="parChTrans1D3" presStyleIdx="6" presStyleCnt="9"/>
      <dgm:spPr/>
    </dgm:pt>
    <dgm:pt modelId="{E5AEEE49-1BE3-2047-B83A-5ADA0EA977F3}" type="pres">
      <dgm:prSet presAssocID="{F962CC01-A2C1-6F43-8969-861ED7F92C9E}" presName="root2" presStyleCnt="0"/>
      <dgm:spPr/>
    </dgm:pt>
    <dgm:pt modelId="{E2F488B5-A03F-EB44-8855-7F481A284C08}" type="pres">
      <dgm:prSet presAssocID="{F962CC01-A2C1-6F43-8969-861ED7F92C9E}" presName="LevelTwoTextNode" presStyleLbl="node3" presStyleIdx="6" presStyleCnt="9">
        <dgm:presLayoutVars>
          <dgm:chPref val="3"/>
        </dgm:presLayoutVars>
      </dgm:prSet>
      <dgm:spPr/>
    </dgm:pt>
    <dgm:pt modelId="{CFABDF9D-2FDC-C143-BF93-2CCC4010516F}" type="pres">
      <dgm:prSet presAssocID="{F962CC01-A2C1-6F43-8969-861ED7F92C9E}" presName="level3hierChild" presStyleCnt="0"/>
      <dgm:spPr/>
    </dgm:pt>
    <dgm:pt modelId="{E269FEB5-0623-B24D-BF2E-950EBF2DA76A}" type="pres">
      <dgm:prSet presAssocID="{63DD2D07-CCB2-8642-AD20-E5DA85A9AC7F}" presName="conn2-1" presStyleLbl="parChTrans1D3" presStyleIdx="7" presStyleCnt="9"/>
      <dgm:spPr/>
    </dgm:pt>
    <dgm:pt modelId="{9D5088CD-3EDA-5E42-A08D-6F8A04D7D76E}" type="pres">
      <dgm:prSet presAssocID="{63DD2D07-CCB2-8642-AD20-E5DA85A9AC7F}" presName="connTx" presStyleLbl="parChTrans1D3" presStyleIdx="7" presStyleCnt="9"/>
      <dgm:spPr/>
    </dgm:pt>
    <dgm:pt modelId="{3BA3FE04-5E42-2846-9F02-9B4FDEF28B28}" type="pres">
      <dgm:prSet presAssocID="{BB68D3C2-40A9-9A41-B688-D08171B846FD}" presName="root2" presStyleCnt="0"/>
      <dgm:spPr/>
    </dgm:pt>
    <dgm:pt modelId="{DC7E67CF-782F-8041-A1F6-B909C0655839}" type="pres">
      <dgm:prSet presAssocID="{BB68D3C2-40A9-9A41-B688-D08171B846FD}" presName="LevelTwoTextNode" presStyleLbl="node3" presStyleIdx="7" presStyleCnt="9">
        <dgm:presLayoutVars>
          <dgm:chPref val="3"/>
        </dgm:presLayoutVars>
      </dgm:prSet>
      <dgm:spPr/>
    </dgm:pt>
    <dgm:pt modelId="{6D1E27D5-C3C4-A946-86FB-DF40F74957A6}" type="pres">
      <dgm:prSet presAssocID="{BB68D3C2-40A9-9A41-B688-D08171B846FD}" presName="level3hierChild" presStyleCnt="0"/>
      <dgm:spPr/>
    </dgm:pt>
    <dgm:pt modelId="{496761EF-D9EE-FD45-99F8-2B6AA3C4899B}" type="pres">
      <dgm:prSet presAssocID="{F42082C9-13A8-034A-8F67-37DAC343E2F9}" presName="conn2-1" presStyleLbl="parChTrans1D3" presStyleIdx="8" presStyleCnt="9"/>
      <dgm:spPr/>
    </dgm:pt>
    <dgm:pt modelId="{E2B3AF0F-4D7F-334F-853F-B11867B65849}" type="pres">
      <dgm:prSet presAssocID="{F42082C9-13A8-034A-8F67-37DAC343E2F9}" presName="connTx" presStyleLbl="parChTrans1D3" presStyleIdx="8" presStyleCnt="9"/>
      <dgm:spPr/>
    </dgm:pt>
    <dgm:pt modelId="{5606A80D-0839-7845-A6F4-CEAD0CA3CD89}" type="pres">
      <dgm:prSet presAssocID="{9954EECB-C27D-AC43-81CD-C41F2401C29C}" presName="root2" presStyleCnt="0"/>
      <dgm:spPr/>
    </dgm:pt>
    <dgm:pt modelId="{E6B5B8DD-50C5-E54D-9E52-A7A9B71F37C7}" type="pres">
      <dgm:prSet presAssocID="{9954EECB-C27D-AC43-81CD-C41F2401C29C}" presName="LevelTwoTextNode" presStyleLbl="node3" presStyleIdx="8" presStyleCnt="9">
        <dgm:presLayoutVars>
          <dgm:chPref val="3"/>
        </dgm:presLayoutVars>
      </dgm:prSet>
      <dgm:spPr/>
    </dgm:pt>
    <dgm:pt modelId="{AAEA0B95-4AE7-F54F-8A62-2F5D94B53544}" type="pres">
      <dgm:prSet presAssocID="{9954EECB-C27D-AC43-81CD-C41F2401C29C}" presName="level3hierChild" presStyleCnt="0"/>
      <dgm:spPr/>
    </dgm:pt>
  </dgm:ptLst>
  <dgm:cxnLst>
    <dgm:cxn modelId="{45954900-E7EE-8D42-A56B-4947155AC56B}" srcId="{72E3F9D6-D5A8-1844-802E-92D86ADFDFD6}" destId="{A3A230D1-A0DE-574D-A955-6B706B43FC9F}" srcOrd="0" destOrd="0" parTransId="{EF33B7A3-CD27-0745-BEEB-9D12872C1706}" sibTransId="{7A759362-4B3F-064E-B011-6AA3B911D116}"/>
    <dgm:cxn modelId="{ED53A413-7D8F-BD4A-99C9-FCB3A93EC550}" type="presOf" srcId="{F962CC01-A2C1-6F43-8969-861ED7F92C9E}" destId="{E2F488B5-A03F-EB44-8855-7F481A284C08}" srcOrd="0" destOrd="0" presId="urn:microsoft.com/office/officeart/2005/8/layout/hierarchy2"/>
    <dgm:cxn modelId="{EDE44D14-A174-3348-8906-F0F707B4AB7D}" srcId="{476EE20F-5AA8-7845-BC6B-EE6AC1576C5E}" destId="{B643D06D-0F9E-8248-A557-B9C342882FCF}" srcOrd="1" destOrd="0" parTransId="{8A8FC938-8E36-EA4A-9F7E-B23DE27A91E2}" sibTransId="{C7C82A49-E8F8-2547-ADE7-408AA5413BB6}"/>
    <dgm:cxn modelId="{9FD6EC15-9F7D-B440-B2C2-82D5C897988D}" srcId="{74D5A884-1BF3-4942-95BE-369C84F1543C}" destId="{476EE20F-5AA8-7845-BC6B-EE6AC1576C5E}" srcOrd="0" destOrd="0" parTransId="{30CEAFAA-F1CD-B947-A53E-8F22BDDFBC40}" sibTransId="{F4EA2F08-A9C4-A943-8BCD-AB52F90B62FC}"/>
    <dgm:cxn modelId="{EEF68E16-985C-7E42-9D07-176053B90666}" type="presOf" srcId="{6D5E1DCF-26F8-A54E-9D57-5FCA9D51534C}" destId="{7D351481-89C0-0445-A464-197BCB58BB78}" srcOrd="0" destOrd="0" presId="urn:microsoft.com/office/officeart/2005/8/layout/hierarchy2"/>
    <dgm:cxn modelId="{C0A4C61A-07DD-C743-8AF9-264A8A6DBF39}" srcId="{72E3F9D6-D5A8-1844-802E-92D86ADFDFD6}" destId="{A9CD8BD6-A0A5-3744-AB4D-FC142193B712}" srcOrd="1" destOrd="0" parTransId="{B73B2BA0-C9F3-B647-AEB6-BFF4CDE68CDD}" sibTransId="{3C48FD13-413E-0B47-8D6F-8009E2CE0E76}"/>
    <dgm:cxn modelId="{C9278020-AE95-4F4D-A2E2-08CA023A1533}" type="presOf" srcId="{C58F6752-E3AD-424B-985A-5384F7331777}" destId="{58FD21A2-D5AB-1546-8EC4-1612BD2DE9CB}" srcOrd="1" destOrd="0" presId="urn:microsoft.com/office/officeart/2005/8/layout/hierarchy2"/>
    <dgm:cxn modelId="{4A88182C-540B-144F-8A5B-345416770A7F}" type="presOf" srcId="{E4820A39-A225-0745-A54C-4FCB76B5D10B}" destId="{DFA39E55-786A-B548-A57D-6212F1A922F5}" srcOrd="0" destOrd="0" presId="urn:microsoft.com/office/officeart/2005/8/layout/hierarchy2"/>
    <dgm:cxn modelId="{A62AAC2E-7A56-D649-BA9A-E43C8BF7FB66}" type="presOf" srcId="{BBC936DD-913B-7840-B3EA-530289ABA9E9}" destId="{B51054A3-6C20-6045-925B-0DB5AAC5B401}" srcOrd="1" destOrd="0" presId="urn:microsoft.com/office/officeart/2005/8/layout/hierarchy2"/>
    <dgm:cxn modelId="{D616A131-330F-BC4D-BBF1-2B3AB4AF97E9}" type="presOf" srcId="{B73B2BA0-C9F3-B647-AEB6-BFF4CDE68CDD}" destId="{37BACC28-56AF-A649-8A18-EB93CF6BDECF}" srcOrd="0" destOrd="0" presId="urn:microsoft.com/office/officeart/2005/8/layout/hierarchy2"/>
    <dgm:cxn modelId="{FDE1A432-7E08-9243-84BE-C21505FD067B}" type="presOf" srcId="{4CCF358D-2778-9045-ACA2-2E11309A0255}" destId="{3CEB93DE-0E6A-FB49-95CE-E187C71ACABD}" srcOrd="1" destOrd="0" presId="urn:microsoft.com/office/officeart/2005/8/layout/hierarchy2"/>
    <dgm:cxn modelId="{25849237-0D05-DA45-8C4C-1DAAD09D9978}" type="presOf" srcId="{8A8FC938-8E36-EA4A-9F7E-B23DE27A91E2}" destId="{FF3E1765-71D3-9145-B5E3-3D6527FAF68E}" srcOrd="0" destOrd="0" presId="urn:microsoft.com/office/officeart/2005/8/layout/hierarchy2"/>
    <dgm:cxn modelId="{4A59FD37-90A8-3547-91CE-5C29889C332C}" type="presOf" srcId="{4CCF358D-2778-9045-ACA2-2E11309A0255}" destId="{F94B7520-110D-DD4C-AFED-67A562480867}" srcOrd="0" destOrd="0" presId="urn:microsoft.com/office/officeart/2005/8/layout/hierarchy2"/>
    <dgm:cxn modelId="{35141B44-9072-6D48-84A1-D371415D8388}" type="presOf" srcId="{085BAB11-3318-524A-9766-7CEEFF3517DE}" destId="{C8385A56-F36A-4646-8710-B13BDE8C55D2}" srcOrd="0" destOrd="0" presId="urn:microsoft.com/office/officeart/2005/8/layout/hierarchy2"/>
    <dgm:cxn modelId="{9558AB4A-22B6-8940-9899-4F8AEB35C76F}" type="presOf" srcId="{72E3F9D6-D5A8-1844-802E-92D86ADFDFD6}" destId="{9DB99E1C-EBF2-A348-A354-7357519617E1}" srcOrd="0" destOrd="0" presId="urn:microsoft.com/office/officeart/2005/8/layout/hierarchy2"/>
    <dgm:cxn modelId="{092AD35B-F5F7-C741-AB16-A60EBDCD2E86}" type="presOf" srcId="{B73B2BA0-C9F3-B647-AEB6-BFF4CDE68CDD}" destId="{43FAF36C-5B2F-4C46-BC47-E6BAD33B4ED2}" srcOrd="1" destOrd="0" presId="urn:microsoft.com/office/officeart/2005/8/layout/hierarchy2"/>
    <dgm:cxn modelId="{99C9BC63-9740-9D4A-9EBB-E1553765B882}" type="presOf" srcId="{C58F6752-E3AD-424B-985A-5384F7331777}" destId="{507FE8C0-C1A6-8843-8A84-694FB7C43D67}" srcOrd="0" destOrd="0" presId="urn:microsoft.com/office/officeart/2005/8/layout/hierarchy2"/>
    <dgm:cxn modelId="{3A8E1A64-1B10-D940-886D-C99B7E5FC449}" type="presOf" srcId="{B643D06D-0F9E-8248-A557-B9C342882FCF}" destId="{B821EC53-44FF-9249-BB43-A403B8FCFB99}" srcOrd="0" destOrd="0" presId="urn:microsoft.com/office/officeart/2005/8/layout/hierarchy2"/>
    <dgm:cxn modelId="{6ADD4164-7E64-CF4C-A8AB-598A9BE1A3C1}" type="presOf" srcId="{0108E47F-76A7-444A-B365-C9EAC0E78DC4}" destId="{3542D32B-8104-A048-97C5-2B1BE68F9EE0}" srcOrd="0" destOrd="0" presId="urn:microsoft.com/office/officeart/2005/8/layout/hierarchy2"/>
    <dgm:cxn modelId="{84A90B65-8CD1-574B-A90B-989168F92C21}" type="presOf" srcId="{BBC936DD-913B-7840-B3EA-530289ABA9E9}" destId="{F783F0C5-F9AD-E345-BF31-0A3C384834FA}" srcOrd="0" destOrd="0" presId="urn:microsoft.com/office/officeart/2005/8/layout/hierarchy2"/>
    <dgm:cxn modelId="{2DF9A86B-C846-B94D-8BB8-C3AE5C9D3B90}" type="presOf" srcId="{085BAB11-3318-524A-9766-7CEEFF3517DE}" destId="{99434321-9B25-AC49-BD86-ECB85257DFB8}" srcOrd="1" destOrd="0" presId="urn:microsoft.com/office/officeart/2005/8/layout/hierarchy2"/>
    <dgm:cxn modelId="{4CA8DA6B-BA08-294B-954D-7B6D72A11E1D}" type="presOf" srcId="{9DEABD99-C0B2-8246-98DA-7CCEAB0DC47A}" destId="{8715143F-AE09-1D45-BA94-AA33F408F9E3}" srcOrd="0" destOrd="0" presId="urn:microsoft.com/office/officeart/2005/8/layout/hierarchy2"/>
    <dgm:cxn modelId="{674C717B-61FA-BF4D-8500-62416652E934}" type="presOf" srcId="{EF33B7A3-CD27-0745-BEEB-9D12872C1706}" destId="{13FF73BF-7945-7E4F-B5DE-CA38418E846F}" srcOrd="0" destOrd="0" presId="urn:microsoft.com/office/officeart/2005/8/layout/hierarchy2"/>
    <dgm:cxn modelId="{2C98917B-F731-364D-960F-39790DA90C88}" srcId="{29400787-9D4B-5D4F-B42A-F72432410534}" destId="{9954EECB-C27D-AC43-81CD-C41F2401C29C}" srcOrd="2" destOrd="0" parTransId="{F42082C9-13A8-034A-8F67-37DAC343E2F9}" sibTransId="{F0B74A39-E0B3-EF48-8954-81524A74F4FD}"/>
    <dgm:cxn modelId="{2E62697C-267F-CB46-ADE6-D291FE3F641E}" srcId="{B643D06D-0F9E-8248-A557-B9C342882FCF}" destId="{0108E47F-76A7-444A-B365-C9EAC0E78DC4}" srcOrd="1" destOrd="0" parTransId="{085BAB11-3318-524A-9766-7CEEFF3517DE}" sibTransId="{6F086BE4-B1D5-6045-8960-0929A41A71C5}"/>
    <dgm:cxn modelId="{CF43B77E-97A9-6945-B92F-1F475970F161}" type="presOf" srcId="{F42082C9-13A8-034A-8F67-37DAC343E2F9}" destId="{496761EF-D9EE-FD45-99F8-2B6AA3C4899B}" srcOrd="0" destOrd="0" presId="urn:microsoft.com/office/officeart/2005/8/layout/hierarchy2"/>
    <dgm:cxn modelId="{9481CA7E-3921-0D4A-B45E-9B0D7BBD877D}" srcId="{B643D06D-0F9E-8248-A557-B9C342882FCF}" destId="{723D6618-93AC-FE49-8E0C-4097AF6FFEBA}" srcOrd="0" destOrd="0" parTransId="{C58F6752-E3AD-424B-985A-5384F7331777}" sibTransId="{CBCD0F9E-DD60-0148-8AA5-DA2DA442B79F}"/>
    <dgm:cxn modelId="{DFC82D81-16C0-CF43-B4F9-36F2C291DEE9}" type="presOf" srcId="{63DD2D07-CCB2-8642-AD20-E5DA85A9AC7F}" destId="{9D5088CD-3EDA-5E42-A08D-6F8A04D7D76E}" srcOrd="1" destOrd="0" presId="urn:microsoft.com/office/officeart/2005/8/layout/hierarchy2"/>
    <dgm:cxn modelId="{C67D7382-84F9-BD47-856A-D4B7888C5621}" type="presOf" srcId="{29400787-9D4B-5D4F-B42A-F72432410534}" destId="{05547A38-C6C9-154A-BD3A-92756FAD7AAA}" srcOrd="0" destOrd="0" presId="urn:microsoft.com/office/officeart/2005/8/layout/hierarchy2"/>
    <dgm:cxn modelId="{C2C56E95-9BD9-1C4C-ACF6-6A02D3E6720A}" type="presOf" srcId="{EF33B7A3-CD27-0745-BEEB-9D12872C1706}" destId="{88724D97-656B-5148-8B31-8CB30B1FA4E6}" srcOrd="1" destOrd="0" presId="urn:microsoft.com/office/officeart/2005/8/layout/hierarchy2"/>
    <dgm:cxn modelId="{974B569A-9DD6-FB42-B6FA-248876518FBC}" srcId="{476EE20F-5AA8-7845-BC6B-EE6AC1576C5E}" destId="{29400787-9D4B-5D4F-B42A-F72432410534}" srcOrd="2" destOrd="0" parTransId="{E4820A39-A225-0745-A54C-4FCB76B5D10B}" sibTransId="{0701230F-A886-9542-A9EC-C0E918B2047E}"/>
    <dgm:cxn modelId="{5F1BEBA7-626C-BF42-911B-F0F5C653A4AF}" type="presOf" srcId="{9954EECB-C27D-AC43-81CD-C41F2401C29C}" destId="{E6B5B8DD-50C5-E54D-9E52-A7A9B71F37C7}" srcOrd="0" destOrd="0" presId="urn:microsoft.com/office/officeart/2005/8/layout/hierarchy2"/>
    <dgm:cxn modelId="{77E5ABAE-B3C3-0040-8FE7-66141E03F234}" srcId="{72E3F9D6-D5A8-1844-802E-92D86ADFDFD6}" destId="{6D5E1DCF-26F8-A54E-9D57-5FCA9D51534C}" srcOrd="2" destOrd="0" parTransId="{BBC936DD-913B-7840-B3EA-530289ABA9E9}" sibTransId="{19A8B77E-D6BD-8642-867F-4E6A5F9B0846}"/>
    <dgm:cxn modelId="{BCFB88B6-8841-E843-9546-55E3D0BC92B0}" type="presOf" srcId="{476EE20F-5AA8-7845-BC6B-EE6AC1576C5E}" destId="{22D7946C-2B33-764B-9D4E-17263663702D}" srcOrd="0" destOrd="0" presId="urn:microsoft.com/office/officeart/2005/8/layout/hierarchy2"/>
    <dgm:cxn modelId="{473563BC-6AE8-F24D-A44A-C4B14F6D8371}" type="presOf" srcId="{F42082C9-13A8-034A-8F67-37DAC343E2F9}" destId="{E2B3AF0F-4D7F-334F-853F-B11867B65849}" srcOrd="1" destOrd="0" presId="urn:microsoft.com/office/officeart/2005/8/layout/hierarchy2"/>
    <dgm:cxn modelId="{693FE8BF-5A1F-0C49-AF23-DB650F6F2F08}" srcId="{B643D06D-0F9E-8248-A557-B9C342882FCF}" destId="{8DE84EB7-66A8-164F-9A74-B562AD43D845}" srcOrd="2" destOrd="0" parTransId="{868CD0AB-6CBD-C14B-BF51-5828EBD30A4C}" sibTransId="{5E61C668-324D-3B4E-BF81-C727D67A3CAF}"/>
    <dgm:cxn modelId="{69A331C1-031B-0542-B9F2-31B69F4B33EB}" type="presOf" srcId="{8A8FC938-8E36-EA4A-9F7E-B23DE27A91E2}" destId="{F0BA4D50-EEE1-234F-B368-FED03A7E18E3}" srcOrd="1" destOrd="0" presId="urn:microsoft.com/office/officeart/2005/8/layout/hierarchy2"/>
    <dgm:cxn modelId="{569604C3-89B5-B246-A6C5-D0125B23F881}" type="presOf" srcId="{9DEABD99-C0B2-8246-98DA-7CCEAB0DC47A}" destId="{C41F8077-130F-0E44-9042-F7F85FD22AE8}" srcOrd="1" destOrd="0" presId="urn:microsoft.com/office/officeart/2005/8/layout/hierarchy2"/>
    <dgm:cxn modelId="{F8C9EAD4-7649-CB4A-A156-FF82E387C29F}" type="presOf" srcId="{868CD0AB-6CBD-C14B-BF51-5828EBD30A4C}" destId="{C8A02E69-2DE4-2049-A396-11291E462F93}" srcOrd="0" destOrd="0" presId="urn:microsoft.com/office/officeart/2005/8/layout/hierarchy2"/>
    <dgm:cxn modelId="{1DD054D9-4454-8043-A847-3231D8FE4378}" srcId="{29400787-9D4B-5D4F-B42A-F72432410534}" destId="{F962CC01-A2C1-6F43-8969-861ED7F92C9E}" srcOrd="0" destOrd="0" parTransId="{9DEABD99-C0B2-8246-98DA-7CCEAB0DC47A}" sibTransId="{301E08B1-17FB-084F-B350-B24A8EC4CE5C}"/>
    <dgm:cxn modelId="{3F84C2DA-6C09-9F4A-A3E3-0DFC1735C24B}" type="presOf" srcId="{74D5A884-1BF3-4942-95BE-369C84F1543C}" destId="{BCF5DF51-9E09-814D-AE79-B322F8D756AC}" srcOrd="0" destOrd="0" presId="urn:microsoft.com/office/officeart/2005/8/layout/hierarchy2"/>
    <dgm:cxn modelId="{86F615DB-AA59-584B-B485-5457756E3171}" type="presOf" srcId="{A9CD8BD6-A0A5-3744-AB4D-FC142193B712}" destId="{A4C70EB1-C229-6449-83CC-09B7D7F0B4C3}" srcOrd="0" destOrd="0" presId="urn:microsoft.com/office/officeart/2005/8/layout/hierarchy2"/>
    <dgm:cxn modelId="{F8926DDB-47EA-0F42-B9E4-9680EB7AED88}" type="presOf" srcId="{8DE84EB7-66A8-164F-9A74-B562AD43D845}" destId="{7E1246F2-5166-634D-920A-1ACFA161AC67}" srcOrd="0" destOrd="0" presId="urn:microsoft.com/office/officeart/2005/8/layout/hierarchy2"/>
    <dgm:cxn modelId="{BE35E7E3-E0AA-E04F-B52F-8C43B9067CDE}" srcId="{29400787-9D4B-5D4F-B42A-F72432410534}" destId="{BB68D3C2-40A9-9A41-B688-D08171B846FD}" srcOrd="1" destOrd="0" parTransId="{63DD2D07-CCB2-8642-AD20-E5DA85A9AC7F}" sibTransId="{1C9375CC-2E31-8C40-B817-A390E3B2DC28}"/>
    <dgm:cxn modelId="{559A60E8-ACAC-554C-9FCA-425EEC084389}" type="presOf" srcId="{E4820A39-A225-0745-A54C-4FCB76B5D10B}" destId="{0AA2DD57-0BD0-2A47-876B-AD7774CF30DF}" srcOrd="1" destOrd="0" presId="urn:microsoft.com/office/officeart/2005/8/layout/hierarchy2"/>
    <dgm:cxn modelId="{1CABA9F0-44D5-C844-A08F-AF8D11E1A4E5}" type="presOf" srcId="{723D6618-93AC-FE49-8E0C-4097AF6FFEBA}" destId="{0C610E02-8104-494C-A007-D49CD6055C7E}" srcOrd="0" destOrd="0" presId="urn:microsoft.com/office/officeart/2005/8/layout/hierarchy2"/>
    <dgm:cxn modelId="{676A4AF2-1027-3440-A134-F2BE5C9D7DB9}" type="presOf" srcId="{A3A230D1-A0DE-574D-A955-6B706B43FC9F}" destId="{25CE0BB0-A2DD-9E4D-B7F2-2B9C005114AF}" srcOrd="0" destOrd="0" presId="urn:microsoft.com/office/officeart/2005/8/layout/hierarchy2"/>
    <dgm:cxn modelId="{92F404F3-A71C-9D40-9774-108F0EA47063}" srcId="{476EE20F-5AA8-7845-BC6B-EE6AC1576C5E}" destId="{72E3F9D6-D5A8-1844-802E-92D86ADFDFD6}" srcOrd="0" destOrd="0" parTransId="{4CCF358D-2778-9045-ACA2-2E11309A0255}" sibTransId="{EF00938B-620F-4840-B63E-7A6123A8BAF9}"/>
    <dgm:cxn modelId="{FAE099F4-12AC-D44C-A1EE-3F3BCE43E585}" type="presOf" srcId="{868CD0AB-6CBD-C14B-BF51-5828EBD30A4C}" destId="{658C4247-BAB8-DE42-89E5-325566FCCBA6}" srcOrd="1" destOrd="0" presId="urn:microsoft.com/office/officeart/2005/8/layout/hierarchy2"/>
    <dgm:cxn modelId="{22FC60F5-E617-9841-8EBC-2E6047B4E016}" type="presOf" srcId="{63DD2D07-CCB2-8642-AD20-E5DA85A9AC7F}" destId="{E269FEB5-0623-B24D-BF2E-950EBF2DA76A}" srcOrd="0" destOrd="0" presId="urn:microsoft.com/office/officeart/2005/8/layout/hierarchy2"/>
    <dgm:cxn modelId="{9B89E6FF-6D1A-5748-A7AE-993B040A2B55}" type="presOf" srcId="{BB68D3C2-40A9-9A41-B688-D08171B846FD}" destId="{DC7E67CF-782F-8041-A1F6-B909C0655839}" srcOrd="0" destOrd="0" presId="urn:microsoft.com/office/officeart/2005/8/layout/hierarchy2"/>
    <dgm:cxn modelId="{9CBF88E8-6388-C74C-8AD6-4C4CE63FC278}" type="presParOf" srcId="{BCF5DF51-9E09-814D-AE79-B322F8D756AC}" destId="{E72839C5-5DF7-5A4A-8BBD-F6600ED9B26B}" srcOrd="0" destOrd="0" presId="urn:microsoft.com/office/officeart/2005/8/layout/hierarchy2"/>
    <dgm:cxn modelId="{726A91A2-D282-4748-81B8-8C0A37008657}" type="presParOf" srcId="{E72839C5-5DF7-5A4A-8BBD-F6600ED9B26B}" destId="{22D7946C-2B33-764B-9D4E-17263663702D}" srcOrd="0" destOrd="0" presId="urn:microsoft.com/office/officeart/2005/8/layout/hierarchy2"/>
    <dgm:cxn modelId="{C25E4C77-C78B-624A-835F-F28796460A84}" type="presParOf" srcId="{E72839C5-5DF7-5A4A-8BBD-F6600ED9B26B}" destId="{978E114D-0898-B147-B158-806A4F29034D}" srcOrd="1" destOrd="0" presId="urn:microsoft.com/office/officeart/2005/8/layout/hierarchy2"/>
    <dgm:cxn modelId="{7C364078-B5C0-9141-B174-D949CC031CB0}" type="presParOf" srcId="{978E114D-0898-B147-B158-806A4F29034D}" destId="{F94B7520-110D-DD4C-AFED-67A562480867}" srcOrd="0" destOrd="0" presId="urn:microsoft.com/office/officeart/2005/8/layout/hierarchy2"/>
    <dgm:cxn modelId="{74453964-107D-3146-9F84-647F0627E60E}" type="presParOf" srcId="{F94B7520-110D-DD4C-AFED-67A562480867}" destId="{3CEB93DE-0E6A-FB49-95CE-E187C71ACABD}" srcOrd="0" destOrd="0" presId="urn:microsoft.com/office/officeart/2005/8/layout/hierarchy2"/>
    <dgm:cxn modelId="{72F5E14D-369A-7949-80A1-BCFA94CB8666}" type="presParOf" srcId="{978E114D-0898-B147-B158-806A4F29034D}" destId="{13D8A489-481E-9D4E-9BF3-F29C1AFC927C}" srcOrd="1" destOrd="0" presId="urn:microsoft.com/office/officeart/2005/8/layout/hierarchy2"/>
    <dgm:cxn modelId="{E559B3F4-85DA-6841-B82E-D9834175CDA6}" type="presParOf" srcId="{13D8A489-481E-9D4E-9BF3-F29C1AFC927C}" destId="{9DB99E1C-EBF2-A348-A354-7357519617E1}" srcOrd="0" destOrd="0" presId="urn:microsoft.com/office/officeart/2005/8/layout/hierarchy2"/>
    <dgm:cxn modelId="{FD1C1EEB-3CAF-B34A-8239-5D541F11FFDC}" type="presParOf" srcId="{13D8A489-481E-9D4E-9BF3-F29C1AFC927C}" destId="{F3BC4E1F-2325-8742-809F-0CCBDC646388}" srcOrd="1" destOrd="0" presId="urn:microsoft.com/office/officeart/2005/8/layout/hierarchy2"/>
    <dgm:cxn modelId="{2941AAE7-7367-B64B-B3B0-321422AF2D3A}" type="presParOf" srcId="{F3BC4E1F-2325-8742-809F-0CCBDC646388}" destId="{13FF73BF-7945-7E4F-B5DE-CA38418E846F}" srcOrd="0" destOrd="0" presId="urn:microsoft.com/office/officeart/2005/8/layout/hierarchy2"/>
    <dgm:cxn modelId="{8443FE35-A76A-3949-809A-4DDF7325C126}" type="presParOf" srcId="{13FF73BF-7945-7E4F-B5DE-CA38418E846F}" destId="{88724D97-656B-5148-8B31-8CB30B1FA4E6}" srcOrd="0" destOrd="0" presId="urn:microsoft.com/office/officeart/2005/8/layout/hierarchy2"/>
    <dgm:cxn modelId="{90BFB14B-4F29-944B-9EC6-67708B271F4E}" type="presParOf" srcId="{F3BC4E1F-2325-8742-809F-0CCBDC646388}" destId="{DAE914E6-F19A-094F-ACC2-0854641F5880}" srcOrd="1" destOrd="0" presId="urn:microsoft.com/office/officeart/2005/8/layout/hierarchy2"/>
    <dgm:cxn modelId="{718EA4EC-4A70-F24C-B65D-E1C1CE9EE941}" type="presParOf" srcId="{DAE914E6-F19A-094F-ACC2-0854641F5880}" destId="{25CE0BB0-A2DD-9E4D-B7F2-2B9C005114AF}" srcOrd="0" destOrd="0" presId="urn:microsoft.com/office/officeart/2005/8/layout/hierarchy2"/>
    <dgm:cxn modelId="{E12E82A8-1B85-2743-8776-77A5657256D7}" type="presParOf" srcId="{DAE914E6-F19A-094F-ACC2-0854641F5880}" destId="{45857E9D-1C7C-8F44-9AFB-F9B231FE93F9}" srcOrd="1" destOrd="0" presId="urn:microsoft.com/office/officeart/2005/8/layout/hierarchy2"/>
    <dgm:cxn modelId="{E60EBD9A-5EEB-414F-936F-62692778861C}" type="presParOf" srcId="{F3BC4E1F-2325-8742-809F-0CCBDC646388}" destId="{37BACC28-56AF-A649-8A18-EB93CF6BDECF}" srcOrd="2" destOrd="0" presId="urn:microsoft.com/office/officeart/2005/8/layout/hierarchy2"/>
    <dgm:cxn modelId="{279360F6-F33C-2042-A6B8-C8E769D52B0D}" type="presParOf" srcId="{37BACC28-56AF-A649-8A18-EB93CF6BDECF}" destId="{43FAF36C-5B2F-4C46-BC47-E6BAD33B4ED2}" srcOrd="0" destOrd="0" presId="urn:microsoft.com/office/officeart/2005/8/layout/hierarchy2"/>
    <dgm:cxn modelId="{8384E74E-C080-6F42-9B5E-5B26395131E8}" type="presParOf" srcId="{F3BC4E1F-2325-8742-809F-0CCBDC646388}" destId="{84036CC7-B5FD-E44B-B7A6-09837A86D6FD}" srcOrd="3" destOrd="0" presId="urn:microsoft.com/office/officeart/2005/8/layout/hierarchy2"/>
    <dgm:cxn modelId="{EB8E668A-4B67-3C46-B9E2-4C7A28E2E944}" type="presParOf" srcId="{84036CC7-B5FD-E44B-B7A6-09837A86D6FD}" destId="{A4C70EB1-C229-6449-83CC-09B7D7F0B4C3}" srcOrd="0" destOrd="0" presId="urn:microsoft.com/office/officeart/2005/8/layout/hierarchy2"/>
    <dgm:cxn modelId="{87F0674A-06FD-474B-99D4-ADEA92ED4DA4}" type="presParOf" srcId="{84036CC7-B5FD-E44B-B7A6-09837A86D6FD}" destId="{AD8F74F5-A47D-E948-BBFE-1A648064C3F5}" srcOrd="1" destOrd="0" presId="urn:microsoft.com/office/officeart/2005/8/layout/hierarchy2"/>
    <dgm:cxn modelId="{F0968857-0A6D-BC45-BCF7-EABAD68EFB0B}" type="presParOf" srcId="{F3BC4E1F-2325-8742-809F-0CCBDC646388}" destId="{F783F0C5-F9AD-E345-BF31-0A3C384834FA}" srcOrd="4" destOrd="0" presId="urn:microsoft.com/office/officeart/2005/8/layout/hierarchy2"/>
    <dgm:cxn modelId="{B85EF97C-DC59-1744-BC91-E63DB8089F8C}" type="presParOf" srcId="{F783F0C5-F9AD-E345-BF31-0A3C384834FA}" destId="{B51054A3-6C20-6045-925B-0DB5AAC5B401}" srcOrd="0" destOrd="0" presId="urn:microsoft.com/office/officeart/2005/8/layout/hierarchy2"/>
    <dgm:cxn modelId="{CAA9376F-DB39-3C43-930F-1A0D1DC8D816}" type="presParOf" srcId="{F3BC4E1F-2325-8742-809F-0CCBDC646388}" destId="{85B63E62-19DC-E241-993B-C66E720CB3E5}" srcOrd="5" destOrd="0" presId="urn:microsoft.com/office/officeart/2005/8/layout/hierarchy2"/>
    <dgm:cxn modelId="{03178958-0829-814E-81B9-9C9D181A57E2}" type="presParOf" srcId="{85B63E62-19DC-E241-993B-C66E720CB3E5}" destId="{7D351481-89C0-0445-A464-197BCB58BB78}" srcOrd="0" destOrd="0" presId="urn:microsoft.com/office/officeart/2005/8/layout/hierarchy2"/>
    <dgm:cxn modelId="{CED3194C-D570-4445-B63C-1E30FE3AA61F}" type="presParOf" srcId="{85B63E62-19DC-E241-993B-C66E720CB3E5}" destId="{6C120C00-0ED4-3C46-B1C8-E2975C7E36BA}" srcOrd="1" destOrd="0" presId="urn:microsoft.com/office/officeart/2005/8/layout/hierarchy2"/>
    <dgm:cxn modelId="{5776E064-C512-FC4B-A3A8-C7BDFBBCAD28}" type="presParOf" srcId="{978E114D-0898-B147-B158-806A4F29034D}" destId="{FF3E1765-71D3-9145-B5E3-3D6527FAF68E}" srcOrd="2" destOrd="0" presId="urn:microsoft.com/office/officeart/2005/8/layout/hierarchy2"/>
    <dgm:cxn modelId="{9BDEE763-26F7-654F-8FA6-CC006172C52D}" type="presParOf" srcId="{FF3E1765-71D3-9145-B5E3-3D6527FAF68E}" destId="{F0BA4D50-EEE1-234F-B368-FED03A7E18E3}" srcOrd="0" destOrd="0" presId="urn:microsoft.com/office/officeart/2005/8/layout/hierarchy2"/>
    <dgm:cxn modelId="{B1C9B6DC-F4E9-2548-8C0A-3AEC4BB91D84}" type="presParOf" srcId="{978E114D-0898-B147-B158-806A4F29034D}" destId="{AFC5164C-E733-4343-A54F-E45598FF3C2E}" srcOrd="3" destOrd="0" presId="urn:microsoft.com/office/officeart/2005/8/layout/hierarchy2"/>
    <dgm:cxn modelId="{B509F368-6B20-124E-A79E-FFB940DBC42F}" type="presParOf" srcId="{AFC5164C-E733-4343-A54F-E45598FF3C2E}" destId="{B821EC53-44FF-9249-BB43-A403B8FCFB99}" srcOrd="0" destOrd="0" presId="urn:microsoft.com/office/officeart/2005/8/layout/hierarchy2"/>
    <dgm:cxn modelId="{371048B4-FF01-6544-B2ED-6373A894EFA3}" type="presParOf" srcId="{AFC5164C-E733-4343-A54F-E45598FF3C2E}" destId="{E92D57BC-043E-2244-B8EA-CB85B3D1775D}" srcOrd="1" destOrd="0" presId="urn:microsoft.com/office/officeart/2005/8/layout/hierarchy2"/>
    <dgm:cxn modelId="{17172230-DB0E-4946-AD5D-BD29BAACFC96}" type="presParOf" srcId="{E92D57BC-043E-2244-B8EA-CB85B3D1775D}" destId="{507FE8C0-C1A6-8843-8A84-694FB7C43D67}" srcOrd="0" destOrd="0" presId="urn:microsoft.com/office/officeart/2005/8/layout/hierarchy2"/>
    <dgm:cxn modelId="{2C22E96D-F809-FD4B-BC32-A96B98E73D19}" type="presParOf" srcId="{507FE8C0-C1A6-8843-8A84-694FB7C43D67}" destId="{58FD21A2-D5AB-1546-8EC4-1612BD2DE9CB}" srcOrd="0" destOrd="0" presId="urn:microsoft.com/office/officeart/2005/8/layout/hierarchy2"/>
    <dgm:cxn modelId="{B6BC5F87-F583-E042-B69D-76E5517B8AC1}" type="presParOf" srcId="{E92D57BC-043E-2244-B8EA-CB85B3D1775D}" destId="{4940136F-0B8B-1D46-AB8B-50743C1B4906}" srcOrd="1" destOrd="0" presId="urn:microsoft.com/office/officeart/2005/8/layout/hierarchy2"/>
    <dgm:cxn modelId="{35D90BEC-E2C0-E34B-8449-31179F63F5FD}" type="presParOf" srcId="{4940136F-0B8B-1D46-AB8B-50743C1B4906}" destId="{0C610E02-8104-494C-A007-D49CD6055C7E}" srcOrd="0" destOrd="0" presId="urn:microsoft.com/office/officeart/2005/8/layout/hierarchy2"/>
    <dgm:cxn modelId="{F28212E2-48FB-6A4A-8D0B-FFD3729C3AA4}" type="presParOf" srcId="{4940136F-0B8B-1D46-AB8B-50743C1B4906}" destId="{7E75A4D0-AFBB-634A-BF65-955C2C367B58}" srcOrd="1" destOrd="0" presId="urn:microsoft.com/office/officeart/2005/8/layout/hierarchy2"/>
    <dgm:cxn modelId="{5B03DE75-69A3-5946-83C4-02E9C9097C92}" type="presParOf" srcId="{E92D57BC-043E-2244-B8EA-CB85B3D1775D}" destId="{C8385A56-F36A-4646-8710-B13BDE8C55D2}" srcOrd="2" destOrd="0" presId="urn:microsoft.com/office/officeart/2005/8/layout/hierarchy2"/>
    <dgm:cxn modelId="{38A35637-341F-B645-952A-145BDAFB3DA2}" type="presParOf" srcId="{C8385A56-F36A-4646-8710-B13BDE8C55D2}" destId="{99434321-9B25-AC49-BD86-ECB85257DFB8}" srcOrd="0" destOrd="0" presId="urn:microsoft.com/office/officeart/2005/8/layout/hierarchy2"/>
    <dgm:cxn modelId="{9B24FCFB-5124-3140-8276-D4B74C0B19C4}" type="presParOf" srcId="{E92D57BC-043E-2244-B8EA-CB85B3D1775D}" destId="{E7CF3797-CB8E-BB43-AA45-FCB671730913}" srcOrd="3" destOrd="0" presId="urn:microsoft.com/office/officeart/2005/8/layout/hierarchy2"/>
    <dgm:cxn modelId="{51F6FFDA-3982-4A4A-9579-3017F3C379AB}" type="presParOf" srcId="{E7CF3797-CB8E-BB43-AA45-FCB671730913}" destId="{3542D32B-8104-A048-97C5-2B1BE68F9EE0}" srcOrd="0" destOrd="0" presId="urn:microsoft.com/office/officeart/2005/8/layout/hierarchy2"/>
    <dgm:cxn modelId="{B586CDA2-4FD4-DF4E-B591-B85EEF1A7A00}" type="presParOf" srcId="{E7CF3797-CB8E-BB43-AA45-FCB671730913}" destId="{127C3376-9718-A645-8CC2-DABD8DA62C40}" srcOrd="1" destOrd="0" presId="urn:microsoft.com/office/officeart/2005/8/layout/hierarchy2"/>
    <dgm:cxn modelId="{BC030CA0-0CED-5042-9316-F87EC9E32533}" type="presParOf" srcId="{E92D57BC-043E-2244-B8EA-CB85B3D1775D}" destId="{C8A02E69-2DE4-2049-A396-11291E462F93}" srcOrd="4" destOrd="0" presId="urn:microsoft.com/office/officeart/2005/8/layout/hierarchy2"/>
    <dgm:cxn modelId="{B15FA043-EAED-364D-AF04-D5AE126AE1ED}" type="presParOf" srcId="{C8A02E69-2DE4-2049-A396-11291E462F93}" destId="{658C4247-BAB8-DE42-89E5-325566FCCBA6}" srcOrd="0" destOrd="0" presId="urn:microsoft.com/office/officeart/2005/8/layout/hierarchy2"/>
    <dgm:cxn modelId="{78399C57-1AA1-0F40-A9F7-7A5653D913CE}" type="presParOf" srcId="{E92D57BC-043E-2244-B8EA-CB85B3D1775D}" destId="{0392BF55-8432-154C-A62B-5B3AA8DC2B12}" srcOrd="5" destOrd="0" presId="urn:microsoft.com/office/officeart/2005/8/layout/hierarchy2"/>
    <dgm:cxn modelId="{6012FA02-D3C8-9440-B5D4-036E3E5BA784}" type="presParOf" srcId="{0392BF55-8432-154C-A62B-5B3AA8DC2B12}" destId="{7E1246F2-5166-634D-920A-1ACFA161AC67}" srcOrd="0" destOrd="0" presId="urn:microsoft.com/office/officeart/2005/8/layout/hierarchy2"/>
    <dgm:cxn modelId="{770E7951-8F2D-F340-9DFC-E0F3A7074BD4}" type="presParOf" srcId="{0392BF55-8432-154C-A62B-5B3AA8DC2B12}" destId="{AD4C7F20-5D49-134A-AA4E-E3BEB6BA2B07}" srcOrd="1" destOrd="0" presId="urn:microsoft.com/office/officeart/2005/8/layout/hierarchy2"/>
    <dgm:cxn modelId="{8C2F0C4E-D2C2-324D-8020-49B395F16541}" type="presParOf" srcId="{978E114D-0898-B147-B158-806A4F29034D}" destId="{DFA39E55-786A-B548-A57D-6212F1A922F5}" srcOrd="4" destOrd="0" presId="urn:microsoft.com/office/officeart/2005/8/layout/hierarchy2"/>
    <dgm:cxn modelId="{5A9B7C1F-E045-4044-A75C-AA8375D16B9B}" type="presParOf" srcId="{DFA39E55-786A-B548-A57D-6212F1A922F5}" destId="{0AA2DD57-0BD0-2A47-876B-AD7774CF30DF}" srcOrd="0" destOrd="0" presId="urn:microsoft.com/office/officeart/2005/8/layout/hierarchy2"/>
    <dgm:cxn modelId="{B5921F97-7B75-7843-8844-0DB2C1FCCC28}" type="presParOf" srcId="{978E114D-0898-B147-B158-806A4F29034D}" destId="{8DFD98F4-3816-EA40-883E-AEB23DB35369}" srcOrd="5" destOrd="0" presId="urn:microsoft.com/office/officeart/2005/8/layout/hierarchy2"/>
    <dgm:cxn modelId="{C0C8DBDF-1502-B34E-B56A-FBCF825ECDCA}" type="presParOf" srcId="{8DFD98F4-3816-EA40-883E-AEB23DB35369}" destId="{05547A38-C6C9-154A-BD3A-92756FAD7AAA}" srcOrd="0" destOrd="0" presId="urn:microsoft.com/office/officeart/2005/8/layout/hierarchy2"/>
    <dgm:cxn modelId="{2BD93E6F-2199-9C4A-AF6E-CF63746B5AD6}" type="presParOf" srcId="{8DFD98F4-3816-EA40-883E-AEB23DB35369}" destId="{10CD37D3-638D-2842-9D99-BCD5F5BF424F}" srcOrd="1" destOrd="0" presId="urn:microsoft.com/office/officeart/2005/8/layout/hierarchy2"/>
    <dgm:cxn modelId="{0DAD48C8-4E33-7A49-ABB2-D89CD808CF82}" type="presParOf" srcId="{10CD37D3-638D-2842-9D99-BCD5F5BF424F}" destId="{8715143F-AE09-1D45-BA94-AA33F408F9E3}" srcOrd="0" destOrd="0" presId="urn:microsoft.com/office/officeart/2005/8/layout/hierarchy2"/>
    <dgm:cxn modelId="{2C32E5C7-BA91-0B40-A384-23A540F8E3C7}" type="presParOf" srcId="{8715143F-AE09-1D45-BA94-AA33F408F9E3}" destId="{C41F8077-130F-0E44-9042-F7F85FD22AE8}" srcOrd="0" destOrd="0" presId="urn:microsoft.com/office/officeart/2005/8/layout/hierarchy2"/>
    <dgm:cxn modelId="{9730027C-3B3F-914C-BAF8-1173B48E7420}" type="presParOf" srcId="{10CD37D3-638D-2842-9D99-BCD5F5BF424F}" destId="{E5AEEE49-1BE3-2047-B83A-5ADA0EA977F3}" srcOrd="1" destOrd="0" presId="urn:microsoft.com/office/officeart/2005/8/layout/hierarchy2"/>
    <dgm:cxn modelId="{4922815D-AF07-3D49-BB4E-96953EEB35A9}" type="presParOf" srcId="{E5AEEE49-1BE3-2047-B83A-5ADA0EA977F3}" destId="{E2F488B5-A03F-EB44-8855-7F481A284C08}" srcOrd="0" destOrd="0" presId="urn:microsoft.com/office/officeart/2005/8/layout/hierarchy2"/>
    <dgm:cxn modelId="{5F0DECCB-242C-2C49-915B-2F655C6C7832}" type="presParOf" srcId="{E5AEEE49-1BE3-2047-B83A-5ADA0EA977F3}" destId="{CFABDF9D-2FDC-C143-BF93-2CCC4010516F}" srcOrd="1" destOrd="0" presId="urn:microsoft.com/office/officeart/2005/8/layout/hierarchy2"/>
    <dgm:cxn modelId="{CC1C122B-F086-DA4F-9001-80684324D0C2}" type="presParOf" srcId="{10CD37D3-638D-2842-9D99-BCD5F5BF424F}" destId="{E269FEB5-0623-B24D-BF2E-950EBF2DA76A}" srcOrd="2" destOrd="0" presId="urn:microsoft.com/office/officeart/2005/8/layout/hierarchy2"/>
    <dgm:cxn modelId="{ED0B6BD0-6D88-2746-85B9-AFD671E667FC}" type="presParOf" srcId="{E269FEB5-0623-B24D-BF2E-950EBF2DA76A}" destId="{9D5088CD-3EDA-5E42-A08D-6F8A04D7D76E}" srcOrd="0" destOrd="0" presId="urn:microsoft.com/office/officeart/2005/8/layout/hierarchy2"/>
    <dgm:cxn modelId="{B4770BBC-C136-E744-A198-48C698C7FD40}" type="presParOf" srcId="{10CD37D3-638D-2842-9D99-BCD5F5BF424F}" destId="{3BA3FE04-5E42-2846-9F02-9B4FDEF28B28}" srcOrd="3" destOrd="0" presId="urn:microsoft.com/office/officeart/2005/8/layout/hierarchy2"/>
    <dgm:cxn modelId="{6EBF4969-48DF-0B47-A0F7-194F31ADE61D}" type="presParOf" srcId="{3BA3FE04-5E42-2846-9F02-9B4FDEF28B28}" destId="{DC7E67CF-782F-8041-A1F6-B909C0655839}" srcOrd="0" destOrd="0" presId="urn:microsoft.com/office/officeart/2005/8/layout/hierarchy2"/>
    <dgm:cxn modelId="{5524B9B6-0051-844B-BB87-B18E3E43565E}" type="presParOf" srcId="{3BA3FE04-5E42-2846-9F02-9B4FDEF28B28}" destId="{6D1E27D5-C3C4-A946-86FB-DF40F74957A6}" srcOrd="1" destOrd="0" presId="urn:microsoft.com/office/officeart/2005/8/layout/hierarchy2"/>
    <dgm:cxn modelId="{7211DDC0-AD02-EB4F-9BD6-850F6C96EE3F}" type="presParOf" srcId="{10CD37D3-638D-2842-9D99-BCD5F5BF424F}" destId="{496761EF-D9EE-FD45-99F8-2B6AA3C4899B}" srcOrd="4" destOrd="0" presId="urn:microsoft.com/office/officeart/2005/8/layout/hierarchy2"/>
    <dgm:cxn modelId="{37C3FF51-947B-4C49-95DD-8EE90940C76D}" type="presParOf" srcId="{496761EF-D9EE-FD45-99F8-2B6AA3C4899B}" destId="{E2B3AF0F-4D7F-334F-853F-B11867B65849}" srcOrd="0" destOrd="0" presId="urn:microsoft.com/office/officeart/2005/8/layout/hierarchy2"/>
    <dgm:cxn modelId="{329218B7-582C-A246-BCA1-92E12BE57228}" type="presParOf" srcId="{10CD37D3-638D-2842-9D99-BCD5F5BF424F}" destId="{5606A80D-0839-7845-A6F4-CEAD0CA3CD89}" srcOrd="5" destOrd="0" presId="urn:microsoft.com/office/officeart/2005/8/layout/hierarchy2"/>
    <dgm:cxn modelId="{A2576D72-90B5-5146-9C1E-F8575237104F}" type="presParOf" srcId="{5606A80D-0839-7845-A6F4-CEAD0CA3CD89}" destId="{E6B5B8DD-50C5-E54D-9E52-A7A9B71F37C7}" srcOrd="0" destOrd="0" presId="urn:microsoft.com/office/officeart/2005/8/layout/hierarchy2"/>
    <dgm:cxn modelId="{A29827A1-918D-D443-8182-B1745BB10ACC}" type="presParOf" srcId="{5606A80D-0839-7845-A6F4-CEAD0CA3CD89}" destId="{AAEA0B95-4AE7-F54F-8A62-2F5D94B5354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D5A884-1BF3-4942-95BE-369C84F1543C}" type="doc">
      <dgm:prSet loTypeId="urn:microsoft.com/office/officeart/2005/8/layout/hierarchy2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C811DA-E316-CB45-9337-F92CA8C147E0}">
      <dgm:prSet phldrT="[Text]"/>
      <dgm:spPr/>
      <dgm:t>
        <a:bodyPr/>
        <a:lstStyle/>
        <a:p>
          <a:r>
            <a:rPr lang="en-US" dirty="0"/>
            <a:t>Stakeholders</a:t>
          </a:r>
        </a:p>
      </dgm:t>
    </dgm:pt>
    <dgm:pt modelId="{4565785C-ADCF-8D47-BCD5-49FBA51613F7}" type="parTrans" cxnId="{361292EB-824C-4348-9D11-62BBD62CBC61}">
      <dgm:prSet/>
      <dgm:spPr/>
      <dgm:t>
        <a:bodyPr/>
        <a:lstStyle/>
        <a:p>
          <a:endParaRPr lang="en-US"/>
        </a:p>
      </dgm:t>
    </dgm:pt>
    <dgm:pt modelId="{779CEDC3-8EA1-484F-B981-D1C44400ECD9}" type="sibTrans" cxnId="{361292EB-824C-4348-9D11-62BBD62CBC61}">
      <dgm:prSet/>
      <dgm:spPr/>
      <dgm:t>
        <a:bodyPr/>
        <a:lstStyle/>
        <a:p>
          <a:endParaRPr lang="en-US"/>
        </a:p>
      </dgm:t>
    </dgm:pt>
    <dgm:pt modelId="{FE314ABE-7E68-2C46-AD3F-782F2E4226AB}">
      <dgm:prSet phldrT="[Text]"/>
      <dgm:spPr/>
      <dgm:t>
        <a:bodyPr/>
        <a:lstStyle/>
        <a:p>
          <a:r>
            <a:rPr lang="en-US" dirty="0"/>
            <a:t>Information</a:t>
          </a:r>
        </a:p>
      </dgm:t>
    </dgm:pt>
    <dgm:pt modelId="{61CA768D-BA89-7343-9929-768C37CFD77C}" type="parTrans" cxnId="{462FA574-755B-A24C-A8A2-32C96541E424}">
      <dgm:prSet/>
      <dgm:spPr/>
      <dgm:t>
        <a:bodyPr/>
        <a:lstStyle/>
        <a:p>
          <a:endParaRPr lang="en-US"/>
        </a:p>
      </dgm:t>
    </dgm:pt>
    <dgm:pt modelId="{578D1679-133E-E141-993C-D3818B69560C}" type="sibTrans" cxnId="{462FA574-755B-A24C-A8A2-32C96541E424}">
      <dgm:prSet/>
      <dgm:spPr/>
      <dgm:t>
        <a:bodyPr/>
        <a:lstStyle/>
        <a:p>
          <a:endParaRPr lang="en-US"/>
        </a:p>
      </dgm:t>
    </dgm:pt>
    <dgm:pt modelId="{EDF5E4B2-1640-A947-A6DB-63CC7F9B2C05}">
      <dgm:prSet phldrT="[Text]"/>
      <dgm:spPr/>
      <dgm:t>
        <a:bodyPr/>
        <a:lstStyle/>
        <a:p>
          <a:r>
            <a:rPr lang="en-US" dirty="0"/>
            <a:t>Analysis</a:t>
          </a:r>
        </a:p>
      </dgm:t>
    </dgm:pt>
    <dgm:pt modelId="{39171062-40B7-E94F-8702-788C1A74EB96}" type="parTrans" cxnId="{D9ABE855-83B3-F847-AA42-D60D05435BBB}">
      <dgm:prSet/>
      <dgm:spPr/>
      <dgm:t>
        <a:bodyPr/>
        <a:lstStyle/>
        <a:p>
          <a:endParaRPr lang="en-US"/>
        </a:p>
      </dgm:t>
    </dgm:pt>
    <dgm:pt modelId="{CEE711F9-97F6-CC45-AF2A-DC5021451A3F}" type="sibTrans" cxnId="{D9ABE855-83B3-F847-AA42-D60D05435BBB}">
      <dgm:prSet/>
      <dgm:spPr/>
      <dgm:t>
        <a:bodyPr/>
        <a:lstStyle/>
        <a:p>
          <a:endParaRPr lang="en-US"/>
        </a:p>
      </dgm:t>
    </dgm:pt>
    <dgm:pt modelId="{6FAE6A50-BC19-8444-A754-F30063BF9EB7}">
      <dgm:prSet phldrT="[Text]"/>
      <dgm:spPr/>
      <dgm:t>
        <a:bodyPr/>
        <a:lstStyle/>
        <a:p>
          <a:r>
            <a:rPr lang="en-US" dirty="0"/>
            <a:t>Operations</a:t>
          </a:r>
        </a:p>
      </dgm:t>
    </dgm:pt>
    <dgm:pt modelId="{074DB7A8-95D8-D042-B815-EA749013742C}" type="parTrans" cxnId="{DC72DDCE-79A7-7946-B154-03701B006698}">
      <dgm:prSet/>
      <dgm:spPr/>
      <dgm:t>
        <a:bodyPr/>
        <a:lstStyle/>
        <a:p>
          <a:endParaRPr lang="en-US"/>
        </a:p>
      </dgm:t>
    </dgm:pt>
    <dgm:pt modelId="{2B3D3271-9CC8-A244-A1D0-B10915DA0AE1}" type="sibTrans" cxnId="{DC72DDCE-79A7-7946-B154-03701B006698}">
      <dgm:prSet/>
      <dgm:spPr/>
      <dgm:t>
        <a:bodyPr/>
        <a:lstStyle/>
        <a:p>
          <a:endParaRPr lang="en-US"/>
        </a:p>
      </dgm:t>
    </dgm:pt>
    <dgm:pt modelId="{4B55E037-42A9-F141-A4FD-2327CE18898D}">
      <dgm:prSet phldrT="[Text]"/>
      <dgm:spPr/>
      <dgm:t>
        <a:bodyPr/>
        <a:lstStyle/>
        <a:p>
          <a:r>
            <a:rPr lang="en-US" dirty="0"/>
            <a:t>Governance</a:t>
          </a:r>
        </a:p>
      </dgm:t>
    </dgm:pt>
    <dgm:pt modelId="{E14692BA-678B-8A4E-91D4-823B86E27A59}" type="parTrans" cxnId="{B68A8FA8-B2CD-BE4B-B84C-46BC4FA61B1E}">
      <dgm:prSet/>
      <dgm:spPr/>
      <dgm:t>
        <a:bodyPr/>
        <a:lstStyle/>
        <a:p>
          <a:endParaRPr lang="en-US"/>
        </a:p>
      </dgm:t>
    </dgm:pt>
    <dgm:pt modelId="{6BD9BD49-6CF3-874D-8275-7F3A8F099C91}" type="sibTrans" cxnId="{B68A8FA8-B2CD-BE4B-B84C-46BC4FA61B1E}">
      <dgm:prSet/>
      <dgm:spPr/>
      <dgm:t>
        <a:bodyPr/>
        <a:lstStyle/>
        <a:p>
          <a:endParaRPr lang="en-US"/>
        </a:p>
      </dgm:t>
    </dgm:pt>
    <dgm:pt modelId="{DE2F16E3-0002-584F-AD51-A52CDD343B7B}">
      <dgm:prSet phldrT="[Text]"/>
      <dgm:spPr/>
      <dgm:t>
        <a:bodyPr/>
        <a:lstStyle/>
        <a:p>
          <a:r>
            <a:rPr lang="en-US" dirty="0"/>
            <a:t>Meetings</a:t>
          </a:r>
        </a:p>
      </dgm:t>
    </dgm:pt>
    <dgm:pt modelId="{DAD0CB56-F8D7-3247-B4A7-0B09FBFFD4D4}" type="parTrans" cxnId="{C66101F1-B22F-514C-A2F1-4CB2FBE3E8F6}">
      <dgm:prSet/>
      <dgm:spPr/>
      <dgm:t>
        <a:bodyPr/>
        <a:lstStyle/>
        <a:p>
          <a:endParaRPr lang="en-US"/>
        </a:p>
      </dgm:t>
    </dgm:pt>
    <dgm:pt modelId="{EDC515FB-2848-8A45-BC08-61C403F0DA2A}" type="sibTrans" cxnId="{C66101F1-B22F-514C-A2F1-4CB2FBE3E8F6}">
      <dgm:prSet/>
      <dgm:spPr/>
      <dgm:t>
        <a:bodyPr/>
        <a:lstStyle/>
        <a:p>
          <a:endParaRPr lang="en-US"/>
        </a:p>
      </dgm:t>
    </dgm:pt>
    <dgm:pt modelId="{68A8C7A2-E87A-7845-8BCD-3A7442CB1EF9}">
      <dgm:prSet phldrT="[Text]"/>
      <dgm:spPr/>
      <dgm:t>
        <a:bodyPr/>
        <a:lstStyle/>
        <a:p>
          <a:r>
            <a:rPr lang="en-US" dirty="0"/>
            <a:t>Monitoring</a:t>
          </a:r>
        </a:p>
      </dgm:t>
    </dgm:pt>
    <dgm:pt modelId="{A79200C2-F7E6-AB42-B709-1C17E253F71A}" type="parTrans" cxnId="{21A68F1F-8633-A444-8003-B2DC2DE8F807}">
      <dgm:prSet/>
      <dgm:spPr/>
      <dgm:t>
        <a:bodyPr/>
        <a:lstStyle/>
        <a:p>
          <a:endParaRPr lang="en-US"/>
        </a:p>
      </dgm:t>
    </dgm:pt>
    <dgm:pt modelId="{0BA99621-F7CA-6C4A-B4A9-F80E01EDAD4E}" type="sibTrans" cxnId="{21A68F1F-8633-A444-8003-B2DC2DE8F807}">
      <dgm:prSet/>
      <dgm:spPr/>
      <dgm:t>
        <a:bodyPr/>
        <a:lstStyle/>
        <a:p>
          <a:endParaRPr lang="en-US"/>
        </a:p>
      </dgm:t>
    </dgm:pt>
    <dgm:pt modelId="{B17FB58F-18AC-034B-9514-4FF3903FEF05}">
      <dgm:prSet phldrT="[Text]"/>
      <dgm:spPr/>
      <dgm:t>
        <a:bodyPr/>
        <a:lstStyle/>
        <a:p>
          <a:r>
            <a:rPr lang="en-US" dirty="0"/>
            <a:t>Controls</a:t>
          </a:r>
        </a:p>
      </dgm:t>
    </dgm:pt>
    <dgm:pt modelId="{5D1F547F-A9C7-B445-ACE8-602CB0F44A36}" type="parTrans" cxnId="{BD413E3E-DE0B-174E-9175-B77480EF98AA}">
      <dgm:prSet/>
      <dgm:spPr/>
      <dgm:t>
        <a:bodyPr/>
        <a:lstStyle/>
        <a:p>
          <a:endParaRPr lang="en-US"/>
        </a:p>
      </dgm:t>
    </dgm:pt>
    <dgm:pt modelId="{BE7E23D9-3A6C-A24B-9B2A-16649D77A1FF}" type="sibTrans" cxnId="{BD413E3E-DE0B-174E-9175-B77480EF98AA}">
      <dgm:prSet/>
      <dgm:spPr/>
      <dgm:t>
        <a:bodyPr/>
        <a:lstStyle/>
        <a:p>
          <a:endParaRPr lang="en-US"/>
        </a:p>
      </dgm:t>
    </dgm:pt>
    <dgm:pt modelId="{10E28657-57E5-F146-A634-4740EFF79440}">
      <dgm:prSet phldrT="[Text]"/>
      <dgm:spPr/>
      <dgm:t>
        <a:bodyPr/>
        <a:lstStyle/>
        <a:p>
          <a:r>
            <a:rPr lang="en-US" dirty="0"/>
            <a:t>Activities / Events</a:t>
          </a:r>
        </a:p>
      </dgm:t>
    </dgm:pt>
    <dgm:pt modelId="{6E0F21CC-8025-AF44-810E-676B81830E26}" type="parTrans" cxnId="{F06CD706-0352-8B49-A4DB-B7884B655DDF}">
      <dgm:prSet/>
      <dgm:spPr/>
      <dgm:t>
        <a:bodyPr/>
        <a:lstStyle/>
        <a:p>
          <a:endParaRPr lang="en-US"/>
        </a:p>
      </dgm:t>
    </dgm:pt>
    <dgm:pt modelId="{53D95337-3642-9B4A-8EF0-D418952C9B5B}" type="sibTrans" cxnId="{F06CD706-0352-8B49-A4DB-B7884B655DDF}">
      <dgm:prSet/>
      <dgm:spPr/>
      <dgm:t>
        <a:bodyPr/>
        <a:lstStyle/>
        <a:p>
          <a:endParaRPr lang="en-US"/>
        </a:p>
      </dgm:t>
    </dgm:pt>
    <dgm:pt modelId="{7505D044-101D-CE4D-A596-7D7C2DA3A1C8}">
      <dgm:prSet phldrT="[Text]"/>
      <dgm:spPr/>
      <dgm:t>
        <a:bodyPr/>
        <a:lstStyle/>
        <a:p>
          <a:r>
            <a:rPr lang="en-US" dirty="0"/>
            <a:t>Escalation</a:t>
          </a:r>
        </a:p>
      </dgm:t>
    </dgm:pt>
    <dgm:pt modelId="{9CFCE317-2435-B244-A768-C6BB06A3D783}" type="parTrans" cxnId="{627A5924-F2CF-5E4A-82D0-2EB79D6D1E5D}">
      <dgm:prSet/>
      <dgm:spPr/>
      <dgm:t>
        <a:bodyPr/>
        <a:lstStyle/>
        <a:p>
          <a:endParaRPr lang="en-US"/>
        </a:p>
      </dgm:t>
    </dgm:pt>
    <dgm:pt modelId="{4240E428-ACAE-3C4B-AB2A-50DFE00B0585}" type="sibTrans" cxnId="{627A5924-F2CF-5E4A-82D0-2EB79D6D1E5D}">
      <dgm:prSet/>
      <dgm:spPr/>
      <dgm:t>
        <a:bodyPr/>
        <a:lstStyle/>
        <a:p>
          <a:endParaRPr lang="en-US"/>
        </a:p>
      </dgm:t>
    </dgm:pt>
    <dgm:pt modelId="{9954EECB-C27D-AC43-81CD-C41F2401C29C}">
      <dgm:prSet phldrT="[Text]"/>
      <dgm:spPr/>
      <dgm:t>
        <a:bodyPr/>
        <a:lstStyle/>
        <a:p>
          <a:r>
            <a:rPr lang="en-US" dirty="0"/>
            <a:t>Processes</a:t>
          </a:r>
        </a:p>
      </dgm:t>
    </dgm:pt>
    <dgm:pt modelId="{F42082C9-13A8-034A-8F67-37DAC343E2F9}" type="parTrans" cxnId="{2C98917B-F731-364D-960F-39790DA90C88}">
      <dgm:prSet/>
      <dgm:spPr/>
      <dgm:t>
        <a:bodyPr/>
        <a:lstStyle/>
        <a:p>
          <a:endParaRPr lang="en-US"/>
        </a:p>
      </dgm:t>
    </dgm:pt>
    <dgm:pt modelId="{F0B74A39-E0B3-EF48-8954-81524A74F4FD}" type="sibTrans" cxnId="{2C98917B-F731-364D-960F-39790DA90C88}">
      <dgm:prSet/>
      <dgm:spPr/>
      <dgm:t>
        <a:bodyPr/>
        <a:lstStyle/>
        <a:p>
          <a:endParaRPr lang="en-US"/>
        </a:p>
      </dgm:t>
    </dgm:pt>
    <dgm:pt modelId="{C03CB2B5-40FD-394D-8066-173BC661B269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6CB44F35-2313-4546-91F9-8B7780895DB8}" type="parTrans" cxnId="{B364AE86-8AD6-4D40-A740-DE8D2B289708}">
      <dgm:prSet/>
      <dgm:spPr/>
      <dgm:t>
        <a:bodyPr/>
        <a:lstStyle/>
        <a:p>
          <a:endParaRPr lang="en-US"/>
        </a:p>
      </dgm:t>
    </dgm:pt>
    <dgm:pt modelId="{7535EBA4-4D7B-254D-9D7C-BA2F20BE4B56}" type="sibTrans" cxnId="{B364AE86-8AD6-4D40-A740-DE8D2B289708}">
      <dgm:prSet/>
      <dgm:spPr/>
      <dgm:t>
        <a:bodyPr/>
        <a:lstStyle/>
        <a:p>
          <a:endParaRPr lang="en-US"/>
        </a:p>
      </dgm:t>
    </dgm:pt>
    <dgm:pt modelId="{6BEA0D25-F0A7-2741-86BA-7CD6689B55C8}">
      <dgm:prSet phldrT="[Text]"/>
      <dgm:spPr/>
      <dgm:t>
        <a:bodyPr/>
        <a:lstStyle/>
        <a:p>
          <a:r>
            <a:rPr lang="en-US" dirty="0"/>
            <a:t>Structured</a:t>
          </a:r>
        </a:p>
      </dgm:t>
    </dgm:pt>
    <dgm:pt modelId="{036A1BE4-1679-AE49-A115-0686164AEBED}" type="parTrans" cxnId="{6C7A8D54-0FFC-9146-A813-67D789B7308B}">
      <dgm:prSet/>
      <dgm:spPr/>
      <dgm:t>
        <a:bodyPr/>
        <a:lstStyle/>
        <a:p>
          <a:endParaRPr lang="en-US"/>
        </a:p>
      </dgm:t>
    </dgm:pt>
    <dgm:pt modelId="{C4D378C8-4F0E-8B4B-AF11-D9C318C3AEF6}" type="sibTrans" cxnId="{6C7A8D54-0FFC-9146-A813-67D789B7308B}">
      <dgm:prSet/>
      <dgm:spPr/>
      <dgm:t>
        <a:bodyPr/>
        <a:lstStyle/>
        <a:p>
          <a:endParaRPr lang="en-US"/>
        </a:p>
      </dgm:t>
    </dgm:pt>
    <dgm:pt modelId="{DDFAB2A4-B60C-CE49-A9B2-1F011636C18C}">
      <dgm:prSet phldrT="[Text]"/>
      <dgm:spPr/>
      <dgm:t>
        <a:bodyPr/>
        <a:lstStyle/>
        <a:p>
          <a:r>
            <a:rPr lang="en-US" dirty="0"/>
            <a:t>Unstructured</a:t>
          </a:r>
        </a:p>
      </dgm:t>
    </dgm:pt>
    <dgm:pt modelId="{FD035C09-7F21-CB4B-AF6D-C6B172BE48AB}" type="parTrans" cxnId="{9F5ED61D-3993-5248-A87B-35ACB0E19634}">
      <dgm:prSet/>
      <dgm:spPr/>
      <dgm:t>
        <a:bodyPr/>
        <a:lstStyle/>
        <a:p>
          <a:endParaRPr lang="en-US"/>
        </a:p>
      </dgm:t>
    </dgm:pt>
    <dgm:pt modelId="{751BE3B3-2372-134A-A9EC-4BFC0FCB2EB1}" type="sibTrans" cxnId="{9F5ED61D-3993-5248-A87B-35ACB0E19634}">
      <dgm:prSet/>
      <dgm:spPr/>
      <dgm:t>
        <a:bodyPr/>
        <a:lstStyle/>
        <a:p>
          <a:endParaRPr lang="en-US"/>
        </a:p>
      </dgm:t>
    </dgm:pt>
    <dgm:pt modelId="{6A78A360-4EF8-3343-90CC-B9752CF41274}">
      <dgm:prSet phldrT="[Text]"/>
      <dgm:spPr/>
      <dgm:t>
        <a:bodyPr/>
        <a:lstStyle/>
        <a:p>
          <a:r>
            <a:rPr lang="en-US" dirty="0"/>
            <a:t>Key Decisions</a:t>
          </a:r>
        </a:p>
      </dgm:t>
    </dgm:pt>
    <dgm:pt modelId="{AF88D0F5-9665-E046-A37F-A9B9822B8B28}" type="parTrans" cxnId="{B5F9D6BC-C062-964E-86A4-69FD050615E3}">
      <dgm:prSet/>
      <dgm:spPr/>
      <dgm:t>
        <a:bodyPr/>
        <a:lstStyle/>
        <a:p>
          <a:endParaRPr lang="en-US"/>
        </a:p>
      </dgm:t>
    </dgm:pt>
    <dgm:pt modelId="{A665BCB3-1407-E846-89F8-558BFBC292CC}" type="sibTrans" cxnId="{B5F9D6BC-C062-964E-86A4-69FD050615E3}">
      <dgm:prSet/>
      <dgm:spPr/>
      <dgm:t>
        <a:bodyPr/>
        <a:lstStyle/>
        <a:p>
          <a:endParaRPr lang="en-US"/>
        </a:p>
      </dgm:t>
    </dgm:pt>
    <dgm:pt modelId="{ABB30F9D-E6F7-C549-BBFC-75EC17B86613}">
      <dgm:prSet phldrT="[Text]"/>
      <dgm:spPr/>
      <dgm:t>
        <a:bodyPr/>
        <a:lstStyle/>
        <a:p>
          <a:r>
            <a:rPr lang="en-US" dirty="0"/>
            <a:t>Artifacts</a:t>
          </a:r>
        </a:p>
      </dgm:t>
    </dgm:pt>
    <dgm:pt modelId="{635A9ABA-F63A-EA43-96CA-EB770725B26A}" type="parTrans" cxnId="{5726BB3A-9D7A-DB47-88FA-FA840034B3CB}">
      <dgm:prSet/>
      <dgm:spPr/>
      <dgm:t>
        <a:bodyPr/>
        <a:lstStyle/>
        <a:p>
          <a:endParaRPr lang="en-US"/>
        </a:p>
      </dgm:t>
    </dgm:pt>
    <dgm:pt modelId="{E48B26CC-43F7-9046-B0BB-34653E9317CB}" type="sibTrans" cxnId="{5726BB3A-9D7A-DB47-88FA-FA840034B3CB}">
      <dgm:prSet/>
      <dgm:spPr/>
      <dgm:t>
        <a:bodyPr/>
        <a:lstStyle/>
        <a:p>
          <a:endParaRPr lang="en-US"/>
        </a:p>
      </dgm:t>
    </dgm:pt>
    <dgm:pt modelId="{BCF5DF51-9E09-814D-AE79-B322F8D756AC}" type="pres">
      <dgm:prSet presAssocID="{74D5A884-1BF3-4942-95BE-369C84F1543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A5E8E51-8621-E94D-8298-E5DB3AACAC71}" type="pres">
      <dgm:prSet presAssocID="{9954EECB-C27D-AC43-81CD-C41F2401C29C}" presName="root1" presStyleCnt="0"/>
      <dgm:spPr/>
    </dgm:pt>
    <dgm:pt modelId="{A79EB5E9-B3C0-964C-A365-4DB2A94590CA}" type="pres">
      <dgm:prSet presAssocID="{9954EECB-C27D-AC43-81CD-C41F2401C29C}" presName="LevelOneTextNode" presStyleLbl="node0" presStyleIdx="0" presStyleCnt="1">
        <dgm:presLayoutVars>
          <dgm:chPref val="3"/>
        </dgm:presLayoutVars>
      </dgm:prSet>
      <dgm:spPr/>
    </dgm:pt>
    <dgm:pt modelId="{262AEFBA-8FCE-E04E-A054-830972371147}" type="pres">
      <dgm:prSet presAssocID="{9954EECB-C27D-AC43-81CD-C41F2401C29C}" presName="level2hierChild" presStyleCnt="0"/>
      <dgm:spPr/>
    </dgm:pt>
    <dgm:pt modelId="{CE48F830-603A-D14C-8274-4E3FEEE2A1F9}" type="pres">
      <dgm:prSet presAssocID="{074DB7A8-95D8-D042-B815-EA749013742C}" presName="conn2-1" presStyleLbl="parChTrans1D2" presStyleIdx="0" presStyleCnt="7"/>
      <dgm:spPr/>
    </dgm:pt>
    <dgm:pt modelId="{87C74A73-9566-324F-9C37-D6CAA8D2FC8B}" type="pres">
      <dgm:prSet presAssocID="{074DB7A8-95D8-D042-B815-EA749013742C}" presName="connTx" presStyleLbl="parChTrans1D2" presStyleIdx="0" presStyleCnt="7"/>
      <dgm:spPr/>
    </dgm:pt>
    <dgm:pt modelId="{A183A1E4-E312-8545-9D04-979D8B7A6E80}" type="pres">
      <dgm:prSet presAssocID="{6FAE6A50-BC19-8444-A754-F30063BF9EB7}" presName="root2" presStyleCnt="0"/>
      <dgm:spPr/>
    </dgm:pt>
    <dgm:pt modelId="{EA1E59ED-317A-9B41-800F-57EDCAB068E9}" type="pres">
      <dgm:prSet presAssocID="{6FAE6A50-BC19-8444-A754-F30063BF9EB7}" presName="LevelTwoTextNode" presStyleLbl="node2" presStyleIdx="0" presStyleCnt="7">
        <dgm:presLayoutVars>
          <dgm:chPref val="3"/>
        </dgm:presLayoutVars>
      </dgm:prSet>
      <dgm:spPr/>
    </dgm:pt>
    <dgm:pt modelId="{7509A6E9-175A-8143-BE36-36053EE845E2}" type="pres">
      <dgm:prSet presAssocID="{6FAE6A50-BC19-8444-A754-F30063BF9EB7}" presName="level3hierChild" presStyleCnt="0"/>
      <dgm:spPr/>
    </dgm:pt>
    <dgm:pt modelId="{2E67E437-F850-6543-83ED-459D3B8BB5BF}" type="pres">
      <dgm:prSet presAssocID="{6E0F21CC-8025-AF44-810E-676B81830E26}" presName="conn2-1" presStyleLbl="parChTrans1D3" presStyleIdx="0" presStyleCnt="6"/>
      <dgm:spPr/>
    </dgm:pt>
    <dgm:pt modelId="{A1F93410-2B24-434E-B82B-921E0909785C}" type="pres">
      <dgm:prSet presAssocID="{6E0F21CC-8025-AF44-810E-676B81830E26}" presName="connTx" presStyleLbl="parChTrans1D3" presStyleIdx="0" presStyleCnt="6"/>
      <dgm:spPr/>
    </dgm:pt>
    <dgm:pt modelId="{9FB7D780-CFCF-1E4E-A8B8-DC5A4F0B3CAF}" type="pres">
      <dgm:prSet presAssocID="{10E28657-57E5-F146-A634-4740EFF79440}" presName="root2" presStyleCnt="0"/>
      <dgm:spPr/>
    </dgm:pt>
    <dgm:pt modelId="{D6B01C74-3BCF-FA4A-B1E6-D774182B123A}" type="pres">
      <dgm:prSet presAssocID="{10E28657-57E5-F146-A634-4740EFF79440}" presName="LevelTwoTextNode" presStyleLbl="node3" presStyleIdx="0" presStyleCnt="6">
        <dgm:presLayoutVars>
          <dgm:chPref val="3"/>
        </dgm:presLayoutVars>
      </dgm:prSet>
      <dgm:spPr/>
    </dgm:pt>
    <dgm:pt modelId="{D5E02F03-522B-204D-82DC-5DE9551BE956}" type="pres">
      <dgm:prSet presAssocID="{10E28657-57E5-F146-A634-4740EFF79440}" presName="level3hierChild" presStyleCnt="0"/>
      <dgm:spPr/>
    </dgm:pt>
    <dgm:pt modelId="{24902DE8-0C38-6E49-9FB7-C4CECEE55624}" type="pres">
      <dgm:prSet presAssocID="{9CFCE317-2435-B244-A768-C6BB06A3D783}" presName="conn2-1" presStyleLbl="parChTrans1D3" presStyleIdx="1" presStyleCnt="6"/>
      <dgm:spPr/>
    </dgm:pt>
    <dgm:pt modelId="{571D78FD-8449-7D46-8382-EBB554124FB5}" type="pres">
      <dgm:prSet presAssocID="{9CFCE317-2435-B244-A768-C6BB06A3D783}" presName="connTx" presStyleLbl="parChTrans1D3" presStyleIdx="1" presStyleCnt="6"/>
      <dgm:spPr/>
    </dgm:pt>
    <dgm:pt modelId="{87CEE84A-342D-674A-928B-6340A992F8F2}" type="pres">
      <dgm:prSet presAssocID="{7505D044-101D-CE4D-A596-7D7C2DA3A1C8}" presName="root2" presStyleCnt="0"/>
      <dgm:spPr/>
    </dgm:pt>
    <dgm:pt modelId="{7D217D22-7CCE-0C46-A7A6-EAEC31CAD6D4}" type="pres">
      <dgm:prSet presAssocID="{7505D044-101D-CE4D-A596-7D7C2DA3A1C8}" presName="LevelTwoTextNode" presStyleLbl="node3" presStyleIdx="1" presStyleCnt="6">
        <dgm:presLayoutVars>
          <dgm:chPref val="3"/>
        </dgm:presLayoutVars>
      </dgm:prSet>
      <dgm:spPr/>
    </dgm:pt>
    <dgm:pt modelId="{FFBD0897-A1E6-C44F-9B64-FA9B59B35BE2}" type="pres">
      <dgm:prSet presAssocID="{7505D044-101D-CE4D-A596-7D7C2DA3A1C8}" presName="level3hierChild" presStyleCnt="0"/>
      <dgm:spPr/>
    </dgm:pt>
    <dgm:pt modelId="{328FF82E-1617-324E-B584-BB4453ADA828}" type="pres">
      <dgm:prSet presAssocID="{E14692BA-678B-8A4E-91D4-823B86E27A59}" presName="conn2-1" presStyleLbl="parChTrans1D2" presStyleIdx="1" presStyleCnt="7"/>
      <dgm:spPr/>
    </dgm:pt>
    <dgm:pt modelId="{E0D6021E-39B1-8C49-825E-06F4144E92E7}" type="pres">
      <dgm:prSet presAssocID="{E14692BA-678B-8A4E-91D4-823B86E27A59}" presName="connTx" presStyleLbl="parChTrans1D2" presStyleIdx="1" presStyleCnt="7"/>
      <dgm:spPr/>
    </dgm:pt>
    <dgm:pt modelId="{3637DC6A-DF1A-0446-82AD-55B0B356610F}" type="pres">
      <dgm:prSet presAssocID="{4B55E037-42A9-F141-A4FD-2327CE18898D}" presName="root2" presStyleCnt="0"/>
      <dgm:spPr/>
    </dgm:pt>
    <dgm:pt modelId="{F03985ED-8953-5C4E-87DE-DD344679AC57}" type="pres">
      <dgm:prSet presAssocID="{4B55E037-42A9-F141-A4FD-2327CE18898D}" presName="LevelTwoTextNode" presStyleLbl="node2" presStyleIdx="1" presStyleCnt="7">
        <dgm:presLayoutVars>
          <dgm:chPref val="3"/>
        </dgm:presLayoutVars>
      </dgm:prSet>
      <dgm:spPr/>
    </dgm:pt>
    <dgm:pt modelId="{6CEEB55D-477D-6F4C-8427-0C211E80E634}" type="pres">
      <dgm:prSet presAssocID="{4B55E037-42A9-F141-A4FD-2327CE18898D}" presName="level3hierChild" presStyleCnt="0"/>
      <dgm:spPr/>
    </dgm:pt>
    <dgm:pt modelId="{6E6E879D-407C-6546-9A27-98A0A42D5850}" type="pres">
      <dgm:prSet presAssocID="{A79200C2-F7E6-AB42-B709-1C17E253F71A}" presName="conn2-1" presStyleLbl="parChTrans1D3" presStyleIdx="2" presStyleCnt="6"/>
      <dgm:spPr/>
    </dgm:pt>
    <dgm:pt modelId="{E4B2D89B-9920-7C43-81C1-D0C1FDF6A04B}" type="pres">
      <dgm:prSet presAssocID="{A79200C2-F7E6-AB42-B709-1C17E253F71A}" presName="connTx" presStyleLbl="parChTrans1D3" presStyleIdx="2" presStyleCnt="6"/>
      <dgm:spPr/>
    </dgm:pt>
    <dgm:pt modelId="{FBEB13F7-395B-B243-92C8-EF659E34DDC4}" type="pres">
      <dgm:prSet presAssocID="{68A8C7A2-E87A-7845-8BCD-3A7442CB1EF9}" presName="root2" presStyleCnt="0"/>
      <dgm:spPr/>
    </dgm:pt>
    <dgm:pt modelId="{5FC61ACC-D5DA-2B45-B630-E33F3CC7FDAB}" type="pres">
      <dgm:prSet presAssocID="{68A8C7A2-E87A-7845-8BCD-3A7442CB1EF9}" presName="LevelTwoTextNode" presStyleLbl="node3" presStyleIdx="2" presStyleCnt="6">
        <dgm:presLayoutVars>
          <dgm:chPref val="3"/>
        </dgm:presLayoutVars>
      </dgm:prSet>
      <dgm:spPr/>
    </dgm:pt>
    <dgm:pt modelId="{5523529C-87D3-F54D-B137-EEC529EAA592}" type="pres">
      <dgm:prSet presAssocID="{68A8C7A2-E87A-7845-8BCD-3A7442CB1EF9}" presName="level3hierChild" presStyleCnt="0"/>
      <dgm:spPr/>
    </dgm:pt>
    <dgm:pt modelId="{136C9175-0BFC-3A46-9642-34F10C42B24A}" type="pres">
      <dgm:prSet presAssocID="{DAD0CB56-F8D7-3247-B4A7-0B09FBFFD4D4}" presName="conn2-1" presStyleLbl="parChTrans1D3" presStyleIdx="3" presStyleCnt="6"/>
      <dgm:spPr/>
    </dgm:pt>
    <dgm:pt modelId="{1C8C1C0F-B6F5-AB47-B177-EC62E7BE60A4}" type="pres">
      <dgm:prSet presAssocID="{DAD0CB56-F8D7-3247-B4A7-0B09FBFFD4D4}" presName="connTx" presStyleLbl="parChTrans1D3" presStyleIdx="3" presStyleCnt="6"/>
      <dgm:spPr/>
    </dgm:pt>
    <dgm:pt modelId="{94F17E35-9D63-E140-AD85-863D3BE985E5}" type="pres">
      <dgm:prSet presAssocID="{DE2F16E3-0002-584F-AD51-A52CDD343B7B}" presName="root2" presStyleCnt="0"/>
      <dgm:spPr/>
    </dgm:pt>
    <dgm:pt modelId="{73F2D308-62E0-C74A-A838-7EA91CA43D71}" type="pres">
      <dgm:prSet presAssocID="{DE2F16E3-0002-584F-AD51-A52CDD343B7B}" presName="LevelTwoTextNode" presStyleLbl="node3" presStyleIdx="3" presStyleCnt="6">
        <dgm:presLayoutVars>
          <dgm:chPref val="3"/>
        </dgm:presLayoutVars>
      </dgm:prSet>
      <dgm:spPr/>
    </dgm:pt>
    <dgm:pt modelId="{6BF4CFAA-D1A1-1049-9D6E-88E141BA07DB}" type="pres">
      <dgm:prSet presAssocID="{DE2F16E3-0002-584F-AD51-A52CDD343B7B}" presName="level3hierChild" presStyleCnt="0"/>
      <dgm:spPr/>
    </dgm:pt>
    <dgm:pt modelId="{ECC6D05E-3206-4048-98C1-A58527C8CE24}" type="pres">
      <dgm:prSet presAssocID="{5D1F547F-A9C7-B445-ACE8-602CB0F44A36}" presName="conn2-1" presStyleLbl="parChTrans1D3" presStyleIdx="4" presStyleCnt="6"/>
      <dgm:spPr/>
    </dgm:pt>
    <dgm:pt modelId="{D2A37077-7905-6E47-8AE8-9EA23D53E5FB}" type="pres">
      <dgm:prSet presAssocID="{5D1F547F-A9C7-B445-ACE8-602CB0F44A36}" presName="connTx" presStyleLbl="parChTrans1D3" presStyleIdx="4" presStyleCnt="6"/>
      <dgm:spPr/>
    </dgm:pt>
    <dgm:pt modelId="{DBF05911-D436-6B46-A153-BCF0912424DE}" type="pres">
      <dgm:prSet presAssocID="{B17FB58F-18AC-034B-9514-4FF3903FEF05}" presName="root2" presStyleCnt="0"/>
      <dgm:spPr/>
    </dgm:pt>
    <dgm:pt modelId="{25BEC42A-6F33-C942-8613-45815D94FCEB}" type="pres">
      <dgm:prSet presAssocID="{B17FB58F-18AC-034B-9514-4FF3903FEF05}" presName="LevelTwoTextNode" presStyleLbl="node3" presStyleIdx="4" presStyleCnt="6">
        <dgm:presLayoutVars>
          <dgm:chPref val="3"/>
        </dgm:presLayoutVars>
      </dgm:prSet>
      <dgm:spPr/>
    </dgm:pt>
    <dgm:pt modelId="{B794BD92-57C4-F34C-B49F-82CC6D619C4E}" type="pres">
      <dgm:prSet presAssocID="{B17FB58F-18AC-034B-9514-4FF3903FEF05}" presName="level3hierChild" presStyleCnt="0"/>
      <dgm:spPr/>
    </dgm:pt>
    <dgm:pt modelId="{96D6A74D-4A9F-C043-9A6D-21FEEA64D0A7}" type="pres">
      <dgm:prSet presAssocID="{4565785C-ADCF-8D47-BCD5-49FBA51613F7}" presName="conn2-1" presStyleLbl="parChTrans1D2" presStyleIdx="2" presStyleCnt="7"/>
      <dgm:spPr/>
    </dgm:pt>
    <dgm:pt modelId="{0DEFA566-F41D-9B4C-B2C7-7BABD13D610B}" type="pres">
      <dgm:prSet presAssocID="{4565785C-ADCF-8D47-BCD5-49FBA51613F7}" presName="connTx" presStyleLbl="parChTrans1D2" presStyleIdx="2" presStyleCnt="7"/>
      <dgm:spPr/>
    </dgm:pt>
    <dgm:pt modelId="{55328561-022C-1641-A6FA-9F4F9554CD48}" type="pres">
      <dgm:prSet presAssocID="{43C811DA-E316-CB45-9337-F92CA8C147E0}" presName="root2" presStyleCnt="0"/>
      <dgm:spPr/>
    </dgm:pt>
    <dgm:pt modelId="{91856C67-7CDC-7A4A-BC9C-6DFDB3C2082F}" type="pres">
      <dgm:prSet presAssocID="{43C811DA-E316-CB45-9337-F92CA8C147E0}" presName="LevelTwoTextNode" presStyleLbl="node2" presStyleIdx="2" presStyleCnt="7">
        <dgm:presLayoutVars>
          <dgm:chPref val="3"/>
        </dgm:presLayoutVars>
      </dgm:prSet>
      <dgm:spPr/>
    </dgm:pt>
    <dgm:pt modelId="{DAC77D61-DC51-BB40-A379-5E76EDB0475F}" type="pres">
      <dgm:prSet presAssocID="{43C811DA-E316-CB45-9337-F92CA8C147E0}" presName="level3hierChild" presStyleCnt="0"/>
      <dgm:spPr/>
    </dgm:pt>
    <dgm:pt modelId="{B5E03A18-CB59-8C47-9684-B605FB62B688}" type="pres">
      <dgm:prSet presAssocID="{635A9ABA-F63A-EA43-96CA-EB770725B26A}" presName="conn2-1" presStyleLbl="parChTrans1D2" presStyleIdx="3" presStyleCnt="7"/>
      <dgm:spPr/>
    </dgm:pt>
    <dgm:pt modelId="{D021F985-29BA-4140-9C93-B7C9A1B5CE9B}" type="pres">
      <dgm:prSet presAssocID="{635A9ABA-F63A-EA43-96CA-EB770725B26A}" presName="connTx" presStyleLbl="parChTrans1D2" presStyleIdx="3" presStyleCnt="7"/>
      <dgm:spPr/>
    </dgm:pt>
    <dgm:pt modelId="{D2D328E7-78C2-2D42-BC95-B33F76981C41}" type="pres">
      <dgm:prSet presAssocID="{ABB30F9D-E6F7-C549-BBFC-75EC17B86613}" presName="root2" presStyleCnt="0"/>
      <dgm:spPr/>
    </dgm:pt>
    <dgm:pt modelId="{D3A8A1E4-EDD8-154E-8AD8-38F3247F2B24}" type="pres">
      <dgm:prSet presAssocID="{ABB30F9D-E6F7-C549-BBFC-75EC17B86613}" presName="LevelTwoTextNode" presStyleLbl="node2" presStyleIdx="3" presStyleCnt="7">
        <dgm:presLayoutVars>
          <dgm:chPref val="3"/>
        </dgm:presLayoutVars>
      </dgm:prSet>
      <dgm:spPr/>
    </dgm:pt>
    <dgm:pt modelId="{F0236804-1EA9-1544-B855-0F683ADB0D44}" type="pres">
      <dgm:prSet presAssocID="{ABB30F9D-E6F7-C549-BBFC-75EC17B86613}" presName="level3hierChild" presStyleCnt="0"/>
      <dgm:spPr/>
    </dgm:pt>
    <dgm:pt modelId="{3D4C4C23-BA19-D440-80F2-33BEB1653CC8}" type="pres">
      <dgm:prSet presAssocID="{61CA768D-BA89-7343-9929-768C37CFD77C}" presName="conn2-1" presStyleLbl="parChTrans1D2" presStyleIdx="4" presStyleCnt="7"/>
      <dgm:spPr/>
    </dgm:pt>
    <dgm:pt modelId="{7F05B938-8219-5E47-93D9-E09C4391BB70}" type="pres">
      <dgm:prSet presAssocID="{61CA768D-BA89-7343-9929-768C37CFD77C}" presName="connTx" presStyleLbl="parChTrans1D2" presStyleIdx="4" presStyleCnt="7"/>
      <dgm:spPr/>
    </dgm:pt>
    <dgm:pt modelId="{C31941C2-85B7-A343-84A3-78000E45DD90}" type="pres">
      <dgm:prSet presAssocID="{FE314ABE-7E68-2C46-AD3F-782F2E4226AB}" presName="root2" presStyleCnt="0"/>
      <dgm:spPr/>
    </dgm:pt>
    <dgm:pt modelId="{0F5276AE-1607-264E-9E77-1448DBFC4F04}" type="pres">
      <dgm:prSet presAssocID="{FE314ABE-7E68-2C46-AD3F-782F2E4226AB}" presName="LevelTwoTextNode" presStyleLbl="node2" presStyleIdx="4" presStyleCnt="7">
        <dgm:presLayoutVars>
          <dgm:chPref val="3"/>
        </dgm:presLayoutVars>
      </dgm:prSet>
      <dgm:spPr/>
    </dgm:pt>
    <dgm:pt modelId="{F4C49FD1-5201-C142-AB7A-4619E76BA495}" type="pres">
      <dgm:prSet presAssocID="{FE314ABE-7E68-2C46-AD3F-782F2E4226AB}" presName="level3hierChild" presStyleCnt="0"/>
      <dgm:spPr/>
    </dgm:pt>
    <dgm:pt modelId="{5CD9E21A-D0BF-9649-9376-E23E60104C59}" type="pres">
      <dgm:prSet presAssocID="{6CB44F35-2313-4546-91F9-8B7780895DB8}" presName="conn2-1" presStyleLbl="parChTrans1D3" presStyleIdx="5" presStyleCnt="6"/>
      <dgm:spPr/>
    </dgm:pt>
    <dgm:pt modelId="{8F906DAC-1776-2947-8B31-8259DE06D4F6}" type="pres">
      <dgm:prSet presAssocID="{6CB44F35-2313-4546-91F9-8B7780895DB8}" presName="connTx" presStyleLbl="parChTrans1D3" presStyleIdx="5" presStyleCnt="6"/>
      <dgm:spPr/>
    </dgm:pt>
    <dgm:pt modelId="{3F613D7F-2FA1-C746-9CAE-505FA7D0A174}" type="pres">
      <dgm:prSet presAssocID="{C03CB2B5-40FD-394D-8066-173BC661B269}" presName="root2" presStyleCnt="0"/>
      <dgm:spPr/>
    </dgm:pt>
    <dgm:pt modelId="{CBDD72A8-2C54-7849-8344-A4B5B1625EB5}" type="pres">
      <dgm:prSet presAssocID="{C03CB2B5-40FD-394D-8066-173BC661B269}" presName="LevelTwoTextNode" presStyleLbl="node3" presStyleIdx="5" presStyleCnt="6">
        <dgm:presLayoutVars>
          <dgm:chPref val="3"/>
        </dgm:presLayoutVars>
      </dgm:prSet>
      <dgm:spPr/>
    </dgm:pt>
    <dgm:pt modelId="{BD943E40-F730-FD48-91F3-D6F5B6A8790A}" type="pres">
      <dgm:prSet presAssocID="{C03CB2B5-40FD-394D-8066-173BC661B269}" presName="level3hierChild" presStyleCnt="0"/>
      <dgm:spPr/>
    </dgm:pt>
    <dgm:pt modelId="{B7CE6748-14AB-1E43-AA7F-1E96A66530E3}" type="pres">
      <dgm:prSet presAssocID="{036A1BE4-1679-AE49-A115-0686164AEBED}" presName="conn2-1" presStyleLbl="parChTrans1D4" presStyleIdx="0" presStyleCnt="2"/>
      <dgm:spPr/>
    </dgm:pt>
    <dgm:pt modelId="{E977535C-5EC6-6A4B-9995-BB249AFB9E77}" type="pres">
      <dgm:prSet presAssocID="{036A1BE4-1679-AE49-A115-0686164AEBED}" presName="connTx" presStyleLbl="parChTrans1D4" presStyleIdx="0" presStyleCnt="2"/>
      <dgm:spPr/>
    </dgm:pt>
    <dgm:pt modelId="{4A7D74A4-D3E8-404B-8F62-141DA03AC8AB}" type="pres">
      <dgm:prSet presAssocID="{6BEA0D25-F0A7-2741-86BA-7CD6689B55C8}" presName="root2" presStyleCnt="0"/>
      <dgm:spPr/>
    </dgm:pt>
    <dgm:pt modelId="{D92D882A-30FE-F949-BD31-EFE4F7FF0F97}" type="pres">
      <dgm:prSet presAssocID="{6BEA0D25-F0A7-2741-86BA-7CD6689B55C8}" presName="LevelTwoTextNode" presStyleLbl="node4" presStyleIdx="0" presStyleCnt="2">
        <dgm:presLayoutVars>
          <dgm:chPref val="3"/>
        </dgm:presLayoutVars>
      </dgm:prSet>
      <dgm:spPr/>
    </dgm:pt>
    <dgm:pt modelId="{EC0B9430-44CF-7B45-90FC-A572ABE2FD0C}" type="pres">
      <dgm:prSet presAssocID="{6BEA0D25-F0A7-2741-86BA-7CD6689B55C8}" presName="level3hierChild" presStyleCnt="0"/>
      <dgm:spPr/>
    </dgm:pt>
    <dgm:pt modelId="{57F1F2DE-5810-9846-8DE2-62FFE6506810}" type="pres">
      <dgm:prSet presAssocID="{FD035C09-7F21-CB4B-AF6D-C6B172BE48AB}" presName="conn2-1" presStyleLbl="parChTrans1D4" presStyleIdx="1" presStyleCnt="2"/>
      <dgm:spPr/>
    </dgm:pt>
    <dgm:pt modelId="{EE47D532-846A-1848-BB90-6549FB54E060}" type="pres">
      <dgm:prSet presAssocID="{FD035C09-7F21-CB4B-AF6D-C6B172BE48AB}" presName="connTx" presStyleLbl="parChTrans1D4" presStyleIdx="1" presStyleCnt="2"/>
      <dgm:spPr/>
    </dgm:pt>
    <dgm:pt modelId="{F8995995-2E31-954E-83CC-8156B0731454}" type="pres">
      <dgm:prSet presAssocID="{DDFAB2A4-B60C-CE49-A9B2-1F011636C18C}" presName="root2" presStyleCnt="0"/>
      <dgm:spPr/>
    </dgm:pt>
    <dgm:pt modelId="{130CCC1D-8DAF-5C46-A7E4-4295C7D80B79}" type="pres">
      <dgm:prSet presAssocID="{DDFAB2A4-B60C-CE49-A9B2-1F011636C18C}" presName="LevelTwoTextNode" presStyleLbl="node4" presStyleIdx="1" presStyleCnt="2">
        <dgm:presLayoutVars>
          <dgm:chPref val="3"/>
        </dgm:presLayoutVars>
      </dgm:prSet>
      <dgm:spPr/>
    </dgm:pt>
    <dgm:pt modelId="{695192C8-5A92-C243-978A-7AA31EB4F8EF}" type="pres">
      <dgm:prSet presAssocID="{DDFAB2A4-B60C-CE49-A9B2-1F011636C18C}" presName="level3hierChild" presStyleCnt="0"/>
      <dgm:spPr/>
    </dgm:pt>
    <dgm:pt modelId="{EB200D38-7982-8645-AF62-6A284DEFF029}" type="pres">
      <dgm:prSet presAssocID="{39171062-40B7-E94F-8702-788C1A74EB96}" presName="conn2-1" presStyleLbl="parChTrans1D2" presStyleIdx="5" presStyleCnt="7"/>
      <dgm:spPr/>
    </dgm:pt>
    <dgm:pt modelId="{2A975826-AD82-F246-8422-61988EB0B42E}" type="pres">
      <dgm:prSet presAssocID="{39171062-40B7-E94F-8702-788C1A74EB96}" presName="connTx" presStyleLbl="parChTrans1D2" presStyleIdx="5" presStyleCnt="7"/>
      <dgm:spPr/>
    </dgm:pt>
    <dgm:pt modelId="{C80E6763-BE19-684D-98E3-F01923C1F10C}" type="pres">
      <dgm:prSet presAssocID="{EDF5E4B2-1640-A947-A6DB-63CC7F9B2C05}" presName="root2" presStyleCnt="0"/>
      <dgm:spPr/>
    </dgm:pt>
    <dgm:pt modelId="{724E3C02-7C53-244C-AFFA-A1B5F4120786}" type="pres">
      <dgm:prSet presAssocID="{EDF5E4B2-1640-A947-A6DB-63CC7F9B2C05}" presName="LevelTwoTextNode" presStyleLbl="node2" presStyleIdx="5" presStyleCnt="7">
        <dgm:presLayoutVars>
          <dgm:chPref val="3"/>
        </dgm:presLayoutVars>
      </dgm:prSet>
      <dgm:spPr/>
    </dgm:pt>
    <dgm:pt modelId="{66935FDE-77DC-1C46-A73B-BB3F56705FA2}" type="pres">
      <dgm:prSet presAssocID="{EDF5E4B2-1640-A947-A6DB-63CC7F9B2C05}" presName="level3hierChild" presStyleCnt="0"/>
      <dgm:spPr/>
    </dgm:pt>
    <dgm:pt modelId="{CDEC5AE2-F02B-EA4F-9D3D-7B76503EEDC7}" type="pres">
      <dgm:prSet presAssocID="{AF88D0F5-9665-E046-A37F-A9B9822B8B28}" presName="conn2-1" presStyleLbl="parChTrans1D2" presStyleIdx="6" presStyleCnt="7"/>
      <dgm:spPr/>
    </dgm:pt>
    <dgm:pt modelId="{7044AE51-7AEA-DB49-B57D-4EF82E621329}" type="pres">
      <dgm:prSet presAssocID="{AF88D0F5-9665-E046-A37F-A9B9822B8B28}" presName="connTx" presStyleLbl="parChTrans1D2" presStyleIdx="6" presStyleCnt="7"/>
      <dgm:spPr/>
    </dgm:pt>
    <dgm:pt modelId="{10D9589B-76C1-9B47-B532-F7FC2D49E411}" type="pres">
      <dgm:prSet presAssocID="{6A78A360-4EF8-3343-90CC-B9752CF41274}" presName="root2" presStyleCnt="0"/>
      <dgm:spPr/>
    </dgm:pt>
    <dgm:pt modelId="{795BDF21-61EF-BD4D-9034-D1A24E7E3BE0}" type="pres">
      <dgm:prSet presAssocID="{6A78A360-4EF8-3343-90CC-B9752CF41274}" presName="LevelTwoTextNode" presStyleLbl="node2" presStyleIdx="6" presStyleCnt="7">
        <dgm:presLayoutVars>
          <dgm:chPref val="3"/>
        </dgm:presLayoutVars>
      </dgm:prSet>
      <dgm:spPr/>
    </dgm:pt>
    <dgm:pt modelId="{78F567F0-73EB-E54F-BF57-0EFDAEDAF900}" type="pres">
      <dgm:prSet presAssocID="{6A78A360-4EF8-3343-90CC-B9752CF41274}" presName="level3hierChild" presStyleCnt="0"/>
      <dgm:spPr/>
    </dgm:pt>
  </dgm:ptLst>
  <dgm:cxnLst>
    <dgm:cxn modelId="{A0FAAE01-B560-6842-BE2F-B1B01D8CFDBC}" type="presOf" srcId="{074DB7A8-95D8-D042-B815-EA749013742C}" destId="{CE48F830-603A-D14C-8274-4E3FEEE2A1F9}" srcOrd="0" destOrd="0" presId="urn:microsoft.com/office/officeart/2005/8/layout/hierarchy2"/>
    <dgm:cxn modelId="{F06CD706-0352-8B49-A4DB-B7884B655DDF}" srcId="{6FAE6A50-BC19-8444-A754-F30063BF9EB7}" destId="{10E28657-57E5-F146-A634-4740EFF79440}" srcOrd="0" destOrd="0" parTransId="{6E0F21CC-8025-AF44-810E-676B81830E26}" sibTransId="{53D95337-3642-9B4A-8EF0-D418952C9B5B}"/>
    <dgm:cxn modelId="{D2F38708-DD57-5F42-9523-C19E22C7A4B2}" type="presOf" srcId="{EDF5E4B2-1640-A947-A6DB-63CC7F9B2C05}" destId="{724E3C02-7C53-244C-AFFA-A1B5F4120786}" srcOrd="0" destOrd="0" presId="urn:microsoft.com/office/officeart/2005/8/layout/hierarchy2"/>
    <dgm:cxn modelId="{3A22050E-8FFC-5541-8F50-B4C10FB4BD56}" type="presOf" srcId="{DDFAB2A4-B60C-CE49-A9B2-1F011636C18C}" destId="{130CCC1D-8DAF-5C46-A7E4-4295C7D80B79}" srcOrd="0" destOrd="0" presId="urn:microsoft.com/office/officeart/2005/8/layout/hierarchy2"/>
    <dgm:cxn modelId="{26F9CC0E-033C-4A43-90D1-8A9B6CF608E2}" type="presOf" srcId="{4B55E037-42A9-F141-A4FD-2327CE18898D}" destId="{F03985ED-8953-5C4E-87DE-DD344679AC57}" srcOrd="0" destOrd="0" presId="urn:microsoft.com/office/officeart/2005/8/layout/hierarchy2"/>
    <dgm:cxn modelId="{60D01611-9EE8-8C49-B24C-5D6AFE059CC0}" type="presOf" srcId="{074DB7A8-95D8-D042-B815-EA749013742C}" destId="{87C74A73-9566-324F-9C37-D6CAA8D2FC8B}" srcOrd="1" destOrd="0" presId="urn:microsoft.com/office/officeart/2005/8/layout/hierarchy2"/>
    <dgm:cxn modelId="{5D093E14-EE9A-E344-9C6D-56BF3B852B9D}" type="presOf" srcId="{10E28657-57E5-F146-A634-4740EFF79440}" destId="{D6B01C74-3BCF-FA4A-B1E6-D774182B123A}" srcOrd="0" destOrd="0" presId="urn:microsoft.com/office/officeart/2005/8/layout/hierarchy2"/>
    <dgm:cxn modelId="{08AAB719-CAEB-7144-B3D9-28B8284EE3E3}" type="presOf" srcId="{39171062-40B7-E94F-8702-788C1A74EB96}" destId="{2A975826-AD82-F246-8422-61988EB0B42E}" srcOrd="1" destOrd="0" presId="urn:microsoft.com/office/officeart/2005/8/layout/hierarchy2"/>
    <dgm:cxn modelId="{9F5ED61D-3993-5248-A87B-35ACB0E19634}" srcId="{C03CB2B5-40FD-394D-8066-173BC661B269}" destId="{DDFAB2A4-B60C-CE49-A9B2-1F011636C18C}" srcOrd="1" destOrd="0" parTransId="{FD035C09-7F21-CB4B-AF6D-C6B172BE48AB}" sibTransId="{751BE3B3-2372-134A-A9EC-4BFC0FCB2EB1}"/>
    <dgm:cxn modelId="{21A68F1F-8633-A444-8003-B2DC2DE8F807}" srcId="{4B55E037-42A9-F141-A4FD-2327CE18898D}" destId="{68A8C7A2-E87A-7845-8BCD-3A7442CB1EF9}" srcOrd="0" destOrd="0" parTransId="{A79200C2-F7E6-AB42-B709-1C17E253F71A}" sibTransId="{0BA99621-F7CA-6C4A-B4A9-F80E01EDAD4E}"/>
    <dgm:cxn modelId="{9A050D22-4A9D-AA46-9F23-62FCDBBC48A8}" type="presOf" srcId="{DAD0CB56-F8D7-3247-B4A7-0B09FBFFD4D4}" destId="{1C8C1C0F-B6F5-AB47-B177-EC62E7BE60A4}" srcOrd="1" destOrd="0" presId="urn:microsoft.com/office/officeart/2005/8/layout/hierarchy2"/>
    <dgm:cxn modelId="{627A5924-F2CF-5E4A-82D0-2EB79D6D1E5D}" srcId="{6FAE6A50-BC19-8444-A754-F30063BF9EB7}" destId="{7505D044-101D-CE4D-A596-7D7C2DA3A1C8}" srcOrd="1" destOrd="0" parTransId="{9CFCE317-2435-B244-A768-C6BB06A3D783}" sibTransId="{4240E428-ACAE-3C4B-AB2A-50DFE00B0585}"/>
    <dgm:cxn modelId="{323F8A29-3706-C841-AE9B-185CCF8AE289}" type="presOf" srcId="{5D1F547F-A9C7-B445-ACE8-602CB0F44A36}" destId="{ECC6D05E-3206-4048-98C1-A58527C8CE24}" srcOrd="0" destOrd="0" presId="urn:microsoft.com/office/officeart/2005/8/layout/hierarchy2"/>
    <dgm:cxn modelId="{9679BB2A-9F6D-4942-AE29-D3A9CF477369}" type="presOf" srcId="{036A1BE4-1679-AE49-A115-0686164AEBED}" destId="{B7CE6748-14AB-1E43-AA7F-1E96A66530E3}" srcOrd="0" destOrd="0" presId="urn:microsoft.com/office/officeart/2005/8/layout/hierarchy2"/>
    <dgm:cxn modelId="{E5C74535-8606-2346-9551-52D87C21E1B8}" type="presOf" srcId="{B17FB58F-18AC-034B-9514-4FF3903FEF05}" destId="{25BEC42A-6F33-C942-8613-45815D94FCEB}" srcOrd="0" destOrd="0" presId="urn:microsoft.com/office/officeart/2005/8/layout/hierarchy2"/>
    <dgm:cxn modelId="{8B184936-973F-6940-9CF2-AE285BE99E69}" type="presOf" srcId="{43C811DA-E316-CB45-9337-F92CA8C147E0}" destId="{91856C67-7CDC-7A4A-BC9C-6DFDB3C2082F}" srcOrd="0" destOrd="0" presId="urn:microsoft.com/office/officeart/2005/8/layout/hierarchy2"/>
    <dgm:cxn modelId="{B909EA36-9460-3940-A93D-DC8BFD32062E}" type="presOf" srcId="{A79200C2-F7E6-AB42-B709-1C17E253F71A}" destId="{6E6E879D-407C-6546-9A27-98A0A42D5850}" srcOrd="0" destOrd="0" presId="urn:microsoft.com/office/officeart/2005/8/layout/hierarchy2"/>
    <dgm:cxn modelId="{5726BB3A-9D7A-DB47-88FA-FA840034B3CB}" srcId="{9954EECB-C27D-AC43-81CD-C41F2401C29C}" destId="{ABB30F9D-E6F7-C549-BBFC-75EC17B86613}" srcOrd="3" destOrd="0" parTransId="{635A9ABA-F63A-EA43-96CA-EB770725B26A}" sibTransId="{E48B26CC-43F7-9046-B0BB-34653E9317CB}"/>
    <dgm:cxn modelId="{3C75CA3B-57A7-D449-A05D-6F0D92BD445F}" type="presOf" srcId="{6A78A360-4EF8-3343-90CC-B9752CF41274}" destId="{795BDF21-61EF-BD4D-9034-D1A24E7E3BE0}" srcOrd="0" destOrd="0" presId="urn:microsoft.com/office/officeart/2005/8/layout/hierarchy2"/>
    <dgm:cxn modelId="{B210F23C-E00F-A84A-A388-2B1AB52F15E6}" type="presOf" srcId="{6E0F21CC-8025-AF44-810E-676B81830E26}" destId="{A1F93410-2B24-434E-B82B-921E0909785C}" srcOrd="1" destOrd="0" presId="urn:microsoft.com/office/officeart/2005/8/layout/hierarchy2"/>
    <dgm:cxn modelId="{5BCA273D-F604-FB4A-8ED1-B247A14CA06C}" type="presOf" srcId="{AF88D0F5-9665-E046-A37F-A9B9822B8B28}" destId="{CDEC5AE2-F02B-EA4F-9D3D-7B76503EEDC7}" srcOrd="0" destOrd="0" presId="urn:microsoft.com/office/officeart/2005/8/layout/hierarchy2"/>
    <dgm:cxn modelId="{BD413E3E-DE0B-174E-9175-B77480EF98AA}" srcId="{4B55E037-42A9-F141-A4FD-2327CE18898D}" destId="{B17FB58F-18AC-034B-9514-4FF3903FEF05}" srcOrd="2" destOrd="0" parTransId="{5D1F547F-A9C7-B445-ACE8-602CB0F44A36}" sibTransId="{BE7E23D9-3A6C-A24B-9B2A-16649D77A1FF}"/>
    <dgm:cxn modelId="{F016054A-04F3-8047-BAB5-D454CBEE130F}" type="presOf" srcId="{9954EECB-C27D-AC43-81CD-C41F2401C29C}" destId="{A79EB5E9-B3C0-964C-A365-4DB2A94590CA}" srcOrd="0" destOrd="0" presId="urn:microsoft.com/office/officeart/2005/8/layout/hierarchy2"/>
    <dgm:cxn modelId="{CF610B4A-D885-E94A-88E7-8051501B4F43}" type="presOf" srcId="{E14692BA-678B-8A4E-91D4-823B86E27A59}" destId="{E0D6021E-39B1-8C49-825E-06F4144E92E7}" srcOrd="1" destOrd="0" presId="urn:microsoft.com/office/officeart/2005/8/layout/hierarchy2"/>
    <dgm:cxn modelId="{B201A251-EFBE-514A-9FA8-E41CAE39E8B5}" type="presOf" srcId="{FD035C09-7F21-CB4B-AF6D-C6B172BE48AB}" destId="{EE47D532-846A-1848-BB90-6549FB54E060}" srcOrd="1" destOrd="0" presId="urn:microsoft.com/office/officeart/2005/8/layout/hierarchy2"/>
    <dgm:cxn modelId="{6C7A8D54-0FFC-9146-A813-67D789B7308B}" srcId="{C03CB2B5-40FD-394D-8066-173BC661B269}" destId="{6BEA0D25-F0A7-2741-86BA-7CD6689B55C8}" srcOrd="0" destOrd="0" parTransId="{036A1BE4-1679-AE49-A115-0686164AEBED}" sibTransId="{C4D378C8-4F0E-8B4B-AF11-D9C318C3AEF6}"/>
    <dgm:cxn modelId="{D9ABE855-83B3-F847-AA42-D60D05435BBB}" srcId="{9954EECB-C27D-AC43-81CD-C41F2401C29C}" destId="{EDF5E4B2-1640-A947-A6DB-63CC7F9B2C05}" srcOrd="5" destOrd="0" parTransId="{39171062-40B7-E94F-8702-788C1A74EB96}" sibTransId="{CEE711F9-97F6-CC45-AF2A-DC5021451A3F}"/>
    <dgm:cxn modelId="{8185A35E-9CC1-4445-B0AE-3D1F4E0ED94A}" type="presOf" srcId="{FE314ABE-7E68-2C46-AD3F-782F2E4226AB}" destId="{0F5276AE-1607-264E-9E77-1448DBFC4F04}" srcOrd="0" destOrd="0" presId="urn:microsoft.com/office/officeart/2005/8/layout/hierarchy2"/>
    <dgm:cxn modelId="{0BFB7A63-328C-3A44-8D75-71AA8720FFC3}" type="presOf" srcId="{39171062-40B7-E94F-8702-788C1A74EB96}" destId="{EB200D38-7982-8645-AF62-6A284DEFF029}" srcOrd="0" destOrd="0" presId="urn:microsoft.com/office/officeart/2005/8/layout/hierarchy2"/>
    <dgm:cxn modelId="{17072A67-7FF6-3140-AFEE-9217E53E4DBC}" type="presOf" srcId="{6E0F21CC-8025-AF44-810E-676B81830E26}" destId="{2E67E437-F850-6543-83ED-459D3B8BB5BF}" srcOrd="0" destOrd="0" presId="urn:microsoft.com/office/officeart/2005/8/layout/hierarchy2"/>
    <dgm:cxn modelId="{40058C69-31DF-5148-8D35-5C795B44161F}" type="presOf" srcId="{036A1BE4-1679-AE49-A115-0686164AEBED}" destId="{E977535C-5EC6-6A4B-9995-BB249AFB9E77}" srcOrd="1" destOrd="0" presId="urn:microsoft.com/office/officeart/2005/8/layout/hierarchy2"/>
    <dgm:cxn modelId="{CE2CA66C-8977-E94D-B888-AC3FEF2AB4B2}" type="presOf" srcId="{6FAE6A50-BC19-8444-A754-F30063BF9EB7}" destId="{EA1E59ED-317A-9B41-800F-57EDCAB068E9}" srcOrd="0" destOrd="0" presId="urn:microsoft.com/office/officeart/2005/8/layout/hierarchy2"/>
    <dgm:cxn modelId="{89A21571-9535-2548-A357-F69D0E2447CF}" type="presOf" srcId="{7505D044-101D-CE4D-A596-7D7C2DA3A1C8}" destId="{7D217D22-7CCE-0C46-A7A6-EAEC31CAD6D4}" srcOrd="0" destOrd="0" presId="urn:microsoft.com/office/officeart/2005/8/layout/hierarchy2"/>
    <dgm:cxn modelId="{EBBB5871-A37E-0E49-90B6-A68FE9BD5E92}" type="presOf" srcId="{A79200C2-F7E6-AB42-B709-1C17E253F71A}" destId="{E4B2D89B-9920-7C43-81C1-D0C1FDF6A04B}" srcOrd="1" destOrd="0" presId="urn:microsoft.com/office/officeart/2005/8/layout/hierarchy2"/>
    <dgm:cxn modelId="{E63F1A73-AE17-2F4A-8BFD-1971C188A62C}" type="presOf" srcId="{635A9ABA-F63A-EA43-96CA-EB770725B26A}" destId="{B5E03A18-CB59-8C47-9684-B605FB62B688}" srcOrd="0" destOrd="0" presId="urn:microsoft.com/office/officeart/2005/8/layout/hierarchy2"/>
    <dgm:cxn modelId="{462FA574-755B-A24C-A8A2-32C96541E424}" srcId="{9954EECB-C27D-AC43-81CD-C41F2401C29C}" destId="{FE314ABE-7E68-2C46-AD3F-782F2E4226AB}" srcOrd="4" destOrd="0" parTransId="{61CA768D-BA89-7343-9929-768C37CFD77C}" sibTransId="{578D1679-133E-E141-993C-D3818B69560C}"/>
    <dgm:cxn modelId="{DBE65C7B-124A-9F49-B8D5-F2AD7830EC4B}" type="presOf" srcId="{68A8C7A2-E87A-7845-8BCD-3A7442CB1EF9}" destId="{5FC61ACC-D5DA-2B45-B630-E33F3CC7FDAB}" srcOrd="0" destOrd="0" presId="urn:microsoft.com/office/officeart/2005/8/layout/hierarchy2"/>
    <dgm:cxn modelId="{2C98917B-F731-364D-960F-39790DA90C88}" srcId="{74D5A884-1BF3-4942-95BE-369C84F1543C}" destId="{9954EECB-C27D-AC43-81CD-C41F2401C29C}" srcOrd="0" destOrd="0" parTransId="{F42082C9-13A8-034A-8F67-37DAC343E2F9}" sibTransId="{F0B74A39-E0B3-EF48-8954-81524A74F4FD}"/>
    <dgm:cxn modelId="{72803D81-3E9F-9449-974E-5EAA383C2B43}" type="presOf" srcId="{C03CB2B5-40FD-394D-8066-173BC661B269}" destId="{CBDD72A8-2C54-7849-8344-A4B5B1625EB5}" srcOrd="0" destOrd="0" presId="urn:microsoft.com/office/officeart/2005/8/layout/hierarchy2"/>
    <dgm:cxn modelId="{B364AE86-8AD6-4D40-A740-DE8D2B289708}" srcId="{FE314ABE-7E68-2C46-AD3F-782F2E4226AB}" destId="{C03CB2B5-40FD-394D-8066-173BC661B269}" srcOrd="0" destOrd="0" parTransId="{6CB44F35-2313-4546-91F9-8B7780895DB8}" sibTransId="{7535EBA4-4D7B-254D-9D7C-BA2F20BE4B56}"/>
    <dgm:cxn modelId="{0DDFF991-6E2B-A746-BEFC-10ABCC850058}" type="presOf" srcId="{9CFCE317-2435-B244-A768-C6BB06A3D783}" destId="{571D78FD-8449-7D46-8382-EBB554124FB5}" srcOrd="1" destOrd="0" presId="urn:microsoft.com/office/officeart/2005/8/layout/hierarchy2"/>
    <dgm:cxn modelId="{4C850792-CF46-984B-B15C-A26B4A4D1995}" type="presOf" srcId="{AF88D0F5-9665-E046-A37F-A9B9822B8B28}" destId="{7044AE51-7AEA-DB49-B57D-4EF82E621329}" srcOrd="1" destOrd="0" presId="urn:microsoft.com/office/officeart/2005/8/layout/hierarchy2"/>
    <dgm:cxn modelId="{E0D19097-E340-7546-A40F-8FB06BBF3995}" type="presOf" srcId="{6CB44F35-2313-4546-91F9-8B7780895DB8}" destId="{8F906DAC-1776-2947-8B31-8259DE06D4F6}" srcOrd="1" destOrd="0" presId="urn:microsoft.com/office/officeart/2005/8/layout/hierarchy2"/>
    <dgm:cxn modelId="{B6A0F698-55AB-7C49-A57F-167CADC88DCA}" type="presOf" srcId="{DAD0CB56-F8D7-3247-B4A7-0B09FBFFD4D4}" destId="{136C9175-0BFC-3A46-9642-34F10C42B24A}" srcOrd="0" destOrd="0" presId="urn:microsoft.com/office/officeart/2005/8/layout/hierarchy2"/>
    <dgm:cxn modelId="{B68A8FA8-B2CD-BE4B-B84C-46BC4FA61B1E}" srcId="{9954EECB-C27D-AC43-81CD-C41F2401C29C}" destId="{4B55E037-42A9-F141-A4FD-2327CE18898D}" srcOrd="1" destOrd="0" parTransId="{E14692BA-678B-8A4E-91D4-823B86E27A59}" sibTransId="{6BD9BD49-6CF3-874D-8275-7F3A8F099C91}"/>
    <dgm:cxn modelId="{DDBFA0AE-9737-474E-B9E7-4FA7E64BA408}" type="presOf" srcId="{4565785C-ADCF-8D47-BCD5-49FBA51613F7}" destId="{96D6A74D-4A9F-C043-9A6D-21FEEA64D0A7}" srcOrd="0" destOrd="0" presId="urn:microsoft.com/office/officeart/2005/8/layout/hierarchy2"/>
    <dgm:cxn modelId="{58C21FB6-1F7B-EC43-9820-A9B686D07F9D}" type="presOf" srcId="{4565785C-ADCF-8D47-BCD5-49FBA51613F7}" destId="{0DEFA566-F41D-9B4C-B2C7-7BABD13D610B}" srcOrd="1" destOrd="0" presId="urn:microsoft.com/office/officeart/2005/8/layout/hierarchy2"/>
    <dgm:cxn modelId="{9E2579B8-2D52-774C-9CBD-1E84CD41E3BE}" type="presOf" srcId="{ABB30F9D-E6F7-C549-BBFC-75EC17B86613}" destId="{D3A8A1E4-EDD8-154E-8AD8-38F3247F2B24}" srcOrd="0" destOrd="0" presId="urn:microsoft.com/office/officeart/2005/8/layout/hierarchy2"/>
    <dgm:cxn modelId="{B5F9D6BC-C062-964E-86A4-69FD050615E3}" srcId="{9954EECB-C27D-AC43-81CD-C41F2401C29C}" destId="{6A78A360-4EF8-3343-90CC-B9752CF41274}" srcOrd="6" destOrd="0" parTransId="{AF88D0F5-9665-E046-A37F-A9B9822B8B28}" sibTransId="{A665BCB3-1407-E846-89F8-558BFBC292CC}"/>
    <dgm:cxn modelId="{ABC717BE-3085-E845-88A0-76AFA9128035}" type="presOf" srcId="{FD035C09-7F21-CB4B-AF6D-C6B172BE48AB}" destId="{57F1F2DE-5810-9846-8DE2-62FFE6506810}" srcOrd="0" destOrd="0" presId="urn:microsoft.com/office/officeart/2005/8/layout/hierarchy2"/>
    <dgm:cxn modelId="{115E9FC3-544E-104B-88E0-A424168D513D}" type="presOf" srcId="{61CA768D-BA89-7343-9929-768C37CFD77C}" destId="{7F05B938-8219-5E47-93D9-E09C4391BB70}" srcOrd="1" destOrd="0" presId="urn:microsoft.com/office/officeart/2005/8/layout/hierarchy2"/>
    <dgm:cxn modelId="{7759CFC3-1CB8-7F42-B738-D24ECFCF0FA4}" type="presOf" srcId="{E14692BA-678B-8A4E-91D4-823B86E27A59}" destId="{328FF82E-1617-324E-B584-BB4453ADA828}" srcOrd="0" destOrd="0" presId="urn:microsoft.com/office/officeart/2005/8/layout/hierarchy2"/>
    <dgm:cxn modelId="{DC72DDCE-79A7-7946-B154-03701B006698}" srcId="{9954EECB-C27D-AC43-81CD-C41F2401C29C}" destId="{6FAE6A50-BC19-8444-A754-F30063BF9EB7}" srcOrd="0" destOrd="0" parTransId="{074DB7A8-95D8-D042-B815-EA749013742C}" sibTransId="{2B3D3271-9CC8-A244-A1D0-B10915DA0AE1}"/>
    <dgm:cxn modelId="{0CCB49CF-7EBE-8445-9189-9D7529A89824}" type="presOf" srcId="{5D1F547F-A9C7-B445-ACE8-602CB0F44A36}" destId="{D2A37077-7905-6E47-8AE8-9EA23D53E5FB}" srcOrd="1" destOrd="0" presId="urn:microsoft.com/office/officeart/2005/8/layout/hierarchy2"/>
    <dgm:cxn modelId="{A771CBD1-F734-C14E-9362-EC4229455366}" type="presOf" srcId="{6CB44F35-2313-4546-91F9-8B7780895DB8}" destId="{5CD9E21A-D0BF-9649-9376-E23E60104C59}" srcOrd="0" destOrd="0" presId="urn:microsoft.com/office/officeart/2005/8/layout/hierarchy2"/>
    <dgm:cxn modelId="{D216A8D4-DE95-5A49-8064-C1B11945DABA}" type="presOf" srcId="{61CA768D-BA89-7343-9929-768C37CFD77C}" destId="{3D4C4C23-BA19-D440-80F2-33BEB1653CC8}" srcOrd="0" destOrd="0" presId="urn:microsoft.com/office/officeart/2005/8/layout/hierarchy2"/>
    <dgm:cxn modelId="{3F84C2DA-6C09-9F4A-A3E3-0DFC1735C24B}" type="presOf" srcId="{74D5A884-1BF3-4942-95BE-369C84F1543C}" destId="{BCF5DF51-9E09-814D-AE79-B322F8D756AC}" srcOrd="0" destOrd="0" presId="urn:microsoft.com/office/officeart/2005/8/layout/hierarchy2"/>
    <dgm:cxn modelId="{A2EE58DE-8E17-324A-864E-217B9C65C844}" type="presOf" srcId="{DE2F16E3-0002-584F-AD51-A52CDD343B7B}" destId="{73F2D308-62E0-C74A-A838-7EA91CA43D71}" srcOrd="0" destOrd="0" presId="urn:microsoft.com/office/officeart/2005/8/layout/hierarchy2"/>
    <dgm:cxn modelId="{E3F756E1-E16B-6A45-9FE6-9A6A3275F32C}" type="presOf" srcId="{635A9ABA-F63A-EA43-96CA-EB770725B26A}" destId="{D021F985-29BA-4140-9C93-B7C9A1B5CE9B}" srcOrd="1" destOrd="0" presId="urn:microsoft.com/office/officeart/2005/8/layout/hierarchy2"/>
    <dgm:cxn modelId="{C073C1E5-4396-0E47-A032-E73E7218D528}" type="presOf" srcId="{6BEA0D25-F0A7-2741-86BA-7CD6689B55C8}" destId="{D92D882A-30FE-F949-BD31-EFE4F7FF0F97}" srcOrd="0" destOrd="0" presId="urn:microsoft.com/office/officeart/2005/8/layout/hierarchy2"/>
    <dgm:cxn modelId="{361292EB-824C-4348-9D11-62BBD62CBC61}" srcId="{9954EECB-C27D-AC43-81CD-C41F2401C29C}" destId="{43C811DA-E316-CB45-9337-F92CA8C147E0}" srcOrd="2" destOrd="0" parTransId="{4565785C-ADCF-8D47-BCD5-49FBA51613F7}" sibTransId="{779CEDC3-8EA1-484F-B981-D1C44400ECD9}"/>
    <dgm:cxn modelId="{C66101F1-B22F-514C-A2F1-4CB2FBE3E8F6}" srcId="{4B55E037-42A9-F141-A4FD-2327CE18898D}" destId="{DE2F16E3-0002-584F-AD51-A52CDD343B7B}" srcOrd="1" destOrd="0" parTransId="{DAD0CB56-F8D7-3247-B4A7-0B09FBFFD4D4}" sibTransId="{EDC515FB-2848-8A45-BC08-61C403F0DA2A}"/>
    <dgm:cxn modelId="{42B72DF1-AE6D-0C4D-B27E-6879893B5A69}" type="presOf" srcId="{9CFCE317-2435-B244-A768-C6BB06A3D783}" destId="{24902DE8-0C38-6E49-9FB7-C4CECEE55624}" srcOrd="0" destOrd="0" presId="urn:microsoft.com/office/officeart/2005/8/layout/hierarchy2"/>
    <dgm:cxn modelId="{4CF6442F-2410-B745-8821-2DF1158C3012}" type="presParOf" srcId="{BCF5DF51-9E09-814D-AE79-B322F8D756AC}" destId="{EA5E8E51-8621-E94D-8298-E5DB3AACAC71}" srcOrd="0" destOrd="0" presId="urn:microsoft.com/office/officeart/2005/8/layout/hierarchy2"/>
    <dgm:cxn modelId="{8DFD2B8D-CD44-3A4B-A9D1-A4F301FE40A5}" type="presParOf" srcId="{EA5E8E51-8621-E94D-8298-E5DB3AACAC71}" destId="{A79EB5E9-B3C0-964C-A365-4DB2A94590CA}" srcOrd="0" destOrd="0" presId="urn:microsoft.com/office/officeart/2005/8/layout/hierarchy2"/>
    <dgm:cxn modelId="{BD65A8B0-FB41-1B4C-BD56-67E73D74B086}" type="presParOf" srcId="{EA5E8E51-8621-E94D-8298-E5DB3AACAC71}" destId="{262AEFBA-8FCE-E04E-A054-830972371147}" srcOrd="1" destOrd="0" presId="urn:microsoft.com/office/officeart/2005/8/layout/hierarchy2"/>
    <dgm:cxn modelId="{E6D03AC0-7FCF-B744-BC86-DFB60577DEFF}" type="presParOf" srcId="{262AEFBA-8FCE-E04E-A054-830972371147}" destId="{CE48F830-603A-D14C-8274-4E3FEEE2A1F9}" srcOrd="0" destOrd="0" presId="urn:microsoft.com/office/officeart/2005/8/layout/hierarchy2"/>
    <dgm:cxn modelId="{8472F1CD-FD8D-2746-AC9C-A4865C2C88EF}" type="presParOf" srcId="{CE48F830-603A-D14C-8274-4E3FEEE2A1F9}" destId="{87C74A73-9566-324F-9C37-D6CAA8D2FC8B}" srcOrd="0" destOrd="0" presId="urn:microsoft.com/office/officeart/2005/8/layout/hierarchy2"/>
    <dgm:cxn modelId="{79D16C25-50CD-BA45-B153-AFB4919AEC9F}" type="presParOf" srcId="{262AEFBA-8FCE-E04E-A054-830972371147}" destId="{A183A1E4-E312-8545-9D04-979D8B7A6E80}" srcOrd="1" destOrd="0" presId="urn:microsoft.com/office/officeart/2005/8/layout/hierarchy2"/>
    <dgm:cxn modelId="{7A6DDC34-2829-244C-ADB2-EB764B1E2256}" type="presParOf" srcId="{A183A1E4-E312-8545-9D04-979D8B7A6E80}" destId="{EA1E59ED-317A-9B41-800F-57EDCAB068E9}" srcOrd="0" destOrd="0" presId="urn:microsoft.com/office/officeart/2005/8/layout/hierarchy2"/>
    <dgm:cxn modelId="{33887E0C-6660-1E4A-8DE7-9286C0341A04}" type="presParOf" srcId="{A183A1E4-E312-8545-9D04-979D8B7A6E80}" destId="{7509A6E9-175A-8143-BE36-36053EE845E2}" srcOrd="1" destOrd="0" presId="urn:microsoft.com/office/officeart/2005/8/layout/hierarchy2"/>
    <dgm:cxn modelId="{9DED8426-5CEB-BF4D-A7E1-901089BADD2C}" type="presParOf" srcId="{7509A6E9-175A-8143-BE36-36053EE845E2}" destId="{2E67E437-F850-6543-83ED-459D3B8BB5BF}" srcOrd="0" destOrd="0" presId="urn:microsoft.com/office/officeart/2005/8/layout/hierarchy2"/>
    <dgm:cxn modelId="{8E232A6C-0500-4A4E-BB9F-57508D58AE7C}" type="presParOf" srcId="{2E67E437-F850-6543-83ED-459D3B8BB5BF}" destId="{A1F93410-2B24-434E-B82B-921E0909785C}" srcOrd="0" destOrd="0" presId="urn:microsoft.com/office/officeart/2005/8/layout/hierarchy2"/>
    <dgm:cxn modelId="{A76F107C-75C4-9743-8FF1-F815CCC3D48A}" type="presParOf" srcId="{7509A6E9-175A-8143-BE36-36053EE845E2}" destId="{9FB7D780-CFCF-1E4E-A8B8-DC5A4F0B3CAF}" srcOrd="1" destOrd="0" presId="urn:microsoft.com/office/officeart/2005/8/layout/hierarchy2"/>
    <dgm:cxn modelId="{BDBC98D0-F5A4-ED41-A0FB-1FEBCF9D5E12}" type="presParOf" srcId="{9FB7D780-CFCF-1E4E-A8B8-DC5A4F0B3CAF}" destId="{D6B01C74-3BCF-FA4A-B1E6-D774182B123A}" srcOrd="0" destOrd="0" presId="urn:microsoft.com/office/officeart/2005/8/layout/hierarchy2"/>
    <dgm:cxn modelId="{6A69238B-B182-7344-A821-41D825815458}" type="presParOf" srcId="{9FB7D780-CFCF-1E4E-A8B8-DC5A4F0B3CAF}" destId="{D5E02F03-522B-204D-82DC-5DE9551BE956}" srcOrd="1" destOrd="0" presId="urn:microsoft.com/office/officeart/2005/8/layout/hierarchy2"/>
    <dgm:cxn modelId="{C8E0ED25-1BFF-024F-9B72-5FB47307ECD1}" type="presParOf" srcId="{7509A6E9-175A-8143-BE36-36053EE845E2}" destId="{24902DE8-0C38-6E49-9FB7-C4CECEE55624}" srcOrd="2" destOrd="0" presId="urn:microsoft.com/office/officeart/2005/8/layout/hierarchy2"/>
    <dgm:cxn modelId="{57F8ADB7-F399-2D45-810A-FC4D3B9D6F7B}" type="presParOf" srcId="{24902DE8-0C38-6E49-9FB7-C4CECEE55624}" destId="{571D78FD-8449-7D46-8382-EBB554124FB5}" srcOrd="0" destOrd="0" presId="urn:microsoft.com/office/officeart/2005/8/layout/hierarchy2"/>
    <dgm:cxn modelId="{910C19E4-8360-3549-959D-FAA7B6FCD5EE}" type="presParOf" srcId="{7509A6E9-175A-8143-BE36-36053EE845E2}" destId="{87CEE84A-342D-674A-928B-6340A992F8F2}" srcOrd="3" destOrd="0" presId="urn:microsoft.com/office/officeart/2005/8/layout/hierarchy2"/>
    <dgm:cxn modelId="{02A30307-DB6C-AC4E-93C4-4093226A404A}" type="presParOf" srcId="{87CEE84A-342D-674A-928B-6340A992F8F2}" destId="{7D217D22-7CCE-0C46-A7A6-EAEC31CAD6D4}" srcOrd="0" destOrd="0" presId="urn:microsoft.com/office/officeart/2005/8/layout/hierarchy2"/>
    <dgm:cxn modelId="{7AE6B95B-4D69-7D4E-8A55-6C6A70177017}" type="presParOf" srcId="{87CEE84A-342D-674A-928B-6340A992F8F2}" destId="{FFBD0897-A1E6-C44F-9B64-FA9B59B35BE2}" srcOrd="1" destOrd="0" presId="urn:microsoft.com/office/officeart/2005/8/layout/hierarchy2"/>
    <dgm:cxn modelId="{5686461F-C4E8-FB42-8962-6DD8367D3740}" type="presParOf" srcId="{262AEFBA-8FCE-E04E-A054-830972371147}" destId="{328FF82E-1617-324E-B584-BB4453ADA828}" srcOrd="2" destOrd="0" presId="urn:microsoft.com/office/officeart/2005/8/layout/hierarchy2"/>
    <dgm:cxn modelId="{C961C4AC-8C40-E245-9402-E401A18C4AC0}" type="presParOf" srcId="{328FF82E-1617-324E-B584-BB4453ADA828}" destId="{E0D6021E-39B1-8C49-825E-06F4144E92E7}" srcOrd="0" destOrd="0" presId="urn:microsoft.com/office/officeart/2005/8/layout/hierarchy2"/>
    <dgm:cxn modelId="{CC39C9DF-1F42-6942-AE3A-29A4FB0E77ED}" type="presParOf" srcId="{262AEFBA-8FCE-E04E-A054-830972371147}" destId="{3637DC6A-DF1A-0446-82AD-55B0B356610F}" srcOrd="3" destOrd="0" presId="urn:microsoft.com/office/officeart/2005/8/layout/hierarchy2"/>
    <dgm:cxn modelId="{F18C74AF-202B-AC46-A793-EFAF4E17904C}" type="presParOf" srcId="{3637DC6A-DF1A-0446-82AD-55B0B356610F}" destId="{F03985ED-8953-5C4E-87DE-DD344679AC57}" srcOrd="0" destOrd="0" presId="urn:microsoft.com/office/officeart/2005/8/layout/hierarchy2"/>
    <dgm:cxn modelId="{CF9F9AF4-51F4-A34F-9FF4-5E235EDB1547}" type="presParOf" srcId="{3637DC6A-DF1A-0446-82AD-55B0B356610F}" destId="{6CEEB55D-477D-6F4C-8427-0C211E80E634}" srcOrd="1" destOrd="0" presId="urn:microsoft.com/office/officeart/2005/8/layout/hierarchy2"/>
    <dgm:cxn modelId="{B7852071-D213-5046-A1B1-79422980DF3B}" type="presParOf" srcId="{6CEEB55D-477D-6F4C-8427-0C211E80E634}" destId="{6E6E879D-407C-6546-9A27-98A0A42D5850}" srcOrd="0" destOrd="0" presId="urn:microsoft.com/office/officeart/2005/8/layout/hierarchy2"/>
    <dgm:cxn modelId="{DF7A6B93-D4C0-5640-A501-E8D71DDF5E59}" type="presParOf" srcId="{6E6E879D-407C-6546-9A27-98A0A42D5850}" destId="{E4B2D89B-9920-7C43-81C1-D0C1FDF6A04B}" srcOrd="0" destOrd="0" presId="urn:microsoft.com/office/officeart/2005/8/layout/hierarchy2"/>
    <dgm:cxn modelId="{32178196-024A-3F42-B7B4-5A6B3430C355}" type="presParOf" srcId="{6CEEB55D-477D-6F4C-8427-0C211E80E634}" destId="{FBEB13F7-395B-B243-92C8-EF659E34DDC4}" srcOrd="1" destOrd="0" presId="urn:microsoft.com/office/officeart/2005/8/layout/hierarchy2"/>
    <dgm:cxn modelId="{CAACC9F6-E12D-2946-B396-B3026D70DCFE}" type="presParOf" srcId="{FBEB13F7-395B-B243-92C8-EF659E34DDC4}" destId="{5FC61ACC-D5DA-2B45-B630-E33F3CC7FDAB}" srcOrd="0" destOrd="0" presId="urn:microsoft.com/office/officeart/2005/8/layout/hierarchy2"/>
    <dgm:cxn modelId="{06D7205C-D1C4-6441-AD0E-6FB8A4824028}" type="presParOf" srcId="{FBEB13F7-395B-B243-92C8-EF659E34DDC4}" destId="{5523529C-87D3-F54D-B137-EEC529EAA592}" srcOrd="1" destOrd="0" presId="urn:microsoft.com/office/officeart/2005/8/layout/hierarchy2"/>
    <dgm:cxn modelId="{685220D1-CAB9-8649-9682-634CC9345B5C}" type="presParOf" srcId="{6CEEB55D-477D-6F4C-8427-0C211E80E634}" destId="{136C9175-0BFC-3A46-9642-34F10C42B24A}" srcOrd="2" destOrd="0" presId="urn:microsoft.com/office/officeart/2005/8/layout/hierarchy2"/>
    <dgm:cxn modelId="{594C59AC-4918-B642-A439-851D9EA9AE0A}" type="presParOf" srcId="{136C9175-0BFC-3A46-9642-34F10C42B24A}" destId="{1C8C1C0F-B6F5-AB47-B177-EC62E7BE60A4}" srcOrd="0" destOrd="0" presId="urn:microsoft.com/office/officeart/2005/8/layout/hierarchy2"/>
    <dgm:cxn modelId="{78CFEAAF-E67E-8543-B0B1-EA8F2850746D}" type="presParOf" srcId="{6CEEB55D-477D-6F4C-8427-0C211E80E634}" destId="{94F17E35-9D63-E140-AD85-863D3BE985E5}" srcOrd="3" destOrd="0" presId="urn:microsoft.com/office/officeart/2005/8/layout/hierarchy2"/>
    <dgm:cxn modelId="{B8C0AAB9-6BC7-C544-80AA-8E79BD4A4BAD}" type="presParOf" srcId="{94F17E35-9D63-E140-AD85-863D3BE985E5}" destId="{73F2D308-62E0-C74A-A838-7EA91CA43D71}" srcOrd="0" destOrd="0" presId="urn:microsoft.com/office/officeart/2005/8/layout/hierarchy2"/>
    <dgm:cxn modelId="{2AB2F238-5CE8-8245-9ADB-AC7D473B105D}" type="presParOf" srcId="{94F17E35-9D63-E140-AD85-863D3BE985E5}" destId="{6BF4CFAA-D1A1-1049-9D6E-88E141BA07DB}" srcOrd="1" destOrd="0" presId="urn:microsoft.com/office/officeart/2005/8/layout/hierarchy2"/>
    <dgm:cxn modelId="{8EE21590-4831-C245-99FD-ED2D0C88EC93}" type="presParOf" srcId="{6CEEB55D-477D-6F4C-8427-0C211E80E634}" destId="{ECC6D05E-3206-4048-98C1-A58527C8CE24}" srcOrd="4" destOrd="0" presId="urn:microsoft.com/office/officeart/2005/8/layout/hierarchy2"/>
    <dgm:cxn modelId="{23DC6614-5631-9A4D-B6BF-1EB96AC227CA}" type="presParOf" srcId="{ECC6D05E-3206-4048-98C1-A58527C8CE24}" destId="{D2A37077-7905-6E47-8AE8-9EA23D53E5FB}" srcOrd="0" destOrd="0" presId="urn:microsoft.com/office/officeart/2005/8/layout/hierarchy2"/>
    <dgm:cxn modelId="{BE8F3DB6-68BB-6945-80E9-210B670485DC}" type="presParOf" srcId="{6CEEB55D-477D-6F4C-8427-0C211E80E634}" destId="{DBF05911-D436-6B46-A153-BCF0912424DE}" srcOrd="5" destOrd="0" presId="urn:microsoft.com/office/officeart/2005/8/layout/hierarchy2"/>
    <dgm:cxn modelId="{FA131A25-2095-B345-9320-078A5728F544}" type="presParOf" srcId="{DBF05911-D436-6B46-A153-BCF0912424DE}" destId="{25BEC42A-6F33-C942-8613-45815D94FCEB}" srcOrd="0" destOrd="0" presId="urn:microsoft.com/office/officeart/2005/8/layout/hierarchy2"/>
    <dgm:cxn modelId="{B1B4E85F-84FD-1C42-88D4-218BA15DC21C}" type="presParOf" srcId="{DBF05911-D436-6B46-A153-BCF0912424DE}" destId="{B794BD92-57C4-F34C-B49F-82CC6D619C4E}" srcOrd="1" destOrd="0" presId="urn:microsoft.com/office/officeart/2005/8/layout/hierarchy2"/>
    <dgm:cxn modelId="{D6F83B15-F38D-734C-9F77-BE41D930C7E3}" type="presParOf" srcId="{262AEFBA-8FCE-E04E-A054-830972371147}" destId="{96D6A74D-4A9F-C043-9A6D-21FEEA64D0A7}" srcOrd="4" destOrd="0" presId="urn:microsoft.com/office/officeart/2005/8/layout/hierarchy2"/>
    <dgm:cxn modelId="{C96B764D-F5E9-A14E-9FA7-399ABADBD267}" type="presParOf" srcId="{96D6A74D-4A9F-C043-9A6D-21FEEA64D0A7}" destId="{0DEFA566-F41D-9B4C-B2C7-7BABD13D610B}" srcOrd="0" destOrd="0" presId="urn:microsoft.com/office/officeart/2005/8/layout/hierarchy2"/>
    <dgm:cxn modelId="{29333DDB-5BC6-6B47-9B43-AD274887D1CE}" type="presParOf" srcId="{262AEFBA-8FCE-E04E-A054-830972371147}" destId="{55328561-022C-1641-A6FA-9F4F9554CD48}" srcOrd="5" destOrd="0" presId="urn:microsoft.com/office/officeart/2005/8/layout/hierarchy2"/>
    <dgm:cxn modelId="{6747B088-AE05-AE4B-9A0F-22D1291F1523}" type="presParOf" srcId="{55328561-022C-1641-A6FA-9F4F9554CD48}" destId="{91856C67-7CDC-7A4A-BC9C-6DFDB3C2082F}" srcOrd="0" destOrd="0" presId="urn:microsoft.com/office/officeart/2005/8/layout/hierarchy2"/>
    <dgm:cxn modelId="{C716E7C1-586D-2247-B946-49F8D499FEF6}" type="presParOf" srcId="{55328561-022C-1641-A6FA-9F4F9554CD48}" destId="{DAC77D61-DC51-BB40-A379-5E76EDB0475F}" srcOrd="1" destOrd="0" presId="urn:microsoft.com/office/officeart/2005/8/layout/hierarchy2"/>
    <dgm:cxn modelId="{AACB2C2C-6352-2F49-99B1-E20A3DB98537}" type="presParOf" srcId="{262AEFBA-8FCE-E04E-A054-830972371147}" destId="{B5E03A18-CB59-8C47-9684-B605FB62B688}" srcOrd="6" destOrd="0" presId="urn:microsoft.com/office/officeart/2005/8/layout/hierarchy2"/>
    <dgm:cxn modelId="{DD8D3B8C-E5B8-F040-A1FD-B38389424D36}" type="presParOf" srcId="{B5E03A18-CB59-8C47-9684-B605FB62B688}" destId="{D021F985-29BA-4140-9C93-B7C9A1B5CE9B}" srcOrd="0" destOrd="0" presId="urn:microsoft.com/office/officeart/2005/8/layout/hierarchy2"/>
    <dgm:cxn modelId="{D37C76FA-1463-8C43-B301-F862890553D8}" type="presParOf" srcId="{262AEFBA-8FCE-E04E-A054-830972371147}" destId="{D2D328E7-78C2-2D42-BC95-B33F76981C41}" srcOrd="7" destOrd="0" presId="urn:microsoft.com/office/officeart/2005/8/layout/hierarchy2"/>
    <dgm:cxn modelId="{A39D5D02-9AFB-0744-B209-78A49033EBD5}" type="presParOf" srcId="{D2D328E7-78C2-2D42-BC95-B33F76981C41}" destId="{D3A8A1E4-EDD8-154E-8AD8-38F3247F2B24}" srcOrd="0" destOrd="0" presId="urn:microsoft.com/office/officeart/2005/8/layout/hierarchy2"/>
    <dgm:cxn modelId="{FC4BFC93-4602-174F-90B6-D47D82A08506}" type="presParOf" srcId="{D2D328E7-78C2-2D42-BC95-B33F76981C41}" destId="{F0236804-1EA9-1544-B855-0F683ADB0D44}" srcOrd="1" destOrd="0" presId="urn:microsoft.com/office/officeart/2005/8/layout/hierarchy2"/>
    <dgm:cxn modelId="{E7372F48-E55E-AE43-A2A8-1073D8B1BFB5}" type="presParOf" srcId="{262AEFBA-8FCE-E04E-A054-830972371147}" destId="{3D4C4C23-BA19-D440-80F2-33BEB1653CC8}" srcOrd="8" destOrd="0" presId="urn:microsoft.com/office/officeart/2005/8/layout/hierarchy2"/>
    <dgm:cxn modelId="{21DA04A4-D17A-3849-BCE3-E3C43AB812E9}" type="presParOf" srcId="{3D4C4C23-BA19-D440-80F2-33BEB1653CC8}" destId="{7F05B938-8219-5E47-93D9-E09C4391BB70}" srcOrd="0" destOrd="0" presId="urn:microsoft.com/office/officeart/2005/8/layout/hierarchy2"/>
    <dgm:cxn modelId="{8DA86575-142F-2F46-9DC1-E31AB28FF9AB}" type="presParOf" srcId="{262AEFBA-8FCE-E04E-A054-830972371147}" destId="{C31941C2-85B7-A343-84A3-78000E45DD90}" srcOrd="9" destOrd="0" presId="urn:microsoft.com/office/officeart/2005/8/layout/hierarchy2"/>
    <dgm:cxn modelId="{AA868F39-D5A4-2E4D-AD20-736C38B17742}" type="presParOf" srcId="{C31941C2-85B7-A343-84A3-78000E45DD90}" destId="{0F5276AE-1607-264E-9E77-1448DBFC4F04}" srcOrd="0" destOrd="0" presId="urn:microsoft.com/office/officeart/2005/8/layout/hierarchy2"/>
    <dgm:cxn modelId="{41D439F2-3EC5-3040-95EC-8D65720B0E10}" type="presParOf" srcId="{C31941C2-85B7-A343-84A3-78000E45DD90}" destId="{F4C49FD1-5201-C142-AB7A-4619E76BA495}" srcOrd="1" destOrd="0" presId="urn:microsoft.com/office/officeart/2005/8/layout/hierarchy2"/>
    <dgm:cxn modelId="{63343990-0E6E-344A-AAEE-3B4ACB0C6B63}" type="presParOf" srcId="{F4C49FD1-5201-C142-AB7A-4619E76BA495}" destId="{5CD9E21A-D0BF-9649-9376-E23E60104C59}" srcOrd="0" destOrd="0" presId="urn:microsoft.com/office/officeart/2005/8/layout/hierarchy2"/>
    <dgm:cxn modelId="{441BF50F-EAB1-5F46-A77E-D1060A94F382}" type="presParOf" srcId="{5CD9E21A-D0BF-9649-9376-E23E60104C59}" destId="{8F906DAC-1776-2947-8B31-8259DE06D4F6}" srcOrd="0" destOrd="0" presId="urn:microsoft.com/office/officeart/2005/8/layout/hierarchy2"/>
    <dgm:cxn modelId="{376B6575-B9C9-5440-93A0-3FC43565CB8B}" type="presParOf" srcId="{F4C49FD1-5201-C142-AB7A-4619E76BA495}" destId="{3F613D7F-2FA1-C746-9CAE-505FA7D0A174}" srcOrd="1" destOrd="0" presId="urn:microsoft.com/office/officeart/2005/8/layout/hierarchy2"/>
    <dgm:cxn modelId="{0AAAD034-31AC-B748-B2FA-E60154A9C1D5}" type="presParOf" srcId="{3F613D7F-2FA1-C746-9CAE-505FA7D0A174}" destId="{CBDD72A8-2C54-7849-8344-A4B5B1625EB5}" srcOrd="0" destOrd="0" presId="urn:microsoft.com/office/officeart/2005/8/layout/hierarchy2"/>
    <dgm:cxn modelId="{189BB26A-3823-A446-8AA2-2C3F1FC1B861}" type="presParOf" srcId="{3F613D7F-2FA1-C746-9CAE-505FA7D0A174}" destId="{BD943E40-F730-FD48-91F3-D6F5B6A8790A}" srcOrd="1" destOrd="0" presId="urn:microsoft.com/office/officeart/2005/8/layout/hierarchy2"/>
    <dgm:cxn modelId="{86BEEC10-B14C-0449-991C-4BEEC2560E6D}" type="presParOf" srcId="{BD943E40-F730-FD48-91F3-D6F5B6A8790A}" destId="{B7CE6748-14AB-1E43-AA7F-1E96A66530E3}" srcOrd="0" destOrd="0" presId="urn:microsoft.com/office/officeart/2005/8/layout/hierarchy2"/>
    <dgm:cxn modelId="{42D719D0-CC98-2247-ACF8-81CCA886A15A}" type="presParOf" srcId="{B7CE6748-14AB-1E43-AA7F-1E96A66530E3}" destId="{E977535C-5EC6-6A4B-9995-BB249AFB9E77}" srcOrd="0" destOrd="0" presId="urn:microsoft.com/office/officeart/2005/8/layout/hierarchy2"/>
    <dgm:cxn modelId="{873357CC-93A2-A442-BDA8-3AAE95E872A7}" type="presParOf" srcId="{BD943E40-F730-FD48-91F3-D6F5B6A8790A}" destId="{4A7D74A4-D3E8-404B-8F62-141DA03AC8AB}" srcOrd="1" destOrd="0" presId="urn:microsoft.com/office/officeart/2005/8/layout/hierarchy2"/>
    <dgm:cxn modelId="{3926A695-AFED-F345-843F-9DF3CCCA782A}" type="presParOf" srcId="{4A7D74A4-D3E8-404B-8F62-141DA03AC8AB}" destId="{D92D882A-30FE-F949-BD31-EFE4F7FF0F97}" srcOrd="0" destOrd="0" presId="urn:microsoft.com/office/officeart/2005/8/layout/hierarchy2"/>
    <dgm:cxn modelId="{19E94AA6-102E-0548-B3EE-D413E31ACD50}" type="presParOf" srcId="{4A7D74A4-D3E8-404B-8F62-141DA03AC8AB}" destId="{EC0B9430-44CF-7B45-90FC-A572ABE2FD0C}" srcOrd="1" destOrd="0" presId="urn:microsoft.com/office/officeart/2005/8/layout/hierarchy2"/>
    <dgm:cxn modelId="{AD01A710-22FA-1246-BA6D-FCC9A8F3F61C}" type="presParOf" srcId="{BD943E40-F730-FD48-91F3-D6F5B6A8790A}" destId="{57F1F2DE-5810-9846-8DE2-62FFE6506810}" srcOrd="2" destOrd="0" presId="urn:microsoft.com/office/officeart/2005/8/layout/hierarchy2"/>
    <dgm:cxn modelId="{C88069B7-51D0-C241-8422-AB944347D780}" type="presParOf" srcId="{57F1F2DE-5810-9846-8DE2-62FFE6506810}" destId="{EE47D532-846A-1848-BB90-6549FB54E060}" srcOrd="0" destOrd="0" presId="urn:microsoft.com/office/officeart/2005/8/layout/hierarchy2"/>
    <dgm:cxn modelId="{90034F07-870C-B645-8E2A-4A9B2AD30CEA}" type="presParOf" srcId="{BD943E40-F730-FD48-91F3-D6F5B6A8790A}" destId="{F8995995-2E31-954E-83CC-8156B0731454}" srcOrd="3" destOrd="0" presId="urn:microsoft.com/office/officeart/2005/8/layout/hierarchy2"/>
    <dgm:cxn modelId="{68A5C06D-6C25-9E4D-85D6-C614D2CA6C1D}" type="presParOf" srcId="{F8995995-2E31-954E-83CC-8156B0731454}" destId="{130CCC1D-8DAF-5C46-A7E4-4295C7D80B79}" srcOrd="0" destOrd="0" presId="urn:microsoft.com/office/officeart/2005/8/layout/hierarchy2"/>
    <dgm:cxn modelId="{CAB220DF-9BAF-BF4F-BFC4-EFA2E9BD5D17}" type="presParOf" srcId="{F8995995-2E31-954E-83CC-8156B0731454}" destId="{695192C8-5A92-C243-978A-7AA31EB4F8EF}" srcOrd="1" destOrd="0" presId="urn:microsoft.com/office/officeart/2005/8/layout/hierarchy2"/>
    <dgm:cxn modelId="{BFAF3F4A-A981-5B49-8678-16188D056E24}" type="presParOf" srcId="{262AEFBA-8FCE-E04E-A054-830972371147}" destId="{EB200D38-7982-8645-AF62-6A284DEFF029}" srcOrd="10" destOrd="0" presId="urn:microsoft.com/office/officeart/2005/8/layout/hierarchy2"/>
    <dgm:cxn modelId="{2D109285-3B60-B24D-948B-538C13FBB786}" type="presParOf" srcId="{EB200D38-7982-8645-AF62-6A284DEFF029}" destId="{2A975826-AD82-F246-8422-61988EB0B42E}" srcOrd="0" destOrd="0" presId="urn:microsoft.com/office/officeart/2005/8/layout/hierarchy2"/>
    <dgm:cxn modelId="{A2FE4FFD-331F-CA4C-870C-0F7AB32747F1}" type="presParOf" srcId="{262AEFBA-8FCE-E04E-A054-830972371147}" destId="{C80E6763-BE19-684D-98E3-F01923C1F10C}" srcOrd="11" destOrd="0" presId="urn:microsoft.com/office/officeart/2005/8/layout/hierarchy2"/>
    <dgm:cxn modelId="{EC438083-C441-A24F-8BF2-1DA98EEC5921}" type="presParOf" srcId="{C80E6763-BE19-684D-98E3-F01923C1F10C}" destId="{724E3C02-7C53-244C-AFFA-A1B5F4120786}" srcOrd="0" destOrd="0" presId="urn:microsoft.com/office/officeart/2005/8/layout/hierarchy2"/>
    <dgm:cxn modelId="{B0C786A0-2988-AF4F-BD48-7CAE17A6C4A9}" type="presParOf" srcId="{C80E6763-BE19-684D-98E3-F01923C1F10C}" destId="{66935FDE-77DC-1C46-A73B-BB3F56705FA2}" srcOrd="1" destOrd="0" presId="urn:microsoft.com/office/officeart/2005/8/layout/hierarchy2"/>
    <dgm:cxn modelId="{DED3245E-5662-204B-98B6-FA8EAC3D66A3}" type="presParOf" srcId="{262AEFBA-8FCE-E04E-A054-830972371147}" destId="{CDEC5AE2-F02B-EA4F-9D3D-7B76503EEDC7}" srcOrd="12" destOrd="0" presId="urn:microsoft.com/office/officeart/2005/8/layout/hierarchy2"/>
    <dgm:cxn modelId="{B6BB9437-E3EE-FB49-AA0A-7AAFD008A19E}" type="presParOf" srcId="{CDEC5AE2-F02B-EA4F-9D3D-7B76503EEDC7}" destId="{7044AE51-7AEA-DB49-B57D-4EF82E621329}" srcOrd="0" destOrd="0" presId="urn:microsoft.com/office/officeart/2005/8/layout/hierarchy2"/>
    <dgm:cxn modelId="{A2A67700-F557-5047-BCCB-083034D50F2F}" type="presParOf" srcId="{262AEFBA-8FCE-E04E-A054-830972371147}" destId="{10D9589B-76C1-9B47-B532-F7FC2D49E411}" srcOrd="13" destOrd="0" presId="urn:microsoft.com/office/officeart/2005/8/layout/hierarchy2"/>
    <dgm:cxn modelId="{2D885020-3FFE-D74D-A203-BA405F75FDA1}" type="presParOf" srcId="{10D9589B-76C1-9B47-B532-F7FC2D49E411}" destId="{795BDF21-61EF-BD4D-9034-D1A24E7E3BE0}" srcOrd="0" destOrd="0" presId="urn:microsoft.com/office/officeart/2005/8/layout/hierarchy2"/>
    <dgm:cxn modelId="{ECFD2173-CFE5-FA4C-8498-4584D3624BA2}" type="presParOf" srcId="{10D9589B-76C1-9B47-B532-F7FC2D49E411}" destId="{78F567F0-73EB-E54F-BF57-0EFDAEDAF90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D5A884-1BF3-4942-95BE-369C84F1543C}" type="doc">
      <dgm:prSet loTypeId="urn:microsoft.com/office/officeart/2005/8/layout/hierarchy2" loCatId="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5B6BBD3-36C9-6A41-AAD6-D302CFF2AB18}">
      <dgm:prSet phldrT="[Text]"/>
      <dgm:spPr/>
      <dgm:t>
        <a:bodyPr/>
        <a:lstStyle/>
        <a:p>
          <a:r>
            <a:rPr lang="en-US" dirty="0"/>
            <a:t>Services</a:t>
          </a:r>
        </a:p>
      </dgm:t>
    </dgm:pt>
    <dgm:pt modelId="{D8D1277E-371F-3040-B2D5-42333F4B085D}" type="parTrans" cxnId="{ECC44705-4B07-224C-9F8B-DD95DDD404AB}">
      <dgm:prSet/>
      <dgm:spPr/>
      <dgm:t>
        <a:bodyPr/>
        <a:lstStyle/>
        <a:p>
          <a:endParaRPr lang="en-US"/>
        </a:p>
      </dgm:t>
    </dgm:pt>
    <dgm:pt modelId="{FF7CCED5-3511-4C4F-BFD0-57C6DCE90BCD}" type="sibTrans" cxnId="{ECC44705-4B07-224C-9F8B-DD95DDD404AB}">
      <dgm:prSet/>
      <dgm:spPr/>
      <dgm:t>
        <a:bodyPr/>
        <a:lstStyle/>
        <a:p>
          <a:endParaRPr lang="en-US"/>
        </a:p>
      </dgm:t>
    </dgm:pt>
    <dgm:pt modelId="{3FD551FE-A51C-C54E-BA2C-E403ED81D01D}">
      <dgm:prSet phldrT="[Text]"/>
      <dgm:spPr/>
      <dgm:t>
        <a:bodyPr/>
        <a:lstStyle/>
        <a:p>
          <a:r>
            <a:rPr lang="en-US" dirty="0"/>
            <a:t>Assets</a:t>
          </a:r>
        </a:p>
      </dgm:t>
    </dgm:pt>
    <dgm:pt modelId="{0EEF774D-030D-1344-B889-2EB80F761671}" type="parTrans" cxnId="{9E09972A-6EFC-4840-B369-522C32B410E7}">
      <dgm:prSet/>
      <dgm:spPr/>
      <dgm:t>
        <a:bodyPr/>
        <a:lstStyle/>
        <a:p>
          <a:endParaRPr lang="en-US"/>
        </a:p>
      </dgm:t>
    </dgm:pt>
    <dgm:pt modelId="{9D68603D-7AD1-574C-9716-B9172842CE95}" type="sibTrans" cxnId="{9E09972A-6EFC-4840-B369-522C32B410E7}">
      <dgm:prSet/>
      <dgm:spPr/>
      <dgm:t>
        <a:bodyPr/>
        <a:lstStyle/>
        <a:p>
          <a:endParaRPr lang="en-US"/>
        </a:p>
      </dgm:t>
    </dgm:pt>
    <dgm:pt modelId="{23EAC6F0-7668-CE42-9EE0-A731857352EA}">
      <dgm:prSet phldrT="[Text]"/>
      <dgm:spPr/>
      <dgm:t>
        <a:bodyPr/>
        <a:lstStyle/>
        <a:p>
          <a:r>
            <a:rPr lang="en-US" dirty="0"/>
            <a:t>Technology</a:t>
          </a:r>
        </a:p>
      </dgm:t>
    </dgm:pt>
    <dgm:pt modelId="{A94840D8-65CD-AB43-9C8E-534FFDF3B90C}" type="parTrans" cxnId="{E3839AAB-A045-4242-8F0F-F3C9270BE2F5}">
      <dgm:prSet/>
      <dgm:spPr/>
      <dgm:t>
        <a:bodyPr/>
        <a:lstStyle/>
        <a:p>
          <a:endParaRPr lang="en-US"/>
        </a:p>
      </dgm:t>
    </dgm:pt>
    <dgm:pt modelId="{EEA4A31D-84A7-5C40-A016-111E603ACE8C}" type="sibTrans" cxnId="{E3839AAB-A045-4242-8F0F-F3C9270BE2F5}">
      <dgm:prSet/>
      <dgm:spPr/>
      <dgm:t>
        <a:bodyPr/>
        <a:lstStyle/>
        <a:p>
          <a:endParaRPr lang="en-US"/>
        </a:p>
      </dgm:t>
    </dgm:pt>
    <dgm:pt modelId="{38C45AE3-D578-1D45-979C-F01159B741FE}">
      <dgm:prSet phldrT="[Text]"/>
      <dgm:spPr/>
      <dgm:t>
        <a:bodyPr/>
        <a:lstStyle/>
        <a:p>
          <a:r>
            <a:rPr lang="en-US" dirty="0"/>
            <a:t>Repositories</a:t>
          </a:r>
        </a:p>
      </dgm:t>
    </dgm:pt>
    <dgm:pt modelId="{45EB8C02-0F77-5745-97B3-2710516072E6}" type="parTrans" cxnId="{8DD305D5-FB35-E744-AD5B-A1C7ABAFA448}">
      <dgm:prSet/>
      <dgm:spPr/>
      <dgm:t>
        <a:bodyPr/>
        <a:lstStyle/>
        <a:p>
          <a:endParaRPr lang="en-US"/>
        </a:p>
      </dgm:t>
    </dgm:pt>
    <dgm:pt modelId="{1DE610AE-E71C-6C48-8D9E-D3F55D1A1A8D}" type="sibTrans" cxnId="{8DD305D5-FB35-E744-AD5B-A1C7ABAFA448}">
      <dgm:prSet/>
      <dgm:spPr/>
      <dgm:t>
        <a:bodyPr/>
        <a:lstStyle/>
        <a:p>
          <a:endParaRPr lang="en-US"/>
        </a:p>
      </dgm:t>
    </dgm:pt>
    <dgm:pt modelId="{9BBFAF88-DE54-E843-9906-D147A82CAA2C}">
      <dgm:prSet phldrT="[Text]"/>
      <dgm:spPr/>
      <dgm:t>
        <a:bodyPr/>
        <a:lstStyle/>
        <a:p>
          <a:r>
            <a:rPr lang="en-US" dirty="0"/>
            <a:t>Business Analysis</a:t>
          </a:r>
        </a:p>
      </dgm:t>
    </dgm:pt>
    <dgm:pt modelId="{0CA46809-24CC-C142-985E-15BBD388E5CE}" type="parTrans" cxnId="{A4461840-6961-DD48-A129-3A1C8F30AA0D}">
      <dgm:prSet/>
      <dgm:spPr/>
      <dgm:t>
        <a:bodyPr/>
        <a:lstStyle/>
        <a:p>
          <a:endParaRPr lang="en-US"/>
        </a:p>
      </dgm:t>
    </dgm:pt>
    <dgm:pt modelId="{26C2D597-CEC0-574E-A47D-8818C31D1CD6}" type="sibTrans" cxnId="{A4461840-6961-DD48-A129-3A1C8F30AA0D}">
      <dgm:prSet/>
      <dgm:spPr/>
      <dgm:t>
        <a:bodyPr/>
        <a:lstStyle/>
        <a:p>
          <a:endParaRPr lang="en-US"/>
        </a:p>
      </dgm:t>
    </dgm:pt>
    <dgm:pt modelId="{6A78A360-4EF8-3343-90CC-B9752CF41274}">
      <dgm:prSet phldrT="[Text]"/>
      <dgm:spPr/>
      <dgm:t>
        <a:bodyPr/>
        <a:lstStyle/>
        <a:p>
          <a:r>
            <a:rPr lang="en-US" dirty="0"/>
            <a:t>Infrastructure</a:t>
          </a:r>
        </a:p>
      </dgm:t>
    </dgm:pt>
    <dgm:pt modelId="{AF88D0F5-9665-E046-A37F-A9B9822B8B28}" type="parTrans" cxnId="{B5F9D6BC-C062-964E-86A4-69FD050615E3}">
      <dgm:prSet/>
      <dgm:spPr/>
      <dgm:t>
        <a:bodyPr/>
        <a:lstStyle/>
        <a:p>
          <a:endParaRPr lang="en-US"/>
        </a:p>
      </dgm:t>
    </dgm:pt>
    <dgm:pt modelId="{A665BCB3-1407-E846-89F8-558BFBC292CC}" type="sibTrans" cxnId="{B5F9D6BC-C062-964E-86A4-69FD050615E3}">
      <dgm:prSet/>
      <dgm:spPr/>
      <dgm:t>
        <a:bodyPr/>
        <a:lstStyle/>
        <a:p>
          <a:endParaRPr lang="en-US"/>
        </a:p>
      </dgm:t>
    </dgm:pt>
    <dgm:pt modelId="{CB2EEA48-7D0F-9D47-90CE-04B9B444BAD8}">
      <dgm:prSet phldrT="[Text]"/>
      <dgm:spPr/>
      <dgm:t>
        <a:bodyPr/>
        <a:lstStyle/>
        <a:p>
          <a:r>
            <a:rPr lang="en-US" dirty="0"/>
            <a:t>Business Apps</a:t>
          </a:r>
        </a:p>
      </dgm:t>
    </dgm:pt>
    <dgm:pt modelId="{D1FA1638-321F-304C-814F-44EA36CDD126}" type="parTrans" cxnId="{1D726676-6D14-CE47-8A1C-BF417AE46086}">
      <dgm:prSet/>
      <dgm:spPr/>
      <dgm:t>
        <a:bodyPr/>
        <a:lstStyle/>
        <a:p>
          <a:endParaRPr lang="en-US"/>
        </a:p>
      </dgm:t>
    </dgm:pt>
    <dgm:pt modelId="{5C820E3D-A2C6-F14D-B118-CA1DB8119E1E}" type="sibTrans" cxnId="{1D726676-6D14-CE47-8A1C-BF417AE46086}">
      <dgm:prSet/>
      <dgm:spPr/>
      <dgm:t>
        <a:bodyPr/>
        <a:lstStyle/>
        <a:p>
          <a:endParaRPr lang="en-US"/>
        </a:p>
      </dgm:t>
    </dgm:pt>
    <dgm:pt modelId="{DDB57C36-1AFF-E742-BC81-FC112854C11B}">
      <dgm:prSet phldrT="[Text]"/>
      <dgm:spPr/>
      <dgm:t>
        <a:bodyPr/>
        <a:lstStyle/>
        <a:p>
          <a:r>
            <a:rPr lang="en-US" dirty="0"/>
            <a:t>Operation Apps</a:t>
          </a:r>
        </a:p>
      </dgm:t>
    </dgm:pt>
    <dgm:pt modelId="{BDD32319-E843-F44B-8FC8-5ED2D53BEEB7}" type="parTrans" cxnId="{97FEEA3D-4969-D944-8F4A-0A758AECEC4D}">
      <dgm:prSet/>
      <dgm:spPr/>
      <dgm:t>
        <a:bodyPr/>
        <a:lstStyle/>
        <a:p>
          <a:endParaRPr lang="en-US"/>
        </a:p>
      </dgm:t>
    </dgm:pt>
    <dgm:pt modelId="{BE566510-58A7-D340-B4B9-1A5B9914F157}" type="sibTrans" cxnId="{97FEEA3D-4969-D944-8F4A-0A758AECEC4D}">
      <dgm:prSet/>
      <dgm:spPr/>
      <dgm:t>
        <a:bodyPr/>
        <a:lstStyle/>
        <a:p>
          <a:endParaRPr lang="en-US"/>
        </a:p>
      </dgm:t>
    </dgm:pt>
    <dgm:pt modelId="{CEBDDEBE-07BD-7744-A3C4-3D7A244ECBA8}">
      <dgm:prSet phldrT="[Text]"/>
      <dgm:spPr/>
      <dgm:t>
        <a:bodyPr/>
        <a:lstStyle/>
        <a:p>
          <a:r>
            <a:rPr lang="en-US" dirty="0"/>
            <a:t>Internal</a:t>
          </a:r>
        </a:p>
      </dgm:t>
    </dgm:pt>
    <dgm:pt modelId="{985FCE2C-95F6-BF40-903D-E5C29AB6B552}" type="parTrans" cxnId="{9E61D8F3-7A4E-2B43-BDED-F99869E045F2}">
      <dgm:prSet/>
      <dgm:spPr/>
      <dgm:t>
        <a:bodyPr/>
        <a:lstStyle/>
        <a:p>
          <a:endParaRPr lang="en-US"/>
        </a:p>
      </dgm:t>
    </dgm:pt>
    <dgm:pt modelId="{8FFE9469-910B-254D-BE4B-355C4C011189}" type="sibTrans" cxnId="{9E61D8F3-7A4E-2B43-BDED-F99869E045F2}">
      <dgm:prSet/>
      <dgm:spPr/>
      <dgm:t>
        <a:bodyPr/>
        <a:lstStyle/>
        <a:p>
          <a:endParaRPr lang="en-US"/>
        </a:p>
      </dgm:t>
    </dgm:pt>
    <dgm:pt modelId="{BE18DE34-5C46-7142-84E1-8F3A9024C797}">
      <dgm:prSet phldrT="[Text]"/>
      <dgm:spPr/>
      <dgm:t>
        <a:bodyPr/>
        <a:lstStyle/>
        <a:p>
          <a:r>
            <a:rPr lang="en-US" dirty="0"/>
            <a:t>External (3rd Pty)</a:t>
          </a:r>
        </a:p>
      </dgm:t>
    </dgm:pt>
    <dgm:pt modelId="{DBC62C46-5D81-5E42-A0B8-59290FD71AA8}" type="parTrans" cxnId="{F4EE5472-3D41-8246-8694-F5E5F9E9A5DF}">
      <dgm:prSet/>
      <dgm:spPr/>
      <dgm:t>
        <a:bodyPr/>
        <a:lstStyle/>
        <a:p>
          <a:endParaRPr lang="en-US"/>
        </a:p>
      </dgm:t>
    </dgm:pt>
    <dgm:pt modelId="{556BA254-F594-6B42-94D1-0A0DCEEFFBB8}" type="sibTrans" cxnId="{F4EE5472-3D41-8246-8694-F5E5F9E9A5DF}">
      <dgm:prSet/>
      <dgm:spPr/>
      <dgm:t>
        <a:bodyPr/>
        <a:lstStyle/>
        <a:p>
          <a:endParaRPr lang="en-US"/>
        </a:p>
      </dgm:t>
    </dgm:pt>
    <dgm:pt modelId="{A1348DA6-768A-4F43-9BAD-1A82A8EDB734}">
      <dgm:prSet phldrT="[Text]"/>
      <dgm:spPr/>
      <dgm:t>
        <a:bodyPr/>
        <a:lstStyle/>
        <a:p>
          <a:r>
            <a:rPr lang="en-US" dirty="0"/>
            <a:t>Systems</a:t>
          </a:r>
        </a:p>
      </dgm:t>
    </dgm:pt>
    <dgm:pt modelId="{40B24C04-08B4-E942-AE3A-470A7CE31AC3}" type="parTrans" cxnId="{AE52930E-927D-7142-9AC4-D951590E6375}">
      <dgm:prSet/>
      <dgm:spPr/>
      <dgm:t>
        <a:bodyPr/>
        <a:lstStyle/>
        <a:p>
          <a:endParaRPr lang="en-US"/>
        </a:p>
      </dgm:t>
    </dgm:pt>
    <dgm:pt modelId="{0EAE83D4-23BA-5640-A72D-9F518E111911}" type="sibTrans" cxnId="{AE52930E-927D-7142-9AC4-D951590E6375}">
      <dgm:prSet/>
      <dgm:spPr/>
      <dgm:t>
        <a:bodyPr/>
        <a:lstStyle/>
        <a:p>
          <a:endParaRPr lang="en-US"/>
        </a:p>
      </dgm:t>
    </dgm:pt>
    <dgm:pt modelId="{91689A5C-459C-E241-B2C5-F474FEDDAC55}">
      <dgm:prSet phldrT="[Text]"/>
      <dgm:spPr/>
      <dgm:t>
        <a:bodyPr/>
        <a:lstStyle/>
        <a:p>
          <a:r>
            <a:rPr lang="en-US" dirty="0"/>
            <a:t>Metrics &amp; Reporting</a:t>
          </a:r>
        </a:p>
      </dgm:t>
    </dgm:pt>
    <dgm:pt modelId="{60572DFC-D967-3B49-B695-30CD323EFA19}" type="parTrans" cxnId="{A58FD9A4-825D-FA45-8418-21D958FB3BBF}">
      <dgm:prSet/>
      <dgm:spPr/>
      <dgm:t>
        <a:bodyPr/>
        <a:lstStyle/>
        <a:p>
          <a:endParaRPr lang="en-US"/>
        </a:p>
      </dgm:t>
    </dgm:pt>
    <dgm:pt modelId="{F98BF538-1213-2541-B7A1-27FE12F390AD}" type="sibTrans" cxnId="{A58FD9A4-825D-FA45-8418-21D958FB3BBF}">
      <dgm:prSet/>
      <dgm:spPr/>
      <dgm:t>
        <a:bodyPr/>
        <a:lstStyle/>
        <a:p>
          <a:endParaRPr lang="en-US"/>
        </a:p>
      </dgm:t>
    </dgm:pt>
    <dgm:pt modelId="{89ED9B89-43DB-BE46-B55C-FBEEFAEB37C6}">
      <dgm:prSet phldrT="[Text]"/>
      <dgm:spPr/>
      <dgm:t>
        <a:bodyPr/>
        <a:lstStyle/>
        <a:p>
          <a:r>
            <a:rPr lang="en-US" dirty="0"/>
            <a:t>Algorithms &amp; Analysis</a:t>
          </a:r>
        </a:p>
      </dgm:t>
    </dgm:pt>
    <dgm:pt modelId="{7E316280-3291-124B-BB28-D99E62974B05}" type="parTrans" cxnId="{8478EB11-3223-4C41-A982-05C3F1A457C0}">
      <dgm:prSet/>
      <dgm:spPr/>
      <dgm:t>
        <a:bodyPr/>
        <a:lstStyle/>
        <a:p>
          <a:endParaRPr lang="en-US"/>
        </a:p>
      </dgm:t>
    </dgm:pt>
    <dgm:pt modelId="{A0834BDE-4569-AD46-ADB7-CD28381BB470}" type="sibTrans" cxnId="{8478EB11-3223-4C41-A982-05C3F1A457C0}">
      <dgm:prSet/>
      <dgm:spPr/>
      <dgm:t>
        <a:bodyPr/>
        <a:lstStyle/>
        <a:p>
          <a:endParaRPr lang="en-US"/>
        </a:p>
      </dgm:t>
    </dgm:pt>
    <dgm:pt modelId="{EB6237FB-08CC-0940-ACB6-80A58374A5FF}">
      <dgm:prSet phldrT="[Text]"/>
      <dgm:spPr/>
      <dgm:t>
        <a:bodyPr/>
        <a:lstStyle/>
        <a:p>
          <a:r>
            <a:rPr lang="en-US" dirty="0"/>
            <a:t>AI &amp; ML</a:t>
          </a:r>
        </a:p>
      </dgm:t>
    </dgm:pt>
    <dgm:pt modelId="{75897F58-29FD-1846-89E4-BE0133F2AD48}" type="parTrans" cxnId="{2C00AD95-1CB5-1042-BDE7-67F62BD3508F}">
      <dgm:prSet/>
      <dgm:spPr/>
      <dgm:t>
        <a:bodyPr/>
        <a:lstStyle/>
        <a:p>
          <a:endParaRPr lang="en-US"/>
        </a:p>
      </dgm:t>
    </dgm:pt>
    <dgm:pt modelId="{6D5F2241-46D0-4640-8874-D28169C2E9D6}" type="sibTrans" cxnId="{2C00AD95-1CB5-1042-BDE7-67F62BD3508F}">
      <dgm:prSet/>
      <dgm:spPr/>
      <dgm:t>
        <a:bodyPr/>
        <a:lstStyle/>
        <a:p>
          <a:endParaRPr lang="en-US"/>
        </a:p>
      </dgm:t>
    </dgm:pt>
    <dgm:pt modelId="{83CD43C8-FBCA-314D-A63F-137BD9F4191A}">
      <dgm:prSet phldrT="[Text]"/>
      <dgm:spPr/>
      <dgm:t>
        <a:bodyPr/>
        <a:lstStyle/>
        <a:p>
          <a:r>
            <a:rPr lang="en-US" dirty="0"/>
            <a:t>Enterprise</a:t>
          </a:r>
        </a:p>
      </dgm:t>
    </dgm:pt>
    <dgm:pt modelId="{CE0349BF-020E-064C-8F3F-8DC52F763415}" type="parTrans" cxnId="{4BB69531-DE9B-1E43-92DD-EC7B84B2D9CE}">
      <dgm:prSet/>
      <dgm:spPr/>
      <dgm:t>
        <a:bodyPr/>
        <a:lstStyle/>
        <a:p>
          <a:endParaRPr lang="en-US"/>
        </a:p>
      </dgm:t>
    </dgm:pt>
    <dgm:pt modelId="{B97FED6B-553D-6445-BCBD-AC2E0F4DB8B9}" type="sibTrans" cxnId="{4BB69531-DE9B-1E43-92DD-EC7B84B2D9CE}">
      <dgm:prSet/>
      <dgm:spPr/>
      <dgm:t>
        <a:bodyPr/>
        <a:lstStyle/>
        <a:p>
          <a:endParaRPr lang="en-US"/>
        </a:p>
      </dgm:t>
    </dgm:pt>
    <dgm:pt modelId="{84A19DA4-9586-3247-9DAB-9C6FE0B73B9E}">
      <dgm:prSet phldrT="[Text]"/>
      <dgm:spPr/>
      <dgm:t>
        <a:bodyPr/>
        <a:lstStyle/>
        <a:p>
          <a:r>
            <a:rPr lang="en-US" dirty="0"/>
            <a:t>Equipment</a:t>
          </a:r>
        </a:p>
      </dgm:t>
    </dgm:pt>
    <dgm:pt modelId="{9159CB36-1B46-314E-A9C7-00BC00030641}" type="parTrans" cxnId="{6DD8D6D8-5650-F34C-8FEB-3AF7FAA431FA}">
      <dgm:prSet/>
      <dgm:spPr/>
      <dgm:t>
        <a:bodyPr/>
        <a:lstStyle/>
        <a:p>
          <a:endParaRPr lang="en-US"/>
        </a:p>
      </dgm:t>
    </dgm:pt>
    <dgm:pt modelId="{B6D2CE7F-5B8D-D14B-A103-D53381CCFEC8}" type="sibTrans" cxnId="{6DD8D6D8-5650-F34C-8FEB-3AF7FAA431FA}">
      <dgm:prSet/>
      <dgm:spPr/>
      <dgm:t>
        <a:bodyPr/>
        <a:lstStyle/>
        <a:p>
          <a:endParaRPr lang="en-US"/>
        </a:p>
      </dgm:t>
    </dgm:pt>
    <dgm:pt modelId="{20009F51-3559-104C-9DCD-C42127EF7AEC}">
      <dgm:prSet phldrT="[Text]"/>
      <dgm:spPr/>
      <dgm:t>
        <a:bodyPr/>
        <a:lstStyle/>
        <a:p>
          <a:r>
            <a:rPr lang="en-US" dirty="0"/>
            <a:t>Operations</a:t>
          </a:r>
        </a:p>
      </dgm:t>
    </dgm:pt>
    <dgm:pt modelId="{3603C0F8-39C5-FC4B-AD9F-6200D7E585D0}" type="parTrans" cxnId="{ABDA9A9E-72FA-4C46-93B9-9B8BBD4FCC41}">
      <dgm:prSet/>
      <dgm:spPr/>
      <dgm:t>
        <a:bodyPr/>
        <a:lstStyle/>
        <a:p>
          <a:endParaRPr lang="en-US"/>
        </a:p>
      </dgm:t>
    </dgm:pt>
    <dgm:pt modelId="{4F023CAC-A4F6-DE45-848D-F0AF69A908C2}" type="sibTrans" cxnId="{ABDA9A9E-72FA-4C46-93B9-9B8BBD4FCC41}">
      <dgm:prSet/>
      <dgm:spPr/>
      <dgm:t>
        <a:bodyPr/>
        <a:lstStyle/>
        <a:p>
          <a:endParaRPr lang="en-US"/>
        </a:p>
      </dgm:t>
    </dgm:pt>
    <dgm:pt modelId="{D7D32E49-2504-6749-8C8B-087D161AF918}">
      <dgm:prSet phldrT="[Text]"/>
      <dgm:spPr/>
      <dgm:t>
        <a:bodyPr/>
        <a:lstStyle/>
        <a:p>
          <a:r>
            <a:rPr lang="en-US" dirty="0"/>
            <a:t>Functional</a:t>
          </a:r>
        </a:p>
      </dgm:t>
    </dgm:pt>
    <dgm:pt modelId="{7A2A0562-D7A1-2449-B290-5B7D23AD45EB}" type="parTrans" cxnId="{3E15E5BA-763E-8D45-B967-478993A6D4ED}">
      <dgm:prSet/>
      <dgm:spPr/>
      <dgm:t>
        <a:bodyPr/>
        <a:lstStyle/>
        <a:p>
          <a:endParaRPr lang="en-US"/>
        </a:p>
      </dgm:t>
    </dgm:pt>
    <dgm:pt modelId="{000F5724-9789-384F-94A3-4E1A2D3133F1}" type="sibTrans" cxnId="{3E15E5BA-763E-8D45-B967-478993A6D4ED}">
      <dgm:prSet/>
      <dgm:spPr/>
      <dgm:t>
        <a:bodyPr/>
        <a:lstStyle/>
        <a:p>
          <a:endParaRPr lang="en-US"/>
        </a:p>
      </dgm:t>
    </dgm:pt>
    <dgm:pt modelId="{BE5FC6B9-3D9A-1D48-AC49-F14A0A3B9C20}">
      <dgm:prSet phldrT="[Text]"/>
      <dgm:spPr/>
      <dgm:t>
        <a:bodyPr/>
        <a:lstStyle/>
        <a:p>
          <a:r>
            <a:rPr lang="en-US" dirty="0"/>
            <a:t>Desktop</a:t>
          </a:r>
        </a:p>
      </dgm:t>
    </dgm:pt>
    <dgm:pt modelId="{BC8C5E1B-70F8-B349-9414-CAEE3AC42839}" type="parTrans" cxnId="{238DA055-2EFC-0449-B26F-420A048C3129}">
      <dgm:prSet/>
      <dgm:spPr/>
      <dgm:t>
        <a:bodyPr/>
        <a:lstStyle/>
        <a:p>
          <a:endParaRPr lang="en-US"/>
        </a:p>
      </dgm:t>
    </dgm:pt>
    <dgm:pt modelId="{8D70951F-54DE-344D-BF2D-9608824336E0}" type="sibTrans" cxnId="{238DA055-2EFC-0449-B26F-420A048C3129}">
      <dgm:prSet/>
      <dgm:spPr/>
      <dgm:t>
        <a:bodyPr/>
        <a:lstStyle/>
        <a:p>
          <a:endParaRPr lang="en-US"/>
        </a:p>
      </dgm:t>
    </dgm:pt>
    <dgm:pt modelId="{BCF5DF51-9E09-814D-AE79-B322F8D756AC}" type="pres">
      <dgm:prSet presAssocID="{74D5A884-1BF3-4942-95BE-369C84F1543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7DAF0F1-E46E-4D49-AE56-238D0D65F05D}" type="pres">
      <dgm:prSet presAssocID="{6A78A360-4EF8-3343-90CC-B9752CF41274}" presName="root1" presStyleCnt="0"/>
      <dgm:spPr/>
    </dgm:pt>
    <dgm:pt modelId="{7903FF36-8282-9745-9960-3209B182C15B}" type="pres">
      <dgm:prSet presAssocID="{6A78A360-4EF8-3343-90CC-B9752CF41274}" presName="LevelOneTextNode" presStyleLbl="node0" presStyleIdx="0" presStyleCnt="1" custLinFactNeighborX="-32445" custLinFactNeighborY="3245">
        <dgm:presLayoutVars>
          <dgm:chPref val="3"/>
        </dgm:presLayoutVars>
      </dgm:prSet>
      <dgm:spPr/>
    </dgm:pt>
    <dgm:pt modelId="{E5200A84-77FB-9746-A374-53854C922315}" type="pres">
      <dgm:prSet presAssocID="{6A78A360-4EF8-3343-90CC-B9752CF41274}" presName="level2hierChild" presStyleCnt="0"/>
      <dgm:spPr/>
    </dgm:pt>
    <dgm:pt modelId="{66319F1C-E9D8-1646-8E4F-E7B1B62A1C67}" type="pres">
      <dgm:prSet presAssocID="{D8D1277E-371F-3040-B2D5-42333F4B085D}" presName="conn2-1" presStyleLbl="parChTrans1D2" presStyleIdx="0" presStyleCnt="5"/>
      <dgm:spPr/>
    </dgm:pt>
    <dgm:pt modelId="{3B58E0D0-5DFB-A341-8A84-30DF943642B5}" type="pres">
      <dgm:prSet presAssocID="{D8D1277E-371F-3040-B2D5-42333F4B085D}" presName="connTx" presStyleLbl="parChTrans1D2" presStyleIdx="0" presStyleCnt="5"/>
      <dgm:spPr/>
    </dgm:pt>
    <dgm:pt modelId="{6867BF66-7BD8-4F49-AA45-3DB5CB0C72F1}" type="pres">
      <dgm:prSet presAssocID="{A5B6BBD3-36C9-6A41-AAD6-D302CFF2AB18}" presName="root2" presStyleCnt="0"/>
      <dgm:spPr/>
    </dgm:pt>
    <dgm:pt modelId="{3751615F-02BB-F54F-9595-E1245EF4786E}" type="pres">
      <dgm:prSet presAssocID="{A5B6BBD3-36C9-6A41-AAD6-D302CFF2AB18}" presName="LevelTwoTextNode" presStyleLbl="node2" presStyleIdx="0" presStyleCnt="5">
        <dgm:presLayoutVars>
          <dgm:chPref val="3"/>
        </dgm:presLayoutVars>
      </dgm:prSet>
      <dgm:spPr/>
    </dgm:pt>
    <dgm:pt modelId="{44AF879B-95D0-904C-8624-900F0D1EBDCB}" type="pres">
      <dgm:prSet presAssocID="{A5B6BBD3-36C9-6A41-AAD6-D302CFF2AB18}" presName="level3hierChild" presStyleCnt="0"/>
      <dgm:spPr/>
    </dgm:pt>
    <dgm:pt modelId="{7E1560B7-2D49-154F-A3FB-AF4B86B9BF6C}" type="pres">
      <dgm:prSet presAssocID="{985FCE2C-95F6-BF40-903D-E5C29AB6B552}" presName="conn2-1" presStyleLbl="parChTrans1D3" presStyleIdx="0" presStyleCnt="13"/>
      <dgm:spPr/>
    </dgm:pt>
    <dgm:pt modelId="{A1A208CD-0E7F-EA42-AF3A-CBB3A18BD870}" type="pres">
      <dgm:prSet presAssocID="{985FCE2C-95F6-BF40-903D-E5C29AB6B552}" presName="connTx" presStyleLbl="parChTrans1D3" presStyleIdx="0" presStyleCnt="13"/>
      <dgm:spPr/>
    </dgm:pt>
    <dgm:pt modelId="{9DE45DDF-BA87-F644-BBE7-E09A61CEF936}" type="pres">
      <dgm:prSet presAssocID="{CEBDDEBE-07BD-7744-A3C4-3D7A244ECBA8}" presName="root2" presStyleCnt="0"/>
      <dgm:spPr/>
    </dgm:pt>
    <dgm:pt modelId="{F35FCB1F-D61E-1F4C-930B-9A7A8504E7C0}" type="pres">
      <dgm:prSet presAssocID="{CEBDDEBE-07BD-7744-A3C4-3D7A244ECBA8}" presName="LevelTwoTextNode" presStyleLbl="node3" presStyleIdx="0" presStyleCnt="13" custLinFactNeighborX="42172">
        <dgm:presLayoutVars>
          <dgm:chPref val="3"/>
        </dgm:presLayoutVars>
      </dgm:prSet>
      <dgm:spPr/>
    </dgm:pt>
    <dgm:pt modelId="{EBDA77A0-7998-6E4E-840E-F98E6C137369}" type="pres">
      <dgm:prSet presAssocID="{CEBDDEBE-07BD-7744-A3C4-3D7A244ECBA8}" presName="level3hierChild" presStyleCnt="0"/>
      <dgm:spPr/>
    </dgm:pt>
    <dgm:pt modelId="{F7E6185B-C2F7-2A44-A354-C786D3876FCD}" type="pres">
      <dgm:prSet presAssocID="{DBC62C46-5D81-5E42-A0B8-59290FD71AA8}" presName="conn2-1" presStyleLbl="parChTrans1D3" presStyleIdx="1" presStyleCnt="13"/>
      <dgm:spPr/>
    </dgm:pt>
    <dgm:pt modelId="{A7233723-7190-C447-B6F6-C35C52CB1021}" type="pres">
      <dgm:prSet presAssocID="{DBC62C46-5D81-5E42-A0B8-59290FD71AA8}" presName="connTx" presStyleLbl="parChTrans1D3" presStyleIdx="1" presStyleCnt="13"/>
      <dgm:spPr/>
    </dgm:pt>
    <dgm:pt modelId="{E5399100-AB64-9D4C-B465-506D1EEEC522}" type="pres">
      <dgm:prSet presAssocID="{BE18DE34-5C46-7142-84E1-8F3A9024C797}" presName="root2" presStyleCnt="0"/>
      <dgm:spPr/>
    </dgm:pt>
    <dgm:pt modelId="{95CD06B4-B3B1-6848-A629-1B06B2CD9484}" type="pres">
      <dgm:prSet presAssocID="{BE18DE34-5C46-7142-84E1-8F3A9024C797}" presName="LevelTwoTextNode" presStyleLbl="node3" presStyleIdx="1" presStyleCnt="13" custLinFactNeighborX="42172">
        <dgm:presLayoutVars>
          <dgm:chPref val="3"/>
        </dgm:presLayoutVars>
      </dgm:prSet>
      <dgm:spPr/>
    </dgm:pt>
    <dgm:pt modelId="{33938CC4-BDA4-3149-8429-D965103D6145}" type="pres">
      <dgm:prSet presAssocID="{BE18DE34-5C46-7142-84E1-8F3A9024C797}" presName="level3hierChild" presStyleCnt="0"/>
      <dgm:spPr/>
    </dgm:pt>
    <dgm:pt modelId="{1A706F3E-0FAD-DD4B-B008-EB633D6289DC}" type="pres">
      <dgm:prSet presAssocID="{40B24C04-08B4-E942-AE3A-470A7CE31AC3}" presName="conn2-1" presStyleLbl="parChTrans1D2" presStyleIdx="1" presStyleCnt="5"/>
      <dgm:spPr/>
    </dgm:pt>
    <dgm:pt modelId="{507F1FF5-5D9B-074C-9EC8-C74F857A8B79}" type="pres">
      <dgm:prSet presAssocID="{40B24C04-08B4-E942-AE3A-470A7CE31AC3}" presName="connTx" presStyleLbl="parChTrans1D2" presStyleIdx="1" presStyleCnt="5"/>
      <dgm:spPr/>
    </dgm:pt>
    <dgm:pt modelId="{D22F44B2-4B81-004D-B515-8FF9D9C2636F}" type="pres">
      <dgm:prSet presAssocID="{A1348DA6-768A-4F43-9BAD-1A82A8EDB734}" presName="root2" presStyleCnt="0"/>
      <dgm:spPr/>
    </dgm:pt>
    <dgm:pt modelId="{27374599-C1F4-E94C-9038-AEFBA92C5D39}" type="pres">
      <dgm:prSet presAssocID="{A1348DA6-768A-4F43-9BAD-1A82A8EDB734}" presName="LevelTwoTextNode" presStyleLbl="node2" presStyleIdx="1" presStyleCnt="5">
        <dgm:presLayoutVars>
          <dgm:chPref val="3"/>
        </dgm:presLayoutVars>
      </dgm:prSet>
      <dgm:spPr/>
    </dgm:pt>
    <dgm:pt modelId="{8C39CFB4-71F4-7441-8DDE-F8F0A52F48D9}" type="pres">
      <dgm:prSet presAssocID="{A1348DA6-768A-4F43-9BAD-1A82A8EDB734}" presName="level3hierChild" presStyleCnt="0"/>
      <dgm:spPr/>
    </dgm:pt>
    <dgm:pt modelId="{2A2EA264-13A7-614D-A31E-D7C8C3C5DB24}" type="pres">
      <dgm:prSet presAssocID="{D1FA1638-321F-304C-814F-44EA36CDD126}" presName="conn2-1" presStyleLbl="parChTrans1D3" presStyleIdx="2" presStyleCnt="13"/>
      <dgm:spPr/>
    </dgm:pt>
    <dgm:pt modelId="{BCEDDF3A-5F8A-8F44-8F3A-1E2BCA8BA30E}" type="pres">
      <dgm:prSet presAssocID="{D1FA1638-321F-304C-814F-44EA36CDD126}" presName="connTx" presStyleLbl="parChTrans1D3" presStyleIdx="2" presStyleCnt="13"/>
      <dgm:spPr/>
    </dgm:pt>
    <dgm:pt modelId="{4C31463B-5D6F-4043-A403-2E057556CA68}" type="pres">
      <dgm:prSet presAssocID="{CB2EEA48-7D0F-9D47-90CE-04B9B444BAD8}" presName="root2" presStyleCnt="0"/>
      <dgm:spPr/>
    </dgm:pt>
    <dgm:pt modelId="{D24E1159-6DC2-3A49-8C82-4075EE9F729B}" type="pres">
      <dgm:prSet presAssocID="{CB2EEA48-7D0F-9D47-90CE-04B9B444BAD8}" presName="LevelTwoTextNode" presStyleLbl="node3" presStyleIdx="2" presStyleCnt="13" custLinFactNeighborX="42172">
        <dgm:presLayoutVars>
          <dgm:chPref val="3"/>
        </dgm:presLayoutVars>
      </dgm:prSet>
      <dgm:spPr/>
    </dgm:pt>
    <dgm:pt modelId="{9F3705E8-5C75-324F-A419-C3366C82C5D3}" type="pres">
      <dgm:prSet presAssocID="{CB2EEA48-7D0F-9D47-90CE-04B9B444BAD8}" presName="level3hierChild" presStyleCnt="0"/>
      <dgm:spPr/>
    </dgm:pt>
    <dgm:pt modelId="{8918C13C-97E9-5E41-9EA5-A71C7DFAD517}" type="pres">
      <dgm:prSet presAssocID="{BDD32319-E843-F44B-8FC8-5ED2D53BEEB7}" presName="conn2-1" presStyleLbl="parChTrans1D3" presStyleIdx="3" presStyleCnt="13"/>
      <dgm:spPr/>
    </dgm:pt>
    <dgm:pt modelId="{AA5E883F-61F3-AB4D-A2B3-F46B5C523C99}" type="pres">
      <dgm:prSet presAssocID="{BDD32319-E843-F44B-8FC8-5ED2D53BEEB7}" presName="connTx" presStyleLbl="parChTrans1D3" presStyleIdx="3" presStyleCnt="13"/>
      <dgm:spPr/>
    </dgm:pt>
    <dgm:pt modelId="{539050E2-930B-584F-8A43-E7DF8FA9AD03}" type="pres">
      <dgm:prSet presAssocID="{DDB57C36-1AFF-E742-BC81-FC112854C11B}" presName="root2" presStyleCnt="0"/>
      <dgm:spPr/>
    </dgm:pt>
    <dgm:pt modelId="{0C02268F-DCA0-6347-B8ED-896CC64B7045}" type="pres">
      <dgm:prSet presAssocID="{DDB57C36-1AFF-E742-BC81-FC112854C11B}" presName="LevelTwoTextNode" presStyleLbl="node3" presStyleIdx="3" presStyleCnt="13" custLinFactNeighborX="42172">
        <dgm:presLayoutVars>
          <dgm:chPref val="3"/>
        </dgm:presLayoutVars>
      </dgm:prSet>
      <dgm:spPr/>
    </dgm:pt>
    <dgm:pt modelId="{8B066DAE-EEDD-B048-B798-4554375D1DBA}" type="pres">
      <dgm:prSet presAssocID="{DDB57C36-1AFF-E742-BC81-FC112854C11B}" presName="level3hierChild" presStyleCnt="0"/>
      <dgm:spPr/>
    </dgm:pt>
    <dgm:pt modelId="{60212182-CDE5-534E-A819-D2DE4BECAAAC}" type="pres">
      <dgm:prSet presAssocID="{0CA46809-24CC-C142-985E-15BBD388E5CE}" presName="conn2-1" presStyleLbl="parChTrans1D2" presStyleIdx="2" presStyleCnt="5"/>
      <dgm:spPr/>
    </dgm:pt>
    <dgm:pt modelId="{E3A3AF20-9121-8048-8806-5C55EF132E19}" type="pres">
      <dgm:prSet presAssocID="{0CA46809-24CC-C142-985E-15BBD388E5CE}" presName="connTx" presStyleLbl="parChTrans1D2" presStyleIdx="2" presStyleCnt="5"/>
      <dgm:spPr/>
    </dgm:pt>
    <dgm:pt modelId="{60DE230F-4391-5040-9287-AA97A2477B45}" type="pres">
      <dgm:prSet presAssocID="{9BBFAF88-DE54-E843-9906-D147A82CAA2C}" presName="root2" presStyleCnt="0"/>
      <dgm:spPr/>
    </dgm:pt>
    <dgm:pt modelId="{0BD8EB31-5952-E641-A0E3-8EFD3642DECB}" type="pres">
      <dgm:prSet presAssocID="{9BBFAF88-DE54-E843-9906-D147A82CAA2C}" presName="LevelTwoTextNode" presStyleLbl="node2" presStyleIdx="2" presStyleCnt="5">
        <dgm:presLayoutVars>
          <dgm:chPref val="3"/>
        </dgm:presLayoutVars>
      </dgm:prSet>
      <dgm:spPr/>
    </dgm:pt>
    <dgm:pt modelId="{A2BCE70A-EEF7-0A4A-9CAE-277F7AAFE334}" type="pres">
      <dgm:prSet presAssocID="{9BBFAF88-DE54-E843-9906-D147A82CAA2C}" presName="level3hierChild" presStyleCnt="0"/>
      <dgm:spPr/>
    </dgm:pt>
    <dgm:pt modelId="{B794C63B-DCD0-A04E-AC75-BA5379587F63}" type="pres">
      <dgm:prSet presAssocID="{60572DFC-D967-3B49-B695-30CD323EFA19}" presName="conn2-1" presStyleLbl="parChTrans1D3" presStyleIdx="4" presStyleCnt="13"/>
      <dgm:spPr/>
    </dgm:pt>
    <dgm:pt modelId="{F8A701F7-8C2C-BB41-9D28-36E52879A03E}" type="pres">
      <dgm:prSet presAssocID="{60572DFC-D967-3B49-B695-30CD323EFA19}" presName="connTx" presStyleLbl="parChTrans1D3" presStyleIdx="4" presStyleCnt="13"/>
      <dgm:spPr/>
    </dgm:pt>
    <dgm:pt modelId="{708943B3-5BA6-9246-BD5D-00BC2B45DC00}" type="pres">
      <dgm:prSet presAssocID="{91689A5C-459C-E241-B2C5-F474FEDDAC55}" presName="root2" presStyleCnt="0"/>
      <dgm:spPr/>
    </dgm:pt>
    <dgm:pt modelId="{F75FCFC6-5E37-BA41-A58A-A66D58699C70}" type="pres">
      <dgm:prSet presAssocID="{91689A5C-459C-E241-B2C5-F474FEDDAC55}" presName="LevelTwoTextNode" presStyleLbl="node3" presStyleIdx="4" presStyleCnt="13" custLinFactNeighborX="42172">
        <dgm:presLayoutVars>
          <dgm:chPref val="3"/>
        </dgm:presLayoutVars>
      </dgm:prSet>
      <dgm:spPr/>
    </dgm:pt>
    <dgm:pt modelId="{C0FE6247-2176-7D4B-BAD7-58C62DEF6FFF}" type="pres">
      <dgm:prSet presAssocID="{91689A5C-459C-E241-B2C5-F474FEDDAC55}" presName="level3hierChild" presStyleCnt="0"/>
      <dgm:spPr/>
    </dgm:pt>
    <dgm:pt modelId="{B8D085FC-6503-A348-8354-3F0EF5E7DA46}" type="pres">
      <dgm:prSet presAssocID="{7E316280-3291-124B-BB28-D99E62974B05}" presName="conn2-1" presStyleLbl="parChTrans1D3" presStyleIdx="5" presStyleCnt="13"/>
      <dgm:spPr/>
    </dgm:pt>
    <dgm:pt modelId="{4B3EFAE7-1878-684D-86B1-2FEF978FE019}" type="pres">
      <dgm:prSet presAssocID="{7E316280-3291-124B-BB28-D99E62974B05}" presName="connTx" presStyleLbl="parChTrans1D3" presStyleIdx="5" presStyleCnt="13"/>
      <dgm:spPr/>
    </dgm:pt>
    <dgm:pt modelId="{EDF4BC07-BDF6-7045-BC74-51892ACCB80B}" type="pres">
      <dgm:prSet presAssocID="{89ED9B89-43DB-BE46-B55C-FBEEFAEB37C6}" presName="root2" presStyleCnt="0"/>
      <dgm:spPr/>
    </dgm:pt>
    <dgm:pt modelId="{947B71CC-9913-DD44-BFA2-042B7B962686}" type="pres">
      <dgm:prSet presAssocID="{89ED9B89-43DB-BE46-B55C-FBEEFAEB37C6}" presName="LevelTwoTextNode" presStyleLbl="node3" presStyleIdx="5" presStyleCnt="13" custLinFactNeighborX="42172">
        <dgm:presLayoutVars>
          <dgm:chPref val="3"/>
        </dgm:presLayoutVars>
      </dgm:prSet>
      <dgm:spPr/>
    </dgm:pt>
    <dgm:pt modelId="{75137281-4F40-2746-8D97-310E7B8AD833}" type="pres">
      <dgm:prSet presAssocID="{89ED9B89-43DB-BE46-B55C-FBEEFAEB37C6}" presName="level3hierChild" presStyleCnt="0"/>
      <dgm:spPr/>
    </dgm:pt>
    <dgm:pt modelId="{A157FC78-21C8-D746-A1FA-4F52DD77881C}" type="pres">
      <dgm:prSet presAssocID="{75897F58-29FD-1846-89E4-BE0133F2AD48}" presName="conn2-1" presStyleLbl="parChTrans1D3" presStyleIdx="6" presStyleCnt="13"/>
      <dgm:spPr/>
    </dgm:pt>
    <dgm:pt modelId="{EA3F667B-CAFC-6B4C-8BF6-2087BA81DD65}" type="pres">
      <dgm:prSet presAssocID="{75897F58-29FD-1846-89E4-BE0133F2AD48}" presName="connTx" presStyleLbl="parChTrans1D3" presStyleIdx="6" presStyleCnt="13"/>
      <dgm:spPr/>
    </dgm:pt>
    <dgm:pt modelId="{EC3FA7B5-95C0-9D4B-BBA5-ADC64A9FFFDD}" type="pres">
      <dgm:prSet presAssocID="{EB6237FB-08CC-0940-ACB6-80A58374A5FF}" presName="root2" presStyleCnt="0"/>
      <dgm:spPr/>
    </dgm:pt>
    <dgm:pt modelId="{6291A9AD-E611-B744-B818-F92EA9180FED}" type="pres">
      <dgm:prSet presAssocID="{EB6237FB-08CC-0940-ACB6-80A58374A5FF}" presName="LevelTwoTextNode" presStyleLbl="node3" presStyleIdx="6" presStyleCnt="13" custLinFactNeighborX="42172">
        <dgm:presLayoutVars>
          <dgm:chPref val="3"/>
        </dgm:presLayoutVars>
      </dgm:prSet>
      <dgm:spPr/>
    </dgm:pt>
    <dgm:pt modelId="{5FED2F86-A81A-F441-ABF1-BBEE6621F43C}" type="pres">
      <dgm:prSet presAssocID="{EB6237FB-08CC-0940-ACB6-80A58374A5FF}" presName="level3hierChild" presStyleCnt="0"/>
      <dgm:spPr/>
    </dgm:pt>
    <dgm:pt modelId="{3AD9F690-9A0B-4A4A-9D00-F67016D9BC7D}" type="pres">
      <dgm:prSet presAssocID="{45EB8C02-0F77-5745-97B3-2710516072E6}" presName="conn2-1" presStyleLbl="parChTrans1D2" presStyleIdx="3" presStyleCnt="5"/>
      <dgm:spPr/>
    </dgm:pt>
    <dgm:pt modelId="{6A7A48E3-6002-3946-A2FC-D3067D63BD86}" type="pres">
      <dgm:prSet presAssocID="{45EB8C02-0F77-5745-97B3-2710516072E6}" presName="connTx" presStyleLbl="parChTrans1D2" presStyleIdx="3" presStyleCnt="5"/>
      <dgm:spPr/>
    </dgm:pt>
    <dgm:pt modelId="{454B93AE-5EF2-D04C-894E-1610E6A394AF}" type="pres">
      <dgm:prSet presAssocID="{38C45AE3-D578-1D45-979C-F01159B741FE}" presName="root2" presStyleCnt="0"/>
      <dgm:spPr/>
    </dgm:pt>
    <dgm:pt modelId="{A3A48359-ECA5-2A43-B251-77C6245DD228}" type="pres">
      <dgm:prSet presAssocID="{38C45AE3-D578-1D45-979C-F01159B741FE}" presName="LevelTwoTextNode" presStyleLbl="node2" presStyleIdx="3" presStyleCnt="5">
        <dgm:presLayoutVars>
          <dgm:chPref val="3"/>
        </dgm:presLayoutVars>
      </dgm:prSet>
      <dgm:spPr/>
    </dgm:pt>
    <dgm:pt modelId="{017CCE81-FFED-244A-B82D-15B9BBD69C2E}" type="pres">
      <dgm:prSet presAssocID="{38C45AE3-D578-1D45-979C-F01159B741FE}" presName="level3hierChild" presStyleCnt="0"/>
      <dgm:spPr/>
    </dgm:pt>
    <dgm:pt modelId="{C58215A1-E05C-CA41-BEC1-387B16C07473}" type="pres">
      <dgm:prSet presAssocID="{CE0349BF-020E-064C-8F3F-8DC52F763415}" presName="conn2-1" presStyleLbl="parChTrans1D3" presStyleIdx="7" presStyleCnt="13"/>
      <dgm:spPr/>
    </dgm:pt>
    <dgm:pt modelId="{C3F112BA-72AA-A746-ABB3-1E99267CF241}" type="pres">
      <dgm:prSet presAssocID="{CE0349BF-020E-064C-8F3F-8DC52F763415}" presName="connTx" presStyleLbl="parChTrans1D3" presStyleIdx="7" presStyleCnt="13"/>
      <dgm:spPr/>
    </dgm:pt>
    <dgm:pt modelId="{15FDAA7B-77C6-DC4C-AAD7-91EBE5043BEF}" type="pres">
      <dgm:prSet presAssocID="{83CD43C8-FBCA-314D-A63F-137BD9F4191A}" presName="root2" presStyleCnt="0"/>
      <dgm:spPr/>
    </dgm:pt>
    <dgm:pt modelId="{2DDCD59A-97E0-2E4E-A1D4-2FCBF3788FED}" type="pres">
      <dgm:prSet presAssocID="{83CD43C8-FBCA-314D-A63F-137BD9F4191A}" presName="LevelTwoTextNode" presStyleLbl="node3" presStyleIdx="7" presStyleCnt="13" custLinFactNeighborX="42172">
        <dgm:presLayoutVars>
          <dgm:chPref val="3"/>
        </dgm:presLayoutVars>
      </dgm:prSet>
      <dgm:spPr/>
    </dgm:pt>
    <dgm:pt modelId="{0D284FC3-17C1-E049-A380-F07445C5763A}" type="pres">
      <dgm:prSet presAssocID="{83CD43C8-FBCA-314D-A63F-137BD9F4191A}" presName="level3hierChild" presStyleCnt="0"/>
      <dgm:spPr/>
    </dgm:pt>
    <dgm:pt modelId="{2980E65A-FC9D-B143-912F-C38C4AB8AE19}" type="pres">
      <dgm:prSet presAssocID="{7A2A0562-D7A1-2449-B290-5B7D23AD45EB}" presName="conn2-1" presStyleLbl="parChTrans1D3" presStyleIdx="8" presStyleCnt="13"/>
      <dgm:spPr/>
    </dgm:pt>
    <dgm:pt modelId="{93D4D68E-E103-324A-A254-177B9514014D}" type="pres">
      <dgm:prSet presAssocID="{7A2A0562-D7A1-2449-B290-5B7D23AD45EB}" presName="connTx" presStyleLbl="parChTrans1D3" presStyleIdx="8" presStyleCnt="13"/>
      <dgm:spPr/>
    </dgm:pt>
    <dgm:pt modelId="{5D3691BF-4ADC-5744-BB6A-FDEC21769E4A}" type="pres">
      <dgm:prSet presAssocID="{D7D32E49-2504-6749-8C8B-087D161AF918}" presName="root2" presStyleCnt="0"/>
      <dgm:spPr/>
    </dgm:pt>
    <dgm:pt modelId="{CB7E968C-8FEC-3047-9FD5-AC095F7B3BAD}" type="pres">
      <dgm:prSet presAssocID="{D7D32E49-2504-6749-8C8B-087D161AF918}" presName="LevelTwoTextNode" presStyleLbl="node3" presStyleIdx="8" presStyleCnt="13" custLinFactNeighborX="42172">
        <dgm:presLayoutVars>
          <dgm:chPref val="3"/>
        </dgm:presLayoutVars>
      </dgm:prSet>
      <dgm:spPr/>
    </dgm:pt>
    <dgm:pt modelId="{9A6C22AA-077E-8443-A9AC-7B4278A9BC13}" type="pres">
      <dgm:prSet presAssocID="{D7D32E49-2504-6749-8C8B-087D161AF918}" presName="level3hierChild" presStyleCnt="0"/>
      <dgm:spPr/>
    </dgm:pt>
    <dgm:pt modelId="{455DEBFF-9965-4C48-A3B7-851206F4EBE3}" type="pres">
      <dgm:prSet presAssocID="{BC8C5E1B-70F8-B349-9414-CAEE3AC42839}" presName="conn2-1" presStyleLbl="parChTrans1D3" presStyleIdx="9" presStyleCnt="13"/>
      <dgm:spPr/>
    </dgm:pt>
    <dgm:pt modelId="{7D3737A6-2F9F-2F47-92F5-1300005C1BC4}" type="pres">
      <dgm:prSet presAssocID="{BC8C5E1B-70F8-B349-9414-CAEE3AC42839}" presName="connTx" presStyleLbl="parChTrans1D3" presStyleIdx="9" presStyleCnt="13"/>
      <dgm:spPr/>
    </dgm:pt>
    <dgm:pt modelId="{7722CAB7-FB33-804C-AA78-E70B2557B9B7}" type="pres">
      <dgm:prSet presAssocID="{BE5FC6B9-3D9A-1D48-AC49-F14A0A3B9C20}" presName="root2" presStyleCnt="0"/>
      <dgm:spPr/>
    </dgm:pt>
    <dgm:pt modelId="{DF4B3C74-C9D5-4F4D-A8F3-2D3AE0020BDB}" type="pres">
      <dgm:prSet presAssocID="{BE5FC6B9-3D9A-1D48-AC49-F14A0A3B9C20}" presName="LevelTwoTextNode" presStyleLbl="node3" presStyleIdx="9" presStyleCnt="13" custLinFactNeighborX="42172">
        <dgm:presLayoutVars>
          <dgm:chPref val="3"/>
        </dgm:presLayoutVars>
      </dgm:prSet>
      <dgm:spPr/>
    </dgm:pt>
    <dgm:pt modelId="{C8EA53CB-8E3B-7745-835C-A49BBA4ABC7B}" type="pres">
      <dgm:prSet presAssocID="{BE5FC6B9-3D9A-1D48-AC49-F14A0A3B9C20}" presName="level3hierChild" presStyleCnt="0"/>
      <dgm:spPr/>
    </dgm:pt>
    <dgm:pt modelId="{85934671-CE25-B948-BF74-F8815B31F435}" type="pres">
      <dgm:prSet presAssocID="{0EEF774D-030D-1344-B889-2EB80F761671}" presName="conn2-1" presStyleLbl="parChTrans1D2" presStyleIdx="4" presStyleCnt="5"/>
      <dgm:spPr/>
    </dgm:pt>
    <dgm:pt modelId="{D911F04C-3740-0B48-8442-DEC98F6D5572}" type="pres">
      <dgm:prSet presAssocID="{0EEF774D-030D-1344-B889-2EB80F761671}" presName="connTx" presStyleLbl="parChTrans1D2" presStyleIdx="4" presStyleCnt="5"/>
      <dgm:spPr/>
    </dgm:pt>
    <dgm:pt modelId="{7A235F3E-54E7-464E-A0C0-5D261F55395D}" type="pres">
      <dgm:prSet presAssocID="{3FD551FE-A51C-C54E-BA2C-E403ED81D01D}" presName="root2" presStyleCnt="0"/>
      <dgm:spPr/>
    </dgm:pt>
    <dgm:pt modelId="{9249A999-3537-514E-9F75-A89CBB92B09F}" type="pres">
      <dgm:prSet presAssocID="{3FD551FE-A51C-C54E-BA2C-E403ED81D01D}" presName="LevelTwoTextNode" presStyleLbl="node2" presStyleIdx="4" presStyleCnt="5">
        <dgm:presLayoutVars>
          <dgm:chPref val="3"/>
        </dgm:presLayoutVars>
      </dgm:prSet>
      <dgm:spPr/>
    </dgm:pt>
    <dgm:pt modelId="{3EECF831-1965-4D41-840A-01499A860CD6}" type="pres">
      <dgm:prSet presAssocID="{3FD551FE-A51C-C54E-BA2C-E403ED81D01D}" presName="level3hierChild" presStyleCnt="0"/>
      <dgm:spPr/>
    </dgm:pt>
    <dgm:pt modelId="{3EB641AB-4ED1-3E4F-B363-2A11987389AB}" type="pres">
      <dgm:prSet presAssocID="{A94840D8-65CD-AB43-9C8E-534FFDF3B90C}" presName="conn2-1" presStyleLbl="parChTrans1D3" presStyleIdx="10" presStyleCnt="13"/>
      <dgm:spPr/>
    </dgm:pt>
    <dgm:pt modelId="{32C23C42-8846-4E48-A548-138D7C713F0F}" type="pres">
      <dgm:prSet presAssocID="{A94840D8-65CD-AB43-9C8E-534FFDF3B90C}" presName="connTx" presStyleLbl="parChTrans1D3" presStyleIdx="10" presStyleCnt="13"/>
      <dgm:spPr/>
    </dgm:pt>
    <dgm:pt modelId="{7A513199-D871-3D4F-B193-C698D708095B}" type="pres">
      <dgm:prSet presAssocID="{23EAC6F0-7668-CE42-9EE0-A731857352EA}" presName="root2" presStyleCnt="0"/>
      <dgm:spPr/>
    </dgm:pt>
    <dgm:pt modelId="{5B4A1624-2AB3-7347-B8F8-27E2C6A91054}" type="pres">
      <dgm:prSet presAssocID="{23EAC6F0-7668-CE42-9EE0-A731857352EA}" presName="LevelTwoTextNode" presStyleLbl="node3" presStyleIdx="10" presStyleCnt="13" custLinFactNeighborX="42172">
        <dgm:presLayoutVars>
          <dgm:chPref val="3"/>
        </dgm:presLayoutVars>
      </dgm:prSet>
      <dgm:spPr/>
    </dgm:pt>
    <dgm:pt modelId="{E05414F8-3629-7145-8B1F-390EF0EC51AF}" type="pres">
      <dgm:prSet presAssocID="{23EAC6F0-7668-CE42-9EE0-A731857352EA}" presName="level3hierChild" presStyleCnt="0"/>
      <dgm:spPr/>
    </dgm:pt>
    <dgm:pt modelId="{7215329B-0793-6F49-BF88-D98CDE69062A}" type="pres">
      <dgm:prSet presAssocID="{9159CB36-1B46-314E-A9C7-00BC00030641}" presName="conn2-1" presStyleLbl="parChTrans1D3" presStyleIdx="11" presStyleCnt="13"/>
      <dgm:spPr/>
    </dgm:pt>
    <dgm:pt modelId="{DC5C230C-2FFF-6E40-ACCB-486619A28450}" type="pres">
      <dgm:prSet presAssocID="{9159CB36-1B46-314E-A9C7-00BC00030641}" presName="connTx" presStyleLbl="parChTrans1D3" presStyleIdx="11" presStyleCnt="13"/>
      <dgm:spPr/>
    </dgm:pt>
    <dgm:pt modelId="{1B5C6863-C249-6340-A0F6-A218A25576F6}" type="pres">
      <dgm:prSet presAssocID="{84A19DA4-9586-3247-9DAB-9C6FE0B73B9E}" presName="root2" presStyleCnt="0"/>
      <dgm:spPr/>
    </dgm:pt>
    <dgm:pt modelId="{085908DA-AFDC-CE46-92C5-13FC1D357C76}" type="pres">
      <dgm:prSet presAssocID="{84A19DA4-9586-3247-9DAB-9C6FE0B73B9E}" presName="LevelTwoTextNode" presStyleLbl="node3" presStyleIdx="11" presStyleCnt="13" custLinFactNeighborX="42172">
        <dgm:presLayoutVars>
          <dgm:chPref val="3"/>
        </dgm:presLayoutVars>
      </dgm:prSet>
      <dgm:spPr/>
    </dgm:pt>
    <dgm:pt modelId="{00E82473-A550-E645-B23F-836FABED8A69}" type="pres">
      <dgm:prSet presAssocID="{84A19DA4-9586-3247-9DAB-9C6FE0B73B9E}" presName="level3hierChild" presStyleCnt="0"/>
      <dgm:spPr/>
    </dgm:pt>
    <dgm:pt modelId="{24B9279A-B47F-964C-B968-D98FFAE724A5}" type="pres">
      <dgm:prSet presAssocID="{3603C0F8-39C5-FC4B-AD9F-6200D7E585D0}" presName="conn2-1" presStyleLbl="parChTrans1D3" presStyleIdx="12" presStyleCnt="13"/>
      <dgm:spPr/>
    </dgm:pt>
    <dgm:pt modelId="{7A44AAD0-C845-A048-B987-F3FED352890B}" type="pres">
      <dgm:prSet presAssocID="{3603C0F8-39C5-FC4B-AD9F-6200D7E585D0}" presName="connTx" presStyleLbl="parChTrans1D3" presStyleIdx="12" presStyleCnt="13"/>
      <dgm:spPr/>
    </dgm:pt>
    <dgm:pt modelId="{D9B41BAC-76ED-B84C-B904-609C4A70AF2D}" type="pres">
      <dgm:prSet presAssocID="{20009F51-3559-104C-9DCD-C42127EF7AEC}" presName="root2" presStyleCnt="0"/>
      <dgm:spPr/>
    </dgm:pt>
    <dgm:pt modelId="{8B72DD1D-3957-CA45-AD97-56BC9F6F5DA1}" type="pres">
      <dgm:prSet presAssocID="{20009F51-3559-104C-9DCD-C42127EF7AEC}" presName="LevelTwoTextNode" presStyleLbl="node3" presStyleIdx="12" presStyleCnt="13" custLinFactNeighborX="42172">
        <dgm:presLayoutVars>
          <dgm:chPref val="3"/>
        </dgm:presLayoutVars>
      </dgm:prSet>
      <dgm:spPr/>
    </dgm:pt>
    <dgm:pt modelId="{5EE598C8-DB52-A745-B32B-63FBAAB01F89}" type="pres">
      <dgm:prSet presAssocID="{20009F51-3559-104C-9DCD-C42127EF7AEC}" presName="level3hierChild" presStyleCnt="0"/>
      <dgm:spPr/>
    </dgm:pt>
  </dgm:ptLst>
  <dgm:cxnLst>
    <dgm:cxn modelId="{ECC44705-4B07-224C-9F8B-DD95DDD404AB}" srcId="{6A78A360-4EF8-3343-90CC-B9752CF41274}" destId="{A5B6BBD3-36C9-6A41-AAD6-D302CFF2AB18}" srcOrd="0" destOrd="0" parTransId="{D8D1277E-371F-3040-B2D5-42333F4B085D}" sibTransId="{FF7CCED5-3511-4C4F-BFD0-57C6DCE90BCD}"/>
    <dgm:cxn modelId="{00DD0307-107B-1C4A-8E8D-83FAD0909DF0}" type="presOf" srcId="{D7D32E49-2504-6749-8C8B-087D161AF918}" destId="{CB7E968C-8FEC-3047-9FD5-AC095F7B3BAD}" srcOrd="0" destOrd="0" presId="urn:microsoft.com/office/officeart/2005/8/layout/hierarchy2"/>
    <dgm:cxn modelId="{4DAC3008-A7D9-A941-9697-5EB9053005E8}" type="presOf" srcId="{D8D1277E-371F-3040-B2D5-42333F4B085D}" destId="{3B58E0D0-5DFB-A341-8A84-30DF943642B5}" srcOrd="1" destOrd="0" presId="urn:microsoft.com/office/officeart/2005/8/layout/hierarchy2"/>
    <dgm:cxn modelId="{AE52930E-927D-7142-9AC4-D951590E6375}" srcId="{6A78A360-4EF8-3343-90CC-B9752CF41274}" destId="{A1348DA6-768A-4F43-9BAD-1A82A8EDB734}" srcOrd="1" destOrd="0" parTransId="{40B24C04-08B4-E942-AE3A-470A7CE31AC3}" sibTransId="{0EAE83D4-23BA-5640-A72D-9F518E111911}"/>
    <dgm:cxn modelId="{3BE60810-8591-634C-941D-9FF4580DA8C5}" type="presOf" srcId="{7A2A0562-D7A1-2449-B290-5B7D23AD45EB}" destId="{2980E65A-FC9D-B143-912F-C38C4AB8AE19}" srcOrd="0" destOrd="0" presId="urn:microsoft.com/office/officeart/2005/8/layout/hierarchy2"/>
    <dgm:cxn modelId="{8478EB11-3223-4C41-A982-05C3F1A457C0}" srcId="{9BBFAF88-DE54-E843-9906-D147A82CAA2C}" destId="{89ED9B89-43DB-BE46-B55C-FBEEFAEB37C6}" srcOrd="1" destOrd="0" parTransId="{7E316280-3291-124B-BB28-D99E62974B05}" sibTransId="{A0834BDE-4569-AD46-ADB7-CD28381BB470}"/>
    <dgm:cxn modelId="{4EDD1B13-9BCC-B241-BAA5-6EAA9408ABC4}" type="presOf" srcId="{A1348DA6-768A-4F43-9BAD-1A82A8EDB734}" destId="{27374599-C1F4-E94C-9038-AEFBA92C5D39}" srcOrd="0" destOrd="0" presId="urn:microsoft.com/office/officeart/2005/8/layout/hierarchy2"/>
    <dgm:cxn modelId="{714EC714-6D02-3D4C-B7E5-D3F9636756D9}" type="presOf" srcId="{75897F58-29FD-1846-89E4-BE0133F2AD48}" destId="{A157FC78-21C8-D746-A1FA-4F52DD77881C}" srcOrd="0" destOrd="0" presId="urn:microsoft.com/office/officeart/2005/8/layout/hierarchy2"/>
    <dgm:cxn modelId="{9843161A-0072-7A4B-971D-5A9044136329}" type="presOf" srcId="{9159CB36-1B46-314E-A9C7-00BC00030641}" destId="{7215329B-0793-6F49-BF88-D98CDE69062A}" srcOrd="0" destOrd="0" presId="urn:microsoft.com/office/officeart/2005/8/layout/hierarchy2"/>
    <dgm:cxn modelId="{0D7D5826-DAEE-2F4F-B302-5B387D0A60D3}" type="presOf" srcId="{75897F58-29FD-1846-89E4-BE0133F2AD48}" destId="{EA3F667B-CAFC-6B4C-8BF6-2087BA81DD65}" srcOrd="1" destOrd="0" presId="urn:microsoft.com/office/officeart/2005/8/layout/hierarchy2"/>
    <dgm:cxn modelId="{C4781A2A-F10A-0F4D-84DF-CB9D4626E6E7}" type="presOf" srcId="{0EEF774D-030D-1344-B889-2EB80F761671}" destId="{85934671-CE25-B948-BF74-F8815B31F435}" srcOrd="0" destOrd="0" presId="urn:microsoft.com/office/officeart/2005/8/layout/hierarchy2"/>
    <dgm:cxn modelId="{9E09972A-6EFC-4840-B369-522C32B410E7}" srcId="{6A78A360-4EF8-3343-90CC-B9752CF41274}" destId="{3FD551FE-A51C-C54E-BA2C-E403ED81D01D}" srcOrd="4" destOrd="0" parTransId="{0EEF774D-030D-1344-B889-2EB80F761671}" sibTransId="{9D68603D-7AD1-574C-9716-B9172842CE95}"/>
    <dgm:cxn modelId="{BBBA8D2C-2033-A248-B3B0-ACB8AD85D783}" type="presOf" srcId="{0CA46809-24CC-C142-985E-15BBD388E5CE}" destId="{E3A3AF20-9121-8048-8806-5C55EF132E19}" srcOrd="1" destOrd="0" presId="urn:microsoft.com/office/officeart/2005/8/layout/hierarchy2"/>
    <dgm:cxn modelId="{2E49162F-CD0A-0E43-B0BC-BE60F400A335}" type="presOf" srcId="{BDD32319-E843-F44B-8FC8-5ED2D53BEEB7}" destId="{8918C13C-97E9-5E41-9EA5-A71C7DFAD517}" srcOrd="0" destOrd="0" presId="urn:microsoft.com/office/officeart/2005/8/layout/hierarchy2"/>
    <dgm:cxn modelId="{4BB69531-DE9B-1E43-92DD-EC7B84B2D9CE}" srcId="{38C45AE3-D578-1D45-979C-F01159B741FE}" destId="{83CD43C8-FBCA-314D-A63F-137BD9F4191A}" srcOrd="0" destOrd="0" parTransId="{CE0349BF-020E-064C-8F3F-8DC52F763415}" sibTransId="{B97FED6B-553D-6445-BCBD-AC2E0F4DB8B9}"/>
    <dgm:cxn modelId="{1A933B39-E721-4944-998A-5E218833486C}" type="presOf" srcId="{985FCE2C-95F6-BF40-903D-E5C29AB6B552}" destId="{A1A208CD-0E7F-EA42-AF3A-CBB3A18BD870}" srcOrd="1" destOrd="0" presId="urn:microsoft.com/office/officeart/2005/8/layout/hierarchy2"/>
    <dgm:cxn modelId="{EF1CA539-E7B1-6F49-B2C5-C3711F74F6DC}" type="presOf" srcId="{A5B6BBD3-36C9-6A41-AAD6-D302CFF2AB18}" destId="{3751615F-02BB-F54F-9595-E1245EF4786E}" srcOrd="0" destOrd="0" presId="urn:microsoft.com/office/officeart/2005/8/layout/hierarchy2"/>
    <dgm:cxn modelId="{4808683D-C118-F549-87F7-E3079F1BE205}" type="presOf" srcId="{A94840D8-65CD-AB43-9C8E-534FFDF3B90C}" destId="{32C23C42-8846-4E48-A548-138D7C713F0F}" srcOrd="1" destOrd="0" presId="urn:microsoft.com/office/officeart/2005/8/layout/hierarchy2"/>
    <dgm:cxn modelId="{97FEEA3D-4969-D944-8F4A-0A758AECEC4D}" srcId="{A1348DA6-768A-4F43-9BAD-1A82A8EDB734}" destId="{DDB57C36-1AFF-E742-BC81-FC112854C11B}" srcOrd="1" destOrd="0" parTransId="{BDD32319-E843-F44B-8FC8-5ED2D53BEEB7}" sibTransId="{BE566510-58A7-D340-B4B9-1A5B9914F157}"/>
    <dgm:cxn modelId="{A4461840-6961-DD48-A129-3A1C8F30AA0D}" srcId="{6A78A360-4EF8-3343-90CC-B9752CF41274}" destId="{9BBFAF88-DE54-E843-9906-D147A82CAA2C}" srcOrd="2" destOrd="0" parTransId="{0CA46809-24CC-C142-985E-15BBD388E5CE}" sibTransId="{26C2D597-CEC0-574E-A47D-8818C31D1CD6}"/>
    <dgm:cxn modelId="{E7D0FB40-2C0B-BE4D-836D-E73B40B6E383}" type="presOf" srcId="{91689A5C-459C-E241-B2C5-F474FEDDAC55}" destId="{F75FCFC6-5E37-BA41-A58A-A66D58699C70}" srcOrd="0" destOrd="0" presId="urn:microsoft.com/office/officeart/2005/8/layout/hierarchy2"/>
    <dgm:cxn modelId="{4DCF9541-487B-1348-926E-3D0951FB75DB}" type="presOf" srcId="{40B24C04-08B4-E942-AE3A-470A7CE31AC3}" destId="{1A706F3E-0FAD-DD4B-B008-EB633D6289DC}" srcOrd="0" destOrd="0" presId="urn:microsoft.com/office/officeart/2005/8/layout/hierarchy2"/>
    <dgm:cxn modelId="{22C8AE4B-1F18-E54B-A9F8-AE278988009D}" type="presOf" srcId="{20009F51-3559-104C-9DCD-C42127EF7AEC}" destId="{8B72DD1D-3957-CA45-AD97-56BC9F6F5DA1}" srcOrd="0" destOrd="0" presId="urn:microsoft.com/office/officeart/2005/8/layout/hierarchy2"/>
    <dgm:cxn modelId="{727DF74B-4FF5-054B-830D-76CE5D23F77A}" type="presOf" srcId="{3FD551FE-A51C-C54E-BA2C-E403ED81D01D}" destId="{9249A999-3537-514E-9F75-A89CBB92B09F}" srcOrd="0" destOrd="0" presId="urn:microsoft.com/office/officeart/2005/8/layout/hierarchy2"/>
    <dgm:cxn modelId="{238DA055-2EFC-0449-B26F-420A048C3129}" srcId="{38C45AE3-D578-1D45-979C-F01159B741FE}" destId="{BE5FC6B9-3D9A-1D48-AC49-F14A0A3B9C20}" srcOrd="2" destOrd="0" parTransId="{BC8C5E1B-70F8-B349-9414-CAEE3AC42839}" sibTransId="{8D70951F-54DE-344D-BF2D-9608824336E0}"/>
    <dgm:cxn modelId="{47C02E5D-212B-B64D-8777-B24890499E8F}" type="presOf" srcId="{CE0349BF-020E-064C-8F3F-8DC52F763415}" destId="{C3F112BA-72AA-A746-ABB3-1E99267CF241}" srcOrd="1" destOrd="0" presId="urn:microsoft.com/office/officeart/2005/8/layout/hierarchy2"/>
    <dgm:cxn modelId="{1614AB5D-6714-E74F-8901-2CF29382F54E}" type="presOf" srcId="{6A78A360-4EF8-3343-90CC-B9752CF41274}" destId="{7903FF36-8282-9745-9960-3209B182C15B}" srcOrd="0" destOrd="0" presId="urn:microsoft.com/office/officeart/2005/8/layout/hierarchy2"/>
    <dgm:cxn modelId="{455F8F63-BDFB-B144-897C-C56AEF47B42D}" type="presOf" srcId="{23EAC6F0-7668-CE42-9EE0-A731857352EA}" destId="{5B4A1624-2AB3-7347-B8F8-27E2C6A91054}" srcOrd="0" destOrd="0" presId="urn:microsoft.com/office/officeart/2005/8/layout/hierarchy2"/>
    <dgm:cxn modelId="{9A730B64-8122-7140-B068-D57D438CF48F}" type="presOf" srcId="{60572DFC-D967-3B49-B695-30CD323EFA19}" destId="{F8A701F7-8C2C-BB41-9D28-36E52879A03E}" srcOrd="1" destOrd="0" presId="urn:microsoft.com/office/officeart/2005/8/layout/hierarchy2"/>
    <dgm:cxn modelId="{F4EE5472-3D41-8246-8694-F5E5F9E9A5DF}" srcId="{A5B6BBD3-36C9-6A41-AAD6-D302CFF2AB18}" destId="{BE18DE34-5C46-7142-84E1-8F3A9024C797}" srcOrd="1" destOrd="0" parTransId="{DBC62C46-5D81-5E42-A0B8-59290FD71AA8}" sibTransId="{556BA254-F594-6B42-94D1-0A0DCEEFFBB8}"/>
    <dgm:cxn modelId="{1D726676-6D14-CE47-8A1C-BF417AE46086}" srcId="{A1348DA6-768A-4F43-9BAD-1A82A8EDB734}" destId="{CB2EEA48-7D0F-9D47-90CE-04B9B444BAD8}" srcOrd="0" destOrd="0" parTransId="{D1FA1638-321F-304C-814F-44EA36CDD126}" sibTransId="{5C820E3D-A2C6-F14D-B118-CA1DB8119E1E}"/>
    <dgm:cxn modelId="{9AF3417C-0A4A-244A-A029-40EE9F3711B9}" type="presOf" srcId="{7E316280-3291-124B-BB28-D99E62974B05}" destId="{4B3EFAE7-1878-684D-86B1-2FEF978FE019}" srcOrd="1" destOrd="0" presId="urn:microsoft.com/office/officeart/2005/8/layout/hierarchy2"/>
    <dgm:cxn modelId="{D77B977E-A3DF-4349-B088-6DF202246DCD}" type="presOf" srcId="{DBC62C46-5D81-5E42-A0B8-59290FD71AA8}" destId="{A7233723-7190-C447-B6F6-C35C52CB1021}" srcOrd="1" destOrd="0" presId="urn:microsoft.com/office/officeart/2005/8/layout/hierarchy2"/>
    <dgm:cxn modelId="{6B4CAE83-0FFA-A641-92E2-D7D003522AA3}" type="presOf" srcId="{DDB57C36-1AFF-E742-BC81-FC112854C11B}" destId="{0C02268F-DCA0-6347-B8ED-896CC64B7045}" srcOrd="0" destOrd="0" presId="urn:microsoft.com/office/officeart/2005/8/layout/hierarchy2"/>
    <dgm:cxn modelId="{FA438484-AC70-AC4E-A332-7F16DFC0FAAD}" type="presOf" srcId="{3603C0F8-39C5-FC4B-AD9F-6200D7E585D0}" destId="{7A44AAD0-C845-A048-B987-F3FED352890B}" srcOrd="1" destOrd="0" presId="urn:microsoft.com/office/officeart/2005/8/layout/hierarchy2"/>
    <dgm:cxn modelId="{7526148B-B5DC-AD4F-BA22-533856C9F03E}" type="presOf" srcId="{CEBDDEBE-07BD-7744-A3C4-3D7A244ECBA8}" destId="{F35FCB1F-D61E-1F4C-930B-9A7A8504E7C0}" srcOrd="0" destOrd="0" presId="urn:microsoft.com/office/officeart/2005/8/layout/hierarchy2"/>
    <dgm:cxn modelId="{906BD690-7C61-F940-AB23-4A2B78FB1B5D}" type="presOf" srcId="{45EB8C02-0F77-5745-97B3-2710516072E6}" destId="{6A7A48E3-6002-3946-A2FC-D3067D63BD86}" srcOrd="1" destOrd="0" presId="urn:microsoft.com/office/officeart/2005/8/layout/hierarchy2"/>
    <dgm:cxn modelId="{2C00AD95-1CB5-1042-BDE7-67F62BD3508F}" srcId="{9BBFAF88-DE54-E843-9906-D147A82CAA2C}" destId="{EB6237FB-08CC-0940-ACB6-80A58374A5FF}" srcOrd="2" destOrd="0" parTransId="{75897F58-29FD-1846-89E4-BE0133F2AD48}" sibTransId="{6D5F2241-46D0-4640-8874-D28169C2E9D6}"/>
    <dgm:cxn modelId="{A22DD89A-030C-3347-92E8-FE99752B2BFE}" type="presOf" srcId="{BC8C5E1B-70F8-B349-9414-CAEE3AC42839}" destId="{7D3737A6-2F9F-2F47-92F5-1300005C1BC4}" srcOrd="1" destOrd="0" presId="urn:microsoft.com/office/officeart/2005/8/layout/hierarchy2"/>
    <dgm:cxn modelId="{ABDA9A9E-72FA-4C46-93B9-9B8BBD4FCC41}" srcId="{3FD551FE-A51C-C54E-BA2C-E403ED81D01D}" destId="{20009F51-3559-104C-9DCD-C42127EF7AEC}" srcOrd="2" destOrd="0" parTransId="{3603C0F8-39C5-FC4B-AD9F-6200D7E585D0}" sibTransId="{4F023CAC-A4F6-DE45-848D-F0AF69A908C2}"/>
    <dgm:cxn modelId="{0C64ABA4-7B36-C547-BEAA-16867D41ED6D}" type="presOf" srcId="{D8D1277E-371F-3040-B2D5-42333F4B085D}" destId="{66319F1C-E9D8-1646-8E4F-E7B1B62A1C67}" srcOrd="0" destOrd="0" presId="urn:microsoft.com/office/officeart/2005/8/layout/hierarchy2"/>
    <dgm:cxn modelId="{A58FD9A4-825D-FA45-8418-21D958FB3BBF}" srcId="{9BBFAF88-DE54-E843-9906-D147A82CAA2C}" destId="{91689A5C-459C-E241-B2C5-F474FEDDAC55}" srcOrd="0" destOrd="0" parTransId="{60572DFC-D967-3B49-B695-30CD323EFA19}" sibTransId="{F98BF538-1213-2541-B7A1-27FE12F390AD}"/>
    <dgm:cxn modelId="{EE4689A9-551B-8B41-A54C-A5FA73B14CBD}" type="presOf" srcId="{BDD32319-E843-F44B-8FC8-5ED2D53BEEB7}" destId="{AA5E883F-61F3-AB4D-A2B3-F46B5C523C99}" srcOrd="1" destOrd="0" presId="urn:microsoft.com/office/officeart/2005/8/layout/hierarchy2"/>
    <dgm:cxn modelId="{1A9E76AA-A533-744F-97CB-D2CF29B5407F}" type="presOf" srcId="{0EEF774D-030D-1344-B889-2EB80F761671}" destId="{D911F04C-3740-0B48-8442-DEC98F6D5572}" srcOrd="1" destOrd="0" presId="urn:microsoft.com/office/officeart/2005/8/layout/hierarchy2"/>
    <dgm:cxn modelId="{E3839AAB-A045-4242-8F0F-F3C9270BE2F5}" srcId="{3FD551FE-A51C-C54E-BA2C-E403ED81D01D}" destId="{23EAC6F0-7668-CE42-9EE0-A731857352EA}" srcOrd="0" destOrd="0" parTransId="{A94840D8-65CD-AB43-9C8E-534FFDF3B90C}" sibTransId="{EEA4A31D-84A7-5C40-A016-111E603ACE8C}"/>
    <dgm:cxn modelId="{EF71E3AC-90E2-F242-A230-7CC755A3F57A}" type="presOf" srcId="{985FCE2C-95F6-BF40-903D-E5C29AB6B552}" destId="{7E1560B7-2D49-154F-A3FB-AF4B86B9BF6C}" srcOrd="0" destOrd="0" presId="urn:microsoft.com/office/officeart/2005/8/layout/hierarchy2"/>
    <dgm:cxn modelId="{4C89E4AC-F4AE-1C47-AEBB-7FDB74FF96A1}" type="presOf" srcId="{D1FA1638-321F-304C-814F-44EA36CDD126}" destId="{2A2EA264-13A7-614D-A31E-D7C8C3C5DB24}" srcOrd="0" destOrd="0" presId="urn:microsoft.com/office/officeart/2005/8/layout/hierarchy2"/>
    <dgm:cxn modelId="{9CF0C2AD-E354-FE49-9129-343D3C8BBF27}" type="presOf" srcId="{45EB8C02-0F77-5745-97B3-2710516072E6}" destId="{3AD9F690-9A0B-4A4A-9D00-F67016D9BC7D}" srcOrd="0" destOrd="0" presId="urn:microsoft.com/office/officeart/2005/8/layout/hierarchy2"/>
    <dgm:cxn modelId="{C65B09AF-9717-0048-B8C1-043F7618C168}" type="presOf" srcId="{60572DFC-D967-3B49-B695-30CD323EFA19}" destId="{B794C63B-DCD0-A04E-AC75-BA5379587F63}" srcOrd="0" destOrd="0" presId="urn:microsoft.com/office/officeart/2005/8/layout/hierarchy2"/>
    <dgm:cxn modelId="{7AF0F8AF-FFC3-2A40-8C6D-F63BC01C6324}" type="presOf" srcId="{A94840D8-65CD-AB43-9C8E-534FFDF3B90C}" destId="{3EB641AB-4ED1-3E4F-B363-2A11987389AB}" srcOrd="0" destOrd="0" presId="urn:microsoft.com/office/officeart/2005/8/layout/hierarchy2"/>
    <dgm:cxn modelId="{66C84FB5-7F71-FA4B-8DE7-6FA46379CD09}" type="presOf" srcId="{9BBFAF88-DE54-E843-9906-D147A82CAA2C}" destId="{0BD8EB31-5952-E641-A0E3-8EFD3642DECB}" srcOrd="0" destOrd="0" presId="urn:microsoft.com/office/officeart/2005/8/layout/hierarchy2"/>
    <dgm:cxn modelId="{CE7863B5-E44C-4D49-A4F0-FDBB1560E65B}" type="presOf" srcId="{7E316280-3291-124B-BB28-D99E62974B05}" destId="{B8D085FC-6503-A348-8354-3F0EF5E7DA46}" srcOrd="0" destOrd="0" presId="urn:microsoft.com/office/officeart/2005/8/layout/hierarchy2"/>
    <dgm:cxn modelId="{3E15E5BA-763E-8D45-B967-478993A6D4ED}" srcId="{38C45AE3-D578-1D45-979C-F01159B741FE}" destId="{D7D32E49-2504-6749-8C8B-087D161AF918}" srcOrd="1" destOrd="0" parTransId="{7A2A0562-D7A1-2449-B290-5B7D23AD45EB}" sibTransId="{000F5724-9789-384F-94A3-4E1A2D3133F1}"/>
    <dgm:cxn modelId="{B5F9D6BC-C062-964E-86A4-69FD050615E3}" srcId="{74D5A884-1BF3-4942-95BE-369C84F1543C}" destId="{6A78A360-4EF8-3343-90CC-B9752CF41274}" srcOrd="0" destOrd="0" parTransId="{AF88D0F5-9665-E046-A37F-A9B9822B8B28}" sibTransId="{A665BCB3-1407-E846-89F8-558BFBC292CC}"/>
    <dgm:cxn modelId="{9B5367CC-2814-4C40-B303-DFE15E92DC52}" type="presOf" srcId="{D1FA1638-321F-304C-814F-44EA36CDD126}" destId="{BCEDDF3A-5F8A-8F44-8F3A-1E2BCA8BA30E}" srcOrd="1" destOrd="0" presId="urn:microsoft.com/office/officeart/2005/8/layout/hierarchy2"/>
    <dgm:cxn modelId="{AAE29CCC-1036-5344-B132-1185628518EF}" type="presOf" srcId="{DBC62C46-5D81-5E42-A0B8-59290FD71AA8}" destId="{F7E6185B-C2F7-2A44-A354-C786D3876FCD}" srcOrd="0" destOrd="0" presId="urn:microsoft.com/office/officeart/2005/8/layout/hierarchy2"/>
    <dgm:cxn modelId="{EED405D3-C423-C140-B612-659EB8E89E03}" type="presOf" srcId="{BE18DE34-5C46-7142-84E1-8F3A9024C797}" destId="{95CD06B4-B3B1-6848-A629-1B06B2CD9484}" srcOrd="0" destOrd="0" presId="urn:microsoft.com/office/officeart/2005/8/layout/hierarchy2"/>
    <dgm:cxn modelId="{5EFB7CD3-F4E9-6048-8C82-2AAB89CE897A}" type="presOf" srcId="{0CA46809-24CC-C142-985E-15BBD388E5CE}" destId="{60212182-CDE5-534E-A819-D2DE4BECAAAC}" srcOrd="0" destOrd="0" presId="urn:microsoft.com/office/officeart/2005/8/layout/hierarchy2"/>
    <dgm:cxn modelId="{8DD305D5-FB35-E744-AD5B-A1C7ABAFA448}" srcId="{6A78A360-4EF8-3343-90CC-B9752CF41274}" destId="{38C45AE3-D578-1D45-979C-F01159B741FE}" srcOrd="3" destOrd="0" parTransId="{45EB8C02-0F77-5745-97B3-2710516072E6}" sibTransId="{1DE610AE-E71C-6C48-8D9E-D3F55D1A1A8D}"/>
    <dgm:cxn modelId="{2CB582D5-CF89-AB43-B5BC-DDA68ECB5E83}" type="presOf" srcId="{7A2A0562-D7A1-2449-B290-5B7D23AD45EB}" destId="{93D4D68E-E103-324A-A254-177B9514014D}" srcOrd="1" destOrd="0" presId="urn:microsoft.com/office/officeart/2005/8/layout/hierarchy2"/>
    <dgm:cxn modelId="{292729D7-43E3-114C-98CF-1EC2BC026C5F}" type="presOf" srcId="{BE5FC6B9-3D9A-1D48-AC49-F14A0A3B9C20}" destId="{DF4B3C74-C9D5-4F4D-A8F3-2D3AE0020BDB}" srcOrd="0" destOrd="0" presId="urn:microsoft.com/office/officeart/2005/8/layout/hierarchy2"/>
    <dgm:cxn modelId="{6DD8D6D8-5650-F34C-8FEB-3AF7FAA431FA}" srcId="{3FD551FE-A51C-C54E-BA2C-E403ED81D01D}" destId="{84A19DA4-9586-3247-9DAB-9C6FE0B73B9E}" srcOrd="1" destOrd="0" parTransId="{9159CB36-1B46-314E-A9C7-00BC00030641}" sibTransId="{B6D2CE7F-5B8D-D14B-A103-D53381CCFEC8}"/>
    <dgm:cxn modelId="{4EB951DA-C3E9-6143-9772-FB75F02A0992}" type="presOf" srcId="{9159CB36-1B46-314E-A9C7-00BC00030641}" destId="{DC5C230C-2FFF-6E40-ACCB-486619A28450}" srcOrd="1" destOrd="0" presId="urn:microsoft.com/office/officeart/2005/8/layout/hierarchy2"/>
    <dgm:cxn modelId="{42EF7EDA-3E67-DA4D-9114-2589179CD69B}" type="presOf" srcId="{89ED9B89-43DB-BE46-B55C-FBEEFAEB37C6}" destId="{947B71CC-9913-DD44-BFA2-042B7B962686}" srcOrd="0" destOrd="0" presId="urn:microsoft.com/office/officeart/2005/8/layout/hierarchy2"/>
    <dgm:cxn modelId="{9D208CDA-5B14-8349-8183-B73313A32902}" type="presOf" srcId="{EB6237FB-08CC-0940-ACB6-80A58374A5FF}" destId="{6291A9AD-E611-B744-B818-F92EA9180FED}" srcOrd="0" destOrd="0" presId="urn:microsoft.com/office/officeart/2005/8/layout/hierarchy2"/>
    <dgm:cxn modelId="{3F84C2DA-6C09-9F4A-A3E3-0DFC1735C24B}" type="presOf" srcId="{74D5A884-1BF3-4942-95BE-369C84F1543C}" destId="{BCF5DF51-9E09-814D-AE79-B322F8D756AC}" srcOrd="0" destOrd="0" presId="urn:microsoft.com/office/officeart/2005/8/layout/hierarchy2"/>
    <dgm:cxn modelId="{25901ADC-7CD3-D148-883B-F2E6646B3886}" type="presOf" srcId="{40B24C04-08B4-E942-AE3A-470A7CE31AC3}" destId="{507F1FF5-5D9B-074C-9EC8-C74F857A8B79}" srcOrd="1" destOrd="0" presId="urn:microsoft.com/office/officeart/2005/8/layout/hierarchy2"/>
    <dgm:cxn modelId="{514CCDDC-94D1-4C40-A800-8FF66BB1BA4D}" type="presOf" srcId="{38C45AE3-D578-1D45-979C-F01159B741FE}" destId="{A3A48359-ECA5-2A43-B251-77C6245DD228}" srcOrd="0" destOrd="0" presId="urn:microsoft.com/office/officeart/2005/8/layout/hierarchy2"/>
    <dgm:cxn modelId="{A5056AE1-79CE-174E-A6F1-9BD4BAE35156}" type="presOf" srcId="{BC8C5E1B-70F8-B349-9414-CAEE3AC42839}" destId="{455DEBFF-9965-4C48-A3B7-851206F4EBE3}" srcOrd="0" destOrd="0" presId="urn:microsoft.com/office/officeart/2005/8/layout/hierarchy2"/>
    <dgm:cxn modelId="{092173E4-5F91-E947-8621-8F92638DDE8A}" type="presOf" srcId="{83CD43C8-FBCA-314D-A63F-137BD9F4191A}" destId="{2DDCD59A-97E0-2E4E-A1D4-2FCBF3788FED}" srcOrd="0" destOrd="0" presId="urn:microsoft.com/office/officeart/2005/8/layout/hierarchy2"/>
    <dgm:cxn modelId="{9C12C0E5-5EFD-3944-9AA2-79FD2DC7DFA3}" type="presOf" srcId="{3603C0F8-39C5-FC4B-AD9F-6200D7E585D0}" destId="{24B9279A-B47F-964C-B968-D98FFAE724A5}" srcOrd="0" destOrd="0" presId="urn:microsoft.com/office/officeart/2005/8/layout/hierarchy2"/>
    <dgm:cxn modelId="{8D34C0E5-135A-5647-8C83-65A0DFD11B0E}" type="presOf" srcId="{CB2EEA48-7D0F-9D47-90CE-04B9B444BAD8}" destId="{D24E1159-6DC2-3A49-8C82-4075EE9F729B}" srcOrd="0" destOrd="0" presId="urn:microsoft.com/office/officeart/2005/8/layout/hierarchy2"/>
    <dgm:cxn modelId="{5EE0B0EE-B836-7E4F-870F-43772E64AB80}" type="presOf" srcId="{84A19DA4-9586-3247-9DAB-9C6FE0B73B9E}" destId="{085908DA-AFDC-CE46-92C5-13FC1D357C76}" srcOrd="0" destOrd="0" presId="urn:microsoft.com/office/officeart/2005/8/layout/hierarchy2"/>
    <dgm:cxn modelId="{B38E72F0-C0CF-CC4C-A14E-96ADF04F7290}" type="presOf" srcId="{CE0349BF-020E-064C-8F3F-8DC52F763415}" destId="{C58215A1-E05C-CA41-BEC1-387B16C07473}" srcOrd="0" destOrd="0" presId="urn:microsoft.com/office/officeart/2005/8/layout/hierarchy2"/>
    <dgm:cxn modelId="{9E61D8F3-7A4E-2B43-BDED-F99869E045F2}" srcId="{A5B6BBD3-36C9-6A41-AAD6-D302CFF2AB18}" destId="{CEBDDEBE-07BD-7744-A3C4-3D7A244ECBA8}" srcOrd="0" destOrd="0" parTransId="{985FCE2C-95F6-BF40-903D-E5C29AB6B552}" sibTransId="{8FFE9469-910B-254D-BE4B-355C4C011189}"/>
    <dgm:cxn modelId="{CA661A39-121C-C045-8322-7D86A1189B86}" type="presParOf" srcId="{BCF5DF51-9E09-814D-AE79-B322F8D756AC}" destId="{97DAF0F1-E46E-4D49-AE56-238D0D65F05D}" srcOrd="0" destOrd="0" presId="urn:microsoft.com/office/officeart/2005/8/layout/hierarchy2"/>
    <dgm:cxn modelId="{DC6565B0-7D35-DF43-872E-A9E2F010AF51}" type="presParOf" srcId="{97DAF0F1-E46E-4D49-AE56-238D0D65F05D}" destId="{7903FF36-8282-9745-9960-3209B182C15B}" srcOrd="0" destOrd="0" presId="urn:microsoft.com/office/officeart/2005/8/layout/hierarchy2"/>
    <dgm:cxn modelId="{3D92B7BD-FBAE-3C46-A460-9C5EA6B289AE}" type="presParOf" srcId="{97DAF0F1-E46E-4D49-AE56-238D0D65F05D}" destId="{E5200A84-77FB-9746-A374-53854C922315}" srcOrd="1" destOrd="0" presId="urn:microsoft.com/office/officeart/2005/8/layout/hierarchy2"/>
    <dgm:cxn modelId="{1C4FC502-7F12-8340-802C-8BAEE507C168}" type="presParOf" srcId="{E5200A84-77FB-9746-A374-53854C922315}" destId="{66319F1C-E9D8-1646-8E4F-E7B1B62A1C67}" srcOrd="0" destOrd="0" presId="urn:microsoft.com/office/officeart/2005/8/layout/hierarchy2"/>
    <dgm:cxn modelId="{61187CA5-CC08-3240-BE7D-E2D4E1503C74}" type="presParOf" srcId="{66319F1C-E9D8-1646-8E4F-E7B1B62A1C67}" destId="{3B58E0D0-5DFB-A341-8A84-30DF943642B5}" srcOrd="0" destOrd="0" presId="urn:microsoft.com/office/officeart/2005/8/layout/hierarchy2"/>
    <dgm:cxn modelId="{8F608AC0-3C77-E749-AE36-53F785D4FD16}" type="presParOf" srcId="{E5200A84-77FB-9746-A374-53854C922315}" destId="{6867BF66-7BD8-4F49-AA45-3DB5CB0C72F1}" srcOrd="1" destOrd="0" presId="urn:microsoft.com/office/officeart/2005/8/layout/hierarchy2"/>
    <dgm:cxn modelId="{89541358-7DB9-5243-89B7-8366D27A43DB}" type="presParOf" srcId="{6867BF66-7BD8-4F49-AA45-3DB5CB0C72F1}" destId="{3751615F-02BB-F54F-9595-E1245EF4786E}" srcOrd="0" destOrd="0" presId="urn:microsoft.com/office/officeart/2005/8/layout/hierarchy2"/>
    <dgm:cxn modelId="{12252A22-44E7-844E-91A8-23E90164792F}" type="presParOf" srcId="{6867BF66-7BD8-4F49-AA45-3DB5CB0C72F1}" destId="{44AF879B-95D0-904C-8624-900F0D1EBDCB}" srcOrd="1" destOrd="0" presId="urn:microsoft.com/office/officeart/2005/8/layout/hierarchy2"/>
    <dgm:cxn modelId="{0C9CBB2A-0627-834F-83C8-4930300FD0D0}" type="presParOf" srcId="{44AF879B-95D0-904C-8624-900F0D1EBDCB}" destId="{7E1560B7-2D49-154F-A3FB-AF4B86B9BF6C}" srcOrd="0" destOrd="0" presId="urn:microsoft.com/office/officeart/2005/8/layout/hierarchy2"/>
    <dgm:cxn modelId="{88C05753-E3DD-5A48-90D2-2C69EBA13637}" type="presParOf" srcId="{7E1560B7-2D49-154F-A3FB-AF4B86B9BF6C}" destId="{A1A208CD-0E7F-EA42-AF3A-CBB3A18BD870}" srcOrd="0" destOrd="0" presId="urn:microsoft.com/office/officeart/2005/8/layout/hierarchy2"/>
    <dgm:cxn modelId="{B8E92247-EC4E-AF41-8D1D-896004510230}" type="presParOf" srcId="{44AF879B-95D0-904C-8624-900F0D1EBDCB}" destId="{9DE45DDF-BA87-F644-BBE7-E09A61CEF936}" srcOrd="1" destOrd="0" presId="urn:microsoft.com/office/officeart/2005/8/layout/hierarchy2"/>
    <dgm:cxn modelId="{CF35012F-7613-1145-85DC-F9A49B820124}" type="presParOf" srcId="{9DE45DDF-BA87-F644-BBE7-E09A61CEF936}" destId="{F35FCB1F-D61E-1F4C-930B-9A7A8504E7C0}" srcOrd="0" destOrd="0" presId="urn:microsoft.com/office/officeart/2005/8/layout/hierarchy2"/>
    <dgm:cxn modelId="{733A81DB-0531-844A-B443-24AB8578887D}" type="presParOf" srcId="{9DE45DDF-BA87-F644-BBE7-E09A61CEF936}" destId="{EBDA77A0-7998-6E4E-840E-F98E6C137369}" srcOrd="1" destOrd="0" presId="urn:microsoft.com/office/officeart/2005/8/layout/hierarchy2"/>
    <dgm:cxn modelId="{B5072F2A-8206-D447-B73F-B69A60C974A2}" type="presParOf" srcId="{44AF879B-95D0-904C-8624-900F0D1EBDCB}" destId="{F7E6185B-C2F7-2A44-A354-C786D3876FCD}" srcOrd="2" destOrd="0" presId="urn:microsoft.com/office/officeart/2005/8/layout/hierarchy2"/>
    <dgm:cxn modelId="{48EBE544-53DD-A84F-8C2E-63184F08677C}" type="presParOf" srcId="{F7E6185B-C2F7-2A44-A354-C786D3876FCD}" destId="{A7233723-7190-C447-B6F6-C35C52CB1021}" srcOrd="0" destOrd="0" presId="urn:microsoft.com/office/officeart/2005/8/layout/hierarchy2"/>
    <dgm:cxn modelId="{638D35F4-D5CC-A249-ADD4-47A3AB9A808B}" type="presParOf" srcId="{44AF879B-95D0-904C-8624-900F0D1EBDCB}" destId="{E5399100-AB64-9D4C-B465-506D1EEEC522}" srcOrd="3" destOrd="0" presId="urn:microsoft.com/office/officeart/2005/8/layout/hierarchy2"/>
    <dgm:cxn modelId="{464217A2-F287-E741-BDB0-0933E744B8D5}" type="presParOf" srcId="{E5399100-AB64-9D4C-B465-506D1EEEC522}" destId="{95CD06B4-B3B1-6848-A629-1B06B2CD9484}" srcOrd="0" destOrd="0" presId="urn:microsoft.com/office/officeart/2005/8/layout/hierarchy2"/>
    <dgm:cxn modelId="{C4A0AAA6-2CDC-0A46-A845-42E46F83DDD7}" type="presParOf" srcId="{E5399100-AB64-9D4C-B465-506D1EEEC522}" destId="{33938CC4-BDA4-3149-8429-D965103D6145}" srcOrd="1" destOrd="0" presId="urn:microsoft.com/office/officeart/2005/8/layout/hierarchy2"/>
    <dgm:cxn modelId="{BE6079C8-1D4A-8E4C-82F6-5BA53D22DC4F}" type="presParOf" srcId="{E5200A84-77FB-9746-A374-53854C922315}" destId="{1A706F3E-0FAD-DD4B-B008-EB633D6289DC}" srcOrd="2" destOrd="0" presId="urn:microsoft.com/office/officeart/2005/8/layout/hierarchy2"/>
    <dgm:cxn modelId="{FB2D3760-53BB-DE4F-B516-BEC048D8530A}" type="presParOf" srcId="{1A706F3E-0FAD-DD4B-B008-EB633D6289DC}" destId="{507F1FF5-5D9B-074C-9EC8-C74F857A8B79}" srcOrd="0" destOrd="0" presId="urn:microsoft.com/office/officeart/2005/8/layout/hierarchy2"/>
    <dgm:cxn modelId="{495196D6-3CCB-344A-BECB-59B5CC36F7C9}" type="presParOf" srcId="{E5200A84-77FB-9746-A374-53854C922315}" destId="{D22F44B2-4B81-004D-B515-8FF9D9C2636F}" srcOrd="3" destOrd="0" presId="urn:microsoft.com/office/officeart/2005/8/layout/hierarchy2"/>
    <dgm:cxn modelId="{D051C642-E3EB-9847-AE36-6689E5684A3D}" type="presParOf" srcId="{D22F44B2-4B81-004D-B515-8FF9D9C2636F}" destId="{27374599-C1F4-E94C-9038-AEFBA92C5D39}" srcOrd="0" destOrd="0" presId="urn:microsoft.com/office/officeart/2005/8/layout/hierarchy2"/>
    <dgm:cxn modelId="{21BA22A5-786C-184D-BBAA-A023C20C0C38}" type="presParOf" srcId="{D22F44B2-4B81-004D-B515-8FF9D9C2636F}" destId="{8C39CFB4-71F4-7441-8DDE-F8F0A52F48D9}" srcOrd="1" destOrd="0" presId="urn:microsoft.com/office/officeart/2005/8/layout/hierarchy2"/>
    <dgm:cxn modelId="{CC364764-B365-674A-885C-65DF58ADDCB5}" type="presParOf" srcId="{8C39CFB4-71F4-7441-8DDE-F8F0A52F48D9}" destId="{2A2EA264-13A7-614D-A31E-D7C8C3C5DB24}" srcOrd="0" destOrd="0" presId="urn:microsoft.com/office/officeart/2005/8/layout/hierarchy2"/>
    <dgm:cxn modelId="{05D8BB13-2AFB-284A-A323-49B418A66C50}" type="presParOf" srcId="{2A2EA264-13A7-614D-A31E-D7C8C3C5DB24}" destId="{BCEDDF3A-5F8A-8F44-8F3A-1E2BCA8BA30E}" srcOrd="0" destOrd="0" presId="urn:microsoft.com/office/officeart/2005/8/layout/hierarchy2"/>
    <dgm:cxn modelId="{1B103EFD-99A8-F545-A7E8-1C5F0F892C25}" type="presParOf" srcId="{8C39CFB4-71F4-7441-8DDE-F8F0A52F48D9}" destId="{4C31463B-5D6F-4043-A403-2E057556CA68}" srcOrd="1" destOrd="0" presId="urn:microsoft.com/office/officeart/2005/8/layout/hierarchy2"/>
    <dgm:cxn modelId="{9E8B9EE7-006E-794D-BF3E-6909AF405A90}" type="presParOf" srcId="{4C31463B-5D6F-4043-A403-2E057556CA68}" destId="{D24E1159-6DC2-3A49-8C82-4075EE9F729B}" srcOrd="0" destOrd="0" presId="urn:microsoft.com/office/officeart/2005/8/layout/hierarchy2"/>
    <dgm:cxn modelId="{0D92CA70-6CCF-5748-B258-51DFC3F03641}" type="presParOf" srcId="{4C31463B-5D6F-4043-A403-2E057556CA68}" destId="{9F3705E8-5C75-324F-A419-C3366C82C5D3}" srcOrd="1" destOrd="0" presId="urn:microsoft.com/office/officeart/2005/8/layout/hierarchy2"/>
    <dgm:cxn modelId="{848A979F-EDB3-BA49-AA96-A17055EF2A0A}" type="presParOf" srcId="{8C39CFB4-71F4-7441-8DDE-F8F0A52F48D9}" destId="{8918C13C-97E9-5E41-9EA5-A71C7DFAD517}" srcOrd="2" destOrd="0" presId="urn:microsoft.com/office/officeart/2005/8/layout/hierarchy2"/>
    <dgm:cxn modelId="{BC4F199F-5973-1A41-BEAC-999B1FC984CE}" type="presParOf" srcId="{8918C13C-97E9-5E41-9EA5-A71C7DFAD517}" destId="{AA5E883F-61F3-AB4D-A2B3-F46B5C523C99}" srcOrd="0" destOrd="0" presId="urn:microsoft.com/office/officeart/2005/8/layout/hierarchy2"/>
    <dgm:cxn modelId="{F3B29D30-F92E-2A46-AF7A-9ED3A14E4BF8}" type="presParOf" srcId="{8C39CFB4-71F4-7441-8DDE-F8F0A52F48D9}" destId="{539050E2-930B-584F-8A43-E7DF8FA9AD03}" srcOrd="3" destOrd="0" presId="urn:microsoft.com/office/officeart/2005/8/layout/hierarchy2"/>
    <dgm:cxn modelId="{05E4C0D3-198F-A245-8F76-EEB01F79309F}" type="presParOf" srcId="{539050E2-930B-584F-8A43-E7DF8FA9AD03}" destId="{0C02268F-DCA0-6347-B8ED-896CC64B7045}" srcOrd="0" destOrd="0" presId="urn:microsoft.com/office/officeart/2005/8/layout/hierarchy2"/>
    <dgm:cxn modelId="{5B2E70A7-B0DE-1943-8AF3-F42002961FCE}" type="presParOf" srcId="{539050E2-930B-584F-8A43-E7DF8FA9AD03}" destId="{8B066DAE-EEDD-B048-B798-4554375D1DBA}" srcOrd="1" destOrd="0" presId="urn:microsoft.com/office/officeart/2005/8/layout/hierarchy2"/>
    <dgm:cxn modelId="{49BDE1A1-0F79-B54B-832C-0E1F97E7A4A1}" type="presParOf" srcId="{E5200A84-77FB-9746-A374-53854C922315}" destId="{60212182-CDE5-534E-A819-D2DE4BECAAAC}" srcOrd="4" destOrd="0" presId="urn:microsoft.com/office/officeart/2005/8/layout/hierarchy2"/>
    <dgm:cxn modelId="{1E7F000A-DDC3-C44F-AA1B-F75461E8D97A}" type="presParOf" srcId="{60212182-CDE5-534E-A819-D2DE4BECAAAC}" destId="{E3A3AF20-9121-8048-8806-5C55EF132E19}" srcOrd="0" destOrd="0" presId="urn:microsoft.com/office/officeart/2005/8/layout/hierarchy2"/>
    <dgm:cxn modelId="{7BB7C11D-F9D2-B14B-A875-EE1665E0E7AE}" type="presParOf" srcId="{E5200A84-77FB-9746-A374-53854C922315}" destId="{60DE230F-4391-5040-9287-AA97A2477B45}" srcOrd="5" destOrd="0" presId="urn:microsoft.com/office/officeart/2005/8/layout/hierarchy2"/>
    <dgm:cxn modelId="{13A6ADF1-D103-0A44-BCF2-B272543A303C}" type="presParOf" srcId="{60DE230F-4391-5040-9287-AA97A2477B45}" destId="{0BD8EB31-5952-E641-A0E3-8EFD3642DECB}" srcOrd="0" destOrd="0" presId="urn:microsoft.com/office/officeart/2005/8/layout/hierarchy2"/>
    <dgm:cxn modelId="{4D7F32CB-39DD-1C4A-8EB7-5BF001791D3A}" type="presParOf" srcId="{60DE230F-4391-5040-9287-AA97A2477B45}" destId="{A2BCE70A-EEF7-0A4A-9CAE-277F7AAFE334}" srcOrd="1" destOrd="0" presId="urn:microsoft.com/office/officeart/2005/8/layout/hierarchy2"/>
    <dgm:cxn modelId="{D393A747-9B10-AB41-B790-D86A661F4634}" type="presParOf" srcId="{A2BCE70A-EEF7-0A4A-9CAE-277F7AAFE334}" destId="{B794C63B-DCD0-A04E-AC75-BA5379587F63}" srcOrd="0" destOrd="0" presId="urn:microsoft.com/office/officeart/2005/8/layout/hierarchy2"/>
    <dgm:cxn modelId="{C87AE0EF-3509-4145-88D5-4E2257F3B7A0}" type="presParOf" srcId="{B794C63B-DCD0-A04E-AC75-BA5379587F63}" destId="{F8A701F7-8C2C-BB41-9D28-36E52879A03E}" srcOrd="0" destOrd="0" presId="urn:microsoft.com/office/officeart/2005/8/layout/hierarchy2"/>
    <dgm:cxn modelId="{184EDD10-7C89-254A-949C-C732A03F164B}" type="presParOf" srcId="{A2BCE70A-EEF7-0A4A-9CAE-277F7AAFE334}" destId="{708943B3-5BA6-9246-BD5D-00BC2B45DC00}" srcOrd="1" destOrd="0" presId="urn:microsoft.com/office/officeart/2005/8/layout/hierarchy2"/>
    <dgm:cxn modelId="{10495401-B50A-6E46-AF85-038156830F7B}" type="presParOf" srcId="{708943B3-5BA6-9246-BD5D-00BC2B45DC00}" destId="{F75FCFC6-5E37-BA41-A58A-A66D58699C70}" srcOrd="0" destOrd="0" presId="urn:microsoft.com/office/officeart/2005/8/layout/hierarchy2"/>
    <dgm:cxn modelId="{54A9AA71-EF1C-9E4C-B3F0-67C3498209C0}" type="presParOf" srcId="{708943B3-5BA6-9246-BD5D-00BC2B45DC00}" destId="{C0FE6247-2176-7D4B-BAD7-58C62DEF6FFF}" srcOrd="1" destOrd="0" presId="urn:microsoft.com/office/officeart/2005/8/layout/hierarchy2"/>
    <dgm:cxn modelId="{E2F67FDD-D4F1-C942-96A3-B6FA55BF98E3}" type="presParOf" srcId="{A2BCE70A-EEF7-0A4A-9CAE-277F7AAFE334}" destId="{B8D085FC-6503-A348-8354-3F0EF5E7DA46}" srcOrd="2" destOrd="0" presId="urn:microsoft.com/office/officeart/2005/8/layout/hierarchy2"/>
    <dgm:cxn modelId="{F28324BE-BDD3-4545-B5CA-4F4B5831572F}" type="presParOf" srcId="{B8D085FC-6503-A348-8354-3F0EF5E7DA46}" destId="{4B3EFAE7-1878-684D-86B1-2FEF978FE019}" srcOrd="0" destOrd="0" presId="urn:microsoft.com/office/officeart/2005/8/layout/hierarchy2"/>
    <dgm:cxn modelId="{A9BB20BE-E62D-B74A-8CAF-DDD6966D546F}" type="presParOf" srcId="{A2BCE70A-EEF7-0A4A-9CAE-277F7AAFE334}" destId="{EDF4BC07-BDF6-7045-BC74-51892ACCB80B}" srcOrd="3" destOrd="0" presId="urn:microsoft.com/office/officeart/2005/8/layout/hierarchy2"/>
    <dgm:cxn modelId="{50EEB1D1-FEAE-AB45-A7F4-06CD6653DDF7}" type="presParOf" srcId="{EDF4BC07-BDF6-7045-BC74-51892ACCB80B}" destId="{947B71CC-9913-DD44-BFA2-042B7B962686}" srcOrd="0" destOrd="0" presId="urn:microsoft.com/office/officeart/2005/8/layout/hierarchy2"/>
    <dgm:cxn modelId="{7DEE90F8-D7A3-1349-89B4-C6D133C86638}" type="presParOf" srcId="{EDF4BC07-BDF6-7045-BC74-51892ACCB80B}" destId="{75137281-4F40-2746-8D97-310E7B8AD833}" srcOrd="1" destOrd="0" presId="urn:microsoft.com/office/officeart/2005/8/layout/hierarchy2"/>
    <dgm:cxn modelId="{DABF2802-A7FD-804B-83D7-4FCD1A097ED9}" type="presParOf" srcId="{A2BCE70A-EEF7-0A4A-9CAE-277F7AAFE334}" destId="{A157FC78-21C8-D746-A1FA-4F52DD77881C}" srcOrd="4" destOrd="0" presId="urn:microsoft.com/office/officeart/2005/8/layout/hierarchy2"/>
    <dgm:cxn modelId="{A80EAC7D-22A4-5543-9240-55D5AD8EC4FA}" type="presParOf" srcId="{A157FC78-21C8-D746-A1FA-4F52DD77881C}" destId="{EA3F667B-CAFC-6B4C-8BF6-2087BA81DD65}" srcOrd="0" destOrd="0" presId="urn:microsoft.com/office/officeart/2005/8/layout/hierarchy2"/>
    <dgm:cxn modelId="{366800BE-0D37-4A4F-A0FE-34586CBAA253}" type="presParOf" srcId="{A2BCE70A-EEF7-0A4A-9CAE-277F7AAFE334}" destId="{EC3FA7B5-95C0-9D4B-BBA5-ADC64A9FFFDD}" srcOrd="5" destOrd="0" presId="urn:microsoft.com/office/officeart/2005/8/layout/hierarchy2"/>
    <dgm:cxn modelId="{9F5F528F-DE52-C349-A919-162B02C199A2}" type="presParOf" srcId="{EC3FA7B5-95C0-9D4B-BBA5-ADC64A9FFFDD}" destId="{6291A9AD-E611-B744-B818-F92EA9180FED}" srcOrd="0" destOrd="0" presId="urn:microsoft.com/office/officeart/2005/8/layout/hierarchy2"/>
    <dgm:cxn modelId="{8C6D66F7-5B0C-2843-B051-CD6376515DA7}" type="presParOf" srcId="{EC3FA7B5-95C0-9D4B-BBA5-ADC64A9FFFDD}" destId="{5FED2F86-A81A-F441-ABF1-BBEE6621F43C}" srcOrd="1" destOrd="0" presId="urn:microsoft.com/office/officeart/2005/8/layout/hierarchy2"/>
    <dgm:cxn modelId="{A11F12D6-14BC-464B-990A-A8CBF0B84A11}" type="presParOf" srcId="{E5200A84-77FB-9746-A374-53854C922315}" destId="{3AD9F690-9A0B-4A4A-9D00-F67016D9BC7D}" srcOrd="6" destOrd="0" presId="urn:microsoft.com/office/officeart/2005/8/layout/hierarchy2"/>
    <dgm:cxn modelId="{F460DFD1-63D6-5349-84AB-100FB7AE0146}" type="presParOf" srcId="{3AD9F690-9A0B-4A4A-9D00-F67016D9BC7D}" destId="{6A7A48E3-6002-3946-A2FC-D3067D63BD86}" srcOrd="0" destOrd="0" presId="urn:microsoft.com/office/officeart/2005/8/layout/hierarchy2"/>
    <dgm:cxn modelId="{AE058B5A-6280-454F-B20C-42779EF2B8F0}" type="presParOf" srcId="{E5200A84-77FB-9746-A374-53854C922315}" destId="{454B93AE-5EF2-D04C-894E-1610E6A394AF}" srcOrd="7" destOrd="0" presId="urn:microsoft.com/office/officeart/2005/8/layout/hierarchy2"/>
    <dgm:cxn modelId="{C8620B38-4DB9-2545-B0B7-40DE2932FA41}" type="presParOf" srcId="{454B93AE-5EF2-D04C-894E-1610E6A394AF}" destId="{A3A48359-ECA5-2A43-B251-77C6245DD228}" srcOrd="0" destOrd="0" presId="urn:microsoft.com/office/officeart/2005/8/layout/hierarchy2"/>
    <dgm:cxn modelId="{642AD073-4388-5148-89D8-00E6EBA299C6}" type="presParOf" srcId="{454B93AE-5EF2-D04C-894E-1610E6A394AF}" destId="{017CCE81-FFED-244A-B82D-15B9BBD69C2E}" srcOrd="1" destOrd="0" presId="urn:microsoft.com/office/officeart/2005/8/layout/hierarchy2"/>
    <dgm:cxn modelId="{82E58676-2989-F14F-AA74-1C5276EDE4FB}" type="presParOf" srcId="{017CCE81-FFED-244A-B82D-15B9BBD69C2E}" destId="{C58215A1-E05C-CA41-BEC1-387B16C07473}" srcOrd="0" destOrd="0" presId="urn:microsoft.com/office/officeart/2005/8/layout/hierarchy2"/>
    <dgm:cxn modelId="{3460D68C-D929-CC4C-9840-53FBF835F2C4}" type="presParOf" srcId="{C58215A1-E05C-CA41-BEC1-387B16C07473}" destId="{C3F112BA-72AA-A746-ABB3-1E99267CF241}" srcOrd="0" destOrd="0" presId="urn:microsoft.com/office/officeart/2005/8/layout/hierarchy2"/>
    <dgm:cxn modelId="{AC030711-767A-0B45-B89F-03D4C9BA191F}" type="presParOf" srcId="{017CCE81-FFED-244A-B82D-15B9BBD69C2E}" destId="{15FDAA7B-77C6-DC4C-AAD7-91EBE5043BEF}" srcOrd="1" destOrd="0" presId="urn:microsoft.com/office/officeart/2005/8/layout/hierarchy2"/>
    <dgm:cxn modelId="{D8DCADE2-8CCA-A347-B7F4-50EBCC3ED2E7}" type="presParOf" srcId="{15FDAA7B-77C6-DC4C-AAD7-91EBE5043BEF}" destId="{2DDCD59A-97E0-2E4E-A1D4-2FCBF3788FED}" srcOrd="0" destOrd="0" presId="urn:microsoft.com/office/officeart/2005/8/layout/hierarchy2"/>
    <dgm:cxn modelId="{204CA93A-68D9-C54A-8472-06BB2E0227B1}" type="presParOf" srcId="{15FDAA7B-77C6-DC4C-AAD7-91EBE5043BEF}" destId="{0D284FC3-17C1-E049-A380-F07445C5763A}" srcOrd="1" destOrd="0" presId="urn:microsoft.com/office/officeart/2005/8/layout/hierarchy2"/>
    <dgm:cxn modelId="{3BC4B57E-E1A4-D544-97AF-D8AAB3D895A0}" type="presParOf" srcId="{017CCE81-FFED-244A-B82D-15B9BBD69C2E}" destId="{2980E65A-FC9D-B143-912F-C38C4AB8AE19}" srcOrd="2" destOrd="0" presId="urn:microsoft.com/office/officeart/2005/8/layout/hierarchy2"/>
    <dgm:cxn modelId="{0C368B70-58FA-EA46-A5B5-8859A6D77327}" type="presParOf" srcId="{2980E65A-FC9D-B143-912F-C38C4AB8AE19}" destId="{93D4D68E-E103-324A-A254-177B9514014D}" srcOrd="0" destOrd="0" presId="urn:microsoft.com/office/officeart/2005/8/layout/hierarchy2"/>
    <dgm:cxn modelId="{D46CA626-B4C5-7049-B3E4-322EE414B937}" type="presParOf" srcId="{017CCE81-FFED-244A-B82D-15B9BBD69C2E}" destId="{5D3691BF-4ADC-5744-BB6A-FDEC21769E4A}" srcOrd="3" destOrd="0" presId="urn:microsoft.com/office/officeart/2005/8/layout/hierarchy2"/>
    <dgm:cxn modelId="{D4F501AF-F661-AC43-8CBD-BB451AD89372}" type="presParOf" srcId="{5D3691BF-4ADC-5744-BB6A-FDEC21769E4A}" destId="{CB7E968C-8FEC-3047-9FD5-AC095F7B3BAD}" srcOrd="0" destOrd="0" presId="urn:microsoft.com/office/officeart/2005/8/layout/hierarchy2"/>
    <dgm:cxn modelId="{C14FDAE8-0933-7147-B668-AA7B759038FB}" type="presParOf" srcId="{5D3691BF-4ADC-5744-BB6A-FDEC21769E4A}" destId="{9A6C22AA-077E-8443-A9AC-7B4278A9BC13}" srcOrd="1" destOrd="0" presId="urn:microsoft.com/office/officeart/2005/8/layout/hierarchy2"/>
    <dgm:cxn modelId="{FA31D7A0-92A6-FB4B-A360-5B7B6D00C518}" type="presParOf" srcId="{017CCE81-FFED-244A-B82D-15B9BBD69C2E}" destId="{455DEBFF-9965-4C48-A3B7-851206F4EBE3}" srcOrd="4" destOrd="0" presId="urn:microsoft.com/office/officeart/2005/8/layout/hierarchy2"/>
    <dgm:cxn modelId="{E655BFDA-2AAE-C84C-AB85-7FDD888C75DB}" type="presParOf" srcId="{455DEBFF-9965-4C48-A3B7-851206F4EBE3}" destId="{7D3737A6-2F9F-2F47-92F5-1300005C1BC4}" srcOrd="0" destOrd="0" presId="urn:microsoft.com/office/officeart/2005/8/layout/hierarchy2"/>
    <dgm:cxn modelId="{923B4E33-5154-B643-BA66-B34526592967}" type="presParOf" srcId="{017CCE81-FFED-244A-B82D-15B9BBD69C2E}" destId="{7722CAB7-FB33-804C-AA78-E70B2557B9B7}" srcOrd="5" destOrd="0" presId="urn:microsoft.com/office/officeart/2005/8/layout/hierarchy2"/>
    <dgm:cxn modelId="{A5CAE980-9EEA-644E-86C5-8DCA413D273D}" type="presParOf" srcId="{7722CAB7-FB33-804C-AA78-E70B2557B9B7}" destId="{DF4B3C74-C9D5-4F4D-A8F3-2D3AE0020BDB}" srcOrd="0" destOrd="0" presId="urn:microsoft.com/office/officeart/2005/8/layout/hierarchy2"/>
    <dgm:cxn modelId="{B40C2D0C-F099-8B43-92BE-FB58239FB4AD}" type="presParOf" srcId="{7722CAB7-FB33-804C-AA78-E70B2557B9B7}" destId="{C8EA53CB-8E3B-7745-835C-A49BBA4ABC7B}" srcOrd="1" destOrd="0" presId="urn:microsoft.com/office/officeart/2005/8/layout/hierarchy2"/>
    <dgm:cxn modelId="{59E1E0F2-9F22-8443-A2E5-7CCFA9F3F9C5}" type="presParOf" srcId="{E5200A84-77FB-9746-A374-53854C922315}" destId="{85934671-CE25-B948-BF74-F8815B31F435}" srcOrd="8" destOrd="0" presId="urn:microsoft.com/office/officeart/2005/8/layout/hierarchy2"/>
    <dgm:cxn modelId="{9D975F0C-B9F0-D44F-9B60-F754A86FDBB7}" type="presParOf" srcId="{85934671-CE25-B948-BF74-F8815B31F435}" destId="{D911F04C-3740-0B48-8442-DEC98F6D5572}" srcOrd="0" destOrd="0" presId="urn:microsoft.com/office/officeart/2005/8/layout/hierarchy2"/>
    <dgm:cxn modelId="{AFFBEA75-5FFF-A243-A099-C65F2A27187F}" type="presParOf" srcId="{E5200A84-77FB-9746-A374-53854C922315}" destId="{7A235F3E-54E7-464E-A0C0-5D261F55395D}" srcOrd="9" destOrd="0" presId="urn:microsoft.com/office/officeart/2005/8/layout/hierarchy2"/>
    <dgm:cxn modelId="{BF7DA51A-14C2-D940-9C5D-07DCAB008271}" type="presParOf" srcId="{7A235F3E-54E7-464E-A0C0-5D261F55395D}" destId="{9249A999-3537-514E-9F75-A89CBB92B09F}" srcOrd="0" destOrd="0" presId="urn:microsoft.com/office/officeart/2005/8/layout/hierarchy2"/>
    <dgm:cxn modelId="{03ACA9C0-E6DC-EB40-9849-24731F4C591E}" type="presParOf" srcId="{7A235F3E-54E7-464E-A0C0-5D261F55395D}" destId="{3EECF831-1965-4D41-840A-01499A860CD6}" srcOrd="1" destOrd="0" presId="urn:microsoft.com/office/officeart/2005/8/layout/hierarchy2"/>
    <dgm:cxn modelId="{BEA1D374-9C87-124C-AE80-98B0A44E9D6C}" type="presParOf" srcId="{3EECF831-1965-4D41-840A-01499A860CD6}" destId="{3EB641AB-4ED1-3E4F-B363-2A11987389AB}" srcOrd="0" destOrd="0" presId="urn:microsoft.com/office/officeart/2005/8/layout/hierarchy2"/>
    <dgm:cxn modelId="{B5EF85EA-21B0-F448-9A73-A19A78AB8DEF}" type="presParOf" srcId="{3EB641AB-4ED1-3E4F-B363-2A11987389AB}" destId="{32C23C42-8846-4E48-A548-138D7C713F0F}" srcOrd="0" destOrd="0" presId="urn:microsoft.com/office/officeart/2005/8/layout/hierarchy2"/>
    <dgm:cxn modelId="{62122C46-CA92-4C42-AC68-F9DC0241E389}" type="presParOf" srcId="{3EECF831-1965-4D41-840A-01499A860CD6}" destId="{7A513199-D871-3D4F-B193-C698D708095B}" srcOrd="1" destOrd="0" presId="urn:microsoft.com/office/officeart/2005/8/layout/hierarchy2"/>
    <dgm:cxn modelId="{29F1C453-A868-E54F-B24C-ABBB799C4C39}" type="presParOf" srcId="{7A513199-D871-3D4F-B193-C698D708095B}" destId="{5B4A1624-2AB3-7347-B8F8-27E2C6A91054}" srcOrd="0" destOrd="0" presId="urn:microsoft.com/office/officeart/2005/8/layout/hierarchy2"/>
    <dgm:cxn modelId="{02C995A6-8BD9-BF45-82A1-2CAC7CF395BF}" type="presParOf" srcId="{7A513199-D871-3D4F-B193-C698D708095B}" destId="{E05414F8-3629-7145-8B1F-390EF0EC51AF}" srcOrd="1" destOrd="0" presId="urn:microsoft.com/office/officeart/2005/8/layout/hierarchy2"/>
    <dgm:cxn modelId="{16D1964D-D58C-F64D-B413-C6FDC7506685}" type="presParOf" srcId="{3EECF831-1965-4D41-840A-01499A860CD6}" destId="{7215329B-0793-6F49-BF88-D98CDE69062A}" srcOrd="2" destOrd="0" presId="urn:microsoft.com/office/officeart/2005/8/layout/hierarchy2"/>
    <dgm:cxn modelId="{C25782A2-9F3C-B34C-8A76-62EC948046A5}" type="presParOf" srcId="{7215329B-0793-6F49-BF88-D98CDE69062A}" destId="{DC5C230C-2FFF-6E40-ACCB-486619A28450}" srcOrd="0" destOrd="0" presId="urn:microsoft.com/office/officeart/2005/8/layout/hierarchy2"/>
    <dgm:cxn modelId="{F4DC5311-3715-274D-AD9A-46A8B7E50D72}" type="presParOf" srcId="{3EECF831-1965-4D41-840A-01499A860CD6}" destId="{1B5C6863-C249-6340-A0F6-A218A25576F6}" srcOrd="3" destOrd="0" presId="urn:microsoft.com/office/officeart/2005/8/layout/hierarchy2"/>
    <dgm:cxn modelId="{9F96C921-FE83-784E-B195-7EEAE55F725D}" type="presParOf" srcId="{1B5C6863-C249-6340-A0F6-A218A25576F6}" destId="{085908DA-AFDC-CE46-92C5-13FC1D357C76}" srcOrd="0" destOrd="0" presId="urn:microsoft.com/office/officeart/2005/8/layout/hierarchy2"/>
    <dgm:cxn modelId="{C7143EAE-99E4-0448-9614-70E00DF39D10}" type="presParOf" srcId="{1B5C6863-C249-6340-A0F6-A218A25576F6}" destId="{00E82473-A550-E645-B23F-836FABED8A69}" srcOrd="1" destOrd="0" presId="urn:microsoft.com/office/officeart/2005/8/layout/hierarchy2"/>
    <dgm:cxn modelId="{13025724-DCF1-5042-8827-105DE8C3DB05}" type="presParOf" srcId="{3EECF831-1965-4D41-840A-01499A860CD6}" destId="{24B9279A-B47F-964C-B968-D98FFAE724A5}" srcOrd="4" destOrd="0" presId="urn:microsoft.com/office/officeart/2005/8/layout/hierarchy2"/>
    <dgm:cxn modelId="{CB7B1F0C-A0BE-7843-B6FB-69AE695851F1}" type="presParOf" srcId="{24B9279A-B47F-964C-B968-D98FFAE724A5}" destId="{7A44AAD0-C845-A048-B987-F3FED352890B}" srcOrd="0" destOrd="0" presId="urn:microsoft.com/office/officeart/2005/8/layout/hierarchy2"/>
    <dgm:cxn modelId="{3F88CD6F-B80C-BF4F-8220-71629D7A81C3}" type="presParOf" srcId="{3EECF831-1965-4D41-840A-01499A860CD6}" destId="{D9B41BAC-76ED-B84C-B904-609C4A70AF2D}" srcOrd="5" destOrd="0" presId="urn:microsoft.com/office/officeart/2005/8/layout/hierarchy2"/>
    <dgm:cxn modelId="{6903B929-3191-0B4F-90B7-F18EDF026FD0}" type="presParOf" srcId="{D9B41BAC-76ED-B84C-B904-609C4A70AF2D}" destId="{8B72DD1D-3957-CA45-AD97-56BC9F6F5DA1}" srcOrd="0" destOrd="0" presId="urn:microsoft.com/office/officeart/2005/8/layout/hierarchy2"/>
    <dgm:cxn modelId="{51989C9D-531A-E94F-A136-31B6FA4C9698}" type="presParOf" srcId="{D9B41BAC-76ED-B84C-B904-609C4A70AF2D}" destId="{5EE598C8-DB52-A745-B32B-63FBAAB01F8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38A4F-6092-134B-95B0-C95449EFAFDC}">
      <dsp:nvSpPr>
        <dsp:cNvPr id="0" name=""/>
        <dsp:cNvSpPr/>
      </dsp:nvSpPr>
      <dsp:spPr>
        <a:xfrm>
          <a:off x="1003427" y="1386355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Planning</a:t>
          </a:r>
        </a:p>
      </dsp:txBody>
      <dsp:txXfrm>
        <a:off x="1021076" y="1404004"/>
        <a:ext cx="1169881" cy="567291"/>
      </dsp:txXfrm>
    </dsp:sp>
    <dsp:sp modelId="{EAC89733-537A-E640-B783-D234F8FAA721}">
      <dsp:nvSpPr>
        <dsp:cNvPr id="0" name=""/>
        <dsp:cNvSpPr/>
      </dsp:nvSpPr>
      <dsp:spPr>
        <a:xfrm rot="17350740">
          <a:off x="1715941" y="985322"/>
          <a:ext cx="1467402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1467402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12957" y="957986"/>
        <a:ext cx="73370" cy="73370"/>
      </dsp:txXfrm>
    </dsp:sp>
    <dsp:sp modelId="{58F76C12-51FE-3A45-8BC5-CE354E346890}">
      <dsp:nvSpPr>
        <dsp:cNvPr id="0" name=""/>
        <dsp:cNvSpPr/>
      </dsp:nvSpPr>
      <dsp:spPr>
        <a:xfrm>
          <a:off x="2690679" y="398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Goals</a:t>
          </a:r>
        </a:p>
      </dsp:txBody>
      <dsp:txXfrm>
        <a:off x="2708328" y="18047"/>
        <a:ext cx="1169881" cy="567291"/>
      </dsp:txXfrm>
    </dsp:sp>
    <dsp:sp modelId="{C428D003-0017-714D-8691-45C7D2072E56}">
      <dsp:nvSpPr>
        <dsp:cNvPr id="0" name=""/>
        <dsp:cNvSpPr/>
      </dsp:nvSpPr>
      <dsp:spPr>
        <a:xfrm rot="18289469">
          <a:off x="2027561" y="1331811"/>
          <a:ext cx="844163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844163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8538" y="1320056"/>
        <a:ext cx="42208" cy="42208"/>
      </dsp:txXfrm>
    </dsp:sp>
    <dsp:sp modelId="{8DC6BE46-FE1E-6142-9F55-CE9C2CC1AE78}">
      <dsp:nvSpPr>
        <dsp:cNvPr id="0" name=""/>
        <dsp:cNvSpPr/>
      </dsp:nvSpPr>
      <dsp:spPr>
        <a:xfrm>
          <a:off x="2690679" y="693376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Objectives</a:t>
          </a:r>
        </a:p>
      </dsp:txBody>
      <dsp:txXfrm>
        <a:off x="2708328" y="711025"/>
        <a:ext cx="1169881" cy="567291"/>
      </dsp:txXfrm>
    </dsp:sp>
    <dsp:sp modelId="{86B40124-F115-5348-BF37-AA6433959C96}">
      <dsp:nvSpPr>
        <dsp:cNvPr id="0" name=""/>
        <dsp:cNvSpPr/>
      </dsp:nvSpPr>
      <dsp:spPr>
        <a:xfrm>
          <a:off x="2208607" y="1678300"/>
          <a:ext cx="482071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482071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37591" y="1675598"/>
        <a:ext cx="24103" cy="24103"/>
      </dsp:txXfrm>
    </dsp:sp>
    <dsp:sp modelId="{37C6BB64-F239-7748-A7FC-0501EFE5A9F8}">
      <dsp:nvSpPr>
        <dsp:cNvPr id="0" name=""/>
        <dsp:cNvSpPr/>
      </dsp:nvSpPr>
      <dsp:spPr>
        <a:xfrm>
          <a:off x="2690679" y="1386355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Budget</a:t>
          </a:r>
        </a:p>
      </dsp:txBody>
      <dsp:txXfrm>
        <a:off x="2708328" y="1404004"/>
        <a:ext cx="1169881" cy="567291"/>
      </dsp:txXfrm>
    </dsp:sp>
    <dsp:sp modelId="{1E20479A-3011-EF4E-85AE-DC83022F464F}">
      <dsp:nvSpPr>
        <dsp:cNvPr id="0" name=""/>
        <dsp:cNvSpPr/>
      </dsp:nvSpPr>
      <dsp:spPr>
        <a:xfrm rot="3310531">
          <a:off x="2027561" y="2024790"/>
          <a:ext cx="844163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844163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8538" y="2013035"/>
        <a:ext cx="42208" cy="42208"/>
      </dsp:txXfrm>
    </dsp:sp>
    <dsp:sp modelId="{81D0BEAA-4E35-EB4D-B081-3ADC27AB8E81}">
      <dsp:nvSpPr>
        <dsp:cNvPr id="0" name=""/>
        <dsp:cNvSpPr/>
      </dsp:nvSpPr>
      <dsp:spPr>
        <a:xfrm>
          <a:off x="2690679" y="2079333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Constraints</a:t>
          </a:r>
        </a:p>
      </dsp:txBody>
      <dsp:txXfrm>
        <a:off x="2708328" y="2096982"/>
        <a:ext cx="1169881" cy="567291"/>
      </dsp:txXfrm>
    </dsp:sp>
    <dsp:sp modelId="{C57DFB15-949E-9842-B928-EDC6BC003ABE}">
      <dsp:nvSpPr>
        <dsp:cNvPr id="0" name=""/>
        <dsp:cNvSpPr/>
      </dsp:nvSpPr>
      <dsp:spPr>
        <a:xfrm rot="4249260">
          <a:off x="1715941" y="2371279"/>
          <a:ext cx="1467402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1467402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12957" y="2343943"/>
        <a:ext cx="73370" cy="73370"/>
      </dsp:txXfrm>
    </dsp:sp>
    <dsp:sp modelId="{EA5A2BF5-95DC-F440-B6E2-0BFD99BCECD6}">
      <dsp:nvSpPr>
        <dsp:cNvPr id="0" name=""/>
        <dsp:cNvSpPr/>
      </dsp:nvSpPr>
      <dsp:spPr>
        <a:xfrm>
          <a:off x="2690679" y="2772312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Risks</a:t>
          </a:r>
        </a:p>
      </dsp:txBody>
      <dsp:txXfrm>
        <a:off x="2708328" y="2789961"/>
        <a:ext cx="1169881" cy="567291"/>
      </dsp:txXfrm>
    </dsp:sp>
    <dsp:sp modelId="{DD9F98DB-9DC7-1441-93AC-F7B8849DE1F1}">
      <dsp:nvSpPr>
        <dsp:cNvPr id="0" name=""/>
        <dsp:cNvSpPr/>
      </dsp:nvSpPr>
      <dsp:spPr>
        <a:xfrm>
          <a:off x="1003427" y="4158269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Compliance</a:t>
          </a:r>
        </a:p>
      </dsp:txBody>
      <dsp:txXfrm>
        <a:off x="1021076" y="4175918"/>
        <a:ext cx="1169881" cy="567291"/>
      </dsp:txXfrm>
    </dsp:sp>
    <dsp:sp modelId="{2D8581F0-D70C-994F-BC03-5D183CA7B979}">
      <dsp:nvSpPr>
        <dsp:cNvPr id="0" name=""/>
        <dsp:cNvSpPr/>
      </dsp:nvSpPr>
      <dsp:spPr>
        <a:xfrm rot="18289469">
          <a:off x="2027561" y="4103725"/>
          <a:ext cx="844163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844163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8538" y="4091970"/>
        <a:ext cx="42208" cy="42208"/>
      </dsp:txXfrm>
    </dsp:sp>
    <dsp:sp modelId="{668E8EE2-04AC-0740-B345-4C0916F4D6F6}">
      <dsp:nvSpPr>
        <dsp:cNvPr id="0" name=""/>
        <dsp:cNvSpPr/>
      </dsp:nvSpPr>
      <dsp:spPr>
        <a:xfrm>
          <a:off x="2690679" y="3465290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Regulations</a:t>
          </a:r>
        </a:p>
      </dsp:txBody>
      <dsp:txXfrm>
        <a:off x="2708328" y="3482939"/>
        <a:ext cx="1169881" cy="567291"/>
      </dsp:txXfrm>
    </dsp:sp>
    <dsp:sp modelId="{D362BF14-B77B-2040-AADC-ACB87F1BA481}">
      <dsp:nvSpPr>
        <dsp:cNvPr id="0" name=""/>
        <dsp:cNvSpPr/>
      </dsp:nvSpPr>
      <dsp:spPr>
        <a:xfrm>
          <a:off x="3895858" y="3757236"/>
          <a:ext cx="482071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482071" y="9349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4843" y="3754533"/>
        <a:ext cx="24103" cy="24103"/>
      </dsp:txXfrm>
    </dsp:sp>
    <dsp:sp modelId="{F177B970-4CEC-854B-B65F-3FF4F851A532}">
      <dsp:nvSpPr>
        <dsp:cNvPr id="0" name=""/>
        <dsp:cNvSpPr/>
      </dsp:nvSpPr>
      <dsp:spPr>
        <a:xfrm>
          <a:off x="4377930" y="3465290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Laws</a:t>
          </a:r>
        </a:p>
      </dsp:txBody>
      <dsp:txXfrm>
        <a:off x="4395579" y="3482939"/>
        <a:ext cx="1169881" cy="567291"/>
      </dsp:txXfrm>
    </dsp:sp>
    <dsp:sp modelId="{9CD7F974-E005-2E47-BC42-099275FFE9FE}">
      <dsp:nvSpPr>
        <dsp:cNvPr id="0" name=""/>
        <dsp:cNvSpPr/>
      </dsp:nvSpPr>
      <dsp:spPr>
        <a:xfrm>
          <a:off x="2208607" y="4450214"/>
          <a:ext cx="482071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482071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37591" y="4447512"/>
        <a:ext cx="24103" cy="24103"/>
      </dsp:txXfrm>
    </dsp:sp>
    <dsp:sp modelId="{CD1C661B-1072-2849-8796-49CC455F4B03}">
      <dsp:nvSpPr>
        <dsp:cNvPr id="0" name=""/>
        <dsp:cNvSpPr/>
      </dsp:nvSpPr>
      <dsp:spPr>
        <a:xfrm>
          <a:off x="2690679" y="4158269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Standards</a:t>
          </a:r>
        </a:p>
      </dsp:txBody>
      <dsp:txXfrm>
        <a:off x="2708328" y="4175918"/>
        <a:ext cx="1169881" cy="567291"/>
      </dsp:txXfrm>
    </dsp:sp>
    <dsp:sp modelId="{CADBA145-465F-8F43-8175-1BA2D10A5DDB}">
      <dsp:nvSpPr>
        <dsp:cNvPr id="0" name=""/>
        <dsp:cNvSpPr/>
      </dsp:nvSpPr>
      <dsp:spPr>
        <a:xfrm rot="3310531">
          <a:off x="2027561" y="4796703"/>
          <a:ext cx="844163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844163" y="934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8538" y="4784949"/>
        <a:ext cx="42208" cy="42208"/>
      </dsp:txXfrm>
    </dsp:sp>
    <dsp:sp modelId="{351087A8-38FD-974C-932D-3507AC7B2F1F}">
      <dsp:nvSpPr>
        <dsp:cNvPr id="0" name=""/>
        <dsp:cNvSpPr/>
      </dsp:nvSpPr>
      <dsp:spPr>
        <a:xfrm>
          <a:off x="2690679" y="4851247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Policies</a:t>
          </a:r>
        </a:p>
      </dsp:txBody>
      <dsp:txXfrm>
        <a:off x="2708328" y="4868896"/>
        <a:ext cx="1169881" cy="567291"/>
      </dsp:txXfrm>
    </dsp:sp>
    <dsp:sp modelId="{A03E441C-2DD8-2140-9F4B-B88456FD1DBE}">
      <dsp:nvSpPr>
        <dsp:cNvPr id="0" name=""/>
        <dsp:cNvSpPr/>
      </dsp:nvSpPr>
      <dsp:spPr>
        <a:xfrm rot="19457599">
          <a:off x="3840058" y="4969948"/>
          <a:ext cx="593673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593673" y="9349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2053" y="4964456"/>
        <a:ext cx="29683" cy="29683"/>
      </dsp:txXfrm>
    </dsp:sp>
    <dsp:sp modelId="{595FA0BA-8A1B-7847-AD2E-C10CC1FE872A}">
      <dsp:nvSpPr>
        <dsp:cNvPr id="0" name=""/>
        <dsp:cNvSpPr/>
      </dsp:nvSpPr>
      <dsp:spPr>
        <a:xfrm>
          <a:off x="4377930" y="4504758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Guidelines</a:t>
          </a:r>
        </a:p>
      </dsp:txBody>
      <dsp:txXfrm>
        <a:off x="4395579" y="4522407"/>
        <a:ext cx="1169881" cy="567291"/>
      </dsp:txXfrm>
    </dsp:sp>
    <dsp:sp modelId="{37F05F64-968B-F448-A7E5-DAB87C184612}">
      <dsp:nvSpPr>
        <dsp:cNvPr id="0" name=""/>
        <dsp:cNvSpPr/>
      </dsp:nvSpPr>
      <dsp:spPr>
        <a:xfrm rot="2142401">
          <a:off x="3840058" y="5316437"/>
          <a:ext cx="593673" cy="18698"/>
        </a:xfrm>
        <a:custGeom>
          <a:avLst/>
          <a:gdLst/>
          <a:ahLst/>
          <a:cxnLst/>
          <a:rect l="0" t="0" r="0" b="0"/>
          <a:pathLst>
            <a:path>
              <a:moveTo>
                <a:pt x="0" y="9349"/>
              </a:moveTo>
              <a:lnTo>
                <a:pt x="593673" y="9349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2053" y="5310945"/>
        <a:ext cx="29683" cy="29683"/>
      </dsp:txXfrm>
    </dsp:sp>
    <dsp:sp modelId="{C2A0CC97-226D-8F45-B98B-C73DE1D3D4D1}">
      <dsp:nvSpPr>
        <dsp:cNvPr id="0" name=""/>
        <dsp:cNvSpPr/>
      </dsp:nvSpPr>
      <dsp:spPr>
        <a:xfrm>
          <a:off x="4377930" y="5197736"/>
          <a:ext cx="1205179" cy="6025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Customs</a:t>
          </a:r>
        </a:p>
      </dsp:txBody>
      <dsp:txXfrm>
        <a:off x="4395579" y="5215385"/>
        <a:ext cx="1169881" cy="5672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7946C-2B33-764B-9D4E-17263663702D}">
      <dsp:nvSpPr>
        <dsp:cNvPr id="0" name=""/>
        <dsp:cNvSpPr/>
      </dsp:nvSpPr>
      <dsp:spPr>
        <a:xfrm>
          <a:off x="630170" y="2835140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Change</a:t>
          </a:r>
        </a:p>
      </dsp:txBody>
      <dsp:txXfrm>
        <a:off x="648218" y="2853188"/>
        <a:ext cx="1196340" cy="580122"/>
      </dsp:txXfrm>
    </dsp:sp>
    <dsp:sp modelId="{F94B7520-110D-DD4C-AFED-67A562480867}">
      <dsp:nvSpPr>
        <dsp:cNvPr id="0" name=""/>
        <dsp:cNvSpPr/>
      </dsp:nvSpPr>
      <dsp:spPr>
        <a:xfrm rot="16983315">
          <a:off x="1017913" y="2071451"/>
          <a:ext cx="2182360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2182360" y="882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054534" y="2025714"/>
        <a:ext cx="109118" cy="109118"/>
      </dsp:txXfrm>
    </dsp:sp>
    <dsp:sp modelId="{9DB99E1C-EBF2-A348-A354-7357519617E1}">
      <dsp:nvSpPr>
        <dsp:cNvPr id="0" name=""/>
        <dsp:cNvSpPr/>
      </dsp:nvSpPr>
      <dsp:spPr>
        <a:xfrm>
          <a:off x="2355581" y="709188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Portfolio Mgmt.</a:t>
          </a:r>
        </a:p>
      </dsp:txBody>
      <dsp:txXfrm>
        <a:off x="2373629" y="727236"/>
        <a:ext cx="1196340" cy="580122"/>
      </dsp:txXfrm>
    </dsp:sp>
    <dsp:sp modelId="{13FF73BF-7945-7E4F-B5DE-CA38418E846F}">
      <dsp:nvSpPr>
        <dsp:cNvPr id="0" name=""/>
        <dsp:cNvSpPr/>
      </dsp:nvSpPr>
      <dsp:spPr>
        <a:xfrm rot="18289469">
          <a:off x="3402877" y="654149"/>
          <a:ext cx="863255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63255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2923" y="641390"/>
        <a:ext cx="43162" cy="43162"/>
      </dsp:txXfrm>
    </dsp:sp>
    <dsp:sp modelId="{25CE0BB0-A2DD-9E4D-B7F2-2B9C005114AF}">
      <dsp:nvSpPr>
        <dsp:cNvPr id="0" name=""/>
        <dsp:cNvSpPr/>
      </dsp:nvSpPr>
      <dsp:spPr>
        <a:xfrm>
          <a:off x="4080992" y="537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Demand </a:t>
          </a:r>
          <a:r>
            <a:rPr lang="en-US" sz="1500" kern="1200" dirty="0" err="1"/>
            <a:t>Mgmt</a:t>
          </a:r>
          <a:endParaRPr lang="en-US" sz="1500" kern="1200" dirty="0"/>
        </a:p>
      </dsp:txBody>
      <dsp:txXfrm>
        <a:off x="4099040" y="18585"/>
        <a:ext cx="1196340" cy="580122"/>
      </dsp:txXfrm>
    </dsp:sp>
    <dsp:sp modelId="{37BACC28-56AF-A649-8A18-EB93CF6BDECF}">
      <dsp:nvSpPr>
        <dsp:cNvPr id="0" name=""/>
        <dsp:cNvSpPr/>
      </dsp:nvSpPr>
      <dsp:spPr>
        <a:xfrm>
          <a:off x="3588017" y="1008475"/>
          <a:ext cx="49297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92974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2180" y="1004972"/>
        <a:ext cx="24648" cy="24648"/>
      </dsp:txXfrm>
    </dsp:sp>
    <dsp:sp modelId="{A4C70EB1-C229-6449-83CC-09B7D7F0B4C3}">
      <dsp:nvSpPr>
        <dsp:cNvPr id="0" name=""/>
        <dsp:cNvSpPr/>
      </dsp:nvSpPr>
      <dsp:spPr>
        <a:xfrm>
          <a:off x="4080992" y="709188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Requirements</a:t>
          </a:r>
        </a:p>
      </dsp:txBody>
      <dsp:txXfrm>
        <a:off x="4099040" y="727236"/>
        <a:ext cx="1196340" cy="580122"/>
      </dsp:txXfrm>
    </dsp:sp>
    <dsp:sp modelId="{F783F0C5-F9AD-E345-BF31-0A3C384834FA}">
      <dsp:nvSpPr>
        <dsp:cNvPr id="0" name=""/>
        <dsp:cNvSpPr/>
      </dsp:nvSpPr>
      <dsp:spPr>
        <a:xfrm rot="3310531">
          <a:off x="3402877" y="1362800"/>
          <a:ext cx="863255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63255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2923" y="1350041"/>
        <a:ext cx="43162" cy="43162"/>
      </dsp:txXfrm>
    </dsp:sp>
    <dsp:sp modelId="{7D351481-89C0-0445-A464-197BCB58BB78}">
      <dsp:nvSpPr>
        <dsp:cNvPr id="0" name=""/>
        <dsp:cNvSpPr/>
      </dsp:nvSpPr>
      <dsp:spPr>
        <a:xfrm>
          <a:off x="4080992" y="1417839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Methodologies</a:t>
          </a:r>
        </a:p>
      </dsp:txBody>
      <dsp:txXfrm>
        <a:off x="4099040" y="1435887"/>
        <a:ext cx="1196340" cy="580122"/>
      </dsp:txXfrm>
    </dsp:sp>
    <dsp:sp modelId="{FF3E1765-71D3-9145-B5E3-3D6527FAF68E}">
      <dsp:nvSpPr>
        <dsp:cNvPr id="0" name=""/>
        <dsp:cNvSpPr/>
      </dsp:nvSpPr>
      <dsp:spPr>
        <a:xfrm>
          <a:off x="1862606" y="3134427"/>
          <a:ext cx="49297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92974" y="882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96769" y="3130925"/>
        <a:ext cx="24648" cy="24648"/>
      </dsp:txXfrm>
    </dsp:sp>
    <dsp:sp modelId="{B821EC53-44FF-9249-BB43-A403B8FCFB99}">
      <dsp:nvSpPr>
        <dsp:cNvPr id="0" name=""/>
        <dsp:cNvSpPr/>
      </dsp:nvSpPr>
      <dsp:spPr>
        <a:xfrm>
          <a:off x="2355581" y="2835140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Innovation Mgmt.</a:t>
          </a:r>
        </a:p>
      </dsp:txBody>
      <dsp:txXfrm>
        <a:off x="2373629" y="2853188"/>
        <a:ext cx="1196340" cy="580122"/>
      </dsp:txXfrm>
    </dsp:sp>
    <dsp:sp modelId="{507FE8C0-C1A6-8843-8A84-694FB7C43D67}">
      <dsp:nvSpPr>
        <dsp:cNvPr id="0" name=""/>
        <dsp:cNvSpPr/>
      </dsp:nvSpPr>
      <dsp:spPr>
        <a:xfrm rot="18289469">
          <a:off x="3402877" y="2780102"/>
          <a:ext cx="863255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63255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2923" y="2767343"/>
        <a:ext cx="43162" cy="43162"/>
      </dsp:txXfrm>
    </dsp:sp>
    <dsp:sp modelId="{0C610E02-8104-494C-A007-D49CD6055C7E}">
      <dsp:nvSpPr>
        <dsp:cNvPr id="0" name=""/>
        <dsp:cNvSpPr/>
      </dsp:nvSpPr>
      <dsp:spPr>
        <a:xfrm>
          <a:off x="4080992" y="2126489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Ideation</a:t>
          </a:r>
        </a:p>
      </dsp:txBody>
      <dsp:txXfrm>
        <a:off x="4099040" y="2144537"/>
        <a:ext cx="1196340" cy="580122"/>
      </dsp:txXfrm>
    </dsp:sp>
    <dsp:sp modelId="{C8385A56-F36A-4646-8710-B13BDE8C55D2}">
      <dsp:nvSpPr>
        <dsp:cNvPr id="0" name=""/>
        <dsp:cNvSpPr/>
      </dsp:nvSpPr>
      <dsp:spPr>
        <a:xfrm>
          <a:off x="3588017" y="3134427"/>
          <a:ext cx="49297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92974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2180" y="3130925"/>
        <a:ext cx="24648" cy="24648"/>
      </dsp:txXfrm>
    </dsp:sp>
    <dsp:sp modelId="{3542D32B-8104-A048-97C5-2B1BE68F9EE0}">
      <dsp:nvSpPr>
        <dsp:cNvPr id="0" name=""/>
        <dsp:cNvSpPr/>
      </dsp:nvSpPr>
      <dsp:spPr>
        <a:xfrm>
          <a:off x="4080992" y="2835140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Concept Dev.</a:t>
          </a:r>
        </a:p>
      </dsp:txBody>
      <dsp:txXfrm>
        <a:off x="4099040" y="2853188"/>
        <a:ext cx="1196340" cy="580122"/>
      </dsp:txXfrm>
    </dsp:sp>
    <dsp:sp modelId="{C8A02E69-2DE4-2049-A396-11291E462F93}">
      <dsp:nvSpPr>
        <dsp:cNvPr id="0" name=""/>
        <dsp:cNvSpPr/>
      </dsp:nvSpPr>
      <dsp:spPr>
        <a:xfrm rot="3310531">
          <a:off x="3402877" y="3488753"/>
          <a:ext cx="863255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63255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2923" y="3475994"/>
        <a:ext cx="43162" cy="43162"/>
      </dsp:txXfrm>
    </dsp:sp>
    <dsp:sp modelId="{7E1246F2-5166-634D-920A-1ACFA161AC67}">
      <dsp:nvSpPr>
        <dsp:cNvPr id="0" name=""/>
        <dsp:cNvSpPr/>
      </dsp:nvSpPr>
      <dsp:spPr>
        <a:xfrm>
          <a:off x="4080992" y="3543791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Product Dev.</a:t>
          </a:r>
        </a:p>
      </dsp:txBody>
      <dsp:txXfrm>
        <a:off x="4099040" y="3561839"/>
        <a:ext cx="1196340" cy="580122"/>
      </dsp:txXfrm>
    </dsp:sp>
    <dsp:sp modelId="{DFA39E55-786A-B548-A57D-6212F1A922F5}">
      <dsp:nvSpPr>
        <dsp:cNvPr id="0" name=""/>
        <dsp:cNvSpPr/>
      </dsp:nvSpPr>
      <dsp:spPr>
        <a:xfrm rot="4616685">
          <a:off x="1017913" y="4197404"/>
          <a:ext cx="2182360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2182360" y="882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054534" y="4151667"/>
        <a:ext cx="109118" cy="109118"/>
      </dsp:txXfrm>
    </dsp:sp>
    <dsp:sp modelId="{05547A38-C6C9-154A-BD3A-92756FAD7AAA}">
      <dsp:nvSpPr>
        <dsp:cNvPr id="0" name=""/>
        <dsp:cNvSpPr/>
      </dsp:nvSpPr>
      <dsp:spPr>
        <a:xfrm>
          <a:off x="2355581" y="4961093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Exception Mgmt.</a:t>
          </a:r>
        </a:p>
      </dsp:txBody>
      <dsp:txXfrm>
        <a:off x="2373629" y="4979141"/>
        <a:ext cx="1196340" cy="580122"/>
      </dsp:txXfrm>
    </dsp:sp>
    <dsp:sp modelId="{8715143F-AE09-1D45-BA94-AA33F408F9E3}">
      <dsp:nvSpPr>
        <dsp:cNvPr id="0" name=""/>
        <dsp:cNvSpPr/>
      </dsp:nvSpPr>
      <dsp:spPr>
        <a:xfrm rot="18289469">
          <a:off x="3402877" y="4906055"/>
          <a:ext cx="863255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63255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2923" y="4893295"/>
        <a:ext cx="43162" cy="43162"/>
      </dsp:txXfrm>
    </dsp:sp>
    <dsp:sp modelId="{E2F488B5-A03F-EB44-8855-7F481A284C08}">
      <dsp:nvSpPr>
        <dsp:cNvPr id="0" name=""/>
        <dsp:cNvSpPr/>
      </dsp:nvSpPr>
      <dsp:spPr>
        <a:xfrm>
          <a:off x="4080992" y="4252442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Defect Logs</a:t>
          </a:r>
        </a:p>
      </dsp:txBody>
      <dsp:txXfrm>
        <a:off x="4099040" y="4270490"/>
        <a:ext cx="1196340" cy="580122"/>
      </dsp:txXfrm>
    </dsp:sp>
    <dsp:sp modelId="{E269FEB5-0623-B24D-BF2E-950EBF2DA76A}">
      <dsp:nvSpPr>
        <dsp:cNvPr id="0" name=""/>
        <dsp:cNvSpPr/>
      </dsp:nvSpPr>
      <dsp:spPr>
        <a:xfrm>
          <a:off x="3588017" y="5260380"/>
          <a:ext cx="49297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92974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2180" y="5256878"/>
        <a:ext cx="24648" cy="24648"/>
      </dsp:txXfrm>
    </dsp:sp>
    <dsp:sp modelId="{DC7E67CF-782F-8041-A1F6-B909C0655839}">
      <dsp:nvSpPr>
        <dsp:cNvPr id="0" name=""/>
        <dsp:cNvSpPr/>
      </dsp:nvSpPr>
      <dsp:spPr>
        <a:xfrm>
          <a:off x="4080992" y="4961093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Issue Logs</a:t>
          </a:r>
        </a:p>
      </dsp:txBody>
      <dsp:txXfrm>
        <a:off x="4099040" y="4979141"/>
        <a:ext cx="1196340" cy="580122"/>
      </dsp:txXfrm>
    </dsp:sp>
    <dsp:sp modelId="{496761EF-D9EE-FD45-99F8-2B6AA3C4899B}">
      <dsp:nvSpPr>
        <dsp:cNvPr id="0" name=""/>
        <dsp:cNvSpPr/>
      </dsp:nvSpPr>
      <dsp:spPr>
        <a:xfrm rot="3310531">
          <a:off x="3402877" y="5614706"/>
          <a:ext cx="863255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63255" y="882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2923" y="5601946"/>
        <a:ext cx="43162" cy="43162"/>
      </dsp:txXfrm>
    </dsp:sp>
    <dsp:sp modelId="{E6B5B8DD-50C5-E54D-9E52-A7A9B71F37C7}">
      <dsp:nvSpPr>
        <dsp:cNvPr id="0" name=""/>
        <dsp:cNvSpPr/>
      </dsp:nvSpPr>
      <dsp:spPr>
        <a:xfrm>
          <a:off x="4080992" y="5669744"/>
          <a:ext cx="1232436" cy="616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Mgmt.</a:t>
          </a:r>
        </a:p>
      </dsp:txBody>
      <dsp:txXfrm>
        <a:off x="4099040" y="5687792"/>
        <a:ext cx="1196340" cy="5801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EB5E9-B3C0-964C-A365-4DB2A94590CA}">
      <dsp:nvSpPr>
        <dsp:cNvPr id="0" name=""/>
        <dsp:cNvSpPr/>
      </dsp:nvSpPr>
      <dsp:spPr>
        <a:xfrm>
          <a:off x="360674" y="2998611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Processes</a:t>
          </a:r>
        </a:p>
      </dsp:txBody>
      <dsp:txXfrm>
        <a:off x="378640" y="3016577"/>
        <a:ext cx="1190902" cy="577485"/>
      </dsp:txXfrm>
    </dsp:sp>
    <dsp:sp modelId="{CE48F830-603A-D14C-8274-4E3FEEE2A1F9}">
      <dsp:nvSpPr>
        <dsp:cNvPr id="0" name=""/>
        <dsp:cNvSpPr/>
      </dsp:nvSpPr>
      <dsp:spPr>
        <a:xfrm rot="16830559">
          <a:off x="487628" y="1973817"/>
          <a:ext cx="269049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2690494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65612" y="1915376"/>
        <a:ext cx="134524" cy="134524"/>
      </dsp:txXfrm>
    </dsp:sp>
    <dsp:sp modelId="{EA1E59ED-317A-9B41-800F-57EDCAB068E9}">
      <dsp:nvSpPr>
        <dsp:cNvPr id="0" name=""/>
        <dsp:cNvSpPr/>
      </dsp:nvSpPr>
      <dsp:spPr>
        <a:xfrm>
          <a:off x="2078242" y="353249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Operations</a:t>
          </a:r>
        </a:p>
      </dsp:txBody>
      <dsp:txXfrm>
        <a:off x="2096208" y="371215"/>
        <a:ext cx="1190902" cy="577485"/>
      </dsp:txXfrm>
    </dsp:sp>
    <dsp:sp modelId="{2E67E437-F850-6543-83ED-459D3B8BB5BF}">
      <dsp:nvSpPr>
        <dsp:cNvPr id="0" name=""/>
        <dsp:cNvSpPr/>
      </dsp:nvSpPr>
      <dsp:spPr>
        <a:xfrm rot="19457599">
          <a:off x="3248273" y="474778"/>
          <a:ext cx="604340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604340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334" y="468492"/>
        <a:ext cx="30217" cy="30217"/>
      </dsp:txXfrm>
    </dsp:sp>
    <dsp:sp modelId="{D6B01C74-3BCF-FA4A-B1E6-D774182B123A}">
      <dsp:nvSpPr>
        <dsp:cNvPr id="0" name=""/>
        <dsp:cNvSpPr/>
      </dsp:nvSpPr>
      <dsp:spPr>
        <a:xfrm>
          <a:off x="3795810" y="534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Activities / Events</a:t>
          </a:r>
        </a:p>
      </dsp:txBody>
      <dsp:txXfrm>
        <a:off x="3813776" y="18500"/>
        <a:ext cx="1190902" cy="577485"/>
      </dsp:txXfrm>
    </dsp:sp>
    <dsp:sp modelId="{24902DE8-0C38-6E49-9FB7-C4CECEE55624}">
      <dsp:nvSpPr>
        <dsp:cNvPr id="0" name=""/>
        <dsp:cNvSpPr/>
      </dsp:nvSpPr>
      <dsp:spPr>
        <a:xfrm rot="2142401">
          <a:off x="3248273" y="827493"/>
          <a:ext cx="604340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604340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334" y="821207"/>
        <a:ext cx="30217" cy="30217"/>
      </dsp:txXfrm>
    </dsp:sp>
    <dsp:sp modelId="{7D217D22-7CCE-0C46-A7A6-EAEC31CAD6D4}">
      <dsp:nvSpPr>
        <dsp:cNvPr id="0" name=""/>
        <dsp:cNvSpPr/>
      </dsp:nvSpPr>
      <dsp:spPr>
        <a:xfrm>
          <a:off x="3795810" y="705964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Escalation</a:t>
          </a:r>
        </a:p>
      </dsp:txBody>
      <dsp:txXfrm>
        <a:off x="3813776" y="723930"/>
        <a:ext cx="1190902" cy="577485"/>
      </dsp:txXfrm>
    </dsp:sp>
    <dsp:sp modelId="{328FF82E-1617-324E-B584-BB4453ADA828}">
      <dsp:nvSpPr>
        <dsp:cNvPr id="0" name=""/>
        <dsp:cNvSpPr/>
      </dsp:nvSpPr>
      <dsp:spPr>
        <a:xfrm rot="17945813">
          <a:off x="1328304" y="2855604"/>
          <a:ext cx="1009142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1009142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7646" y="2839197"/>
        <a:ext cx="50457" cy="50457"/>
      </dsp:txXfrm>
    </dsp:sp>
    <dsp:sp modelId="{F03985ED-8953-5C4E-87DE-DD344679AC57}">
      <dsp:nvSpPr>
        <dsp:cNvPr id="0" name=""/>
        <dsp:cNvSpPr/>
      </dsp:nvSpPr>
      <dsp:spPr>
        <a:xfrm>
          <a:off x="2078242" y="2116824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Governance</a:t>
          </a:r>
        </a:p>
      </dsp:txBody>
      <dsp:txXfrm>
        <a:off x="2096208" y="2134790"/>
        <a:ext cx="1190902" cy="577485"/>
      </dsp:txXfrm>
    </dsp:sp>
    <dsp:sp modelId="{6E6E879D-407C-6546-9A27-98A0A42D5850}">
      <dsp:nvSpPr>
        <dsp:cNvPr id="0" name=""/>
        <dsp:cNvSpPr/>
      </dsp:nvSpPr>
      <dsp:spPr>
        <a:xfrm rot="18289469">
          <a:off x="3120777" y="2061995"/>
          <a:ext cx="859331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59331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8960" y="2049334"/>
        <a:ext cx="42966" cy="42966"/>
      </dsp:txXfrm>
    </dsp:sp>
    <dsp:sp modelId="{5FC61ACC-D5DA-2B45-B630-E33F3CC7FDAB}">
      <dsp:nvSpPr>
        <dsp:cNvPr id="0" name=""/>
        <dsp:cNvSpPr/>
      </dsp:nvSpPr>
      <dsp:spPr>
        <a:xfrm>
          <a:off x="3795810" y="1411394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813776" y="1429360"/>
        <a:ext cx="1190902" cy="577485"/>
      </dsp:txXfrm>
    </dsp:sp>
    <dsp:sp modelId="{136C9175-0BFC-3A46-9642-34F10C42B24A}">
      <dsp:nvSpPr>
        <dsp:cNvPr id="0" name=""/>
        <dsp:cNvSpPr/>
      </dsp:nvSpPr>
      <dsp:spPr>
        <a:xfrm>
          <a:off x="3305076" y="2414710"/>
          <a:ext cx="49073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90733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8175" y="2411264"/>
        <a:ext cx="24536" cy="24536"/>
      </dsp:txXfrm>
    </dsp:sp>
    <dsp:sp modelId="{73F2D308-62E0-C74A-A838-7EA91CA43D71}">
      <dsp:nvSpPr>
        <dsp:cNvPr id="0" name=""/>
        <dsp:cNvSpPr/>
      </dsp:nvSpPr>
      <dsp:spPr>
        <a:xfrm>
          <a:off x="3795810" y="2116824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Meetings</a:t>
          </a:r>
        </a:p>
      </dsp:txBody>
      <dsp:txXfrm>
        <a:off x="3813776" y="2134790"/>
        <a:ext cx="1190902" cy="577485"/>
      </dsp:txXfrm>
    </dsp:sp>
    <dsp:sp modelId="{ECC6D05E-3206-4048-98C1-A58527C8CE24}">
      <dsp:nvSpPr>
        <dsp:cNvPr id="0" name=""/>
        <dsp:cNvSpPr/>
      </dsp:nvSpPr>
      <dsp:spPr>
        <a:xfrm rot="3310531">
          <a:off x="3120777" y="2767425"/>
          <a:ext cx="859331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59331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8960" y="2754764"/>
        <a:ext cx="42966" cy="42966"/>
      </dsp:txXfrm>
    </dsp:sp>
    <dsp:sp modelId="{25BEC42A-6F33-C942-8613-45815D94FCEB}">
      <dsp:nvSpPr>
        <dsp:cNvPr id="0" name=""/>
        <dsp:cNvSpPr/>
      </dsp:nvSpPr>
      <dsp:spPr>
        <a:xfrm>
          <a:off x="3795810" y="282225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Controls</a:t>
          </a:r>
        </a:p>
      </dsp:txBody>
      <dsp:txXfrm>
        <a:off x="3813776" y="2840219"/>
        <a:ext cx="1190902" cy="577485"/>
      </dsp:txXfrm>
    </dsp:sp>
    <dsp:sp modelId="{96D6A74D-4A9F-C043-9A6D-21FEEA64D0A7}">
      <dsp:nvSpPr>
        <dsp:cNvPr id="0" name=""/>
        <dsp:cNvSpPr/>
      </dsp:nvSpPr>
      <dsp:spPr>
        <a:xfrm rot="20413970">
          <a:off x="1572144" y="3208319"/>
          <a:ext cx="521461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521461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19838" y="3204104"/>
        <a:ext cx="26073" cy="26073"/>
      </dsp:txXfrm>
    </dsp:sp>
    <dsp:sp modelId="{91856C67-7CDC-7A4A-BC9C-6DFDB3C2082F}">
      <dsp:nvSpPr>
        <dsp:cNvPr id="0" name=""/>
        <dsp:cNvSpPr/>
      </dsp:nvSpPr>
      <dsp:spPr>
        <a:xfrm>
          <a:off x="2078242" y="282225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Stakeholders</a:t>
          </a:r>
        </a:p>
      </dsp:txBody>
      <dsp:txXfrm>
        <a:off x="2096208" y="2840219"/>
        <a:ext cx="1190902" cy="577485"/>
      </dsp:txXfrm>
    </dsp:sp>
    <dsp:sp modelId="{B5E03A18-CB59-8C47-9684-B605FB62B688}">
      <dsp:nvSpPr>
        <dsp:cNvPr id="0" name=""/>
        <dsp:cNvSpPr/>
      </dsp:nvSpPr>
      <dsp:spPr>
        <a:xfrm rot="2829178">
          <a:off x="1472064" y="3561034"/>
          <a:ext cx="721621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721621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14834" y="3551815"/>
        <a:ext cx="36081" cy="36081"/>
      </dsp:txXfrm>
    </dsp:sp>
    <dsp:sp modelId="{D3A8A1E4-EDD8-154E-8AD8-38F3247F2B24}">
      <dsp:nvSpPr>
        <dsp:cNvPr id="0" name=""/>
        <dsp:cNvSpPr/>
      </dsp:nvSpPr>
      <dsp:spPr>
        <a:xfrm>
          <a:off x="2078242" y="352768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Artifacts</a:t>
          </a:r>
        </a:p>
      </dsp:txBody>
      <dsp:txXfrm>
        <a:off x="2096208" y="3545649"/>
        <a:ext cx="1190902" cy="577485"/>
      </dsp:txXfrm>
    </dsp:sp>
    <dsp:sp modelId="{3D4C4C23-BA19-D440-80F2-33BEB1653CC8}">
      <dsp:nvSpPr>
        <dsp:cNvPr id="0" name=""/>
        <dsp:cNvSpPr/>
      </dsp:nvSpPr>
      <dsp:spPr>
        <a:xfrm rot="4099285">
          <a:off x="1168643" y="3913748"/>
          <a:ext cx="132846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1328463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99663" y="3889359"/>
        <a:ext cx="66423" cy="66423"/>
      </dsp:txXfrm>
    </dsp:sp>
    <dsp:sp modelId="{0F5276AE-1607-264E-9E77-1448DBFC4F04}">
      <dsp:nvSpPr>
        <dsp:cNvPr id="0" name=""/>
        <dsp:cNvSpPr/>
      </dsp:nvSpPr>
      <dsp:spPr>
        <a:xfrm>
          <a:off x="2078242" y="423311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Information</a:t>
          </a:r>
        </a:p>
      </dsp:txBody>
      <dsp:txXfrm>
        <a:off x="2096208" y="4251079"/>
        <a:ext cx="1190902" cy="577485"/>
      </dsp:txXfrm>
    </dsp:sp>
    <dsp:sp modelId="{5CD9E21A-D0BF-9649-9376-E23E60104C59}">
      <dsp:nvSpPr>
        <dsp:cNvPr id="0" name=""/>
        <dsp:cNvSpPr/>
      </dsp:nvSpPr>
      <dsp:spPr>
        <a:xfrm>
          <a:off x="3305076" y="4531000"/>
          <a:ext cx="49073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90733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8175" y="4527553"/>
        <a:ext cx="24536" cy="24536"/>
      </dsp:txXfrm>
    </dsp:sp>
    <dsp:sp modelId="{CBDD72A8-2C54-7849-8344-A4B5B1625EB5}">
      <dsp:nvSpPr>
        <dsp:cNvPr id="0" name=""/>
        <dsp:cNvSpPr/>
      </dsp:nvSpPr>
      <dsp:spPr>
        <a:xfrm>
          <a:off x="3795810" y="423311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</dsp:txBody>
      <dsp:txXfrm>
        <a:off x="3813776" y="4251079"/>
        <a:ext cx="1190902" cy="577485"/>
      </dsp:txXfrm>
    </dsp:sp>
    <dsp:sp modelId="{B7CE6748-14AB-1E43-AA7F-1E96A66530E3}">
      <dsp:nvSpPr>
        <dsp:cNvPr id="0" name=""/>
        <dsp:cNvSpPr/>
      </dsp:nvSpPr>
      <dsp:spPr>
        <a:xfrm rot="19457599">
          <a:off x="4965841" y="4354642"/>
          <a:ext cx="604340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604340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52903" y="4348356"/>
        <a:ext cx="30217" cy="30217"/>
      </dsp:txXfrm>
    </dsp:sp>
    <dsp:sp modelId="{D92D882A-30FE-F949-BD31-EFE4F7FF0F97}">
      <dsp:nvSpPr>
        <dsp:cNvPr id="0" name=""/>
        <dsp:cNvSpPr/>
      </dsp:nvSpPr>
      <dsp:spPr>
        <a:xfrm>
          <a:off x="5513378" y="3880398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Structured</a:t>
          </a:r>
        </a:p>
      </dsp:txBody>
      <dsp:txXfrm>
        <a:off x="5531344" y="3898364"/>
        <a:ext cx="1190902" cy="577485"/>
      </dsp:txXfrm>
    </dsp:sp>
    <dsp:sp modelId="{57F1F2DE-5810-9846-8DE2-62FFE6506810}">
      <dsp:nvSpPr>
        <dsp:cNvPr id="0" name=""/>
        <dsp:cNvSpPr/>
      </dsp:nvSpPr>
      <dsp:spPr>
        <a:xfrm rot="2142401">
          <a:off x="4965841" y="4707357"/>
          <a:ext cx="604340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604340" y="88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52903" y="4701071"/>
        <a:ext cx="30217" cy="30217"/>
      </dsp:txXfrm>
    </dsp:sp>
    <dsp:sp modelId="{130CCC1D-8DAF-5C46-A7E4-4295C7D80B79}">
      <dsp:nvSpPr>
        <dsp:cNvPr id="0" name=""/>
        <dsp:cNvSpPr/>
      </dsp:nvSpPr>
      <dsp:spPr>
        <a:xfrm>
          <a:off x="5513378" y="4585828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Unstructured</a:t>
          </a:r>
        </a:p>
      </dsp:txBody>
      <dsp:txXfrm>
        <a:off x="5531344" y="4603794"/>
        <a:ext cx="1190902" cy="577485"/>
      </dsp:txXfrm>
    </dsp:sp>
    <dsp:sp modelId="{EB200D38-7982-8645-AF62-6A284DEFF029}">
      <dsp:nvSpPr>
        <dsp:cNvPr id="0" name=""/>
        <dsp:cNvSpPr/>
      </dsp:nvSpPr>
      <dsp:spPr>
        <a:xfrm rot="4548241">
          <a:off x="832356" y="4266463"/>
          <a:ext cx="200103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2001038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782849" y="4225259"/>
        <a:ext cx="100051" cy="100051"/>
      </dsp:txXfrm>
    </dsp:sp>
    <dsp:sp modelId="{724E3C02-7C53-244C-AFFA-A1B5F4120786}">
      <dsp:nvSpPr>
        <dsp:cNvPr id="0" name=""/>
        <dsp:cNvSpPr/>
      </dsp:nvSpPr>
      <dsp:spPr>
        <a:xfrm>
          <a:off x="2078242" y="493854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Analysis</a:t>
          </a:r>
        </a:p>
      </dsp:txBody>
      <dsp:txXfrm>
        <a:off x="2096208" y="4956509"/>
        <a:ext cx="1190902" cy="577485"/>
      </dsp:txXfrm>
    </dsp:sp>
    <dsp:sp modelId="{CDEC5AE2-F02B-EA4F-9D3D-7B76503EEDC7}">
      <dsp:nvSpPr>
        <dsp:cNvPr id="0" name=""/>
        <dsp:cNvSpPr/>
      </dsp:nvSpPr>
      <dsp:spPr>
        <a:xfrm rot="4769441">
          <a:off x="487628" y="4619178"/>
          <a:ext cx="269049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2690494" y="8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65612" y="4560738"/>
        <a:ext cx="134524" cy="134524"/>
      </dsp:txXfrm>
    </dsp:sp>
    <dsp:sp modelId="{795BDF21-61EF-BD4D-9034-D1A24E7E3BE0}">
      <dsp:nvSpPr>
        <dsp:cNvPr id="0" name=""/>
        <dsp:cNvSpPr/>
      </dsp:nvSpPr>
      <dsp:spPr>
        <a:xfrm>
          <a:off x="2078242" y="5643973"/>
          <a:ext cx="1226834" cy="613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Key Decisions</a:t>
          </a:r>
        </a:p>
      </dsp:txBody>
      <dsp:txXfrm>
        <a:off x="2096208" y="5661939"/>
        <a:ext cx="1190902" cy="5774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3FF36-8282-9745-9960-3209B182C15B}">
      <dsp:nvSpPr>
        <dsp:cNvPr id="0" name=""/>
        <dsp:cNvSpPr/>
      </dsp:nvSpPr>
      <dsp:spPr>
        <a:xfrm>
          <a:off x="391151" y="2929233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Infrastructure</a:t>
          </a:r>
        </a:p>
      </dsp:txBody>
      <dsp:txXfrm>
        <a:off x="404049" y="2942131"/>
        <a:ext cx="854935" cy="414569"/>
      </dsp:txXfrm>
    </dsp:sp>
    <dsp:sp modelId="{66319F1C-E9D8-1646-8E4F-E7B1B62A1C67}">
      <dsp:nvSpPr>
        <dsp:cNvPr id="0" name=""/>
        <dsp:cNvSpPr/>
      </dsp:nvSpPr>
      <dsp:spPr>
        <a:xfrm rot="17005519">
          <a:off x="216858" y="1806842"/>
          <a:ext cx="274809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2748093" y="6075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22203" y="1744215"/>
        <a:ext cx="137404" cy="137404"/>
      </dsp:txXfrm>
    </dsp:sp>
    <dsp:sp modelId="{3751615F-02BB-F54F-9595-E1245EF4786E}">
      <dsp:nvSpPr>
        <dsp:cNvPr id="0" name=""/>
        <dsp:cNvSpPr/>
      </dsp:nvSpPr>
      <dsp:spPr>
        <a:xfrm>
          <a:off x="1909928" y="256236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Services</a:t>
          </a:r>
        </a:p>
      </dsp:txBody>
      <dsp:txXfrm>
        <a:off x="1922826" y="269134"/>
        <a:ext cx="854935" cy="414569"/>
      </dsp:txXfrm>
    </dsp:sp>
    <dsp:sp modelId="{7E1560B7-2D49-154F-A3FB-AF4B86B9BF6C}">
      <dsp:nvSpPr>
        <dsp:cNvPr id="0" name=""/>
        <dsp:cNvSpPr/>
      </dsp:nvSpPr>
      <dsp:spPr>
        <a:xfrm rot="20442977">
          <a:off x="2769150" y="343738"/>
          <a:ext cx="766732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66732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3348" y="330645"/>
        <a:ext cx="38336" cy="38336"/>
      </dsp:txXfrm>
    </dsp:sp>
    <dsp:sp modelId="{F35FCB1F-D61E-1F4C-930B-9A7A8504E7C0}">
      <dsp:nvSpPr>
        <dsp:cNvPr id="0" name=""/>
        <dsp:cNvSpPr/>
      </dsp:nvSpPr>
      <dsp:spPr>
        <a:xfrm>
          <a:off x="3514374" y="3026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Internal</a:t>
          </a:r>
        </a:p>
      </dsp:txBody>
      <dsp:txXfrm>
        <a:off x="3527272" y="15924"/>
        <a:ext cx="854935" cy="414569"/>
      </dsp:txXfrm>
    </dsp:sp>
    <dsp:sp modelId="{F7E6185B-C2F7-2A44-A354-C786D3876FCD}">
      <dsp:nvSpPr>
        <dsp:cNvPr id="0" name=""/>
        <dsp:cNvSpPr/>
      </dsp:nvSpPr>
      <dsp:spPr>
        <a:xfrm rot="1157023">
          <a:off x="2769150" y="596948"/>
          <a:ext cx="766732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66732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3348" y="583855"/>
        <a:ext cx="38336" cy="38336"/>
      </dsp:txXfrm>
    </dsp:sp>
    <dsp:sp modelId="{95CD06B4-B3B1-6848-A629-1B06B2CD9484}">
      <dsp:nvSpPr>
        <dsp:cNvPr id="0" name=""/>
        <dsp:cNvSpPr/>
      </dsp:nvSpPr>
      <dsp:spPr>
        <a:xfrm>
          <a:off x="3514374" y="509446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External (3rd Pty)</a:t>
          </a:r>
        </a:p>
      </dsp:txBody>
      <dsp:txXfrm>
        <a:off x="3527272" y="522344"/>
        <a:ext cx="854935" cy="414569"/>
      </dsp:txXfrm>
    </dsp:sp>
    <dsp:sp modelId="{1A706F3E-0FAD-DD4B-B008-EB633D6289DC}">
      <dsp:nvSpPr>
        <dsp:cNvPr id="0" name=""/>
        <dsp:cNvSpPr/>
      </dsp:nvSpPr>
      <dsp:spPr>
        <a:xfrm rot="17461392">
          <a:off x="701633" y="2313262"/>
          <a:ext cx="1778544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1778544" y="6075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546441" y="2274874"/>
        <a:ext cx="88927" cy="88927"/>
      </dsp:txXfrm>
    </dsp:sp>
    <dsp:sp modelId="{27374599-C1F4-E94C-9038-AEFBA92C5D39}">
      <dsp:nvSpPr>
        <dsp:cNvPr id="0" name=""/>
        <dsp:cNvSpPr/>
      </dsp:nvSpPr>
      <dsp:spPr>
        <a:xfrm>
          <a:off x="1909928" y="1269077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Systems</a:t>
          </a:r>
        </a:p>
      </dsp:txBody>
      <dsp:txXfrm>
        <a:off x="1922826" y="1281975"/>
        <a:ext cx="854935" cy="414569"/>
      </dsp:txXfrm>
    </dsp:sp>
    <dsp:sp modelId="{2A2EA264-13A7-614D-A31E-D7C8C3C5DB24}">
      <dsp:nvSpPr>
        <dsp:cNvPr id="0" name=""/>
        <dsp:cNvSpPr/>
      </dsp:nvSpPr>
      <dsp:spPr>
        <a:xfrm rot="20442977">
          <a:off x="2769150" y="1356579"/>
          <a:ext cx="766732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66732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3348" y="1343486"/>
        <a:ext cx="38336" cy="38336"/>
      </dsp:txXfrm>
    </dsp:sp>
    <dsp:sp modelId="{D24E1159-6DC2-3A49-8C82-4075EE9F729B}">
      <dsp:nvSpPr>
        <dsp:cNvPr id="0" name=""/>
        <dsp:cNvSpPr/>
      </dsp:nvSpPr>
      <dsp:spPr>
        <a:xfrm>
          <a:off x="3514374" y="1015866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Business Apps</a:t>
          </a:r>
        </a:p>
      </dsp:txBody>
      <dsp:txXfrm>
        <a:off x="3527272" y="1028764"/>
        <a:ext cx="854935" cy="414569"/>
      </dsp:txXfrm>
    </dsp:sp>
    <dsp:sp modelId="{8918C13C-97E9-5E41-9EA5-A71C7DFAD517}">
      <dsp:nvSpPr>
        <dsp:cNvPr id="0" name=""/>
        <dsp:cNvSpPr/>
      </dsp:nvSpPr>
      <dsp:spPr>
        <a:xfrm rot="1157023">
          <a:off x="2769150" y="1609789"/>
          <a:ext cx="766732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66732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3348" y="1596696"/>
        <a:ext cx="38336" cy="38336"/>
      </dsp:txXfrm>
    </dsp:sp>
    <dsp:sp modelId="{0C02268F-DCA0-6347-B8ED-896CC64B7045}">
      <dsp:nvSpPr>
        <dsp:cNvPr id="0" name=""/>
        <dsp:cNvSpPr/>
      </dsp:nvSpPr>
      <dsp:spPr>
        <a:xfrm>
          <a:off x="3514374" y="1522287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Operation Apps</a:t>
          </a:r>
        </a:p>
      </dsp:txBody>
      <dsp:txXfrm>
        <a:off x="3527272" y="1535185"/>
        <a:ext cx="854935" cy="414569"/>
      </dsp:txXfrm>
    </dsp:sp>
    <dsp:sp modelId="{60212182-CDE5-534E-A819-D2DE4BECAAAC}">
      <dsp:nvSpPr>
        <dsp:cNvPr id="0" name=""/>
        <dsp:cNvSpPr/>
      </dsp:nvSpPr>
      <dsp:spPr>
        <a:xfrm rot="19697844">
          <a:off x="1215931" y="2946288"/>
          <a:ext cx="749947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49947" y="6075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72156" y="2933614"/>
        <a:ext cx="37497" cy="37497"/>
      </dsp:txXfrm>
    </dsp:sp>
    <dsp:sp modelId="{0BD8EB31-5952-E641-A0E3-8EFD3642DECB}">
      <dsp:nvSpPr>
        <dsp:cNvPr id="0" name=""/>
        <dsp:cNvSpPr/>
      </dsp:nvSpPr>
      <dsp:spPr>
        <a:xfrm>
          <a:off x="1909928" y="2535128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Business Analysis</a:t>
          </a:r>
        </a:p>
      </dsp:txBody>
      <dsp:txXfrm>
        <a:off x="1922826" y="2548026"/>
        <a:ext cx="854935" cy="414569"/>
      </dsp:txXfrm>
    </dsp:sp>
    <dsp:sp modelId="{B794C63B-DCD0-A04E-AC75-BA5379587F63}">
      <dsp:nvSpPr>
        <dsp:cNvPr id="0" name=""/>
        <dsp:cNvSpPr/>
      </dsp:nvSpPr>
      <dsp:spPr>
        <a:xfrm rot="19501052">
          <a:off x="2710865" y="2496025"/>
          <a:ext cx="88330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883303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0434" y="2480018"/>
        <a:ext cx="44165" cy="44165"/>
      </dsp:txXfrm>
    </dsp:sp>
    <dsp:sp modelId="{F75FCFC6-5E37-BA41-A58A-A66D58699C70}">
      <dsp:nvSpPr>
        <dsp:cNvPr id="0" name=""/>
        <dsp:cNvSpPr/>
      </dsp:nvSpPr>
      <dsp:spPr>
        <a:xfrm>
          <a:off x="3514374" y="2028707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Metrics &amp; Reporting</a:t>
          </a:r>
        </a:p>
      </dsp:txBody>
      <dsp:txXfrm>
        <a:off x="3527272" y="2041605"/>
        <a:ext cx="854935" cy="414569"/>
      </dsp:txXfrm>
    </dsp:sp>
    <dsp:sp modelId="{B8D085FC-6503-A348-8354-3F0EF5E7DA46}">
      <dsp:nvSpPr>
        <dsp:cNvPr id="0" name=""/>
        <dsp:cNvSpPr/>
      </dsp:nvSpPr>
      <dsp:spPr>
        <a:xfrm>
          <a:off x="2790659" y="2749235"/>
          <a:ext cx="723714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23714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4423" y="2737218"/>
        <a:ext cx="36185" cy="36185"/>
      </dsp:txXfrm>
    </dsp:sp>
    <dsp:sp modelId="{947B71CC-9913-DD44-BFA2-042B7B962686}">
      <dsp:nvSpPr>
        <dsp:cNvPr id="0" name=""/>
        <dsp:cNvSpPr/>
      </dsp:nvSpPr>
      <dsp:spPr>
        <a:xfrm>
          <a:off x="3514374" y="2535128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Algorithms &amp; Analysis</a:t>
          </a:r>
        </a:p>
      </dsp:txBody>
      <dsp:txXfrm>
        <a:off x="3527272" y="2548026"/>
        <a:ext cx="854935" cy="414569"/>
      </dsp:txXfrm>
    </dsp:sp>
    <dsp:sp modelId="{A157FC78-21C8-D746-A1FA-4F52DD77881C}">
      <dsp:nvSpPr>
        <dsp:cNvPr id="0" name=""/>
        <dsp:cNvSpPr/>
      </dsp:nvSpPr>
      <dsp:spPr>
        <a:xfrm rot="2098948">
          <a:off x="2710865" y="3002445"/>
          <a:ext cx="88330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883303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0434" y="2986438"/>
        <a:ext cx="44165" cy="44165"/>
      </dsp:txXfrm>
    </dsp:sp>
    <dsp:sp modelId="{6291A9AD-E611-B744-B818-F92EA9180FED}">
      <dsp:nvSpPr>
        <dsp:cNvPr id="0" name=""/>
        <dsp:cNvSpPr/>
      </dsp:nvSpPr>
      <dsp:spPr>
        <a:xfrm>
          <a:off x="3514374" y="3041548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AI &amp; ML</a:t>
          </a:r>
        </a:p>
      </dsp:txBody>
      <dsp:txXfrm>
        <a:off x="3527272" y="3054446"/>
        <a:ext cx="854935" cy="414569"/>
      </dsp:txXfrm>
    </dsp:sp>
    <dsp:sp modelId="{3AD9F690-9A0B-4A4A-9D00-F67016D9BC7D}">
      <dsp:nvSpPr>
        <dsp:cNvPr id="0" name=""/>
        <dsp:cNvSpPr/>
      </dsp:nvSpPr>
      <dsp:spPr>
        <a:xfrm rot="3626616">
          <a:off x="944167" y="3705918"/>
          <a:ext cx="1293475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1293475" y="6075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58568" y="3679657"/>
        <a:ext cx="64673" cy="64673"/>
      </dsp:txXfrm>
    </dsp:sp>
    <dsp:sp modelId="{A3A48359-ECA5-2A43-B251-77C6245DD228}">
      <dsp:nvSpPr>
        <dsp:cNvPr id="0" name=""/>
        <dsp:cNvSpPr/>
      </dsp:nvSpPr>
      <dsp:spPr>
        <a:xfrm>
          <a:off x="1909928" y="4054389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Repositories</a:t>
          </a:r>
        </a:p>
      </dsp:txBody>
      <dsp:txXfrm>
        <a:off x="1922826" y="4067287"/>
        <a:ext cx="854935" cy="414569"/>
      </dsp:txXfrm>
    </dsp:sp>
    <dsp:sp modelId="{C58215A1-E05C-CA41-BEC1-387B16C07473}">
      <dsp:nvSpPr>
        <dsp:cNvPr id="0" name=""/>
        <dsp:cNvSpPr/>
      </dsp:nvSpPr>
      <dsp:spPr>
        <a:xfrm rot="19501052">
          <a:off x="2710865" y="4015286"/>
          <a:ext cx="88330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883303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0434" y="3999279"/>
        <a:ext cx="44165" cy="44165"/>
      </dsp:txXfrm>
    </dsp:sp>
    <dsp:sp modelId="{2DDCD59A-97E0-2E4E-A1D4-2FCBF3788FED}">
      <dsp:nvSpPr>
        <dsp:cNvPr id="0" name=""/>
        <dsp:cNvSpPr/>
      </dsp:nvSpPr>
      <dsp:spPr>
        <a:xfrm>
          <a:off x="3514374" y="3547969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Enterprise</a:t>
          </a:r>
        </a:p>
      </dsp:txBody>
      <dsp:txXfrm>
        <a:off x="3527272" y="3560867"/>
        <a:ext cx="854935" cy="414569"/>
      </dsp:txXfrm>
    </dsp:sp>
    <dsp:sp modelId="{2980E65A-FC9D-B143-912F-C38C4AB8AE19}">
      <dsp:nvSpPr>
        <dsp:cNvPr id="0" name=""/>
        <dsp:cNvSpPr/>
      </dsp:nvSpPr>
      <dsp:spPr>
        <a:xfrm>
          <a:off x="2790659" y="4268496"/>
          <a:ext cx="723714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23714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4423" y="4256479"/>
        <a:ext cx="36185" cy="36185"/>
      </dsp:txXfrm>
    </dsp:sp>
    <dsp:sp modelId="{CB7E968C-8FEC-3047-9FD5-AC095F7B3BAD}">
      <dsp:nvSpPr>
        <dsp:cNvPr id="0" name=""/>
        <dsp:cNvSpPr/>
      </dsp:nvSpPr>
      <dsp:spPr>
        <a:xfrm>
          <a:off x="3514374" y="4054389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Functional</a:t>
          </a:r>
        </a:p>
      </dsp:txBody>
      <dsp:txXfrm>
        <a:off x="3527272" y="4067287"/>
        <a:ext cx="854935" cy="414569"/>
      </dsp:txXfrm>
    </dsp:sp>
    <dsp:sp modelId="{455DEBFF-9965-4C48-A3B7-851206F4EBE3}">
      <dsp:nvSpPr>
        <dsp:cNvPr id="0" name=""/>
        <dsp:cNvSpPr/>
      </dsp:nvSpPr>
      <dsp:spPr>
        <a:xfrm rot="2098948">
          <a:off x="2710865" y="4521707"/>
          <a:ext cx="88330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883303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0434" y="4505700"/>
        <a:ext cx="44165" cy="44165"/>
      </dsp:txXfrm>
    </dsp:sp>
    <dsp:sp modelId="{DF4B3C74-C9D5-4F4D-A8F3-2D3AE0020BDB}">
      <dsp:nvSpPr>
        <dsp:cNvPr id="0" name=""/>
        <dsp:cNvSpPr/>
      </dsp:nvSpPr>
      <dsp:spPr>
        <a:xfrm>
          <a:off x="3514374" y="4560810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Desktop</a:t>
          </a:r>
        </a:p>
      </dsp:txBody>
      <dsp:txXfrm>
        <a:off x="3527272" y="4573708"/>
        <a:ext cx="854935" cy="414569"/>
      </dsp:txXfrm>
    </dsp:sp>
    <dsp:sp modelId="{85934671-CE25-B948-BF74-F8815B31F435}">
      <dsp:nvSpPr>
        <dsp:cNvPr id="0" name=""/>
        <dsp:cNvSpPr/>
      </dsp:nvSpPr>
      <dsp:spPr>
        <a:xfrm rot="4586096">
          <a:off x="230754" y="4465549"/>
          <a:ext cx="2720302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2720302" y="6075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22897" y="4403617"/>
        <a:ext cx="136015" cy="136015"/>
      </dsp:txXfrm>
    </dsp:sp>
    <dsp:sp modelId="{9249A999-3537-514E-9F75-A89CBB92B09F}">
      <dsp:nvSpPr>
        <dsp:cNvPr id="0" name=""/>
        <dsp:cNvSpPr/>
      </dsp:nvSpPr>
      <dsp:spPr>
        <a:xfrm>
          <a:off x="1909928" y="5573650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Assets</a:t>
          </a:r>
        </a:p>
      </dsp:txBody>
      <dsp:txXfrm>
        <a:off x="1922826" y="5586548"/>
        <a:ext cx="854935" cy="414569"/>
      </dsp:txXfrm>
    </dsp:sp>
    <dsp:sp modelId="{3EB641AB-4ED1-3E4F-B363-2A11987389AB}">
      <dsp:nvSpPr>
        <dsp:cNvPr id="0" name=""/>
        <dsp:cNvSpPr/>
      </dsp:nvSpPr>
      <dsp:spPr>
        <a:xfrm rot="19501052">
          <a:off x="2710865" y="5534548"/>
          <a:ext cx="88330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883303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0434" y="5518540"/>
        <a:ext cx="44165" cy="44165"/>
      </dsp:txXfrm>
    </dsp:sp>
    <dsp:sp modelId="{5B4A1624-2AB3-7347-B8F8-27E2C6A91054}">
      <dsp:nvSpPr>
        <dsp:cNvPr id="0" name=""/>
        <dsp:cNvSpPr/>
      </dsp:nvSpPr>
      <dsp:spPr>
        <a:xfrm>
          <a:off x="3514374" y="5067230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Technology</a:t>
          </a:r>
        </a:p>
      </dsp:txBody>
      <dsp:txXfrm>
        <a:off x="3527272" y="5080128"/>
        <a:ext cx="854935" cy="414569"/>
      </dsp:txXfrm>
    </dsp:sp>
    <dsp:sp modelId="{7215329B-0793-6F49-BF88-D98CDE69062A}">
      <dsp:nvSpPr>
        <dsp:cNvPr id="0" name=""/>
        <dsp:cNvSpPr/>
      </dsp:nvSpPr>
      <dsp:spPr>
        <a:xfrm>
          <a:off x="2790659" y="5787758"/>
          <a:ext cx="723714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723714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4423" y="5775740"/>
        <a:ext cx="36185" cy="36185"/>
      </dsp:txXfrm>
    </dsp:sp>
    <dsp:sp modelId="{085908DA-AFDC-CE46-92C5-13FC1D357C76}">
      <dsp:nvSpPr>
        <dsp:cNvPr id="0" name=""/>
        <dsp:cNvSpPr/>
      </dsp:nvSpPr>
      <dsp:spPr>
        <a:xfrm>
          <a:off x="3514374" y="5573650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Equipment</a:t>
          </a:r>
        </a:p>
      </dsp:txBody>
      <dsp:txXfrm>
        <a:off x="3527272" y="5586548"/>
        <a:ext cx="854935" cy="414569"/>
      </dsp:txXfrm>
    </dsp:sp>
    <dsp:sp modelId="{24B9279A-B47F-964C-B968-D98FFAE724A5}">
      <dsp:nvSpPr>
        <dsp:cNvPr id="0" name=""/>
        <dsp:cNvSpPr/>
      </dsp:nvSpPr>
      <dsp:spPr>
        <a:xfrm rot="2098948">
          <a:off x="2710865" y="6040968"/>
          <a:ext cx="883303" cy="12150"/>
        </a:xfrm>
        <a:custGeom>
          <a:avLst/>
          <a:gdLst/>
          <a:ahLst/>
          <a:cxnLst/>
          <a:rect l="0" t="0" r="0" b="0"/>
          <a:pathLst>
            <a:path>
              <a:moveTo>
                <a:pt x="0" y="6075"/>
              </a:moveTo>
              <a:lnTo>
                <a:pt x="883303" y="6075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0434" y="6024961"/>
        <a:ext cx="44165" cy="44165"/>
      </dsp:txXfrm>
    </dsp:sp>
    <dsp:sp modelId="{8B72DD1D-3957-CA45-AD97-56BC9F6F5DA1}">
      <dsp:nvSpPr>
        <dsp:cNvPr id="0" name=""/>
        <dsp:cNvSpPr/>
      </dsp:nvSpPr>
      <dsp:spPr>
        <a:xfrm>
          <a:off x="3514374" y="6080071"/>
          <a:ext cx="880731" cy="440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Operations</a:t>
          </a:r>
        </a:p>
      </dsp:txBody>
      <dsp:txXfrm>
        <a:off x="3527272" y="6092969"/>
        <a:ext cx="854935" cy="414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EC7D2F-EA2D-BB47-B4AC-D7B5AC9848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319A1-2294-F149-83F8-3A5EB60A09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63CB2-C15E-E249-B1C5-0E6787C5EF0D}" type="datetimeFigureOut">
              <a:rPr lang="en-US" smtClean="0"/>
              <a:t>7/4/18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C8820-6BC7-0B49-8171-5320533C26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FA30C-0CE6-E948-A1D1-8337AEBD3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FFE37-6EB3-A940-8E7E-4DA0D0CF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12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D578-2287-4854-88AE-96C32B210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CB622-0DCA-44C3-9DCB-E445701A2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2C74-EBFC-4F35-88B6-D53FEDAF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A3B88-C89A-4BE0-A939-180CD8F1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F767-9C78-431E-ABF1-6CB3134B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4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1122-7C58-40FB-A507-B4EE7066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B258-4593-4115-B4FF-30D447CB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5309-4369-48B8-A23D-EA99A07F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E35CE-8E4E-4CE3-9DDA-9F811033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123E6-3843-49D9-B695-4BD24AE1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1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EA43-E414-4E73-BCC5-26992910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4A6D5-093B-4B6B-947A-4687F98E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E455-85CE-4331-BEB2-9AD860EF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F241-BA08-45DD-97EB-4DB2EB5F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3411-09D9-4A18-BD60-EB311A73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0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AE93-E40B-42FA-894A-34FD9C68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C2A0-1AF6-475E-9E5F-88A76D4FE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7424C-F04D-4E22-BC4D-072B4FB25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5E9C9-368A-49A6-A500-3FFDCDD8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738F8-392D-4031-B2E3-9B1328A3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BBC9A-2F22-4A5B-B2F9-93E0A395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5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7FFF-151E-470F-9B74-EDEA2566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205E4-2ECA-4635-A560-F16F76E2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92E22-B498-44D4-8CF0-78089BD38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756B5-3EB9-4B4D-A0DC-64544208E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28265-EF06-41CB-AB35-FD84B7928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F9167-4D0A-4CFA-886A-1463DD1F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7330E-B274-4960-A939-984AA471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89D36-B957-4C5A-8DF3-292B788A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9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C71C-71D3-471D-8A6D-3ED9D27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BD1A0-6014-4873-9BB5-966F4F25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A78CD-6EE3-458C-8227-ED078D15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551ED-C63A-4E63-85A8-ADCF6A4E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1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C6E86-72C0-46E4-978F-452A62DB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5C9CE-0E1D-4CC5-8695-CF6AE000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92E80-C86D-414B-A065-5AFAE90E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E1FD-5957-4CDA-A8EC-140BDB7A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EE58-F7EE-4A35-B241-9CD8F8BC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40643-167E-401B-8596-AFCCE8F08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DBDE8-625D-477D-A1AE-460BC5E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EC829-F906-4A10-8AAF-D96F318D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A23E-BDD6-4D5D-B216-34F7C587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1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EA8A-EB62-4DE1-AC72-07C51F25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9E573-25D9-47F8-B727-AA3E37A2F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3466D-B2A8-407C-92C4-36617AA58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1A771-E0EE-4228-80CC-B4A55D16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C30D6-43A5-40B7-A2AC-C65329BF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D2C09-3687-4D47-A54A-01D8CF7E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65F5-0817-455D-B5D3-C86D76C6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83AD9-CF11-4899-9DFA-8CC6159B0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E1FC8-BA60-4BF9-8323-EBB33E45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254E-59A2-4814-8E0F-19974222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5D557-FFCD-4E67-9B1B-DF0C887D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5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DB033-5ECE-4E34-85B1-E4CFB8231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78092-AD3B-4DF6-95AC-8C3D3ABD5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5C98D-B8AC-47DD-9F4D-C3A0789F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95D5-3C0E-43D0-8DAA-9F48B0B6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0DF3-DD94-4C68-9A07-98377A67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B9799-0F49-4D6C-9C45-38E1E2D6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D2F10-C999-421F-9F1A-0DD7E0295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6A4B-7FEB-4639-A581-357F51AA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F7152-827B-46B5-8A27-6822DB5DF945}" type="datetimeFigureOut">
              <a:rPr lang="en-US" smtClean="0"/>
              <a:t>7/4/18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41320-0E3A-4C76-8348-86CF03044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C95E-0E75-4DC3-B876-AD8C29BF6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E867-A94A-4182-ACF1-15D20BE37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Starter Diagrams for MOHRE Project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6602C-1CB1-40A4-A945-92986F22E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Includes Stages 1 and 2, lead in and diagrams for possible stages 3 and 4 if we get that far.</a:t>
            </a:r>
          </a:p>
          <a:p>
            <a:r>
              <a:rPr lang="en-US" dirty="0"/>
              <a:t>Red outlines are tasks related to the topic we need to do.</a:t>
            </a:r>
          </a:p>
          <a:p>
            <a:r>
              <a:rPr lang="en-US" dirty="0"/>
              <a:t>Some tasks require short meeting to prioritize (like the top 20 documents) meetings and some tasks may be delegated to the internal staff like gathering key P&amp;P.  This is a work in progress right now and requires some discussion and </a:t>
            </a:r>
            <a:r>
              <a:rPr lang="en-US"/>
              <a:t>confirmation alignment </a:t>
            </a:r>
            <a:r>
              <a:rPr lang="en-US" dirty="0"/>
              <a:t>with the proposal.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A1E7DB-CDB0-4ADA-BCF5-684ECC912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93" y="0"/>
            <a:ext cx="90090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7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CCA836-A435-44CB-B84E-3F50EA4D8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23" y="1"/>
            <a:ext cx="8905744" cy="682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7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7354B7-8ACF-4FD4-94E4-D92E2033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91" y="708213"/>
            <a:ext cx="10634203" cy="55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3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D295DE-9D87-48AE-80CC-8B8D985FB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21" y="98612"/>
            <a:ext cx="9288020" cy="66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1E834-F2F3-47F2-BBD0-C61BBEED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3" y="44825"/>
            <a:ext cx="8421131" cy="6746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BA3476-6501-4153-A183-E61C18A95859}"/>
              </a:ext>
            </a:extLst>
          </p:cNvPr>
          <p:cNvSpPr txBox="1"/>
          <p:nvPr/>
        </p:nvSpPr>
        <p:spPr>
          <a:xfrm>
            <a:off x="806824" y="3639671"/>
            <a:ext cx="58718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dagram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incomplete for now</a:t>
            </a:r>
          </a:p>
          <a:p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diagram is completed at the start of Stage 2 when we know the target AI applications. Only those journeys in the target are completed. If the targets do not include a journey then no journey is developed.</a:t>
            </a:r>
          </a:p>
        </p:txBody>
      </p:sp>
    </p:spTree>
    <p:extLst>
      <p:ext uri="{BB962C8B-B14F-4D97-AF65-F5344CB8AC3E}">
        <p14:creationId xmlns:p14="http://schemas.microsoft.com/office/powerpoint/2010/main" val="158107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000DA2-F758-4DA9-A22B-53803B3B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59" y="37364"/>
            <a:ext cx="8969016" cy="682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2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DDA636-3694-461A-8DFA-FB3FDE6AF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19" y="152400"/>
            <a:ext cx="9427318" cy="655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5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B7CEAC-78A5-4653-9B0F-AE066B468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44824"/>
            <a:ext cx="9070324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2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7E4198-2D99-844D-B966-B64E9EE998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126019"/>
              </p:ext>
            </p:extLst>
          </p:nvPr>
        </p:nvGraphicFramePr>
        <p:xfrm>
          <a:off x="285749" y="771529"/>
          <a:ext cx="6586538" cy="580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7B35C6-A75F-8042-B920-FA606426001B}"/>
              </a:ext>
            </a:extLst>
          </p:cNvPr>
          <p:cNvSpPr/>
          <p:nvPr/>
        </p:nvSpPr>
        <p:spPr>
          <a:xfrm>
            <a:off x="6629403" y="3453377"/>
            <a:ext cx="2028821" cy="5463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Prioritizing Investments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9574D4-C9B9-B941-8F6A-57BD92B9CE60}"/>
              </a:ext>
            </a:extLst>
          </p:cNvPr>
          <p:cNvSpPr/>
          <p:nvPr/>
        </p:nvSpPr>
        <p:spPr>
          <a:xfrm>
            <a:off x="6629406" y="4072752"/>
            <a:ext cx="2028821" cy="5214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Allocating Resources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071923-E495-C447-B4A5-B048DF75D062}"/>
              </a:ext>
            </a:extLst>
          </p:cNvPr>
          <p:cNvSpPr/>
          <p:nvPr/>
        </p:nvSpPr>
        <p:spPr>
          <a:xfrm>
            <a:off x="6629404" y="4676764"/>
            <a:ext cx="2028821" cy="5214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Investing in Change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7DDEB28-0520-2B46-BC8E-8A7A28E7A187}"/>
              </a:ext>
            </a:extLst>
          </p:cNvPr>
          <p:cNvGrpSpPr/>
          <p:nvPr/>
        </p:nvGrpSpPr>
        <p:grpSpPr>
          <a:xfrm>
            <a:off x="1214437" y="158235"/>
            <a:ext cx="10601326" cy="381477"/>
            <a:chOff x="1214437" y="158235"/>
            <a:chExt cx="10601326" cy="38147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CA723B-D2E8-5445-8792-13ACE6E378A8}"/>
                </a:ext>
              </a:extLst>
            </p:cNvPr>
            <p:cNvSpPr txBox="1"/>
            <p:nvPr/>
          </p:nvSpPr>
          <p:spPr>
            <a:xfrm>
              <a:off x="1214437" y="160018"/>
              <a:ext cx="1060132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7D49EB-808B-B048-A035-580FF6C8A391}"/>
                </a:ext>
              </a:extLst>
            </p:cNvPr>
            <p:cNvSpPr txBox="1"/>
            <p:nvPr/>
          </p:nvSpPr>
          <p:spPr>
            <a:xfrm>
              <a:off x="2793205" y="170380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Key Inputs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FFC694-DC1E-B74E-BE02-4520427D2F8D}"/>
                </a:ext>
              </a:extLst>
            </p:cNvPr>
            <p:cNvSpPr txBox="1"/>
            <p:nvPr/>
          </p:nvSpPr>
          <p:spPr>
            <a:xfrm>
              <a:off x="6500814" y="158235"/>
              <a:ext cx="2157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Problem Models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4021A3-2480-6E4F-AFB5-0692571ED35E}"/>
                </a:ext>
              </a:extLst>
            </p:cNvPr>
            <p:cNvSpPr txBox="1"/>
            <p:nvPr/>
          </p:nvSpPr>
          <p:spPr>
            <a:xfrm>
              <a:off x="9353551" y="170380"/>
              <a:ext cx="2462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AI Opportunities</a:t>
              </a:r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B37B8F-2111-604D-83EB-567D213B880A}"/>
              </a:ext>
            </a:extLst>
          </p:cNvPr>
          <p:cNvSpPr/>
          <p:nvPr/>
        </p:nvSpPr>
        <p:spPr>
          <a:xfrm>
            <a:off x="6629404" y="5877648"/>
            <a:ext cx="2028821" cy="5214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Understanding Risk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0A11050-FD07-8B44-88A8-2AEAFBBE8223}"/>
              </a:ext>
            </a:extLst>
          </p:cNvPr>
          <p:cNvSpPr/>
          <p:nvPr/>
        </p:nvSpPr>
        <p:spPr>
          <a:xfrm>
            <a:off x="6629404" y="5280776"/>
            <a:ext cx="2028821" cy="5214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Optimizing Value Delivery vs. Cost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6D3296D-CF2A-D145-A366-4BE893731ED6}"/>
              </a:ext>
            </a:extLst>
          </p:cNvPr>
          <p:cNvSpPr/>
          <p:nvPr/>
        </p:nvSpPr>
        <p:spPr>
          <a:xfrm>
            <a:off x="9567859" y="1019829"/>
            <a:ext cx="2062166" cy="7000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Identify Causal Factors for Change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13D7CF-D3FF-0B4D-BE6C-413634E84D7D}"/>
              </a:ext>
            </a:extLst>
          </p:cNvPr>
          <p:cNvSpPr/>
          <p:nvPr/>
        </p:nvSpPr>
        <p:spPr>
          <a:xfrm>
            <a:off x="9553574" y="1853091"/>
            <a:ext cx="2062166" cy="7000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Assess Capabilities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4A11824-1862-A74C-A4DC-F2B6A17DB314}"/>
              </a:ext>
            </a:extLst>
          </p:cNvPr>
          <p:cNvSpPr/>
          <p:nvPr/>
        </p:nvSpPr>
        <p:spPr>
          <a:xfrm>
            <a:off x="9567859" y="2686353"/>
            <a:ext cx="2062166" cy="7000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Assess Impact from Change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B82A910-0142-D446-B59B-E960080193B2}"/>
              </a:ext>
            </a:extLst>
          </p:cNvPr>
          <p:cNvSpPr/>
          <p:nvPr/>
        </p:nvSpPr>
        <p:spPr>
          <a:xfrm>
            <a:off x="9553574" y="3519615"/>
            <a:ext cx="2062166" cy="7000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Identify Options for Action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508E445-6729-9D4C-8305-25209A7F11CF}"/>
              </a:ext>
            </a:extLst>
          </p:cNvPr>
          <p:cNvSpPr/>
          <p:nvPr/>
        </p:nvSpPr>
        <p:spPr>
          <a:xfrm>
            <a:off x="6629400" y="954918"/>
            <a:ext cx="2028821" cy="5463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Understanding Impact from Change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A0CC983-A0AF-A846-8C2E-6EC65462C1DE}"/>
              </a:ext>
            </a:extLst>
          </p:cNvPr>
          <p:cNvSpPr/>
          <p:nvPr/>
        </p:nvSpPr>
        <p:spPr>
          <a:xfrm>
            <a:off x="6629403" y="2260716"/>
            <a:ext cx="2028821" cy="5214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Allocating Resources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D424EEA-55B4-0D41-8C26-8165DB933165}"/>
              </a:ext>
            </a:extLst>
          </p:cNvPr>
          <p:cNvSpPr/>
          <p:nvPr/>
        </p:nvSpPr>
        <p:spPr>
          <a:xfrm>
            <a:off x="6629401" y="2864728"/>
            <a:ext cx="2028821" cy="5214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Managing Portfolios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36FE2F7-7932-3D4F-8C04-C02F59964C56}"/>
              </a:ext>
            </a:extLst>
          </p:cNvPr>
          <p:cNvSpPr/>
          <p:nvPr/>
        </p:nvSpPr>
        <p:spPr>
          <a:xfrm>
            <a:off x="6629400" y="1607817"/>
            <a:ext cx="2028821" cy="5463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Measuring Performance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F63F502-907A-9945-AFE2-BF16BC4C5B89}"/>
              </a:ext>
            </a:extLst>
          </p:cNvPr>
          <p:cNvSpPr/>
          <p:nvPr/>
        </p:nvSpPr>
        <p:spPr>
          <a:xfrm>
            <a:off x="9553574" y="4326720"/>
            <a:ext cx="2062166" cy="7000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Identify Options for Action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51677D0-D1AE-2940-BA8B-FB70F752FB7D}"/>
              </a:ext>
            </a:extLst>
          </p:cNvPr>
          <p:cNvSpPr/>
          <p:nvPr/>
        </p:nvSpPr>
        <p:spPr>
          <a:xfrm>
            <a:off x="9567859" y="5133825"/>
            <a:ext cx="2062166" cy="7000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Optimizing Portfolios</a:t>
            </a:r>
          </a:p>
        </p:txBody>
      </p:sp>
    </p:spTree>
    <p:extLst>
      <p:ext uri="{BB962C8B-B14F-4D97-AF65-F5344CB8AC3E}">
        <p14:creationId xmlns:p14="http://schemas.microsoft.com/office/powerpoint/2010/main" val="221390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7E4198-2D99-844D-B966-B64E9EE998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838725"/>
              </p:ext>
            </p:extLst>
          </p:nvPr>
        </p:nvGraphicFramePr>
        <p:xfrm>
          <a:off x="385764" y="328613"/>
          <a:ext cx="5943599" cy="6286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CD17C46-8F66-4E4F-8E62-410E382DEE14}"/>
              </a:ext>
            </a:extLst>
          </p:cNvPr>
          <p:cNvSpPr txBox="1"/>
          <p:nvPr/>
        </p:nvSpPr>
        <p:spPr>
          <a:xfrm>
            <a:off x="7543799" y="1357313"/>
            <a:ext cx="3300413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Note: If Slide 10 makes sense, then I can update the last 3 slides in a similar manner.</a:t>
            </a:r>
          </a:p>
        </p:txBody>
      </p:sp>
    </p:spTree>
    <p:extLst>
      <p:ext uri="{BB962C8B-B14F-4D97-AF65-F5344CB8AC3E}">
        <p14:creationId xmlns:p14="http://schemas.microsoft.com/office/powerpoint/2010/main" val="326393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7E4198-2D99-844D-B966-B64E9EE998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3993463"/>
              </p:ext>
            </p:extLst>
          </p:nvPr>
        </p:nvGraphicFramePr>
        <p:xfrm>
          <a:off x="214313" y="314326"/>
          <a:ext cx="7100887" cy="625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2664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7E4198-2D99-844D-B966-B64E9EE998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3654868"/>
              </p:ext>
            </p:extLst>
          </p:nvPr>
        </p:nvGraphicFramePr>
        <p:xfrm>
          <a:off x="200026" y="205950"/>
          <a:ext cx="4700588" cy="652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874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303</Words>
  <Application>Microsoft Macintosh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Tahoma</vt:lpstr>
      <vt:lpstr>Office Theme</vt:lpstr>
      <vt:lpstr>Starter Diagrams for MOHRE Project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Kowalkowski</dc:creator>
  <cp:lastModifiedBy>Jeffrey Wallk</cp:lastModifiedBy>
  <cp:revision>20</cp:revision>
  <cp:lastPrinted>2018-07-03T01:08:42Z</cp:lastPrinted>
  <dcterms:created xsi:type="dcterms:W3CDTF">2018-06-19T13:32:36Z</dcterms:created>
  <dcterms:modified xsi:type="dcterms:W3CDTF">2018-07-04T18:13:28Z</dcterms:modified>
</cp:coreProperties>
</file>