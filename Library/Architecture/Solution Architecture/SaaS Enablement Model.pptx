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notesSlides/notesSlide2.xml" ContentType="application/vnd.openxmlformats-officedocument.presentationml.notesSlide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Default Extension="wmf" ContentType="image/x-wmf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notesSlides/notesSlide14.xml" ContentType="application/vnd.openxmlformats-officedocument.presentationml.notesSlide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notesSlides/notesSlide9.xml" ContentType="application/vnd.openxmlformats-officedocument.presentationml.notesSlide+xml"/>
  <Override PartName="/ppt/notesSlides/notesSlide12.xml" ContentType="application/vnd.openxmlformats-officedocument.presentationml.notesSlide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diagrams/colors5.xml" ContentType="application/vnd.openxmlformats-officedocument.drawingml.diagramColors+xml"/>
  <Override PartName="/ppt/diagrams/colors6.xml" ContentType="application/vnd.openxmlformats-officedocument.drawingml.diagramColors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data1.xml" ContentType="application/vnd.openxmlformats-officedocument.drawingml.diagramData+xml"/>
  <Override PartName="/ppt/notesSlides/notesSlide4.xml" ContentType="application/vnd.openxmlformats-officedocument.presentationml.notesSlide+xml"/>
  <Override PartName="/ppt/diagrams/colors3.xml" ContentType="application/vnd.openxmlformats-officedocument.drawingml.diagramColors+xml"/>
  <Override PartName="/ppt/notesSlides/notesSlide5.xml" ContentType="application/vnd.openxmlformats-officedocument.presentationml.notesSlide+xml"/>
  <Override PartName="/ppt/diagrams/colors4.xml" ContentType="application/vnd.openxmlformats-officedocument.drawingml.diagramColors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slides/slide1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Default Extension="jpeg" ContentType="image/jpeg"/>
  <Override PartName="/ppt/diagrams/quickStyle1.xml" ContentType="application/vnd.openxmlformats-officedocument.drawingml.diagramStyle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layout6.xml" ContentType="application/vnd.openxmlformats-officedocument.drawingml.diagram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Layouts/slideLayout12.xml" ContentType="application/vnd.openxmlformats-officedocument.presentationml.slideLayout+xml"/>
  <Override PartName="/ppt/diagrams/layout4.xml" ContentType="application/vnd.openxmlformats-officedocument.drawingml.diagramLayout+xml"/>
  <Override PartName="/ppt/notesSlides/notesSlide13.xml" ContentType="application/vnd.openxmlformats-officedocument.presentationml.notesSlide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notesSlides/notesSlide8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5.xml" ContentType="application/vnd.openxmlformats-officedocument.drawingml.diagramData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wmf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16"/>
  </p:notesMasterIdLst>
  <p:sldIdLst>
    <p:sldId id="266" r:id="rId2"/>
    <p:sldId id="267" r:id="rId3"/>
    <p:sldId id="256" r:id="rId4"/>
    <p:sldId id="257" r:id="rId5"/>
    <p:sldId id="259" r:id="rId6"/>
    <p:sldId id="273" r:id="rId7"/>
    <p:sldId id="260" r:id="rId8"/>
    <p:sldId id="264" r:id="rId9"/>
    <p:sldId id="265" r:id="rId10"/>
    <p:sldId id="261" r:id="rId11"/>
    <p:sldId id="263" r:id="rId12"/>
    <p:sldId id="262" r:id="rId13"/>
    <p:sldId id="269" r:id="rId14"/>
    <p:sldId id="274" r:id="rId1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/>
        <a:cs typeface="ＭＳ Ｐゴシック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/>
        <a:cs typeface="ＭＳ Ｐゴシック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/>
        <a:cs typeface="ＭＳ Ｐゴシック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/>
        <a:cs typeface="ＭＳ Ｐゴシック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ＭＳ Ｐゴシック"/>
        <a:cs typeface="ＭＳ Ｐゴシック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/>
        <a:cs typeface="ＭＳ Ｐゴシック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/>
        <a:cs typeface="ＭＳ Ｐゴシック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/>
        <a:cs typeface="ＭＳ Ｐゴシック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ＭＳ Ｐゴシック"/>
        <a:cs typeface="ＭＳ Ｐゴシック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4170"/>
    <a:srgbClr val="8AB33C"/>
    <a:srgbClr val="FEAD32"/>
    <a:srgbClr val="557CB0"/>
    <a:srgbClr val="5C9DCA"/>
    <a:srgbClr val="008EC0"/>
  </p:clrMru>
</p:presentationPr>
</file>

<file path=ppt/tableStyles.xml><?xml version="1.0" encoding="utf-8"?>
<a:tblStyleLst xmlns:a="http://schemas.openxmlformats.org/drawingml/2006/main" def="{5C22544A-7EE6-4342-B048-85BDC9FD1C3A}"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327F97BB-C833-4FB7-BDE5-3F7075034690}" styleName="Themed Style 2 - Accent 5">
    <a:tblBg>
      <a:fillRef idx="3">
        <a:schemeClr val="accent5"/>
      </a:fillRef>
      <a:effectRef idx="3">
        <a:schemeClr val="accent5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5">
                <a:tint val="50000"/>
              </a:schemeClr>
            </a:lnRef>
          </a:left>
          <a:right>
            <a:lnRef idx="1">
              <a:schemeClr val="accent5">
                <a:tint val="50000"/>
              </a:schemeClr>
            </a:lnRef>
          </a:right>
          <a:top>
            <a:lnRef idx="1">
              <a:schemeClr val="accent5">
                <a:tint val="50000"/>
              </a:schemeClr>
            </a:lnRef>
          </a:top>
          <a:bottom>
            <a:lnRef idx="1">
              <a:schemeClr val="accent5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306799F8-075E-4A3A-A7F6-7FBC6576F1A4}" styleName="Themed Style 2 - Accent 3">
    <a:tblBg>
      <a:fillRef idx="3">
        <a:schemeClr val="accent3"/>
      </a:fillRef>
      <a:effectRef idx="3">
        <a:schemeClr val="accent3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3">
                <a:tint val="50000"/>
              </a:schemeClr>
            </a:lnRef>
          </a:left>
          <a:right>
            <a:lnRef idx="1">
              <a:schemeClr val="accent3">
                <a:tint val="50000"/>
              </a:schemeClr>
            </a:lnRef>
          </a:right>
          <a:top>
            <a:lnRef idx="1">
              <a:schemeClr val="accent3">
                <a:tint val="50000"/>
              </a:schemeClr>
            </a:lnRef>
          </a:top>
          <a:bottom>
            <a:lnRef idx="1">
              <a:schemeClr val="accent3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638B1855-1B75-4FBE-930C-398BA8C253C6}" styleName="Themed Style 2 - Accent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8FD4443E-F989-4FC4-A0C8-D5A2AF1F390B}" styleName="Dark Style 1 - Accent 5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wholeTbl>
    <a:band1H>
      <a:tcStyle>
        <a:tcBdr/>
        <a:fill>
          <a:solidFill>
            <a:schemeClr val="accent5">
              <a:shade val="60000"/>
            </a:schemeClr>
          </a:solidFill>
        </a:fill>
      </a:tcStyle>
    </a:band1H>
    <a:band1V>
      <a:tcStyle>
        <a:tcBdr/>
        <a:fill>
          <a:solidFill>
            <a:schemeClr val="accent5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5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5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5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75" d="100"/>
          <a:sy n="75" d="100"/>
        </p:scale>
        <p:origin x="-930" y="-58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3">
  <dgm:title val=""/>
  <dgm:desc val=""/>
  <dgm:catLst>
    <dgm:cat type="accent2" pri="11300"/>
  </dgm:catLst>
  <dgm:styleLbl name="node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>
        <a:shade val="80000"/>
      </a:schemeClr>
      <a:schemeClr val="accent2">
        <a:tint val="7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/>
    <dgm:txEffectClrLst/>
  </dgm:styleLbl>
  <dgm:styleLbl name="lnNode1">
    <dgm:fillClrLst>
      <a:schemeClr val="accent2">
        <a:shade val="80000"/>
      </a:schemeClr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shade val="80000"/>
        <a:alpha val="50000"/>
      </a:schemeClr>
      <a:schemeClr val="accent2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/>
    <dgm:txEffectClrLst/>
  </dgm:styleLbl>
  <dgm:styleLbl name="f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2">
        <a:shade val="90000"/>
      </a:schemeClr>
      <a:schemeClr val="accent2">
        <a:tint val="70000"/>
      </a:schemeClr>
    </dgm:fillClrLst>
    <dgm:linClrLst>
      <a:schemeClr val="accent2">
        <a:shade val="90000"/>
      </a:schemeClr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9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8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>
        <a:shade val="80000"/>
      </a:schemeClr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4_3">
  <dgm:title val=""/>
  <dgm:desc val=""/>
  <dgm:catLst>
    <dgm:cat type="accent4" pri="11300"/>
  </dgm:catLst>
  <dgm:styleLbl name="node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shade val="80000"/>
      </a:schemeClr>
      <a:schemeClr val="accent4">
        <a:tint val="7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/>
    <dgm:txEffectClrLst/>
  </dgm:styleLbl>
  <dgm:styleLbl name="lnNode1">
    <dgm:fillClrLst>
      <a:schemeClr val="accent4">
        <a:shade val="80000"/>
      </a:schemeClr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tint val="70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lt1"/>
    </dgm:txFillClrLst>
    <dgm:txEffectClrLst/>
  </dgm:styleLbl>
  <dgm:styleLbl name="sibTrans1D1">
    <dgm:fillClrLst>
      <a:schemeClr val="accent4">
        <a:shade val="90000"/>
      </a:schemeClr>
      <a:schemeClr val="accent4">
        <a:tint val="70000"/>
      </a:schemeClr>
    </dgm:fillClrLst>
    <dgm:linClrLst>
      <a:schemeClr val="accent4">
        <a:shade val="90000"/>
      </a:schemeClr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tint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9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8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shade val="80000"/>
      </a:schemeClr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9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8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2_4">
  <dgm:title val=""/>
  <dgm:desc val=""/>
  <dgm:catLst>
    <dgm:cat type="accent2" pri="11400"/>
  </dgm:catLst>
  <dgm:styleLbl name="node0">
    <dgm:fillClrLst meth="cycle">
      <a:schemeClr val="accent2">
        <a:shade val="6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cycle">
      <a:schemeClr val="accent2">
        <a:shade val="50000"/>
      </a:schemeClr>
      <a:schemeClr val="accent2">
        <a:tint val="45000"/>
      </a:schemeClr>
    </dgm:fillClrLst>
    <dgm:linClrLst meth="cycle">
      <a:schemeClr val="accent2">
        <a:shade val="50000"/>
      </a:schemeClr>
      <a:schemeClr val="accent2">
        <a:tint val="45000"/>
      </a:schemeClr>
    </dgm:linClrLst>
    <dgm:effectClrLst/>
    <dgm:txLinClrLst/>
    <dgm:txFillClrLst/>
    <dgm:txEffectClrLst/>
  </dgm:styleLbl>
  <dgm:styleLbl name="lnNode1">
    <dgm:fillClrLst meth="cycle">
      <a:schemeClr val="accent2">
        <a:shade val="50000"/>
      </a:schemeClr>
      <a:schemeClr val="accent2">
        <a:tint val="45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cycle">
      <a:schemeClr val="accent2">
        <a:shade val="80000"/>
        <a:alpha val="50000"/>
      </a:schemeClr>
      <a:schemeClr val="accent2">
        <a:tint val="45000"/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2">
        <a:tint val="99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f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bgSibTrans2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/>
    <dgm:txEffectClrLst/>
  </dgm:styleLbl>
  <dgm:styleLbl name="sibTrans1D1">
    <dgm:fillClrLst meth="cycle">
      <a:schemeClr val="accent2">
        <a:shade val="90000"/>
      </a:schemeClr>
      <a:schemeClr val="accent2">
        <a:tint val="50000"/>
      </a:schemeClr>
    </dgm:fillClrLst>
    <dgm:linClrLst meth="cycle">
      <a:schemeClr val="accent2">
        <a:shade val="90000"/>
      </a:schemeClr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>
        <a:shade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2">
        <a:tint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>
        <a:tint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2">
        <a:shade val="8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5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cycle">
      <a:schemeClr val="accent2">
        <a:shade val="50000"/>
      </a:schemeClr>
      <a:schemeClr val="accent2">
        <a:tint val="55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55000"/>
      </a:schemeClr>
    </dgm:fillClrLst>
    <dgm:linClrLst meth="repeat">
      <a:schemeClr val="accent2">
        <a:alpha val="90000"/>
        <a:tint val="55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5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55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55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4_2">
  <dgm:title val=""/>
  <dgm:desc val=""/>
  <dgm:catLst>
    <dgm:cat type="accent4" pri="112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4"/>
    </dgm:fillClrLst>
    <dgm:linClrLst meth="repeat">
      <a:schemeClr val="accent4"/>
    </dgm:linClrLst>
    <dgm:effectClrLst/>
    <dgm:txLinClrLst/>
    <dgm:txFillClrLst/>
    <dgm:txEffectClrLst/>
  </dgm:styleLbl>
  <dgm:styleLbl name="lnNode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tint val="60000"/>
      </a:schemeClr>
    </dgm:fillClrLst>
    <dgm:linClrLst meth="repeat">
      <a:schemeClr val="accent4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/>
    </dgm:fillClrLst>
    <dgm:linClrLst meth="repeat">
      <a:schemeClr val="accent4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/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8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4_5">
  <dgm:title val=""/>
  <dgm:desc val=""/>
  <dgm:catLst>
    <dgm:cat type="accent4" pri="11500"/>
  </dgm:catLst>
  <dgm:styleLbl name="node0">
    <dgm:fillClrLst meth="cycle"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>
        <a:alpha val="9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4">
        <a:alpha val="90000"/>
      </a:schemeClr>
      <a:schemeClr val="accent4">
        <a:alpha val="5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/>
    <dgm:txEffectClrLst/>
  </dgm:styleLbl>
  <dgm:styleLbl name="lnNode1">
    <dgm:fillClrLst>
      <a:schemeClr val="accent4">
        <a:shade val="90000"/>
      </a:schemeClr>
      <a:schemeClr val="accent4">
        <a:alpha val="50000"/>
        <a:tint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4">
        <a:shade val="80000"/>
        <a:alpha val="50000"/>
      </a:schemeClr>
      <a:schemeClr val="accent4">
        <a:alpha val="8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>
        <a:alpha val="30000"/>
      </a:schemeClr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4">
        <a:tint val="50000"/>
        <a:alpha val="90000"/>
      </a:schemeClr>
      <a:schemeClr val="accent4">
        <a:tint val="20000"/>
        <a:alpha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4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f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bgSibTrans2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/>
    <dgm:txEffectClrLst/>
  </dgm:styleLbl>
  <dgm:styleLbl name="sibTrans1D1">
    <dgm:fillClrLst>
      <a:schemeClr val="accent4">
        <a:shade val="90000"/>
      </a:schemeClr>
      <a:schemeClr val="accent4">
        <a:tint val="50000"/>
      </a:schemeClr>
    </dgm:fillClrLst>
    <dgm:linClrLst>
      <a:schemeClr val="accent4">
        <a:shade val="90000"/>
      </a:schemeClr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4">
        <a:alpha val="90000"/>
      </a:schemeClr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>
        <a:alpha val="70000"/>
      </a:schemeClr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/>
    <dgm:txEffectClrLst/>
  </dgm:styleLbl>
  <dgm:styleLbl name="parChTrans2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/>
    <dgm:txEffectClrLst/>
  </dgm:styleLbl>
  <dgm:styleLbl name="parChTrans2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/>
    <dgm:txEffectClrLst/>
  </dgm:styleLbl>
  <dgm:styleLbl name="parChTrans2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parChTrans1D1">
    <dgm:fillClrLst meth="repeat">
      <a:schemeClr val="accent4">
        <a:shade val="8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>
        <a:alpha val="90000"/>
      </a:schemeClr>
      <a:schemeClr val="accent4">
        <a:alpha val="50000"/>
      </a:schemeClr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alpha val="90000"/>
        <a:tint val="40000"/>
      </a:schemeClr>
      <a:schemeClr val="accent4">
        <a:alpha val="5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4">
        <a:alpha val="90000"/>
        <a:tint val="40000"/>
      </a:schemeClr>
    </dgm:fillClrLst>
    <dgm:linClrLst meth="repeat">
      <a:schemeClr val="accent4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4">
        <a:alpha val="90000"/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4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4">
        <a:tint val="90000"/>
      </a:schemeClr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4">
        <a:tint val="70000"/>
      </a:schemeClr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4">
        <a:tint val="50000"/>
      </a:schemeClr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664DEDEE-5335-4FFC-914E-1908FA75AA19}" type="doc">
      <dgm:prSet loTypeId="urn:microsoft.com/office/officeart/2005/8/layout/cycle2" loCatId="cycle" qsTypeId="urn:microsoft.com/office/officeart/2005/8/quickstyle/3D4" qsCatId="3D" csTypeId="urn:microsoft.com/office/officeart/2005/8/colors/accent4_2" csCatId="accent4" phldr="1"/>
      <dgm:spPr/>
      <dgm:t>
        <a:bodyPr/>
        <a:lstStyle/>
        <a:p>
          <a:endParaRPr lang="en-US"/>
        </a:p>
      </dgm:t>
    </dgm:pt>
    <dgm:pt modelId="{2CEA6A2E-0577-4BCF-9B3F-D5C0E9343AA8}">
      <dgm:prSet/>
      <dgm:spPr>
        <a:solidFill>
          <a:srgbClr val="557CB0"/>
        </a:solidFill>
        <a:scene3d>
          <a:camera prst="orthographicFront"/>
          <a:lightRig rig="chilly" dir="t"/>
        </a:scene3d>
        <a:sp3d prstMaterial="translucentPowder">
          <a:bevelT w="127000" h="25400" prst="softRound"/>
        </a:sp3d>
      </dgm:spPr>
      <dgm:t>
        <a:bodyPr/>
        <a:lstStyle/>
        <a:p>
          <a:pPr rtl="0"/>
          <a:r>
            <a:rPr lang="en-US" dirty="0" smtClean="0"/>
            <a:t>Expertise</a:t>
          </a:r>
          <a:endParaRPr lang="en-US" dirty="0"/>
        </a:p>
      </dgm:t>
    </dgm:pt>
    <dgm:pt modelId="{FA4BEF61-D17C-4085-8315-D8D1CFD928FE}" type="parTrans" cxnId="{30F9B6E0-C45D-42A3-A9BE-ED1548C9EA92}">
      <dgm:prSet/>
      <dgm:spPr/>
      <dgm:t>
        <a:bodyPr/>
        <a:lstStyle/>
        <a:p>
          <a:endParaRPr lang="en-US"/>
        </a:p>
      </dgm:t>
    </dgm:pt>
    <dgm:pt modelId="{87E57967-F6B5-4AC2-9937-07428150FC03}" type="sibTrans" cxnId="{30F9B6E0-C45D-42A3-A9BE-ED1548C9EA92}">
      <dgm:prSet/>
      <dgm:spPr>
        <a:solidFill>
          <a:srgbClr val="557CB0"/>
        </a:solidFill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gm:spPr>
      <dgm:t>
        <a:bodyPr/>
        <a:lstStyle/>
        <a:p>
          <a:endParaRPr lang="en-US"/>
        </a:p>
      </dgm:t>
    </dgm:pt>
    <dgm:pt modelId="{24772D4F-099E-431E-BF90-B79F30D1DD72}">
      <dgm:prSet/>
      <dgm:spPr>
        <a:solidFill>
          <a:srgbClr val="557CB0"/>
        </a:solidFill>
        <a:scene3d>
          <a:camera prst="orthographicFront"/>
          <a:lightRig rig="chilly" dir="t"/>
        </a:scene3d>
        <a:sp3d prstMaterial="translucentPowder">
          <a:bevelT w="127000" h="25400" prst="softRound"/>
        </a:sp3d>
      </dgm:spPr>
      <dgm:t>
        <a:bodyPr/>
        <a:lstStyle/>
        <a:p>
          <a:pPr rtl="0"/>
          <a:r>
            <a:rPr lang="en-US" dirty="0" smtClean="0"/>
            <a:t>Technology</a:t>
          </a:r>
          <a:endParaRPr lang="en-US" dirty="0"/>
        </a:p>
      </dgm:t>
    </dgm:pt>
    <dgm:pt modelId="{CD9E2E86-7CE1-4C6B-89E6-BEEAB11C0795}" type="parTrans" cxnId="{DBB70080-1C85-48F2-956E-D9B3E80D8475}">
      <dgm:prSet/>
      <dgm:spPr/>
      <dgm:t>
        <a:bodyPr/>
        <a:lstStyle/>
        <a:p>
          <a:endParaRPr lang="en-US"/>
        </a:p>
      </dgm:t>
    </dgm:pt>
    <dgm:pt modelId="{CFBDBB67-F02E-4C36-9EA6-97B0ED2660C5}" type="sibTrans" cxnId="{DBB70080-1C85-48F2-956E-D9B3E80D8475}">
      <dgm:prSet/>
      <dgm:spPr>
        <a:solidFill>
          <a:srgbClr val="557CB0"/>
        </a:solidFill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gm:spPr>
      <dgm:t>
        <a:bodyPr/>
        <a:lstStyle/>
        <a:p>
          <a:endParaRPr lang="en-US"/>
        </a:p>
      </dgm:t>
    </dgm:pt>
    <dgm:pt modelId="{232A1CA2-CA02-410D-9600-B6D6F9541AB2}">
      <dgm:prSet/>
      <dgm:spPr>
        <a:solidFill>
          <a:srgbClr val="557CB0"/>
        </a:solidFill>
        <a:scene3d>
          <a:camera prst="orthographicFront"/>
          <a:lightRig rig="chilly" dir="t"/>
        </a:scene3d>
        <a:sp3d prstMaterial="translucentPowder">
          <a:bevelT w="127000" h="25400" prst="softRound"/>
        </a:sp3d>
      </dgm:spPr>
      <dgm:t>
        <a:bodyPr/>
        <a:lstStyle/>
        <a:p>
          <a:pPr rtl="0"/>
          <a:r>
            <a:rPr lang="en-US" dirty="0" smtClean="0"/>
            <a:t>Process</a:t>
          </a:r>
          <a:endParaRPr lang="en-US" dirty="0"/>
        </a:p>
      </dgm:t>
    </dgm:pt>
    <dgm:pt modelId="{760F4400-8C53-4974-A594-30FE7ACFA1D9}" type="parTrans" cxnId="{AE0B8C28-E02E-444C-8224-2A9A04C399D6}">
      <dgm:prSet/>
      <dgm:spPr/>
      <dgm:t>
        <a:bodyPr/>
        <a:lstStyle/>
        <a:p>
          <a:endParaRPr lang="en-US"/>
        </a:p>
      </dgm:t>
    </dgm:pt>
    <dgm:pt modelId="{D6936CAD-D986-49D6-81C5-19B0C5040FF2}" type="sibTrans" cxnId="{AE0B8C28-E02E-444C-8224-2A9A04C399D6}">
      <dgm:prSet/>
      <dgm:spPr>
        <a:solidFill>
          <a:srgbClr val="557CB0"/>
        </a:solidFill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gm:spPr>
      <dgm:t>
        <a:bodyPr/>
        <a:lstStyle/>
        <a:p>
          <a:endParaRPr lang="en-US"/>
        </a:p>
      </dgm:t>
    </dgm:pt>
    <dgm:pt modelId="{E354BD80-952F-4825-A227-1DC5DE3D9534}">
      <dgm:prSet/>
      <dgm:spPr>
        <a:solidFill>
          <a:srgbClr val="557CB0"/>
        </a:solidFill>
        <a:scene3d>
          <a:camera prst="orthographicFront"/>
          <a:lightRig rig="chilly" dir="t"/>
        </a:scene3d>
        <a:sp3d prstMaterial="translucentPowder">
          <a:bevelT w="127000" h="25400" prst="softRound"/>
        </a:sp3d>
      </dgm:spPr>
      <dgm:t>
        <a:bodyPr/>
        <a:lstStyle/>
        <a:p>
          <a:pPr rtl="0"/>
          <a:r>
            <a:rPr lang="en-US" dirty="0" smtClean="0"/>
            <a:t>Business</a:t>
          </a:r>
          <a:endParaRPr lang="en-US" dirty="0"/>
        </a:p>
      </dgm:t>
    </dgm:pt>
    <dgm:pt modelId="{3A31EFFC-84EA-4A6D-92BB-89A975A488B7}" type="parTrans" cxnId="{C622DA7D-9197-453E-913E-E2FCACC8C7F8}">
      <dgm:prSet/>
      <dgm:spPr/>
      <dgm:t>
        <a:bodyPr/>
        <a:lstStyle/>
        <a:p>
          <a:endParaRPr lang="en-US"/>
        </a:p>
      </dgm:t>
    </dgm:pt>
    <dgm:pt modelId="{C7EEE4BE-6337-43AB-B7F0-DF27DB45A082}" type="sibTrans" cxnId="{C622DA7D-9197-453E-913E-E2FCACC8C7F8}">
      <dgm:prSet/>
      <dgm:spPr>
        <a:solidFill>
          <a:srgbClr val="557CB0"/>
        </a:solidFill>
        <a:scene3d>
          <a:camera prst="orthographicFront"/>
          <a:lightRig rig="chilly" dir="t"/>
        </a:scene3d>
        <a:sp3d z="-70000" extrusionH="1700" prstMaterial="translucentPowder">
          <a:bevelT w="25400" h="6350" prst="softRound"/>
          <a:bevelB w="0" h="0" prst="convex"/>
        </a:sp3d>
      </dgm:spPr>
      <dgm:t>
        <a:bodyPr/>
        <a:lstStyle/>
        <a:p>
          <a:endParaRPr lang="en-US"/>
        </a:p>
      </dgm:t>
    </dgm:pt>
    <dgm:pt modelId="{BB806162-8ED4-4923-9C71-BD6723386068}" type="pres">
      <dgm:prSet presAssocID="{664DEDEE-5335-4FFC-914E-1908FA75AA19}" presName="cycle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B139C115-4DE5-4360-9AAA-70D8763648FA}" type="pres">
      <dgm:prSet presAssocID="{2CEA6A2E-0577-4BCF-9B3F-D5C0E9343AA8}" presName="node" presStyleLbl="node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5CBD02B2-DA7D-4948-B909-0B24E1D04F35}" type="pres">
      <dgm:prSet presAssocID="{87E57967-F6B5-4AC2-9937-07428150FC03}" presName="sibTrans" presStyleLbl="sibTrans2D1" presStyleIdx="0" presStyleCnt="4"/>
      <dgm:spPr/>
      <dgm:t>
        <a:bodyPr/>
        <a:lstStyle/>
        <a:p>
          <a:endParaRPr lang="en-US"/>
        </a:p>
      </dgm:t>
    </dgm:pt>
    <dgm:pt modelId="{916C7F7C-8D94-48BF-AA98-DDBDC0D6F3B8}" type="pres">
      <dgm:prSet presAssocID="{87E57967-F6B5-4AC2-9937-07428150FC03}" presName="connectorText" presStyleLbl="sibTrans2D1" presStyleIdx="0" presStyleCnt="4"/>
      <dgm:spPr/>
      <dgm:t>
        <a:bodyPr/>
        <a:lstStyle/>
        <a:p>
          <a:endParaRPr lang="en-US"/>
        </a:p>
      </dgm:t>
    </dgm:pt>
    <dgm:pt modelId="{1BF55101-DF04-49E4-9467-4AEEBF4B989D}" type="pres">
      <dgm:prSet presAssocID="{232A1CA2-CA02-410D-9600-B6D6F9541AB2}" presName="node" presStyleLbl="node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7084A47A-C783-44E5-9966-2FD0E510B342}" type="pres">
      <dgm:prSet presAssocID="{D6936CAD-D986-49D6-81C5-19B0C5040FF2}" presName="sibTrans" presStyleLbl="sibTrans2D1" presStyleIdx="1" presStyleCnt="4"/>
      <dgm:spPr/>
      <dgm:t>
        <a:bodyPr/>
        <a:lstStyle/>
        <a:p>
          <a:endParaRPr lang="en-US"/>
        </a:p>
      </dgm:t>
    </dgm:pt>
    <dgm:pt modelId="{178D306C-0220-4CD1-A47A-5B1805F982E0}" type="pres">
      <dgm:prSet presAssocID="{D6936CAD-D986-49D6-81C5-19B0C5040FF2}" presName="connectorText" presStyleLbl="sibTrans2D1" presStyleIdx="1" presStyleCnt="4"/>
      <dgm:spPr/>
      <dgm:t>
        <a:bodyPr/>
        <a:lstStyle/>
        <a:p>
          <a:endParaRPr lang="en-US"/>
        </a:p>
      </dgm:t>
    </dgm:pt>
    <dgm:pt modelId="{E18BFC8D-B253-49A4-B81D-C88126142055}" type="pres">
      <dgm:prSet presAssocID="{E354BD80-952F-4825-A227-1DC5DE3D9534}" presName="node" presStyleLbl="node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31CB270-9426-43AE-AD74-A7DAFFE38FF7}" type="pres">
      <dgm:prSet presAssocID="{C7EEE4BE-6337-43AB-B7F0-DF27DB45A082}" presName="sibTrans" presStyleLbl="sibTrans2D1" presStyleIdx="2" presStyleCnt="4"/>
      <dgm:spPr/>
      <dgm:t>
        <a:bodyPr/>
        <a:lstStyle/>
        <a:p>
          <a:endParaRPr lang="en-US"/>
        </a:p>
      </dgm:t>
    </dgm:pt>
    <dgm:pt modelId="{41EBAC72-3F22-424E-B4E1-2CC0B4704EB2}" type="pres">
      <dgm:prSet presAssocID="{C7EEE4BE-6337-43AB-B7F0-DF27DB45A082}" presName="connectorText" presStyleLbl="sibTrans2D1" presStyleIdx="2" presStyleCnt="4"/>
      <dgm:spPr/>
      <dgm:t>
        <a:bodyPr/>
        <a:lstStyle/>
        <a:p>
          <a:endParaRPr lang="en-US"/>
        </a:p>
      </dgm:t>
    </dgm:pt>
    <dgm:pt modelId="{6FB83B42-F7DC-454B-90A1-F3AD93BC1CCC}" type="pres">
      <dgm:prSet presAssocID="{24772D4F-099E-431E-BF90-B79F30D1DD72}" presName="node" presStyleLbl="node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43F12C6-8C4A-4B1A-A048-6AF967E09797}" type="pres">
      <dgm:prSet presAssocID="{CFBDBB67-F02E-4C36-9EA6-97B0ED2660C5}" presName="sibTrans" presStyleLbl="sibTrans2D1" presStyleIdx="3" presStyleCnt="4"/>
      <dgm:spPr/>
      <dgm:t>
        <a:bodyPr/>
        <a:lstStyle/>
        <a:p>
          <a:endParaRPr lang="en-US"/>
        </a:p>
      </dgm:t>
    </dgm:pt>
    <dgm:pt modelId="{EDAB9075-B24E-4297-B0A4-AAA56904CDB5}" type="pres">
      <dgm:prSet presAssocID="{CFBDBB67-F02E-4C36-9EA6-97B0ED2660C5}" presName="connectorText" presStyleLbl="sibTrans2D1" presStyleIdx="3" presStyleCnt="4"/>
      <dgm:spPr/>
      <dgm:t>
        <a:bodyPr/>
        <a:lstStyle/>
        <a:p>
          <a:endParaRPr lang="en-US"/>
        </a:p>
      </dgm:t>
    </dgm:pt>
  </dgm:ptLst>
  <dgm:cxnLst>
    <dgm:cxn modelId="{5AC80524-9B6B-4E75-B2F1-013414124893}" type="presOf" srcId="{232A1CA2-CA02-410D-9600-B6D6F9541AB2}" destId="{1BF55101-DF04-49E4-9467-4AEEBF4B989D}" srcOrd="0" destOrd="0" presId="urn:microsoft.com/office/officeart/2005/8/layout/cycle2"/>
    <dgm:cxn modelId="{C05C3521-2EF8-43AC-A94D-F2B957C07890}" type="presOf" srcId="{2CEA6A2E-0577-4BCF-9B3F-D5C0E9343AA8}" destId="{B139C115-4DE5-4360-9AAA-70D8763648FA}" srcOrd="0" destOrd="0" presId="urn:microsoft.com/office/officeart/2005/8/layout/cycle2"/>
    <dgm:cxn modelId="{BBF09282-C88C-4BC2-81C2-6F33B14A3E71}" type="presOf" srcId="{CFBDBB67-F02E-4C36-9EA6-97B0ED2660C5}" destId="{E43F12C6-8C4A-4B1A-A048-6AF967E09797}" srcOrd="0" destOrd="0" presId="urn:microsoft.com/office/officeart/2005/8/layout/cycle2"/>
    <dgm:cxn modelId="{30EFF479-7154-46DA-8422-96732EE5FF10}" type="presOf" srcId="{C7EEE4BE-6337-43AB-B7F0-DF27DB45A082}" destId="{931CB270-9426-43AE-AD74-A7DAFFE38FF7}" srcOrd="0" destOrd="0" presId="urn:microsoft.com/office/officeart/2005/8/layout/cycle2"/>
    <dgm:cxn modelId="{7C5B7722-4C39-4A4D-B6EE-FBEA55B265C7}" type="presOf" srcId="{D6936CAD-D986-49D6-81C5-19B0C5040FF2}" destId="{178D306C-0220-4CD1-A47A-5B1805F982E0}" srcOrd="1" destOrd="0" presId="urn:microsoft.com/office/officeart/2005/8/layout/cycle2"/>
    <dgm:cxn modelId="{2982577A-ACEF-4ACC-8DEF-647A92C8EA40}" type="presOf" srcId="{D6936CAD-D986-49D6-81C5-19B0C5040FF2}" destId="{7084A47A-C783-44E5-9966-2FD0E510B342}" srcOrd="0" destOrd="0" presId="urn:microsoft.com/office/officeart/2005/8/layout/cycle2"/>
    <dgm:cxn modelId="{16D87938-C153-4127-B966-6FF9A496FF48}" type="presOf" srcId="{C7EEE4BE-6337-43AB-B7F0-DF27DB45A082}" destId="{41EBAC72-3F22-424E-B4E1-2CC0B4704EB2}" srcOrd="1" destOrd="0" presId="urn:microsoft.com/office/officeart/2005/8/layout/cycle2"/>
    <dgm:cxn modelId="{C622DA7D-9197-453E-913E-E2FCACC8C7F8}" srcId="{664DEDEE-5335-4FFC-914E-1908FA75AA19}" destId="{E354BD80-952F-4825-A227-1DC5DE3D9534}" srcOrd="2" destOrd="0" parTransId="{3A31EFFC-84EA-4A6D-92BB-89A975A488B7}" sibTransId="{C7EEE4BE-6337-43AB-B7F0-DF27DB45A082}"/>
    <dgm:cxn modelId="{23264DE3-D275-4376-A02D-4C30B727A289}" type="presOf" srcId="{CFBDBB67-F02E-4C36-9EA6-97B0ED2660C5}" destId="{EDAB9075-B24E-4297-B0A4-AAA56904CDB5}" srcOrd="1" destOrd="0" presId="urn:microsoft.com/office/officeart/2005/8/layout/cycle2"/>
    <dgm:cxn modelId="{EE5D1856-41F5-4796-967B-A57B82DB3DFB}" type="presOf" srcId="{87E57967-F6B5-4AC2-9937-07428150FC03}" destId="{5CBD02B2-DA7D-4948-B909-0B24E1D04F35}" srcOrd="0" destOrd="0" presId="urn:microsoft.com/office/officeart/2005/8/layout/cycle2"/>
    <dgm:cxn modelId="{1388B324-A630-4E81-A1C3-E72746E5634F}" type="presOf" srcId="{E354BD80-952F-4825-A227-1DC5DE3D9534}" destId="{E18BFC8D-B253-49A4-B81D-C88126142055}" srcOrd="0" destOrd="0" presId="urn:microsoft.com/office/officeart/2005/8/layout/cycle2"/>
    <dgm:cxn modelId="{4EB7214E-0486-4967-AC2D-C226C3055342}" type="presOf" srcId="{87E57967-F6B5-4AC2-9937-07428150FC03}" destId="{916C7F7C-8D94-48BF-AA98-DDBDC0D6F3B8}" srcOrd="1" destOrd="0" presId="urn:microsoft.com/office/officeart/2005/8/layout/cycle2"/>
    <dgm:cxn modelId="{AE0B8C28-E02E-444C-8224-2A9A04C399D6}" srcId="{664DEDEE-5335-4FFC-914E-1908FA75AA19}" destId="{232A1CA2-CA02-410D-9600-B6D6F9541AB2}" srcOrd="1" destOrd="0" parTransId="{760F4400-8C53-4974-A594-30FE7ACFA1D9}" sibTransId="{D6936CAD-D986-49D6-81C5-19B0C5040FF2}"/>
    <dgm:cxn modelId="{30F9B6E0-C45D-42A3-A9BE-ED1548C9EA92}" srcId="{664DEDEE-5335-4FFC-914E-1908FA75AA19}" destId="{2CEA6A2E-0577-4BCF-9B3F-D5C0E9343AA8}" srcOrd="0" destOrd="0" parTransId="{FA4BEF61-D17C-4085-8315-D8D1CFD928FE}" sibTransId="{87E57967-F6B5-4AC2-9937-07428150FC03}"/>
    <dgm:cxn modelId="{DBB70080-1C85-48F2-956E-D9B3E80D8475}" srcId="{664DEDEE-5335-4FFC-914E-1908FA75AA19}" destId="{24772D4F-099E-431E-BF90-B79F30D1DD72}" srcOrd="3" destOrd="0" parTransId="{CD9E2E86-7CE1-4C6B-89E6-BEEAB11C0795}" sibTransId="{CFBDBB67-F02E-4C36-9EA6-97B0ED2660C5}"/>
    <dgm:cxn modelId="{4443E76D-D8D6-4119-9A7A-7D47C96C3DD0}" type="presOf" srcId="{664DEDEE-5335-4FFC-914E-1908FA75AA19}" destId="{BB806162-8ED4-4923-9C71-BD6723386068}" srcOrd="0" destOrd="0" presId="urn:microsoft.com/office/officeart/2005/8/layout/cycle2"/>
    <dgm:cxn modelId="{92BECA5E-94DA-413A-8767-2803E8CE553D}" type="presOf" srcId="{24772D4F-099E-431E-BF90-B79F30D1DD72}" destId="{6FB83B42-F7DC-454B-90A1-F3AD93BC1CCC}" srcOrd="0" destOrd="0" presId="urn:microsoft.com/office/officeart/2005/8/layout/cycle2"/>
    <dgm:cxn modelId="{E73F9E61-A087-4540-94D5-DE3A3E38C04F}" type="presParOf" srcId="{BB806162-8ED4-4923-9C71-BD6723386068}" destId="{B139C115-4DE5-4360-9AAA-70D8763648FA}" srcOrd="0" destOrd="0" presId="urn:microsoft.com/office/officeart/2005/8/layout/cycle2"/>
    <dgm:cxn modelId="{9E01525D-71AD-44F5-8750-AEE47032FE94}" type="presParOf" srcId="{BB806162-8ED4-4923-9C71-BD6723386068}" destId="{5CBD02B2-DA7D-4948-B909-0B24E1D04F35}" srcOrd="1" destOrd="0" presId="urn:microsoft.com/office/officeart/2005/8/layout/cycle2"/>
    <dgm:cxn modelId="{11824630-9DAD-420C-A71C-9B9C738EE533}" type="presParOf" srcId="{5CBD02B2-DA7D-4948-B909-0B24E1D04F35}" destId="{916C7F7C-8D94-48BF-AA98-DDBDC0D6F3B8}" srcOrd="0" destOrd="0" presId="urn:microsoft.com/office/officeart/2005/8/layout/cycle2"/>
    <dgm:cxn modelId="{0C566A0E-E60B-4745-A8CE-D96F66539B4D}" type="presParOf" srcId="{BB806162-8ED4-4923-9C71-BD6723386068}" destId="{1BF55101-DF04-49E4-9467-4AEEBF4B989D}" srcOrd="2" destOrd="0" presId="urn:microsoft.com/office/officeart/2005/8/layout/cycle2"/>
    <dgm:cxn modelId="{84C100B5-ED5B-407E-A8B4-D68CBF79D63A}" type="presParOf" srcId="{BB806162-8ED4-4923-9C71-BD6723386068}" destId="{7084A47A-C783-44E5-9966-2FD0E510B342}" srcOrd="3" destOrd="0" presId="urn:microsoft.com/office/officeart/2005/8/layout/cycle2"/>
    <dgm:cxn modelId="{E96DA0EA-19C9-4109-9279-D7B3919E44D6}" type="presParOf" srcId="{7084A47A-C783-44E5-9966-2FD0E510B342}" destId="{178D306C-0220-4CD1-A47A-5B1805F982E0}" srcOrd="0" destOrd="0" presId="urn:microsoft.com/office/officeart/2005/8/layout/cycle2"/>
    <dgm:cxn modelId="{EFF39A8D-399A-4652-8351-90EDBDA15413}" type="presParOf" srcId="{BB806162-8ED4-4923-9C71-BD6723386068}" destId="{E18BFC8D-B253-49A4-B81D-C88126142055}" srcOrd="4" destOrd="0" presId="urn:microsoft.com/office/officeart/2005/8/layout/cycle2"/>
    <dgm:cxn modelId="{949A5B73-4A13-44D9-8F0A-E4CBB1BE4334}" type="presParOf" srcId="{BB806162-8ED4-4923-9C71-BD6723386068}" destId="{931CB270-9426-43AE-AD74-A7DAFFE38FF7}" srcOrd="5" destOrd="0" presId="urn:microsoft.com/office/officeart/2005/8/layout/cycle2"/>
    <dgm:cxn modelId="{ADBE22D8-FF5E-4BF8-8051-9AE50EBF269D}" type="presParOf" srcId="{931CB270-9426-43AE-AD74-A7DAFFE38FF7}" destId="{41EBAC72-3F22-424E-B4E1-2CC0B4704EB2}" srcOrd="0" destOrd="0" presId="urn:microsoft.com/office/officeart/2005/8/layout/cycle2"/>
    <dgm:cxn modelId="{D18F473B-7B8B-4F62-8457-D277A5836366}" type="presParOf" srcId="{BB806162-8ED4-4923-9C71-BD6723386068}" destId="{6FB83B42-F7DC-454B-90A1-F3AD93BC1CCC}" srcOrd="6" destOrd="0" presId="urn:microsoft.com/office/officeart/2005/8/layout/cycle2"/>
    <dgm:cxn modelId="{FC7C26DE-AD49-427F-9DBC-9A2397BB98E7}" type="presParOf" srcId="{BB806162-8ED4-4923-9C71-BD6723386068}" destId="{E43F12C6-8C4A-4B1A-A048-6AF967E09797}" srcOrd="7" destOrd="0" presId="urn:microsoft.com/office/officeart/2005/8/layout/cycle2"/>
    <dgm:cxn modelId="{8E52FB1D-83D2-47CA-8B6A-0B7070B2774E}" type="presParOf" srcId="{E43F12C6-8C4A-4B1A-A048-6AF967E09797}" destId="{EDAB9075-B24E-4297-B0A4-AAA56904CDB5}" srcOrd="0" destOrd="0" presId="urn:microsoft.com/office/officeart/2005/8/layout/cycle2"/>
  </dgm:cxnLst>
  <dgm:bg/>
  <dgm:whole/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FF04B243-1E1A-4F7F-A471-E8A17280FD0B}" type="doc">
      <dgm:prSet loTypeId="urn:microsoft.com/office/officeart/2005/8/layout/cycle3" loCatId="cycle" qsTypeId="urn:microsoft.com/office/officeart/2005/8/quickstyle/simple4" qsCatId="simple" csTypeId="urn:microsoft.com/office/officeart/2005/8/colors/accent2_3" csCatId="accent2" phldr="1"/>
      <dgm:spPr/>
      <dgm:t>
        <a:bodyPr/>
        <a:lstStyle/>
        <a:p>
          <a:endParaRPr lang="en-US"/>
        </a:p>
      </dgm:t>
    </dgm:pt>
    <dgm:pt modelId="{AE21B596-4619-4FE5-95EF-D2AC75632E6D}">
      <dgm:prSet phldrT="[Text]"/>
      <dgm:spPr>
        <a:solidFill>
          <a:srgbClr val="557CB0"/>
        </a:solidFill>
      </dgm:spPr>
      <dgm:t>
        <a:bodyPr/>
        <a:lstStyle/>
        <a:p>
          <a:r>
            <a:rPr lang="en-US" dirty="0" smtClean="0"/>
            <a:t>Product Definition</a:t>
          </a:r>
          <a:endParaRPr lang="en-US" dirty="0"/>
        </a:p>
      </dgm:t>
    </dgm:pt>
    <dgm:pt modelId="{FC775DA3-7088-4749-A904-E12AF175287E}" type="parTrans" cxnId="{1A27E33E-6AF0-42E0-970C-91C35794ED6A}">
      <dgm:prSet/>
      <dgm:spPr/>
      <dgm:t>
        <a:bodyPr/>
        <a:lstStyle/>
        <a:p>
          <a:endParaRPr lang="en-US"/>
        </a:p>
      </dgm:t>
    </dgm:pt>
    <dgm:pt modelId="{403F8A4D-7C0D-4DDD-8002-2B61B598C7D7}" type="sibTrans" cxnId="{1A27E33E-6AF0-42E0-970C-91C35794ED6A}">
      <dgm:prSet/>
      <dgm:spPr>
        <a:solidFill>
          <a:srgbClr val="F57111"/>
        </a:solidFill>
      </dgm:spPr>
      <dgm:t>
        <a:bodyPr/>
        <a:lstStyle/>
        <a:p>
          <a:endParaRPr lang="en-US"/>
        </a:p>
      </dgm:t>
    </dgm:pt>
    <dgm:pt modelId="{08115943-7938-4E05-8854-7D1C57E0F7D4}">
      <dgm:prSet phldrT="[Text]"/>
      <dgm:spPr>
        <a:solidFill>
          <a:srgbClr val="557CB0"/>
        </a:solidFill>
      </dgm:spPr>
      <dgm:t>
        <a:bodyPr/>
        <a:lstStyle/>
        <a:p>
          <a:r>
            <a:rPr lang="en-US" dirty="0" smtClean="0"/>
            <a:t>Product Design</a:t>
          </a:r>
          <a:endParaRPr lang="en-US" dirty="0"/>
        </a:p>
      </dgm:t>
    </dgm:pt>
    <dgm:pt modelId="{BBB946BF-A1A1-49FF-AF09-AF228DE75A84}" type="parTrans" cxnId="{FB648CF9-5F03-41F5-A6A9-04208E578536}">
      <dgm:prSet/>
      <dgm:spPr/>
      <dgm:t>
        <a:bodyPr/>
        <a:lstStyle/>
        <a:p>
          <a:endParaRPr lang="en-US"/>
        </a:p>
      </dgm:t>
    </dgm:pt>
    <dgm:pt modelId="{C48B2681-DEC1-4EC6-B51A-6818B6044A37}" type="sibTrans" cxnId="{FB648CF9-5F03-41F5-A6A9-04208E578536}">
      <dgm:prSet/>
      <dgm:spPr/>
      <dgm:t>
        <a:bodyPr/>
        <a:lstStyle/>
        <a:p>
          <a:endParaRPr lang="en-US"/>
        </a:p>
      </dgm:t>
    </dgm:pt>
    <dgm:pt modelId="{01019254-AAC3-4FA7-A7B8-D2751BC8E3F8}">
      <dgm:prSet phldrT="[Text]"/>
      <dgm:spPr>
        <a:solidFill>
          <a:srgbClr val="557CB0"/>
        </a:solidFill>
      </dgm:spPr>
      <dgm:t>
        <a:bodyPr/>
        <a:lstStyle/>
        <a:p>
          <a:r>
            <a:rPr lang="en-US" dirty="0" smtClean="0"/>
            <a:t>User Experience Design</a:t>
          </a:r>
          <a:endParaRPr lang="en-US" dirty="0"/>
        </a:p>
      </dgm:t>
    </dgm:pt>
    <dgm:pt modelId="{63EB03E1-F95D-4F43-A3B2-F9DB94322D34}" type="parTrans" cxnId="{7DADB9A0-785C-4254-8DAB-094EDCB20EC6}">
      <dgm:prSet/>
      <dgm:spPr/>
      <dgm:t>
        <a:bodyPr/>
        <a:lstStyle/>
        <a:p>
          <a:endParaRPr lang="en-US"/>
        </a:p>
      </dgm:t>
    </dgm:pt>
    <dgm:pt modelId="{B2E3CC6D-DAAE-4FAD-978C-6D322CBFDDDD}" type="sibTrans" cxnId="{7DADB9A0-785C-4254-8DAB-094EDCB20EC6}">
      <dgm:prSet/>
      <dgm:spPr/>
      <dgm:t>
        <a:bodyPr/>
        <a:lstStyle/>
        <a:p>
          <a:endParaRPr lang="en-US"/>
        </a:p>
      </dgm:t>
    </dgm:pt>
    <dgm:pt modelId="{7855B53B-F757-4B2D-82B1-86B6AA079271}">
      <dgm:prSet phldrT="[Text]"/>
      <dgm:spPr>
        <a:solidFill>
          <a:srgbClr val="557CB0"/>
        </a:solidFill>
      </dgm:spPr>
      <dgm:t>
        <a:bodyPr/>
        <a:lstStyle/>
        <a:p>
          <a:r>
            <a:rPr lang="en-US" dirty="0" smtClean="0"/>
            <a:t>Development Sprint 0 to N</a:t>
          </a:r>
          <a:endParaRPr lang="en-US" dirty="0"/>
        </a:p>
      </dgm:t>
    </dgm:pt>
    <dgm:pt modelId="{BC9D3BDA-5825-4ED2-A575-95F7079C3358}" type="parTrans" cxnId="{64E3B783-1046-45E6-B48B-DBD3E9D25EFF}">
      <dgm:prSet/>
      <dgm:spPr/>
      <dgm:t>
        <a:bodyPr/>
        <a:lstStyle/>
        <a:p>
          <a:endParaRPr lang="en-US"/>
        </a:p>
      </dgm:t>
    </dgm:pt>
    <dgm:pt modelId="{4219A659-90CF-4560-AB94-A55F7600A973}" type="sibTrans" cxnId="{64E3B783-1046-45E6-B48B-DBD3E9D25EFF}">
      <dgm:prSet/>
      <dgm:spPr/>
      <dgm:t>
        <a:bodyPr/>
        <a:lstStyle/>
        <a:p>
          <a:endParaRPr lang="en-US"/>
        </a:p>
      </dgm:t>
    </dgm:pt>
    <dgm:pt modelId="{5374965F-F2A6-4292-B1B0-34BA1D7C01F9}">
      <dgm:prSet phldrT="[Text]"/>
      <dgm:spPr>
        <a:solidFill>
          <a:srgbClr val="557CB0"/>
        </a:solidFill>
      </dgm:spPr>
      <dgm:t>
        <a:bodyPr/>
        <a:lstStyle/>
        <a:p>
          <a:r>
            <a:rPr lang="en-US" dirty="0" smtClean="0"/>
            <a:t>Launch V1.0</a:t>
          </a:r>
          <a:endParaRPr lang="en-US" dirty="0"/>
        </a:p>
      </dgm:t>
    </dgm:pt>
    <dgm:pt modelId="{7E4A96C3-93DC-413E-BBBC-FEC2CB3ED1C7}" type="parTrans" cxnId="{A6025C72-CE2C-40BF-902A-1C52733FD599}">
      <dgm:prSet/>
      <dgm:spPr/>
      <dgm:t>
        <a:bodyPr/>
        <a:lstStyle/>
        <a:p>
          <a:endParaRPr lang="en-US"/>
        </a:p>
      </dgm:t>
    </dgm:pt>
    <dgm:pt modelId="{4327F55C-F727-49DE-9F9F-DFA575244401}" type="sibTrans" cxnId="{A6025C72-CE2C-40BF-902A-1C52733FD599}">
      <dgm:prSet/>
      <dgm:spPr/>
      <dgm:t>
        <a:bodyPr/>
        <a:lstStyle/>
        <a:p>
          <a:endParaRPr lang="en-US"/>
        </a:p>
      </dgm:t>
    </dgm:pt>
    <dgm:pt modelId="{06427145-F80A-4889-93AC-C0293E5750B5}">
      <dgm:prSet phldrT="[Text]"/>
      <dgm:spPr>
        <a:solidFill>
          <a:srgbClr val="557CB0"/>
        </a:solidFill>
      </dgm:spPr>
      <dgm:t>
        <a:bodyPr/>
        <a:lstStyle/>
        <a:p>
          <a:r>
            <a:rPr lang="en-US" dirty="0" smtClean="0"/>
            <a:t>Maintenance &amp; Operations</a:t>
          </a:r>
          <a:endParaRPr lang="en-US" dirty="0"/>
        </a:p>
      </dgm:t>
    </dgm:pt>
    <dgm:pt modelId="{3FC03D8F-4AE8-4238-82FF-0E60A0F29767}" type="parTrans" cxnId="{0322B219-37AC-408D-B81C-E9052838A022}">
      <dgm:prSet/>
      <dgm:spPr/>
      <dgm:t>
        <a:bodyPr/>
        <a:lstStyle/>
        <a:p>
          <a:endParaRPr lang="en-US"/>
        </a:p>
      </dgm:t>
    </dgm:pt>
    <dgm:pt modelId="{073815E5-54B9-4A01-8FF5-65B424EE57EE}" type="sibTrans" cxnId="{0322B219-37AC-408D-B81C-E9052838A022}">
      <dgm:prSet/>
      <dgm:spPr/>
      <dgm:t>
        <a:bodyPr/>
        <a:lstStyle/>
        <a:p>
          <a:endParaRPr lang="en-US"/>
        </a:p>
      </dgm:t>
    </dgm:pt>
    <dgm:pt modelId="{86F2337F-257E-4596-ADF5-F442FAB35DE9}" type="pres">
      <dgm:prSet presAssocID="{FF04B243-1E1A-4F7F-A471-E8A17280FD0B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8CF3BA2A-A095-49E8-8C13-1B3807DD8F43}" type="pres">
      <dgm:prSet presAssocID="{FF04B243-1E1A-4F7F-A471-E8A17280FD0B}" presName="cycle" presStyleCnt="0"/>
      <dgm:spPr/>
    </dgm:pt>
    <dgm:pt modelId="{02ACD9F7-E66F-41BE-A396-3A0EC2E1E552}" type="pres">
      <dgm:prSet presAssocID="{AE21B596-4619-4FE5-95EF-D2AC75632E6D}" presName="nodeFirstNode" presStyleLbl="node1" presStyleIdx="0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C07426-A3B0-4DF4-B47B-79A062DC9828}" type="pres">
      <dgm:prSet presAssocID="{403F8A4D-7C0D-4DDD-8002-2B61B598C7D7}" presName="sibTransFirstNode" presStyleLbl="bgShp" presStyleIdx="0" presStyleCnt="1"/>
      <dgm:spPr/>
      <dgm:t>
        <a:bodyPr/>
        <a:lstStyle/>
        <a:p>
          <a:endParaRPr lang="en-US"/>
        </a:p>
      </dgm:t>
    </dgm:pt>
    <dgm:pt modelId="{798B9BD7-0DFA-4F61-9685-1B33B7B933C6}" type="pres">
      <dgm:prSet presAssocID="{08115943-7938-4E05-8854-7D1C57E0F7D4}" presName="nodeFollowingNodes" presStyleLbl="node1" presStyleIdx="1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C422E73-3C7A-42DF-9326-E8AC7EB74E4A}" type="pres">
      <dgm:prSet presAssocID="{01019254-AAC3-4FA7-A7B8-D2751BC8E3F8}" presName="nodeFollowingNodes" presStyleLbl="node1" presStyleIdx="2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EE7CDA1-13BD-47B1-A157-EEE156514FBC}" type="pres">
      <dgm:prSet presAssocID="{7855B53B-F757-4B2D-82B1-86B6AA079271}" presName="nodeFollowingNodes" presStyleLbl="node1" presStyleIdx="3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4E57D4-C2D4-4736-B594-F027FFC29AF1}" type="pres">
      <dgm:prSet presAssocID="{5374965F-F2A6-4292-B1B0-34BA1D7C01F9}" presName="nodeFollowingNodes" presStyleLbl="node1" presStyleIdx="4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36E9641-38C9-4B23-B18A-991AAE96ED3E}" type="pres">
      <dgm:prSet presAssocID="{06427145-F80A-4889-93AC-C0293E5750B5}" presName="nodeFollowingNodes" presStyleLbl="node1" presStyleIdx="5" presStyleCnt="6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3475F5E6-B80D-476C-8E63-B23EBAFB2523}" type="presOf" srcId="{7855B53B-F757-4B2D-82B1-86B6AA079271}" destId="{FEE7CDA1-13BD-47B1-A157-EEE156514FBC}" srcOrd="0" destOrd="0" presId="urn:microsoft.com/office/officeart/2005/8/layout/cycle3"/>
    <dgm:cxn modelId="{FB648CF9-5F03-41F5-A6A9-04208E578536}" srcId="{FF04B243-1E1A-4F7F-A471-E8A17280FD0B}" destId="{08115943-7938-4E05-8854-7D1C57E0F7D4}" srcOrd="1" destOrd="0" parTransId="{BBB946BF-A1A1-49FF-AF09-AF228DE75A84}" sibTransId="{C48B2681-DEC1-4EC6-B51A-6818B6044A37}"/>
    <dgm:cxn modelId="{955D4E56-226D-40A3-A3E4-713BB69CA819}" type="presOf" srcId="{06427145-F80A-4889-93AC-C0293E5750B5}" destId="{036E9641-38C9-4B23-B18A-991AAE96ED3E}" srcOrd="0" destOrd="0" presId="urn:microsoft.com/office/officeart/2005/8/layout/cycle3"/>
    <dgm:cxn modelId="{E6994DB4-620C-478F-B5D0-15E4F86AD983}" type="presOf" srcId="{AE21B596-4619-4FE5-95EF-D2AC75632E6D}" destId="{02ACD9F7-E66F-41BE-A396-3A0EC2E1E552}" srcOrd="0" destOrd="0" presId="urn:microsoft.com/office/officeart/2005/8/layout/cycle3"/>
    <dgm:cxn modelId="{0322B219-37AC-408D-B81C-E9052838A022}" srcId="{FF04B243-1E1A-4F7F-A471-E8A17280FD0B}" destId="{06427145-F80A-4889-93AC-C0293E5750B5}" srcOrd="5" destOrd="0" parTransId="{3FC03D8F-4AE8-4238-82FF-0E60A0F29767}" sibTransId="{073815E5-54B9-4A01-8FF5-65B424EE57EE}"/>
    <dgm:cxn modelId="{04BED5FE-4B2D-408F-BF38-5CE1472ED8D2}" type="presOf" srcId="{403F8A4D-7C0D-4DDD-8002-2B61B598C7D7}" destId="{1EC07426-A3B0-4DF4-B47B-79A062DC9828}" srcOrd="0" destOrd="0" presId="urn:microsoft.com/office/officeart/2005/8/layout/cycle3"/>
    <dgm:cxn modelId="{1A27E33E-6AF0-42E0-970C-91C35794ED6A}" srcId="{FF04B243-1E1A-4F7F-A471-E8A17280FD0B}" destId="{AE21B596-4619-4FE5-95EF-D2AC75632E6D}" srcOrd="0" destOrd="0" parTransId="{FC775DA3-7088-4749-A904-E12AF175287E}" sibTransId="{403F8A4D-7C0D-4DDD-8002-2B61B598C7D7}"/>
    <dgm:cxn modelId="{4065B85A-35A7-414B-9249-19410B3CF403}" type="presOf" srcId="{01019254-AAC3-4FA7-A7B8-D2751BC8E3F8}" destId="{2C422E73-3C7A-42DF-9326-E8AC7EB74E4A}" srcOrd="0" destOrd="0" presId="urn:microsoft.com/office/officeart/2005/8/layout/cycle3"/>
    <dgm:cxn modelId="{64E3B783-1046-45E6-B48B-DBD3E9D25EFF}" srcId="{FF04B243-1E1A-4F7F-A471-E8A17280FD0B}" destId="{7855B53B-F757-4B2D-82B1-86B6AA079271}" srcOrd="3" destOrd="0" parTransId="{BC9D3BDA-5825-4ED2-A575-95F7079C3358}" sibTransId="{4219A659-90CF-4560-AB94-A55F7600A973}"/>
    <dgm:cxn modelId="{7DADB9A0-785C-4254-8DAB-094EDCB20EC6}" srcId="{FF04B243-1E1A-4F7F-A471-E8A17280FD0B}" destId="{01019254-AAC3-4FA7-A7B8-D2751BC8E3F8}" srcOrd="2" destOrd="0" parTransId="{63EB03E1-F95D-4F43-A3B2-F9DB94322D34}" sibTransId="{B2E3CC6D-DAAE-4FAD-978C-6D322CBFDDDD}"/>
    <dgm:cxn modelId="{AF613A22-3D83-429C-83DE-73EBFF84F1DA}" type="presOf" srcId="{FF04B243-1E1A-4F7F-A471-E8A17280FD0B}" destId="{86F2337F-257E-4596-ADF5-F442FAB35DE9}" srcOrd="0" destOrd="0" presId="urn:microsoft.com/office/officeart/2005/8/layout/cycle3"/>
    <dgm:cxn modelId="{21064B54-E5E9-4B30-AE05-1E2538FD310B}" type="presOf" srcId="{08115943-7938-4E05-8854-7D1C57E0F7D4}" destId="{798B9BD7-0DFA-4F61-9685-1B33B7B933C6}" srcOrd="0" destOrd="0" presId="urn:microsoft.com/office/officeart/2005/8/layout/cycle3"/>
    <dgm:cxn modelId="{A6025C72-CE2C-40BF-902A-1C52733FD599}" srcId="{FF04B243-1E1A-4F7F-A471-E8A17280FD0B}" destId="{5374965F-F2A6-4292-B1B0-34BA1D7C01F9}" srcOrd="4" destOrd="0" parTransId="{7E4A96C3-93DC-413E-BBBC-FEC2CB3ED1C7}" sibTransId="{4327F55C-F727-49DE-9F9F-DFA575244401}"/>
    <dgm:cxn modelId="{3CA32E99-F75C-4C70-AADE-AE8CAD169308}" type="presOf" srcId="{5374965F-F2A6-4292-B1B0-34BA1D7C01F9}" destId="{A44E57D4-C2D4-4736-B594-F027FFC29AF1}" srcOrd="0" destOrd="0" presId="urn:microsoft.com/office/officeart/2005/8/layout/cycle3"/>
    <dgm:cxn modelId="{58308075-08E5-4124-ADFE-847421EB7774}" type="presParOf" srcId="{86F2337F-257E-4596-ADF5-F442FAB35DE9}" destId="{8CF3BA2A-A095-49E8-8C13-1B3807DD8F43}" srcOrd="0" destOrd="0" presId="urn:microsoft.com/office/officeart/2005/8/layout/cycle3"/>
    <dgm:cxn modelId="{4781FF96-766F-4710-8B03-51701B5BF4C9}" type="presParOf" srcId="{8CF3BA2A-A095-49E8-8C13-1B3807DD8F43}" destId="{02ACD9F7-E66F-41BE-A396-3A0EC2E1E552}" srcOrd="0" destOrd="0" presId="urn:microsoft.com/office/officeart/2005/8/layout/cycle3"/>
    <dgm:cxn modelId="{3E9E0774-5C04-4AF4-90C9-2707D20E2C7D}" type="presParOf" srcId="{8CF3BA2A-A095-49E8-8C13-1B3807DD8F43}" destId="{1EC07426-A3B0-4DF4-B47B-79A062DC9828}" srcOrd="1" destOrd="0" presId="urn:microsoft.com/office/officeart/2005/8/layout/cycle3"/>
    <dgm:cxn modelId="{68DF99D3-6138-481F-A20B-6ABCDCF82627}" type="presParOf" srcId="{8CF3BA2A-A095-49E8-8C13-1B3807DD8F43}" destId="{798B9BD7-0DFA-4F61-9685-1B33B7B933C6}" srcOrd="2" destOrd="0" presId="urn:microsoft.com/office/officeart/2005/8/layout/cycle3"/>
    <dgm:cxn modelId="{412DB7B7-FEF6-4FA6-BABF-17720C913388}" type="presParOf" srcId="{8CF3BA2A-A095-49E8-8C13-1B3807DD8F43}" destId="{2C422E73-3C7A-42DF-9326-E8AC7EB74E4A}" srcOrd="3" destOrd="0" presId="urn:microsoft.com/office/officeart/2005/8/layout/cycle3"/>
    <dgm:cxn modelId="{0D7C94CF-1B62-4A4F-8AD5-6A4662E4BA9B}" type="presParOf" srcId="{8CF3BA2A-A095-49E8-8C13-1B3807DD8F43}" destId="{FEE7CDA1-13BD-47B1-A157-EEE156514FBC}" srcOrd="4" destOrd="0" presId="urn:microsoft.com/office/officeart/2005/8/layout/cycle3"/>
    <dgm:cxn modelId="{8E3DABA6-5980-4123-BF99-BF56431988DD}" type="presParOf" srcId="{8CF3BA2A-A095-49E8-8C13-1B3807DD8F43}" destId="{A44E57D4-C2D4-4736-B594-F027FFC29AF1}" srcOrd="5" destOrd="0" presId="urn:microsoft.com/office/officeart/2005/8/layout/cycle3"/>
    <dgm:cxn modelId="{1A39D396-C667-4155-A137-7925D8A1CAED}" type="presParOf" srcId="{8CF3BA2A-A095-49E8-8C13-1B3807DD8F43}" destId="{036E9641-38C9-4B23-B18A-991AAE96ED3E}" srcOrd="6" destOrd="0" presId="urn:microsoft.com/office/officeart/2005/8/layout/cycle3"/>
  </dgm:cxnLst>
  <dgm:bg/>
  <dgm:whole>
    <a:ln>
      <a:noFill/>
    </a:ln>
  </dgm:whole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AEE61098-7DB2-4F74-9F6D-4D6222D7F9C7}" type="doc">
      <dgm:prSet loTypeId="urn:microsoft.com/office/officeart/2005/8/layout/lProcess1" loCatId="process" qsTypeId="urn:microsoft.com/office/officeart/2005/8/quickstyle/simple4" qsCatId="simple" csTypeId="urn:microsoft.com/office/officeart/2005/8/colors/accent4_3" csCatId="accent4" phldr="1"/>
      <dgm:spPr/>
      <dgm:t>
        <a:bodyPr/>
        <a:lstStyle/>
        <a:p>
          <a:endParaRPr lang="en-US"/>
        </a:p>
      </dgm:t>
    </dgm:pt>
    <dgm:pt modelId="{C597625E-A6A0-41C9-BB40-A070910D5E6C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Market</a:t>
          </a:r>
          <a:endParaRPr lang="en-US" dirty="0"/>
        </a:p>
      </dgm:t>
    </dgm:pt>
    <dgm:pt modelId="{D53EC9A1-1804-411B-893A-6FBB031AD0FA}" type="parTrans" cxnId="{E248E4B7-E24C-4ADB-B3DD-8AEB92235F73}">
      <dgm:prSet/>
      <dgm:spPr/>
      <dgm:t>
        <a:bodyPr/>
        <a:lstStyle/>
        <a:p>
          <a:endParaRPr lang="en-US"/>
        </a:p>
      </dgm:t>
    </dgm:pt>
    <dgm:pt modelId="{27247096-7329-45C2-A5D2-BD0A51B47221}" type="sibTrans" cxnId="{E248E4B7-E24C-4ADB-B3DD-8AEB92235F73}">
      <dgm:prSet/>
      <dgm:spPr/>
      <dgm:t>
        <a:bodyPr/>
        <a:lstStyle/>
        <a:p>
          <a:endParaRPr lang="en-US"/>
        </a:p>
      </dgm:t>
    </dgm:pt>
    <dgm:pt modelId="{3E34D0F5-073C-47F0-9044-4D6B639A81FC}">
      <dgm:prSet phldrT="[Text]"/>
      <dgm:spPr>
        <a:solidFill>
          <a:srgbClr val="8AB33C">
            <a:alpha val="89804"/>
          </a:srgbClr>
        </a:solidFill>
      </dgm:spPr>
      <dgm:t>
        <a:bodyPr/>
        <a:lstStyle/>
        <a:p>
          <a:r>
            <a:rPr lang="en-US" dirty="0" smtClean="0"/>
            <a:t>Competitive Position</a:t>
          </a:r>
          <a:endParaRPr lang="en-US" dirty="0"/>
        </a:p>
      </dgm:t>
    </dgm:pt>
    <dgm:pt modelId="{38A9255F-3651-4FEE-BC3D-5CFEDBC8A9BF}" type="parTrans" cxnId="{42A777F0-C960-4D99-92A1-57B91A402C0A}">
      <dgm:prSet/>
      <dgm:spPr/>
      <dgm:t>
        <a:bodyPr/>
        <a:lstStyle/>
        <a:p>
          <a:endParaRPr lang="en-US"/>
        </a:p>
      </dgm:t>
    </dgm:pt>
    <dgm:pt modelId="{05FECC4D-D008-446C-98A8-3220C16325F5}" type="sibTrans" cxnId="{42A777F0-C960-4D99-92A1-57B91A402C0A}">
      <dgm:prSet/>
      <dgm:spPr/>
      <dgm:t>
        <a:bodyPr/>
        <a:lstStyle/>
        <a:p>
          <a:endParaRPr lang="en-US"/>
        </a:p>
      </dgm:t>
    </dgm:pt>
    <dgm:pt modelId="{19B6C9C8-3F7C-46B0-849F-FE7B3E9C8C6A}">
      <dgm:prSet phldrT="[Text]"/>
      <dgm:spPr>
        <a:solidFill>
          <a:srgbClr val="8AB33C">
            <a:alpha val="89804"/>
          </a:srgbClr>
        </a:solidFill>
      </dgm:spPr>
      <dgm:t>
        <a:bodyPr/>
        <a:lstStyle/>
        <a:p>
          <a:r>
            <a:rPr lang="en-US" dirty="0" smtClean="0"/>
            <a:t>Trends</a:t>
          </a:r>
          <a:endParaRPr lang="en-US" dirty="0"/>
        </a:p>
      </dgm:t>
    </dgm:pt>
    <dgm:pt modelId="{7653CEC9-0DDC-40F9-9B3F-20EA50CA1817}" type="parTrans" cxnId="{F6CFF5C7-FDF7-459D-B320-CDCD9A511958}">
      <dgm:prSet/>
      <dgm:spPr/>
      <dgm:t>
        <a:bodyPr/>
        <a:lstStyle/>
        <a:p>
          <a:endParaRPr lang="en-US"/>
        </a:p>
      </dgm:t>
    </dgm:pt>
    <dgm:pt modelId="{B34B6BB2-B6D4-492B-A068-11FB90D853C2}" type="sibTrans" cxnId="{F6CFF5C7-FDF7-459D-B320-CDCD9A511958}">
      <dgm:prSet/>
      <dgm:spPr/>
      <dgm:t>
        <a:bodyPr/>
        <a:lstStyle/>
        <a:p>
          <a:endParaRPr lang="en-US"/>
        </a:p>
      </dgm:t>
    </dgm:pt>
    <dgm:pt modelId="{02CAE389-28F5-402F-A6EA-B0A76B731A03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Features</a:t>
          </a:r>
          <a:endParaRPr lang="en-US" dirty="0"/>
        </a:p>
      </dgm:t>
    </dgm:pt>
    <dgm:pt modelId="{F176F895-12F9-4A2B-9A5F-821A53DE2BC5}" type="parTrans" cxnId="{9CAF605B-7278-47AA-9E39-66FD469AEE5A}">
      <dgm:prSet/>
      <dgm:spPr/>
      <dgm:t>
        <a:bodyPr/>
        <a:lstStyle/>
        <a:p>
          <a:endParaRPr lang="en-US"/>
        </a:p>
      </dgm:t>
    </dgm:pt>
    <dgm:pt modelId="{9DB3D473-970D-478B-9FBC-D6A2D300B127}" type="sibTrans" cxnId="{9CAF605B-7278-47AA-9E39-66FD469AEE5A}">
      <dgm:prSet/>
      <dgm:spPr/>
      <dgm:t>
        <a:bodyPr/>
        <a:lstStyle/>
        <a:p>
          <a:endParaRPr lang="en-US"/>
        </a:p>
      </dgm:t>
    </dgm:pt>
    <dgm:pt modelId="{C60EB97D-FB2C-418D-BA1A-9CBD0BB79EC0}">
      <dgm:prSet phldrT="[Text]"/>
      <dgm:spPr>
        <a:solidFill>
          <a:srgbClr val="FEAD32">
            <a:alpha val="89804"/>
          </a:srgbClr>
        </a:solidFill>
      </dgm:spPr>
      <dgm:t>
        <a:bodyPr/>
        <a:lstStyle/>
        <a:p>
          <a:r>
            <a:rPr lang="en-US" dirty="0" smtClean="0"/>
            <a:t>Customer/User Profile</a:t>
          </a:r>
          <a:endParaRPr lang="en-US" dirty="0"/>
        </a:p>
      </dgm:t>
    </dgm:pt>
    <dgm:pt modelId="{409DCBE9-1388-4395-9628-E8F5F0254E00}" type="parTrans" cxnId="{3D4B6D74-6742-4D89-A5CC-8BCA29D96202}">
      <dgm:prSet/>
      <dgm:spPr/>
      <dgm:t>
        <a:bodyPr/>
        <a:lstStyle/>
        <a:p>
          <a:endParaRPr lang="en-US"/>
        </a:p>
      </dgm:t>
    </dgm:pt>
    <dgm:pt modelId="{2A6D4135-E523-48C3-915A-B8A81174FE7B}" type="sibTrans" cxnId="{3D4B6D74-6742-4D89-A5CC-8BCA29D96202}">
      <dgm:prSet/>
      <dgm:spPr/>
      <dgm:t>
        <a:bodyPr/>
        <a:lstStyle/>
        <a:p>
          <a:endParaRPr lang="en-US"/>
        </a:p>
      </dgm:t>
    </dgm:pt>
    <dgm:pt modelId="{4A29DEE1-8322-488F-9857-1D5E908EF399}">
      <dgm:prSet phldrT="[Text]"/>
      <dgm:spPr>
        <a:solidFill>
          <a:srgbClr val="FEAD32">
            <a:alpha val="89804"/>
          </a:srgbClr>
        </a:solidFill>
      </dgm:spPr>
      <dgm:t>
        <a:bodyPr/>
        <a:lstStyle/>
        <a:p>
          <a:r>
            <a:rPr lang="en-US" dirty="0" smtClean="0"/>
            <a:t>Strategic Feature Set</a:t>
          </a:r>
          <a:endParaRPr lang="en-US" dirty="0"/>
        </a:p>
      </dgm:t>
    </dgm:pt>
    <dgm:pt modelId="{EBE4D2FC-8343-4896-8381-BB1B1203F19C}" type="parTrans" cxnId="{FC858C75-370B-49A3-9BB5-4F8325D9081C}">
      <dgm:prSet/>
      <dgm:spPr/>
      <dgm:t>
        <a:bodyPr/>
        <a:lstStyle/>
        <a:p>
          <a:endParaRPr lang="en-US"/>
        </a:p>
      </dgm:t>
    </dgm:pt>
    <dgm:pt modelId="{344A9768-5142-4792-80BA-2FA952249311}" type="sibTrans" cxnId="{FC858C75-370B-49A3-9BB5-4F8325D9081C}">
      <dgm:prSet/>
      <dgm:spPr/>
      <dgm:t>
        <a:bodyPr/>
        <a:lstStyle/>
        <a:p>
          <a:endParaRPr lang="en-US"/>
        </a:p>
      </dgm:t>
    </dgm:pt>
    <dgm:pt modelId="{0B0E2DF2-94CC-458A-B98D-1CE763CACFE6}">
      <dgm:prSet phldrT="[Text]"/>
      <dgm:spPr>
        <a:solidFill>
          <a:srgbClr val="FEAD32">
            <a:alpha val="89804"/>
          </a:srgbClr>
        </a:solidFill>
      </dgm:spPr>
      <dgm:t>
        <a:bodyPr/>
        <a:lstStyle/>
        <a:p>
          <a:r>
            <a:rPr lang="en-US" dirty="0" smtClean="0"/>
            <a:t>Functional Requirements</a:t>
          </a:r>
          <a:endParaRPr lang="en-US" dirty="0"/>
        </a:p>
      </dgm:t>
    </dgm:pt>
    <dgm:pt modelId="{EE594D4E-7107-4724-9AB6-70462A86E053}" type="parTrans" cxnId="{BD405613-DB13-4A2B-B9D5-50BAEB2D45C5}">
      <dgm:prSet/>
      <dgm:spPr/>
      <dgm:t>
        <a:bodyPr/>
        <a:lstStyle/>
        <a:p>
          <a:endParaRPr lang="en-US"/>
        </a:p>
      </dgm:t>
    </dgm:pt>
    <dgm:pt modelId="{69F84079-441C-4D04-9DFF-47B44B579EE9}" type="sibTrans" cxnId="{BD405613-DB13-4A2B-B9D5-50BAEB2D45C5}">
      <dgm:prSet/>
      <dgm:spPr/>
      <dgm:t>
        <a:bodyPr/>
        <a:lstStyle/>
        <a:p>
          <a:endParaRPr lang="en-US"/>
        </a:p>
      </dgm:t>
    </dgm:pt>
    <dgm:pt modelId="{EAFEF04B-6084-4435-88BF-57EC374580D9}">
      <dgm:prSet phldrT="[Text]"/>
      <dgm:spPr>
        <a:solidFill>
          <a:srgbClr val="FEAD32">
            <a:alpha val="89804"/>
          </a:srgbClr>
        </a:solidFill>
      </dgm:spPr>
      <dgm:t>
        <a:bodyPr/>
        <a:lstStyle/>
        <a:p>
          <a:r>
            <a:rPr lang="en-US" dirty="0" smtClean="0"/>
            <a:t>Product Release Roadmap</a:t>
          </a:r>
        </a:p>
      </dgm:t>
    </dgm:pt>
    <dgm:pt modelId="{B29DE15B-1E4D-4037-B8E5-81818E535036}" type="parTrans" cxnId="{C88262A8-1ACB-4D2F-87E1-1CB71EAA099B}">
      <dgm:prSet/>
      <dgm:spPr/>
      <dgm:t>
        <a:bodyPr/>
        <a:lstStyle/>
        <a:p>
          <a:endParaRPr lang="en-US"/>
        </a:p>
      </dgm:t>
    </dgm:pt>
    <dgm:pt modelId="{DDB6963C-7CD0-4F58-A149-01DA7F5610A1}" type="sibTrans" cxnId="{C88262A8-1ACB-4D2F-87E1-1CB71EAA099B}">
      <dgm:prSet/>
      <dgm:spPr/>
      <dgm:t>
        <a:bodyPr/>
        <a:lstStyle/>
        <a:p>
          <a:endParaRPr lang="en-US"/>
        </a:p>
      </dgm:t>
    </dgm:pt>
    <dgm:pt modelId="{7BC0BA5E-7C56-4FC6-A692-456A9A0DC2B1}">
      <dgm:prSet phldrT="[Text]"/>
      <dgm:spPr>
        <a:solidFill>
          <a:srgbClr val="8AB33C">
            <a:alpha val="89804"/>
          </a:srgbClr>
        </a:solidFill>
      </dgm:spPr>
      <dgm:t>
        <a:bodyPr/>
        <a:lstStyle/>
        <a:p>
          <a:r>
            <a:rPr lang="en-US" dirty="0" smtClean="0"/>
            <a:t>Value Chain</a:t>
          </a:r>
          <a:endParaRPr lang="en-US" dirty="0"/>
        </a:p>
      </dgm:t>
    </dgm:pt>
    <dgm:pt modelId="{6F6ED00A-06C1-4F63-8D4B-7B726DA76F91}" type="parTrans" cxnId="{671FA6B5-BBA8-433B-912E-75616F615C39}">
      <dgm:prSet/>
      <dgm:spPr/>
      <dgm:t>
        <a:bodyPr/>
        <a:lstStyle/>
        <a:p>
          <a:endParaRPr lang="en-US"/>
        </a:p>
      </dgm:t>
    </dgm:pt>
    <dgm:pt modelId="{29D25BD4-F58E-4356-BFC7-F89B634D4DC8}" type="sibTrans" cxnId="{671FA6B5-BBA8-433B-912E-75616F615C39}">
      <dgm:prSet/>
      <dgm:spPr/>
      <dgm:t>
        <a:bodyPr/>
        <a:lstStyle/>
        <a:p>
          <a:endParaRPr lang="en-US"/>
        </a:p>
      </dgm:t>
    </dgm:pt>
    <dgm:pt modelId="{E3A4F628-4CF7-499D-8F8C-EDD8D01EA6E7}">
      <dgm:prSet phldrT="[Text]"/>
      <dgm:spPr>
        <a:solidFill>
          <a:schemeClr val="accent2">
            <a:lumMod val="75000"/>
          </a:schemeClr>
        </a:solidFill>
      </dgm:spPr>
      <dgm:t>
        <a:bodyPr/>
        <a:lstStyle/>
        <a:p>
          <a:r>
            <a:rPr lang="en-US" dirty="0" smtClean="0"/>
            <a:t>Operations</a:t>
          </a:r>
          <a:endParaRPr lang="en-US" dirty="0"/>
        </a:p>
      </dgm:t>
    </dgm:pt>
    <dgm:pt modelId="{C742C29E-78B3-4932-805B-4E86DAAA9E4B}" type="parTrans" cxnId="{2356EA2E-B9E8-4B6E-B134-AC383A182D87}">
      <dgm:prSet/>
      <dgm:spPr/>
      <dgm:t>
        <a:bodyPr/>
        <a:lstStyle/>
        <a:p>
          <a:endParaRPr lang="en-US"/>
        </a:p>
      </dgm:t>
    </dgm:pt>
    <dgm:pt modelId="{970F73A4-A0E1-454F-8D86-6D621427540B}" type="sibTrans" cxnId="{2356EA2E-B9E8-4B6E-B134-AC383A182D87}">
      <dgm:prSet/>
      <dgm:spPr/>
      <dgm:t>
        <a:bodyPr/>
        <a:lstStyle/>
        <a:p>
          <a:endParaRPr lang="en-US"/>
        </a:p>
      </dgm:t>
    </dgm:pt>
    <dgm:pt modelId="{243D6EB6-251E-43C8-8C27-4AD8ADBDC543}">
      <dgm:prSet phldrT="[Text]"/>
      <dgm:spPr>
        <a:solidFill>
          <a:srgbClr val="5C9DCA">
            <a:alpha val="89804"/>
          </a:srgbClr>
        </a:solidFill>
      </dgm:spPr>
      <dgm:t>
        <a:bodyPr/>
        <a:lstStyle/>
        <a:p>
          <a:r>
            <a:rPr lang="en-US" dirty="0" smtClean="0"/>
            <a:t>Business Model</a:t>
          </a:r>
          <a:endParaRPr lang="en-US" dirty="0"/>
        </a:p>
      </dgm:t>
    </dgm:pt>
    <dgm:pt modelId="{2B1DC00F-65B3-422E-8292-72CED18A545F}" type="parTrans" cxnId="{5D460B0B-5BEF-4F61-B159-6232B86277CC}">
      <dgm:prSet/>
      <dgm:spPr/>
      <dgm:t>
        <a:bodyPr/>
        <a:lstStyle/>
        <a:p>
          <a:endParaRPr lang="en-US"/>
        </a:p>
      </dgm:t>
    </dgm:pt>
    <dgm:pt modelId="{8A51C061-3993-49ED-86EC-46AC9EA23BAD}" type="sibTrans" cxnId="{5D460B0B-5BEF-4F61-B159-6232B86277CC}">
      <dgm:prSet/>
      <dgm:spPr/>
      <dgm:t>
        <a:bodyPr/>
        <a:lstStyle/>
        <a:p>
          <a:endParaRPr lang="en-US"/>
        </a:p>
      </dgm:t>
    </dgm:pt>
    <dgm:pt modelId="{B6C13173-5160-4306-B32F-3B039F12BD08}">
      <dgm:prSet phldrT="[Text]"/>
      <dgm:spPr>
        <a:solidFill>
          <a:srgbClr val="5C9DCA">
            <a:alpha val="89804"/>
          </a:srgbClr>
        </a:solidFill>
      </dgm:spPr>
      <dgm:t>
        <a:bodyPr/>
        <a:lstStyle/>
        <a:p>
          <a:r>
            <a:rPr lang="en-US" dirty="0" smtClean="0"/>
            <a:t>Pricing Model</a:t>
          </a:r>
        </a:p>
      </dgm:t>
    </dgm:pt>
    <dgm:pt modelId="{148421EF-2D08-43F3-921C-C186064EE1F3}" type="parTrans" cxnId="{C1F43628-34F3-4B0A-8015-B4CFA41194C4}">
      <dgm:prSet/>
      <dgm:spPr/>
      <dgm:t>
        <a:bodyPr/>
        <a:lstStyle/>
        <a:p>
          <a:endParaRPr lang="en-US"/>
        </a:p>
      </dgm:t>
    </dgm:pt>
    <dgm:pt modelId="{C84980D2-FE6C-4612-8CAF-37632CCE296E}" type="sibTrans" cxnId="{C1F43628-34F3-4B0A-8015-B4CFA41194C4}">
      <dgm:prSet/>
      <dgm:spPr/>
      <dgm:t>
        <a:bodyPr/>
        <a:lstStyle/>
        <a:p>
          <a:endParaRPr lang="en-US"/>
        </a:p>
      </dgm:t>
    </dgm:pt>
    <dgm:pt modelId="{5E973A5A-274C-4580-836A-A100C1A63152}">
      <dgm:prSet phldrT="[Text]"/>
      <dgm:spPr>
        <a:solidFill>
          <a:srgbClr val="5C9DCA">
            <a:alpha val="89804"/>
          </a:srgbClr>
        </a:solidFill>
      </dgm:spPr>
      <dgm:t>
        <a:bodyPr/>
        <a:lstStyle/>
        <a:p>
          <a:r>
            <a:rPr lang="en-US" dirty="0" smtClean="0"/>
            <a:t>Operations Process</a:t>
          </a:r>
        </a:p>
      </dgm:t>
    </dgm:pt>
    <dgm:pt modelId="{5963D13D-3BCE-4206-87FF-3B86F2D2B5A6}" type="parTrans" cxnId="{DB24300F-BD65-409E-91D0-4FC0B7690803}">
      <dgm:prSet/>
      <dgm:spPr/>
      <dgm:t>
        <a:bodyPr/>
        <a:lstStyle/>
        <a:p>
          <a:endParaRPr lang="en-US"/>
        </a:p>
      </dgm:t>
    </dgm:pt>
    <dgm:pt modelId="{8196E623-2952-40BF-B1F8-D2B76D22733F}" type="sibTrans" cxnId="{DB24300F-BD65-409E-91D0-4FC0B7690803}">
      <dgm:prSet/>
      <dgm:spPr/>
      <dgm:t>
        <a:bodyPr/>
        <a:lstStyle/>
        <a:p>
          <a:endParaRPr lang="en-US"/>
        </a:p>
      </dgm:t>
    </dgm:pt>
    <dgm:pt modelId="{E7099991-7C04-4C39-9894-DC73A1D56D66}">
      <dgm:prSet phldrT="[Text]"/>
      <dgm:spPr>
        <a:solidFill>
          <a:srgbClr val="5C9DCA">
            <a:alpha val="89804"/>
          </a:srgbClr>
        </a:solidFill>
      </dgm:spPr>
      <dgm:t>
        <a:bodyPr/>
        <a:lstStyle/>
        <a:p>
          <a:r>
            <a:rPr lang="en-US" dirty="0" smtClean="0"/>
            <a:t>Sales &amp; Marketing Planning</a:t>
          </a:r>
        </a:p>
      </dgm:t>
    </dgm:pt>
    <dgm:pt modelId="{D164AABE-5A1A-40B5-BFFE-B8639FEE9CF9}" type="parTrans" cxnId="{51EE53A0-7E72-48C5-8F45-062EF61D885B}">
      <dgm:prSet/>
      <dgm:spPr/>
      <dgm:t>
        <a:bodyPr/>
        <a:lstStyle/>
        <a:p>
          <a:endParaRPr lang="en-US"/>
        </a:p>
      </dgm:t>
    </dgm:pt>
    <dgm:pt modelId="{B158FE80-79BB-4FD3-9EEE-D99614E88849}" type="sibTrans" cxnId="{51EE53A0-7E72-48C5-8F45-062EF61D885B}">
      <dgm:prSet/>
      <dgm:spPr/>
      <dgm:t>
        <a:bodyPr/>
        <a:lstStyle/>
        <a:p>
          <a:endParaRPr lang="en-US"/>
        </a:p>
      </dgm:t>
    </dgm:pt>
    <dgm:pt modelId="{9275039C-21E1-4CC5-AECE-84E0548BBE57}">
      <dgm:prSet phldrT="[Text]"/>
      <dgm:spPr>
        <a:solidFill>
          <a:srgbClr val="FEAD32">
            <a:alpha val="89804"/>
          </a:srgbClr>
        </a:solidFill>
      </dgm:spPr>
      <dgm:t>
        <a:bodyPr/>
        <a:lstStyle/>
        <a:p>
          <a:r>
            <a:rPr lang="en-US" dirty="0" smtClean="0"/>
            <a:t>Technology</a:t>
          </a:r>
        </a:p>
      </dgm:t>
    </dgm:pt>
    <dgm:pt modelId="{4E615332-012B-4442-9906-BE499BEC494F}" type="parTrans" cxnId="{53735A07-AB7C-42D8-9FFD-1D3048CD4A7C}">
      <dgm:prSet/>
      <dgm:spPr/>
      <dgm:t>
        <a:bodyPr/>
        <a:lstStyle/>
        <a:p>
          <a:endParaRPr lang="en-US"/>
        </a:p>
      </dgm:t>
    </dgm:pt>
    <dgm:pt modelId="{D9AE2598-1DD9-4CAB-96F5-647A344AADC4}" type="sibTrans" cxnId="{53735A07-AB7C-42D8-9FFD-1D3048CD4A7C}">
      <dgm:prSet/>
      <dgm:spPr/>
      <dgm:t>
        <a:bodyPr/>
        <a:lstStyle/>
        <a:p>
          <a:endParaRPr lang="en-US"/>
        </a:p>
      </dgm:t>
    </dgm:pt>
    <dgm:pt modelId="{F63C396C-2300-4543-8ADF-C8E7936DAE85}">
      <dgm:prSet phldrT="[Text]"/>
      <dgm:spPr>
        <a:solidFill>
          <a:srgbClr val="8AB33C">
            <a:alpha val="89804"/>
          </a:srgbClr>
        </a:solidFill>
      </dgm:spPr>
      <dgm:t>
        <a:bodyPr/>
        <a:lstStyle/>
        <a:p>
          <a:r>
            <a:rPr lang="en-US" dirty="0" smtClean="0"/>
            <a:t>Value Proposition</a:t>
          </a:r>
          <a:endParaRPr lang="en-US" dirty="0"/>
        </a:p>
      </dgm:t>
    </dgm:pt>
    <dgm:pt modelId="{7412F1F0-DDC8-42E6-951A-290A27019E71}" type="parTrans" cxnId="{EDACDB82-8F6D-46BB-8E15-DE1E7214FD72}">
      <dgm:prSet/>
      <dgm:spPr/>
      <dgm:t>
        <a:bodyPr/>
        <a:lstStyle/>
        <a:p>
          <a:endParaRPr lang="en-US"/>
        </a:p>
      </dgm:t>
    </dgm:pt>
    <dgm:pt modelId="{5E1373C0-5583-48EB-9EC2-663ECB397A04}" type="sibTrans" cxnId="{EDACDB82-8F6D-46BB-8E15-DE1E7214FD72}">
      <dgm:prSet/>
      <dgm:spPr/>
      <dgm:t>
        <a:bodyPr/>
        <a:lstStyle/>
        <a:p>
          <a:endParaRPr lang="en-US"/>
        </a:p>
      </dgm:t>
    </dgm:pt>
    <dgm:pt modelId="{9CDB2D8A-70E6-4B57-AE3D-5B1FC2FA9D90}" type="pres">
      <dgm:prSet presAssocID="{AEE61098-7DB2-4F74-9F6D-4D6222D7F9C7}" presName="Name0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13D472FE-6CAE-465B-A21D-04AA3924F8B1}" type="pres">
      <dgm:prSet presAssocID="{C597625E-A6A0-41C9-BB40-A070910D5E6C}" presName="vertFlow" presStyleCnt="0"/>
      <dgm:spPr/>
    </dgm:pt>
    <dgm:pt modelId="{58C914B8-EBE9-430A-9F43-40DE5224DA78}" type="pres">
      <dgm:prSet presAssocID="{C597625E-A6A0-41C9-BB40-A070910D5E6C}" presName="header" presStyleLbl="node1" presStyleIdx="0" presStyleCnt="3"/>
      <dgm:spPr/>
      <dgm:t>
        <a:bodyPr/>
        <a:lstStyle/>
        <a:p>
          <a:endParaRPr lang="en-US"/>
        </a:p>
      </dgm:t>
    </dgm:pt>
    <dgm:pt modelId="{44D42802-A81D-48D4-BC79-8F483ADCDAA4}" type="pres">
      <dgm:prSet presAssocID="{7412F1F0-DDC8-42E6-951A-290A27019E71}" presName="parTrans" presStyleLbl="sibTrans2D1" presStyleIdx="0" presStyleCnt="13"/>
      <dgm:spPr/>
      <dgm:t>
        <a:bodyPr/>
        <a:lstStyle/>
        <a:p>
          <a:endParaRPr lang="en-US"/>
        </a:p>
      </dgm:t>
    </dgm:pt>
    <dgm:pt modelId="{E069434E-F929-4AD5-903E-8E7473E237CC}" type="pres">
      <dgm:prSet presAssocID="{F63C396C-2300-4543-8ADF-C8E7936DAE85}" presName="child" presStyleLbl="alignAccFollowNode1" presStyleIdx="0" presStyleCnt="1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C3EB8D8-0F69-430B-84D2-019858C352F3}" type="pres">
      <dgm:prSet presAssocID="{5E1373C0-5583-48EB-9EC2-663ECB397A04}" presName="sibTrans" presStyleLbl="sibTrans2D1" presStyleIdx="1" presStyleCnt="13"/>
      <dgm:spPr/>
      <dgm:t>
        <a:bodyPr/>
        <a:lstStyle/>
        <a:p>
          <a:endParaRPr lang="en-US"/>
        </a:p>
      </dgm:t>
    </dgm:pt>
    <dgm:pt modelId="{9CD1DF1C-5464-4E01-B9C1-125B1A112A74}" type="pres">
      <dgm:prSet presAssocID="{3E34D0F5-073C-47F0-9044-4D6B639A81FC}" presName="child" presStyleLbl="alignAccFollowNode1" presStyleIdx="1" presStyleCnt="1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C5CD81D-434A-4A7A-AEED-0792D8921A1C}" type="pres">
      <dgm:prSet presAssocID="{05FECC4D-D008-446C-98A8-3220C16325F5}" presName="sibTrans" presStyleLbl="sibTrans2D1" presStyleIdx="2" presStyleCnt="13"/>
      <dgm:spPr/>
      <dgm:t>
        <a:bodyPr/>
        <a:lstStyle/>
        <a:p>
          <a:endParaRPr lang="en-US"/>
        </a:p>
      </dgm:t>
    </dgm:pt>
    <dgm:pt modelId="{4E526C40-8F85-44B0-A841-B8D609249AAF}" type="pres">
      <dgm:prSet presAssocID="{19B6C9C8-3F7C-46B0-849F-FE7B3E9C8C6A}" presName="child" presStyleLbl="alignAccFollowNode1" presStyleIdx="2" presStyleCnt="13" custLinFactNeighborX="-108" custLinFactNeighborY="-6928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D26EE53-AFC3-4227-B9D7-33992E4DA3F7}" type="pres">
      <dgm:prSet presAssocID="{B34B6BB2-B6D4-492B-A068-11FB90D853C2}" presName="sibTrans" presStyleLbl="sibTrans2D1" presStyleIdx="3" presStyleCnt="13"/>
      <dgm:spPr/>
      <dgm:t>
        <a:bodyPr/>
        <a:lstStyle/>
        <a:p>
          <a:endParaRPr lang="en-US"/>
        </a:p>
      </dgm:t>
    </dgm:pt>
    <dgm:pt modelId="{43A785A3-9632-442F-86F9-7BB884C262E1}" type="pres">
      <dgm:prSet presAssocID="{7BC0BA5E-7C56-4FC6-A692-456A9A0DC2B1}" presName="child" presStyleLbl="alignAccFollowNode1" presStyleIdx="3" presStyleCnt="1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8A576F2-DB20-46B9-8368-7CFF058CDE39}" type="pres">
      <dgm:prSet presAssocID="{C597625E-A6A0-41C9-BB40-A070910D5E6C}" presName="hSp" presStyleCnt="0"/>
      <dgm:spPr/>
    </dgm:pt>
    <dgm:pt modelId="{C3761AEF-4316-4453-B943-6718C1CCA84D}" type="pres">
      <dgm:prSet presAssocID="{02CAE389-28F5-402F-A6EA-B0A76B731A03}" presName="vertFlow" presStyleCnt="0"/>
      <dgm:spPr/>
    </dgm:pt>
    <dgm:pt modelId="{DBC528E2-C8EC-41C9-BFEE-DE6D5DF10342}" type="pres">
      <dgm:prSet presAssocID="{02CAE389-28F5-402F-A6EA-B0A76B731A03}" presName="header" presStyleLbl="node1" presStyleIdx="1" presStyleCnt="3"/>
      <dgm:spPr/>
      <dgm:t>
        <a:bodyPr/>
        <a:lstStyle/>
        <a:p>
          <a:endParaRPr lang="en-US"/>
        </a:p>
      </dgm:t>
    </dgm:pt>
    <dgm:pt modelId="{0E846A5F-CD9F-4919-9BC8-17BB63D0D78D}" type="pres">
      <dgm:prSet presAssocID="{409DCBE9-1388-4395-9628-E8F5F0254E00}" presName="parTrans" presStyleLbl="sibTrans2D1" presStyleIdx="4" presStyleCnt="13"/>
      <dgm:spPr/>
      <dgm:t>
        <a:bodyPr/>
        <a:lstStyle/>
        <a:p>
          <a:endParaRPr lang="en-US"/>
        </a:p>
      </dgm:t>
    </dgm:pt>
    <dgm:pt modelId="{D9A052FD-E687-437A-9608-7CFB3A14296B}" type="pres">
      <dgm:prSet presAssocID="{C60EB97D-FB2C-418D-BA1A-9CBD0BB79EC0}" presName="child" presStyleLbl="alignAccFollowNode1" presStyleIdx="4" presStyleCnt="1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F9E3D531-ADB9-48BF-9C28-F23A6B5AFFEB}" type="pres">
      <dgm:prSet presAssocID="{2A6D4135-E523-48C3-915A-B8A81174FE7B}" presName="sibTrans" presStyleLbl="sibTrans2D1" presStyleIdx="5" presStyleCnt="13"/>
      <dgm:spPr/>
      <dgm:t>
        <a:bodyPr/>
        <a:lstStyle/>
        <a:p>
          <a:endParaRPr lang="en-US"/>
        </a:p>
      </dgm:t>
    </dgm:pt>
    <dgm:pt modelId="{FFC7E99F-5BEB-467B-9683-E4B9C30A4963}" type="pres">
      <dgm:prSet presAssocID="{4A29DEE1-8322-488F-9857-1D5E908EF399}" presName="child" presStyleLbl="alignAccFollowNode1" presStyleIdx="5" presStyleCnt="1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2196CEC-9149-4FD5-93AB-C6EAF4630CF6}" type="pres">
      <dgm:prSet presAssocID="{344A9768-5142-4792-80BA-2FA952249311}" presName="sibTrans" presStyleLbl="sibTrans2D1" presStyleIdx="6" presStyleCnt="13"/>
      <dgm:spPr/>
      <dgm:t>
        <a:bodyPr/>
        <a:lstStyle/>
        <a:p>
          <a:endParaRPr lang="en-US"/>
        </a:p>
      </dgm:t>
    </dgm:pt>
    <dgm:pt modelId="{39B5C0F9-5482-4EF8-B1CD-2A621076E97F}" type="pres">
      <dgm:prSet presAssocID="{0B0E2DF2-94CC-458A-B98D-1CE763CACFE6}" presName="child" presStyleLbl="alignAccFollowNode1" presStyleIdx="6" presStyleCnt="1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51A5F2B-3A15-45AE-8963-61148B78400E}" type="pres">
      <dgm:prSet presAssocID="{69F84079-441C-4D04-9DFF-47B44B579EE9}" presName="sibTrans" presStyleLbl="sibTrans2D1" presStyleIdx="7" presStyleCnt="13"/>
      <dgm:spPr/>
      <dgm:t>
        <a:bodyPr/>
        <a:lstStyle/>
        <a:p>
          <a:endParaRPr lang="en-US"/>
        </a:p>
      </dgm:t>
    </dgm:pt>
    <dgm:pt modelId="{4D6A7B9A-BBBB-40F2-B588-8036070B31D6}" type="pres">
      <dgm:prSet presAssocID="{9275039C-21E1-4CC5-AECE-84E0548BBE57}" presName="child" presStyleLbl="alignAccFollowNode1" presStyleIdx="7" presStyleCnt="1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9DDA3E46-D6CF-49D7-99A4-4C352103E088}" type="pres">
      <dgm:prSet presAssocID="{D9AE2598-1DD9-4CAB-96F5-647A344AADC4}" presName="sibTrans" presStyleLbl="sibTrans2D1" presStyleIdx="8" presStyleCnt="13"/>
      <dgm:spPr/>
      <dgm:t>
        <a:bodyPr/>
        <a:lstStyle/>
        <a:p>
          <a:endParaRPr lang="en-US"/>
        </a:p>
      </dgm:t>
    </dgm:pt>
    <dgm:pt modelId="{B690E24D-57DA-4494-81D5-62CFD45149F8}" type="pres">
      <dgm:prSet presAssocID="{EAFEF04B-6084-4435-88BF-57EC374580D9}" presName="child" presStyleLbl="alignAccFollowNode1" presStyleIdx="8" presStyleCnt="1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E14E5A6-73D4-4E3E-9C31-7D56562F88EF}" type="pres">
      <dgm:prSet presAssocID="{02CAE389-28F5-402F-A6EA-B0A76B731A03}" presName="hSp" presStyleCnt="0"/>
      <dgm:spPr/>
    </dgm:pt>
    <dgm:pt modelId="{AB1C1EAA-4D54-4B3D-B8FC-25BFD49FDE4F}" type="pres">
      <dgm:prSet presAssocID="{E3A4F628-4CF7-499D-8F8C-EDD8D01EA6E7}" presName="vertFlow" presStyleCnt="0"/>
      <dgm:spPr/>
    </dgm:pt>
    <dgm:pt modelId="{8D9ACEB5-C853-45B3-9FF8-27247E82B0B0}" type="pres">
      <dgm:prSet presAssocID="{E3A4F628-4CF7-499D-8F8C-EDD8D01EA6E7}" presName="header" presStyleLbl="node1" presStyleIdx="2" presStyleCnt="3"/>
      <dgm:spPr/>
      <dgm:t>
        <a:bodyPr/>
        <a:lstStyle/>
        <a:p>
          <a:endParaRPr lang="en-US"/>
        </a:p>
      </dgm:t>
    </dgm:pt>
    <dgm:pt modelId="{AFD74853-93CE-4968-BADE-8BEC00A91094}" type="pres">
      <dgm:prSet presAssocID="{2B1DC00F-65B3-422E-8292-72CED18A545F}" presName="parTrans" presStyleLbl="sibTrans2D1" presStyleIdx="9" presStyleCnt="13"/>
      <dgm:spPr/>
      <dgm:t>
        <a:bodyPr/>
        <a:lstStyle/>
        <a:p>
          <a:endParaRPr lang="en-US"/>
        </a:p>
      </dgm:t>
    </dgm:pt>
    <dgm:pt modelId="{2F48D544-1FCE-491B-8540-177103BC4E9A}" type="pres">
      <dgm:prSet presAssocID="{243D6EB6-251E-43C8-8C27-4AD8ADBDC543}" presName="child" presStyleLbl="alignAccFollowNode1" presStyleIdx="9" presStyleCnt="1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3798C74-C488-45E0-98EB-C3E794BC89C2}" type="pres">
      <dgm:prSet presAssocID="{8A51C061-3993-49ED-86EC-46AC9EA23BAD}" presName="sibTrans" presStyleLbl="sibTrans2D1" presStyleIdx="10" presStyleCnt="13"/>
      <dgm:spPr/>
      <dgm:t>
        <a:bodyPr/>
        <a:lstStyle/>
        <a:p>
          <a:endParaRPr lang="en-US"/>
        </a:p>
      </dgm:t>
    </dgm:pt>
    <dgm:pt modelId="{D6A93161-72AA-4877-8609-1582FDD7DB24}" type="pres">
      <dgm:prSet presAssocID="{B6C13173-5160-4306-B32F-3B039F12BD08}" presName="child" presStyleLbl="alignAccFollowNode1" presStyleIdx="10" presStyleCnt="1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AF3F21-6E53-40E4-A7E9-967797DCD0B5}" type="pres">
      <dgm:prSet presAssocID="{C84980D2-FE6C-4612-8CAF-37632CCE296E}" presName="sibTrans" presStyleLbl="sibTrans2D1" presStyleIdx="11" presStyleCnt="13"/>
      <dgm:spPr/>
      <dgm:t>
        <a:bodyPr/>
        <a:lstStyle/>
        <a:p>
          <a:endParaRPr lang="en-US"/>
        </a:p>
      </dgm:t>
    </dgm:pt>
    <dgm:pt modelId="{96F4319B-5935-438F-ADD8-F02F84FA26BC}" type="pres">
      <dgm:prSet presAssocID="{5E973A5A-274C-4580-836A-A100C1A63152}" presName="child" presStyleLbl="alignAccFollowNode1" presStyleIdx="11" presStyleCnt="1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1EE688CE-E6AC-4989-A511-C7BDF5864463}" type="pres">
      <dgm:prSet presAssocID="{8196E623-2952-40BF-B1F8-D2B76D22733F}" presName="sibTrans" presStyleLbl="sibTrans2D1" presStyleIdx="12" presStyleCnt="13"/>
      <dgm:spPr/>
      <dgm:t>
        <a:bodyPr/>
        <a:lstStyle/>
        <a:p>
          <a:endParaRPr lang="en-US"/>
        </a:p>
      </dgm:t>
    </dgm:pt>
    <dgm:pt modelId="{4FFA5465-7AD8-4BE4-A51F-B00177EEF03A}" type="pres">
      <dgm:prSet presAssocID="{E7099991-7C04-4C39-9894-DC73A1D56D66}" presName="child" presStyleLbl="alignAccFollowNode1" presStyleIdx="12" presStyleCnt="13">
        <dgm:presLayoutVars>
          <dgm:chMax val="0"/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9E45A5C-B653-4475-9612-00C33F1B47C3}" type="presOf" srcId="{05FECC4D-D008-446C-98A8-3220C16325F5}" destId="{4C5CD81D-434A-4A7A-AEED-0792D8921A1C}" srcOrd="0" destOrd="0" presId="urn:microsoft.com/office/officeart/2005/8/layout/lProcess1"/>
    <dgm:cxn modelId="{42A777F0-C960-4D99-92A1-57B91A402C0A}" srcId="{C597625E-A6A0-41C9-BB40-A070910D5E6C}" destId="{3E34D0F5-073C-47F0-9044-4D6B639A81FC}" srcOrd="1" destOrd="0" parTransId="{38A9255F-3651-4FEE-BC3D-5CFEDBC8A9BF}" sibTransId="{05FECC4D-D008-446C-98A8-3220C16325F5}"/>
    <dgm:cxn modelId="{E248E4B7-E24C-4ADB-B3DD-8AEB92235F73}" srcId="{AEE61098-7DB2-4F74-9F6D-4D6222D7F9C7}" destId="{C597625E-A6A0-41C9-BB40-A070910D5E6C}" srcOrd="0" destOrd="0" parTransId="{D53EC9A1-1804-411B-893A-6FBB031AD0FA}" sibTransId="{27247096-7329-45C2-A5D2-BD0A51B47221}"/>
    <dgm:cxn modelId="{8E3E21F3-E363-48CA-95E1-C43C1C06ECAD}" type="presOf" srcId="{409DCBE9-1388-4395-9628-E8F5F0254E00}" destId="{0E846A5F-CD9F-4919-9BC8-17BB63D0D78D}" srcOrd="0" destOrd="0" presId="urn:microsoft.com/office/officeart/2005/8/layout/lProcess1"/>
    <dgm:cxn modelId="{5D460B0B-5BEF-4F61-B159-6232B86277CC}" srcId="{E3A4F628-4CF7-499D-8F8C-EDD8D01EA6E7}" destId="{243D6EB6-251E-43C8-8C27-4AD8ADBDC543}" srcOrd="0" destOrd="0" parTransId="{2B1DC00F-65B3-422E-8292-72CED18A545F}" sibTransId="{8A51C061-3993-49ED-86EC-46AC9EA23BAD}"/>
    <dgm:cxn modelId="{51EE53A0-7E72-48C5-8F45-062EF61D885B}" srcId="{E3A4F628-4CF7-499D-8F8C-EDD8D01EA6E7}" destId="{E7099991-7C04-4C39-9894-DC73A1D56D66}" srcOrd="3" destOrd="0" parTransId="{D164AABE-5A1A-40B5-BFFE-B8639FEE9CF9}" sibTransId="{B158FE80-79BB-4FD3-9EEE-D99614E88849}"/>
    <dgm:cxn modelId="{FD75F438-98EF-4C57-859A-487B3753FE6F}" type="presOf" srcId="{E3A4F628-4CF7-499D-8F8C-EDD8D01EA6E7}" destId="{8D9ACEB5-C853-45B3-9FF8-27247E82B0B0}" srcOrd="0" destOrd="0" presId="urn:microsoft.com/office/officeart/2005/8/layout/lProcess1"/>
    <dgm:cxn modelId="{A1A6A43A-37F2-433F-AFD5-739182EDFC40}" type="presOf" srcId="{0B0E2DF2-94CC-458A-B98D-1CE763CACFE6}" destId="{39B5C0F9-5482-4EF8-B1CD-2A621076E97F}" srcOrd="0" destOrd="0" presId="urn:microsoft.com/office/officeart/2005/8/layout/lProcess1"/>
    <dgm:cxn modelId="{46976655-7499-4DBC-851A-21D83CF8881D}" type="presOf" srcId="{B34B6BB2-B6D4-492B-A068-11FB90D853C2}" destId="{AD26EE53-AFC3-4227-B9D7-33992E4DA3F7}" srcOrd="0" destOrd="0" presId="urn:microsoft.com/office/officeart/2005/8/layout/lProcess1"/>
    <dgm:cxn modelId="{FC858C75-370B-49A3-9BB5-4F8325D9081C}" srcId="{02CAE389-28F5-402F-A6EA-B0A76B731A03}" destId="{4A29DEE1-8322-488F-9857-1D5E908EF399}" srcOrd="1" destOrd="0" parTransId="{EBE4D2FC-8343-4896-8381-BB1B1203F19C}" sibTransId="{344A9768-5142-4792-80BA-2FA952249311}"/>
    <dgm:cxn modelId="{9CAF605B-7278-47AA-9E39-66FD469AEE5A}" srcId="{AEE61098-7DB2-4F74-9F6D-4D6222D7F9C7}" destId="{02CAE389-28F5-402F-A6EA-B0A76B731A03}" srcOrd="1" destOrd="0" parTransId="{F176F895-12F9-4A2B-9A5F-821A53DE2BC5}" sibTransId="{9DB3D473-970D-478B-9FBC-D6A2D300B127}"/>
    <dgm:cxn modelId="{C1F43628-34F3-4B0A-8015-B4CFA41194C4}" srcId="{E3A4F628-4CF7-499D-8F8C-EDD8D01EA6E7}" destId="{B6C13173-5160-4306-B32F-3B039F12BD08}" srcOrd="1" destOrd="0" parTransId="{148421EF-2D08-43F3-921C-C186064EE1F3}" sibTransId="{C84980D2-FE6C-4612-8CAF-37632CCE296E}"/>
    <dgm:cxn modelId="{3DAFF526-C450-4FD9-B338-0982919690B2}" type="presOf" srcId="{F63C396C-2300-4543-8ADF-C8E7936DAE85}" destId="{E069434E-F929-4AD5-903E-8E7473E237CC}" srcOrd="0" destOrd="0" presId="urn:microsoft.com/office/officeart/2005/8/layout/lProcess1"/>
    <dgm:cxn modelId="{EDACDB82-8F6D-46BB-8E15-DE1E7214FD72}" srcId="{C597625E-A6A0-41C9-BB40-A070910D5E6C}" destId="{F63C396C-2300-4543-8ADF-C8E7936DAE85}" srcOrd="0" destOrd="0" parTransId="{7412F1F0-DDC8-42E6-951A-290A27019E71}" sibTransId="{5E1373C0-5583-48EB-9EC2-663ECB397A04}"/>
    <dgm:cxn modelId="{C88262A8-1ACB-4D2F-87E1-1CB71EAA099B}" srcId="{02CAE389-28F5-402F-A6EA-B0A76B731A03}" destId="{EAFEF04B-6084-4435-88BF-57EC374580D9}" srcOrd="4" destOrd="0" parTransId="{B29DE15B-1E4D-4037-B8E5-81818E535036}" sibTransId="{DDB6963C-7CD0-4F58-A149-01DA7F5610A1}"/>
    <dgm:cxn modelId="{FA5113E8-15D7-4BB6-AC02-FD1417C3EB8A}" type="presOf" srcId="{4A29DEE1-8322-488F-9857-1D5E908EF399}" destId="{FFC7E99F-5BEB-467B-9683-E4B9C30A4963}" srcOrd="0" destOrd="0" presId="urn:microsoft.com/office/officeart/2005/8/layout/lProcess1"/>
    <dgm:cxn modelId="{9D19859B-8752-450C-A9DE-FDFBCA1D5A96}" type="presOf" srcId="{C60EB97D-FB2C-418D-BA1A-9CBD0BB79EC0}" destId="{D9A052FD-E687-437A-9608-7CFB3A14296B}" srcOrd="0" destOrd="0" presId="urn:microsoft.com/office/officeart/2005/8/layout/lProcess1"/>
    <dgm:cxn modelId="{194ED961-6AF0-4B9C-89E4-72A06ADD6775}" type="presOf" srcId="{243D6EB6-251E-43C8-8C27-4AD8ADBDC543}" destId="{2F48D544-1FCE-491B-8540-177103BC4E9A}" srcOrd="0" destOrd="0" presId="urn:microsoft.com/office/officeart/2005/8/layout/lProcess1"/>
    <dgm:cxn modelId="{DB24300F-BD65-409E-91D0-4FC0B7690803}" srcId="{E3A4F628-4CF7-499D-8F8C-EDD8D01EA6E7}" destId="{5E973A5A-274C-4580-836A-A100C1A63152}" srcOrd="2" destOrd="0" parTransId="{5963D13D-3BCE-4206-87FF-3B86F2D2B5A6}" sibTransId="{8196E623-2952-40BF-B1F8-D2B76D22733F}"/>
    <dgm:cxn modelId="{066022D6-763A-4549-B96C-6A1961623C37}" type="presOf" srcId="{9275039C-21E1-4CC5-AECE-84E0548BBE57}" destId="{4D6A7B9A-BBBB-40F2-B588-8036070B31D6}" srcOrd="0" destOrd="0" presId="urn:microsoft.com/office/officeart/2005/8/layout/lProcess1"/>
    <dgm:cxn modelId="{213A493C-4457-4644-9250-300A8F5EB565}" type="presOf" srcId="{02CAE389-28F5-402F-A6EA-B0A76B731A03}" destId="{DBC528E2-C8EC-41C9-BFEE-DE6D5DF10342}" srcOrd="0" destOrd="0" presId="urn:microsoft.com/office/officeart/2005/8/layout/lProcess1"/>
    <dgm:cxn modelId="{53735A07-AB7C-42D8-9FFD-1D3048CD4A7C}" srcId="{02CAE389-28F5-402F-A6EA-B0A76B731A03}" destId="{9275039C-21E1-4CC5-AECE-84E0548BBE57}" srcOrd="3" destOrd="0" parTransId="{4E615332-012B-4442-9906-BE499BEC494F}" sibTransId="{D9AE2598-1DD9-4CAB-96F5-647A344AADC4}"/>
    <dgm:cxn modelId="{0A4CBBF2-3C7B-41EE-B554-1ABAAD07BE0C}" type="presOf" srcId="{8196E623-2952-40BF-B1F8-D2B76D22733F}" destId="{1EE688CE-E6AC-4989-A511-C7BDF5864463}" srcOrd="0" destOrd="0" presId="urn:microsoft.com/office/officeart/2005/8/layout/lProcess1"/>
    <dgm:cxn modelId="{9B547957-3FEA-4F22-AC66-F213C9B9512F}" type="presOf" srcId="{8A51C061-3993-49ED-86EC-46AC9EA23BAD}" destId="{23798C74-C488-45E0-98EB-C3E794BC89C2}" srcOrd="0" destOrd="0" presId="urn:microsoft.com/office/officeart/2005/8/layout/lProcess1"/>
    <dgm:cxn modelId="{70CB789A-977C-4960-BDC5-4ACB817779B5}" type="presOf" srcId="{C84980D2-FE6C-4612-8CAF-37632CCE296E}" destId="{1EAF3F21-6E53-40E4-A7E9-967797DCD0B5}" srcOrd="0" destOrd="0" presId="urn:microsoft.com/office/officeart/2005/8/layout/lProcess1"/>
    <dgm:cxn modelId="{3D4B6D74-6742-4D89-A5CC-8BCA29D96202}" srcId="{02CAE389-28F5-402F-A6EA-B0A76B731A03}" destId="{C60EB97D-FB2C-418D-BA1A-9CBD0BB79EC0}" srcOrd="0" destOrd="0" parTransId="{409DCBE9-1388-4395-9628-E8F5F0254E00}" sibTransId="{2A6D4135-E523-48C3-915A-B8A81174FE7B}"/>
    <dgm:cxn modelId="{A42B24C6-9134-410C-A650-3180C8556A11}" type="presOf" srcId="{2A6D4135-E523-48C3-915A-B8A81174FE7B}" destId="{F9E3D531-ADB9-48BF-9C28-F23A6B5AFFEB}" srcOrd="0" destOrd="0" presId="urn:microsoft.com/office/officeart/2005/8/layout/lProcess1"/>
    <dgm:cxn modelId="{671FA6B5-BBA8-433B-912E-75616F615C39}" srcId="{C597625E-A6A0-41C9-BB40-A070910D5E6C}" destId="{7BC0BA5E-7C56-4FC6-A692-456A9A0DC2B1}" srcOrd="3" destOrd="0" parTransId="{6F6ED00A-06C1-4F63-8D4B-7B726DA76F91}" sibTransId="{29D25BD4-F58E-4356-BFC7-F89B634D4DC8}"/>
    <dgm:cxn modelId="{8815EBB1-E382-4D5D-B236-D3453128309E}" type="presOf" srcId="{EAFEF04B-6084-4435-88BF-57EC374580D9}" destId="{B690E24D-57DA-4494-81D5-62CFD45149F8}" srcOrd="0" destOrd="0" presId="urn:microsoft.com/office/officeart/2005/8/layout/lProcess1"/>
    <dgm:cxn modelId="{2356EA2E-B9E8-4B6E-B134-AC383A182D87}" srcId="{AEE61098-7DB2-4F74-9F6D-4D6222D7F9C7}" destId="{E3A4F628-4CF7-499D-8F8C-EDD8D01EA6E7}" srcOrd="2" destOrd="0" parTransId="{C742C29E-78B3-4932-805B-4E86DAAA9E4B}" sibTransId="{970F73A4-A0E1-454F-8D86-6D621427540B}"/>
    <dgm:cxn modelId="{95FA96CD-4274-4021-860C-093FE4EE507F}" type="presOf" srcId="{E7099991-7C04-4C39-9894-DC73A1D56D66}" destId="{4FFA5465-7AD8-4BE4-A51F-B00177EEF03A}" srcOrd="0" destOrd="0" presId="urn:microsoft.com/office/officeart/2005/8/layout/lProcess1"/>
    <dgm:cxn modelId="{81A3D25D-D877-4A71-AE4D-0AE2140499FD}" type="presOf" srcId="{2B1DC00F-65B3-422E-8292-72CED18A545F}" destId="{AFD74853-93CE-4968-BADE-8BEC00A91094}" srcOrd="0" destOrd="0" presId="urn:microsoft.com/office/officeart/2005/8/layout/lProcess1"/>
    <dgm:cxn modelId="{C94559CD-86DC-4955-A628-A68A0B5856AE}" type="presOf" srcId="{B6C13173-5160-4306-B32F-3B039F12BD08}" destId="{D6A93161-72AA-4877-8609-1582FDD7DB24}" srcOrd="0" destOrd="0" presId="urn:microsoft.com/office/officeart/2005/8/layout/lProcess1"/>
    <dgm:cxn modelId="{49243483-9B67-4BBE-8E4D-47323E01CF4C}" type="presOf" srcId="{344A9768-5142-4792-80BA-2FA952249311}" destId="{D2196CEC-9149-4FD5-93AB-C6EAF4630CF6}" srcOrd="0" destOrd="0" presId="urn:microsoft.com/office/officeart/2005/8/layout/lProcess1"/>
    <dgm:cxn modelId="{F6CFF5C7-FDF7-459D-B320-CDCD9A511958}" srcId="{C597625E-A6A0-41C9-BB40-A070910D5E6C}" destId="{19B6C9C8-3F7C-46B0-849F-FE7B3E9C8C6A}" srcOrd="2" destOrd="0" parTransId="{7653CEC9-0DDC-40F9-9B3F-20EA50CA1817}" sibTransId="{B34B6BB2-B6D4-492B-A068-11FB90D853C2}"/>
    <dgm:cxn modelId="{7907F117-15AE-47F5-A7C9-00305FF7746F}" type="presOf" srcId="{7BC0BA5E-7C56-4FC6-A692-456A9A0DC2B1}" destId="{43A785A3-9632-442F-86F9-7BB884C262E1}" srcOrd="0" destOrd="0" presId="urn:microsoft.com/office/officeart/2005/8/layout/lProcess1"/>
    <dgm:cxn modelId="{8DBE40AC-82AF-4438-AA9C-9939EEB207B6}" type="presOf" srcId="{D9AE2598-1DD9-4CAB-96F5-647A344AADC4}" destId="{9DDA3E46-D6CF-49D7-99A4-4C352103E088}" srcOrd="0" destOrd="0" presId="urn:microsoft.com/office/officeart/2005/8/layout/lProcess1"/>
    <dgm:cxn modelId="{8F67E799-5C47-43F7-96FA-CAEFF92086BC}" type="presOf" srcId="{69F84079-441C-4D04-9DFF-47B44B579EE9}" destId="{B51A5F2B-3A15-45AE-8963-61148B78400E}" srcOrd="0" destOrd="0" presId="urn:microsoft.com/office/officeart/2005/8/layout/lProcess1"/>
    <dgm:cxn modelId="{5288DD3A-A23B-4358-978A-74123E8BA7AB}" type="presOf" srcId="{7412F1F0-DDC8-42E6-951A-290A27019E71}" destId="{44D42802-A81D-48D4-BC79-8F483ADCDAA4}" srcOrd="0" destOrd="0" presId="urn:microsoft.com/office/officeart/2005/8/layout/lProcess1"/>
    <dgm:cxn modelId="{E7880105-F9C5-424D-80FE-35008FC93631}" type="presOf" srcId="{5E1373C0-5583-48EB-9EC2-663ECB397A04}" destId="{CC3EB8D8-0F69-430B-84D2-019858C352F3}" srcOrd="0" destOrd="0" presId="urn:microsoft.com/office/officeart/2005/8/layout/lProcess1"/>
    <dgm:cxn modelId="{3D7A0727-3B7E-4C94-844F-92CE9B8CB6E4}" type="presOf" srcId="{C597625E-A6A0-41C9-BB40-A070910D5E6C}" destId="{58C914B8-EBE9-430A-9F43-40DE5224DA78}" srcOrd="0" destOrd="0" presId="urn:microsoft.com/office/officeart/2005/8/layout/lProcess1"/>
    <dgm:cxn modelId="{BD405613-DB13-4A2B-B9D5-50BAEB2D45C5}" srcId="{02CAE389-28F5-402F-A6EA-B0A76B731A03}" destId="{0B0E2DF2-94CC-458A-B98D-1CE763CACFE6}" srcOrd="2" destOrd="0" parTransId="{EE594D4E-7107-4724-9AB6-70462A86E053}" sibTransId="{69F84079-441C-4D04-9DFF-47B44B579EE9}"/>
    <dgm:cxn modelId="{87CB3A61-0D6A-4659-ADA7-A3C23334E09C}" type="presOf" srcId="{5E973A5A-274C-4580-836A-A100C1A63152}" destId="{96F4319B-5935-438F-ADD8-F02F84FA26BC}" srcOrd="0" destOrd="0" presId="urn:microsoft.com/office/officeart/2005/8/layout/lProcess1"/>
    <dgm:cxn modelId="{6BE40D44-11A1-4A4A-8E61-B79714E57656}" type="presOf" srcId="{AEE61098-7DB2-4F74-9F6D-4D6222D7F9C7}" destId="{9CDB2D8A-70E6-4B57-AE3D-5B1FC2FA9D90}" srcOrd="0" destOrd="0" presId="urn:microsoft.com/office/officeart/2005/8/layout/lProcess1"/>
    <dgm:cxn modelId="{4E98B534-B81B-442B-89C5-293433EB4F28}" type="presOf" srcId="{19B6C9C8-3F7C-46B0-849F-FE7B3E9C8C6A}" destId="{4E526C40-8F85-44B0-A841-B8D609249AAF}" srcOrd="0" destOrd="0" presId="urn:microsoft.com/office/officeart/2005/8/layout/lProcess1"/>
    <dgm:cxn modelId="{F2F142D6-B1FD-4408-A8A5-98FD2F82694B}" type="presOf" srcId="{3E34D0F5-073C-47F0-9044-4D6B639A81FC}" destId="{9CD1DF1C-5464-4E01-B9C1-125B1A112A74}" srcOrd="0" destOrd="0" presId="urn:microsoft.com/office/officeart/2005/8/layout/lProcess1"/>
    <dgm:cxn modelId="{EC892126-F139-42CF-9862-E60B04E3D13C}" type="presParOf" srcId="{9CDB2D8A-70E6-4B57-AE3D-5B1FC2FA9D90}" destId="{13D472FE-6CAE-465B-A21D-04AA3924F8B1}" srcOrd="0" destOrd="0" presId="urn:microsoft.com/office/officeart/2005/8/layout/lProcess1"/>
    <dgm:cxn modelId="{3045A11B-4533-447F-B464-DDBAD95F6628}" type="presParOf" srcId="{13D472FE-6CAE-465B-A21D-04AA3924F8B1}" destId="{58C914B8-EBE9-430A-9F43-40DE5224DA78}" srcOrd="0" destOrd="0" presId="urn:microsoft.com/office/officeart/2005/8/layout/lProcess1"/>
    <dgm:cxn modelId="{EC0C2E70-8DE6-4D40-A8A7-407A7AE6F16E}" type="presParOf" srcId="{13D472FE-6CAE-465B-A21D-04AA3924F8B1}" destId="{44D42802-A81D-48D4-BC79-8F483ADCDAA4}" srcOrd="1" destOrd="0" presId="urn:microsoft.com/office/officeart/2005/8/layout/lProcess1"/>
    <dgm:cxn modelId="{DAA14145-B53E-412D-8F67-5ACA5C382D41}" type="presParOf" srcId="{13D472FE-6CAE-465B-A21D-04AA3924F8B1}" destId="{E069434E-F929-4AD5-903E-8E7473E237CC}" srcOrd="2" destOrd="0" presId="urn:microsoft.com/office/officeart/2005/8/layout/lProcess1"/>
    <dgm:cxn modelId="{67086464-6C17-424A-849D-3FB4AABE343F}" type="presParOf" srcId="{13D472FE-6CAE-465B-A21D-04AA3924F8B1}" destId="{CC3EB8D8-0F69-430B-84D2-019858C352F3}" srcOrd="3" destOrd="0" presId="urn:microsoft.com/office/officeart/2005/8/layout/lProcess1"/>
    <dgm:cxn modelId="{96E88E1A-5757-4A61-A289-06C37B6D2150}" type="presParOf" srcId="{13D472FE-6CAE-465B-A21D-04AA3924F8B1}" destId="{9CD1DF1C-5464-4E01-B9C1-125B1A112A74}" srcOrd="4" destOrd="0" presId="urn:microsoft.com/office/officeart/2005/8/layout/lProcess1"/>
    <dgm:cxn modelId="{9331C931-63E6-485B-BFD5-2FEFAD7D18ED}" type="presParOf" srcId="{13D472FE-6CAE-465B-A21D-04AA3924F8B1}" destId="{4C5CD81D-434A-4A7A-AEED-0792D8921A1C}" srcOrd="5" destOrd="0" presId="urn:microsoft.com/office/officeart/2005/8/layout/lProcess1"/>
    <dgm:cxn modelId="{F4C55381-9822-4C62-8A27-6866E59EF029}" type="presParOf" srcId="{13D472FE-6CAE-465B-A21D-04AA3924F8B1}" destId="{4E526C40-8F85-44B0-A841-B8D609249AAF}" srcOrd="6" destOrd="0" presId="urn:microsoft.com/office/officeart/2005/8/layout/lProcess1"/>
    <dgm:cxn modelId="{5A616687-9FB7-4126-B702-0CA0F5830FB6}" type="presParOf" srcId="{13D472FE-6CAE-465B-A21D-04AA3924F8B1}" destId="{AD26EE53-AFC3-4227-B9D7-33992E4DA3F7}" srcOrd="7" destOrd="0" presId="urn:microsoft.com/office/officeart/2005/8/layout/lProcess1"/>
    <dgm:cxn modelId="{75970E32-7E64-42BE-8D05-4E0A579EFCD3}" type="presParOf" srcId="{13D472FE-6CAE-465B-A21D-04AA3924F8B1}" destId="{43A785A3-9632-442F-86F9-7BB884C262E1}" srcOrd="8" destOrd="0" presId="urn:microsoft.com/office/officeart/2005/8/layout/lProcess1"/>
    <dgm:cxn modelId="{831E5FF1-BDE0-419E-96C4-92C9B8858349}" type="presParOf" srcId="{9CDB2D8A-70E6-4B57-AE3D-5B1FC2FA9D90}" destId="{18A576F2-DB20-46B9-8368-7CFF058CDE39}" srcOrd="1" destOrd="0" presId="urn:microsoft.com/office/officeart/2005/8/layout/lProcess1"/>
    <dgm:cxn modelId="{DC078635-CB2E-4ED9-B18B-0D89550678DB}" type="presParOf" srcId="{9CDB2D8A-70E6-4B57-AE3D-5B1FC2FA9D90}" destId="{C3761AEF-4316-4453-B943-6718C1CCA84D}" srcOrd="2" destOrd="0" presId="urn:microsoft.com/office/officeart/2005/8/layout/lProcess1"/>
    <dgm:cxn modelId="{7D4A320B-47C4-4CF4-A73D-B57378F27E21}" type="presParOf" srcId="{C3761AEF-4316-4453-B943-6718C1CCA84D}" destId="{DBC528E2-C8EC-41C9-BFEE-DE6D5DF10342}" srcOrd="0" destOrd="0" presId="urn:microsoft.com/office/officeart/2005/8/layout/lProcess1"/>
    <dgm:cxn modelId="{1717D086-735E-41D7-95EB-647C4039642A}" type="presParOf" srcId="{C3761AEF-4316-4453-B943-6718C1CCA84D}" destId="{0E846A5F-CD9F-4919-9BC8-17BB63D0D78D}" srcOrd="1" destOrd="0" presId="urn:microsoft.com/office/officeart/2005/8/layout/lProcess1"/>
    <dgm:cxn modelId="{E4473C18-C59B-4C9E-AADF-986C53C7A5F2}" type="presParOf" srcId="{C3761AEF-4316-4453-B943-6718C1CCA84D}" destId="{D9A052FD-E687-437A-9608-7CFB3A14296B}" srcOrd="2" destOrd="0" presId="urn:microsoft.com/office/officeart/2005/8/layout/lProcess1"/>
    <dgm:cxn modelId="{7295D62A-B51F-4944-A81B-60E98B538214}" type="presParOf" srcId="{C3761AEF-4316-4453-B943-6718C1CCA84D}" destId="{F9E3D531-ADB9-48BF-9C28-F23A6B5AFFEB}" srcOrd="3" destOrd="0" presId="urn:microsoft.com/office/officeart/2005/8/layout/lProcess1"/>
    <dgm:cxn modelId="{7881FF0A-2A82-4000-BC31-B65B8CD743E4}" type="presParOf" srcId="{C3761AEF-4316-4453-B943-6718C1CCA84D}" destId="{FFC7E99F-5BEB-467B-9683-E4B9C30A4963}" srcOrd="4" destOrd="0" presId="urn:microsoft.com/office/officeart/2005/8/layout/lProcess1"/>
    <dgm:cxn modelId="{E1CDDDE2-F585-42AA-AC0B-2A9070243E1E}" type="presParOf" srcId="{C3761AEF-4316-4453-B943-6718C1CCA84D}" destId="{D2196CEC-9149-4FD5-93AB-C6EAF4630CF6}" srcOrd="5" destOrd="0" presId="urn:microsoft.com/office/officeart/2005/8/layout/lProcess1"/>
    <dgm:cxn modelId="{03698E72-AF38-440D-BE64-CFFCF479FADE}" type="presParOf" srcId="{C3761AEF-4316-4453-B943-6718C1CCA84D}" destId="{39B5C0F9-5482-4EF8-B1CD-2A621076E97F}" srcOrd="6" destOrd="0" presId="urn:microsoft.com/office/officeart/2005/8/layout/lProcess1"/>
    <dgm:cxn modelId="{2970BD78-E0F4-4FBD-8DFA-5DB4356E0741}" type="presParOf" srcId="{C3761AEF-4316-4453-B943-6718C1CCA84D}" destId="{B51A5F2B-3A15-45AE-8963-61148B78400E}" srcOrd="7" destOrd="0" presId="urn:microsoft.com/office/officeart/2005/8/layout/lProcess1"/>
    <dgm:cxn modelId="{09D724A2-3CDC-4A18-B0F2-D876E5FB5D9A}" type="presParOf" srcId="{C3761AEF-4316-4453-B943-6718C1CCA84D}" destId="{4D6A7B9A-BBBB-40F2-B588-8036070B31D6}" srcOrd="8" destOrd="0" presId="urn:microsoft.com/office/officeart/2005/8/layout/lProcess1"/>
    <dgm:cxn modelId="{A1FF8C6C-0802-4544-8006-CCC39CF9C7A0}" type="presParOf" srcId="{C3761AEF-4316-4453-B943-6718C1CCA84D}" destId="{9DDA3E46-D6CF-49D7-99A4-4C352103E088}" srcOrd="9" destOrd="0" presId="urn:microsoft.com/office/officeart/2005/8/layout/lProcess1"/>
    <dgm:cxn modelId="{29B76BB9-A4BA-423B-A8E9-99F801612211}" type="presParOf" srcId="{C3761AEF-4316-4453-B943-6718C1CCA84D}" destId="{B690E24D-57DA-4494-81D5-62CFD45149F8}" srcOrd="10" destOrd="0" presId="urn:microsoft.com/office/officeart/2005/8/layout/lProcess1"/>
    <dgm:cxn modelId="{788253EA-0C2D-43E0-86F4-6F2D33F05090}" type="presParOf" srcId="{9CDB2D8A-70E6-4B57-AE3D-5B1FC2FA9D90}" destId="{EE14E5A6-73D4-4E3E-9C31-7D56562F88EF}" srcOrd="3" destOrd="0" presId="urn:microsoft.com/office/officeart/2005/8/layout/lProcess1"/>
    <dgm:cxn modelId="{BC785C67-BE46-42F7-A170-F1FF49755EAF}" type="presParOf" srcId="{9CDB2D8A-70E6-4B57-AE3D-5B1FC2FA9D90}" destId="{AB1C1EAA-4D54-4B3D-B8FC-25BFD49FDE4F}" srcOrd="4" destOrd="0" presId="urn:microsoft.com/office/officeart/2005/8/layout/lProcess1"/>
    <dgm:cxn modelId="{25E46363-EE5A-4FC2-8BE1-84D66AEFB403}" type="presParOf" srcId="{AB1C1EAA-4D54-4B3D-B8FC-25BFD49FDE4F}" destId="{8D9ACEB5-C853-45B3-9FF8-27247E82B0B0}" srcOrd="0" destOrd="0" presId="urn:microsoft.com/office/officeart/2005/8/layout/lProcess1"/>
    <dgm:cxn modelId="{EE3BE6D7-F47F-4E77-A52D-DCB4668CEA94}" type="presParOf" srcId="{AB1C1EAA-4D54-4B3D-B8FC-25BFD49FDE4F}" destId="{AFD74853-93CE-4968-BADE-8BEC00A91094}" srcOrd="1" destOrd="0" presId="urn:microsoft.com/office/officeart/2005/8/layout/lProcess1"/>
    <dgm:cxn modelId="{CD9CA4D5-2627-427B-9CF7-DBA4FCF63481}" type="presParOf" srcId="{AB1C1EAA-4D54-4B3D-B8FC-25BFD49FDE4F}" destId="{2F48D544-1FCE-491B-8540-177103BC4E9A}" srcOrd="2" destOrd="0" presId="urn:microsoft.com/office/officeart/2005/8/layout/lProcess1"/>
    <dgm:cxn modelId="{CC115332-F0AB-4931-9097-3F1BF7CD13DF}" type="presParOf" srcId="{AB1C1EAA-4D54-4B3D-B8FC-25BFD49FDE4F}" destId="{23798C74-C488-45E0-98EB-C3E794BC89C2}" srcOrd="3" destOrd="0" presId="urn:microsoft.com/office/officeart/2005/8/layout/lProcess1"/>
    <dgm:cxn modelId="{5AAF7A0F-FC49-4E80-87A3-258B9CB70547}" type="presParOf" srcId="{AB1C1EAA-4D54-4B3D-B8FC-25BFD49FDE4F}" destId="{D6A93161-72AA-4877-8609-1582FDD7DB24}" srcOrd="4" destOrd="0" presId="urn:microsoft.com/office/officeart/2005/8/layout/lProcess1"/>
    <dgm:cxn modelId="{74994BED-8B67-4FD6-ACCD-3493A4908238}" type="presParOf" srcId="{AB1C1EAA-4D54-4B3D-B8FC-25BFD49FDE4F}" destId="{1EAF3F21-6E53-40E4-A7E9-967797DCD0B5}" srcOrd="5" destOrd="0" presId="urn:microsoft.com/office/officeart/2005/8/layout/lProcess1"/>
    <dgm:cxn modelId="{D5324238-AA4D-47F4-919A-8BD3B4201BBF}" type="presParOf" srcId="{AB1C1EAA-4D54-4B3D-B8FC-25BFD49FDE4F}" destId="{96F4319B-5935-438F-ADD8-F02F84FA26BC}" srcOrd="6" destOrd="0" presId="urn:microsoft.com/office/officeart/2005/8/layout/lProcess1"/>
    <dgm:cxn modelId="{B627A2F9-1DD7-480F-8B3B-4E3BC0388276}" type="presParOf" srcId="{AB1C1EAA-4D54-4B3D-B8FC-25BFD49FDE4F}" destId="{1EE688CE-E6AC-4989-A511-C7BDF5864463}" srcOrd="7" destOrd="0" presId="urn:microsoft.com/office/officeart/2005/8/layout/lProcess1"/>
    <dgm:cxn modelId="{51377517-6B48-4884-B641-323FDF1986BF}" type="presParOf" srcId="{AB1C1EAA-4D54-4B3D-B8FC-25BFD49FDE4F}" destId="{4FFA5465-7AD8-4BE4-A51F-B00177EEF03A}" srcOrd="8" destOrd="0" presId="urn:microsoft.com/office/officeart/2005/8/layout/lProcess1"/>
  </dgm:cxnLst>
  <dgm:bg/>
  <dgm:whole/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19F70FB-E303-48F7-90C6-78007EC16D9D}" type="doc">
      <dgm:prSet loTypeId="urn:microsoft.com/office/officeart/2005/8/layout/cycle4" loCatId="relationship" qsTypeId="urn:microsoft.com/office/officeart/2005/8/quickstyle/simple4" qsCatId="simple" csTypeId="urn:microsoft.com/office/officeart/2005/8/colors/accent2_4" csCatId="accent2" phldr="1"/>
      <dgm:spPr/>
      <dgm:t>
        <a:bodyPr/>
        <a:lstStyle/>
        <a:p>
          <a:endParaRPr lang="en-US"/>
        </a:p>
      </dgm:t>
    </dgm:pt>
    <dgm:pt modelId="{CFC63E35-F50B-4A3D-B605-2E21390FF51C}">
      <dgm:prSet phldrT="[Text]"/>
      <dgm:spPr>
        <a:solidFill>
          <a:srgbClr val="557CB0"/>
        </a:solidFill>
      </dgm:spPr>
      <dgm:t>
        <a:bodyPr/>
        <a:lstStyle/>
        <a:p>
          <a:r>
            <a:rPr lang="en-US" dirty="0" smtClean="0"/>
            <a:t>Process</a:t>
          </a:r>
          <a:endParaRPr lang="en-US" dirty="0"/>
        </a:p>
      </dgm:t>
    </dgm:pt>
    <dgm:pt modelId="{DA4A5A22-3765-4C28-87B2-BB8A90FA5DF4}" type="parTrans" cxnId="{C0D7F67A-D7A1-4BEC-8101-2A5F4EE7BD7B}">
      <dgm:prSet/>
      <dgm:spPr/>
      <dgm:t>
        <a:bodyPr/>
        <a:lstStyle/>
        <a:p>
          <a:endParaRPr lang="en-US"/>
        </a:p>
      </dgm:t>
    </dgm:pt>
    <dgm:pt modelId="{99E37710-9A2D-42BE-8335-724B134FA195}" type="sibTrans" cxnId="{C0D7F67A-D7A1-4BEC-8101-2A5F4EE7BD7B}">
      <dgm:prSet/>
      <dgm:spPr/>
      <dgm:t>
        <a:bodyPr/>
        <a:lstStyle/>
        <a:p>
          <a:endParaRPr lang="en-US"/>
        </a:p>
      </dgm:t>
    </dgm:pt>
    <dgm:pt modelId="{905CFE36-F016-47E9-9634-A373737F6BB8}">
      <dgm:prSet phldrT="[Text]"/>
      <dgm:spPr/>
      <dgm:t>
        <a:bodyPr/>
        <a:lstStyle/>
        <a:p>
          <a:r>
            <a:rPr lang="en-US" dirty="0" smtClean="0"/>
            <a:t>Process Flow</a:t>
          </a:r>
          <a:endParaRPr lang="en-US" dirty="0"/>
        </a:p>
      </dgm:t>
    </dgm:pt>
    <dgm:pt modelId="{BC17E3C0-DB10-4625-A199-D10406F83502}" type="parTrans" cxnId="{B9215A7D-F66D-4F16-923D-BF2DA3BB4BF1}">
      <dgm:prSet/>
      <dgm:spPr/>
      <dgm:t>
        <a:bodyPr/>
        <a:lstStyle/>
        <a:p>
          <a:endParaRPr lang="en-US"/>
        </a:p>
      </dgm:t>
    </dgm:pt>
    <dgm:pt modelId="{0B89C7ED-189E-4575-9DBB-0F36090BDB84}" type="sibTrans" cxnId="{B9215A7D-F66D-4F16-923D-BF2DA3BB4BF1}">
      <dgm:prSet/>
      <dgm:spPr/>
      <dgm:t>
        <a:bodyPr/>
        <a:lstStyle/>
        <a:p>
          <a:endParaRPr lang="en-US"/>
        </a:p>
      </dgm:t>
    </dgm:pt>
    <dgm:pt modelId="{2463C3F7-D837-4898-AEBB-317228108CF2}">
      <dgm:prSet phldrT="[Text]"/>
      <dgm:spPr>
        <a:solidFill>
          <a:srgbClr val="8AB33C"/>
        </a:solidFill>
      </dgm:spPr>
      <dgm:t>
        <a:bodyPr/>
        <a:lstStyle/>
        <a:p>
          <a:r>
            <a:rPr lang="en-US" dirty="0" smtClean="0">
              <a:solidFill>
                <a:srgbClr val="1A4170"/>
              </a:solidFill>
            </a:rPr>
            <a:t>Target Market</a:t>
          </a:r>
          <a:endParaRPr lang="en-US" dirty="0">
            <a:solidFill>
              <a:srgbClr val="1A4170"/>
            </a:solidFill>
          </a:endParaRPr>
        </a:p>
      </dgm:t>
    </dgm:pt>
    <dgm:pt modelId="{7BBA22DB-0A77-47F0-90B6-0547C8A63AA0}" type="parTrans" cxnId="{44468A23-C116-4D28-98C7-D5911172E32E}">
      <dgm:prSet/>
      <dgm:spPr/>
      <dgm:t>
        <a:bodyPr/>
        <a:lstStyle/>
        <a:p>
          <a:endParaRPr lang="en-US"/>
        </a:p>
      </dgm:t>
    </dgm:pt>
    <dgm:pt modelId="{79ED9D2F-9E3F-4AFE-B99E-8FC5C03FC712}" type="sibTrans" cxnId="{44468A23-C116-4D28-98C7-D5911172E32E}">
      <dgm:prSet/>
      <dgm:spPr/>
      <dgm:t>
        <a:bodyPr/>
        <a:lstStyle/>
        <a:p>
          <a:endParaRPr lang="en-US"/>
        </a:p>
      </dgm:t>
    </dgm:pt>
    <dgm:pt modelId="{229332B3-6BDC-448F-A93D-73229AF455BA}">
      <dgm:prSet phldrT="[Text]"/>
      <dgm:spPr/>
      <dgm:t>
        <a:bodyPr/>
        <a:lstStyle/>
        <a:p>
          <a:r>
            <a:rPr lang="en-US" dirty="0" smtClean="0"/>
            <a:t>Site Marketing Specifications &amp; Plans</a:t>
          </a:r>
          <a:endParaRPr lang="en-US" dirty="0"/>
        </a:p>
      </dgm:t>
    </dgm:pt>
    <dgm:pt modelId="{44A808A2-6B92-480E-8D96-5795722F21CC}" type="parTrans" cxnId="{D8DDF7B9-3477-48E2-BFA8-AFB9AB77B0F9}">
      <dgm:prSet/>
      <dgm:spPr/>
      <dgm:t>
        <a:bodyPr/>
        <a:lstStyle/>
        <a:p>
          <a:endParaRPr lang="en-US"/>
        </a:p>
      </dgm:t>
    </dgm:pt>
    <dgm:pt modelId="{90B7EA77-7AA2-4774-AEB5-49AFC9C26B3E}" type="sibTrans" cxnId="{D8DDF7B9-3477-48E2-BFA8-AFB9AB77B0F9}">
      <dgm:prSet/>
      <dgm:spPr/>
      <dgm:t>
        <a:bodyPr/>
        <a:lstStyle/>
        <a:p>
          <a:endParaRPr lang="en-US"/>
        </a:p>
      </dgm:t>
    </dgm:pt>
    <dgm:pt modelId="{6CA1CE8B-B6C7-485E-A9B0-27C97A9BA173}">
      <dgm:prSet phldrT="[Text]"/>
      <dgm:spPr/>
      <dgm:t>
        <a:bodyPr/>
        <a:lstStyle/>
        <a:p>
          <a:r>
            <a:rPr lang="en-US" dirty="0" smtClean="0"/>
            <a:t>Navigation</a:t>
          </a:r>
          <a:endParaRPr lang="en-US" dirty="0"/>
        </a:p>
      </dgm:t>
    </dgm:pt>
    <dgm:pt modelId="{B0434853-A7D7-4C17-B346-DB906212B579}" type="parTrans" cxnId="{235375D5-0C54-47CE-B533-C6F80D49262C}">
      <dgm:prSet/>
      <dgm:spPr/>
      <dgm:t>
        <a:bodyPr/>
        <a:lstStyle/>
        <a:p>
          <a:endParaRPr lang="en-US"/>
        </a:p>
      </dgm:t>
    </dgm:pt>
    <dgm:pt modelId="{55E573BD-F4ED-4FE8-90C4-11F420F8203E}" type="sibTrans" cxnId="{235375D5-0C54-47CE-B533-C6F80D49262C}">
      <dgm:prSet/>
      <dgm:spPr/>
      <dgm:t>
        <a:bodyPr/>
        <a:lstStyle/>
        <a:p>
          <a:endParaRPr lang="en-US"/>
        </a:p>
      </dgm:t>
    </dgm:pt>
    <dgm:pt modelId="{7BDDD4CD-1232-4A8F-9FE6-011A421DF8B1}">
      <dgm:prSet phldrT="[Text]"/>
      <dgm:spPr>
        <a:solidFill>
          <a:srgbClr val="FEAD32"/>
        </a:solidFill>
      </dgm:spPr>
      <dgm:t>
        <a:bodyPr/>
        <a:lstStyle/>
        <a:p>
          <a:r>
            <a:rPr lang="en-US" dirty="0" smtClean="0">
              <a:solidFill>
                <a:srgbClr val="1A4170"/>
              </a:solidFill>
            </a:rPr>
            <a:t>User</a:t>
          </a:r>
          <a:endParaRPr lang="en-US" dirty="0">
            <a:solidFill>
              <a:srgbClr val="1A4170"/>
            </a:solidFill>
          </a:endParaRPr>
        </a:p>
      </dgm:t>
    </dgm:pt>
    <dgm:pt modelId="{1BDD7908-257B-4C89-B489-4330F9D914B1}" type="parTrans" cxnId="{425B6747-299D-4330-975D-188494146EF0}">
      <dgm:prSet/>
      <dgm:spPr/>
      <dgm:t>
        <a:bodyPr/>
        <a:lstStyle/>
        <a:p>
          <a:endParaRPr lang="en-US"/>
        </a:p>
      </dgm:t>
    </dgm:pt>
    <dgm:pt modelId="{91CF6195-65DA-4441-8D5D-0FC4589CD4E0}" type="sibTrans" cxnId="{425B6747-299D-4330-975D-188494146EF0}">
      <dgm:prSet/>
      <dgm:spPr/>
      <dgm:t>
        <a:bodyPr/>
        <a:lstStyle/>
        <a:p>
          <a:endParaRPr lang="en-US"/>
        </a:p>
      </dgm:t>
    </dgm:pt>
    <dgm:pt modelId="{8832A789-B7AD-45AA-9B12-F64BA542BDA4}">
      <dgm:prSet phldrT="[Text]"/>
      <dgm:spPr/>
      <dgm:t>
        <a:bodyPr/>
        <a:lstStyle/>
        <a:p>
          <a:r>
            <a:rPr lang="en-US" dirty="0" smtClean="0"/>
            <a:t>User Stories</a:t>
          </a:r>
          <a:endParaRPr lang="en-US" dirty="0"/>
        </a:p>
      </dgm:t>
    </dgm:pt>
    <dgm:pt modelId="{26C4D87A-6802-40C2-8CED-744773FB2F4F}" type="parTrans" cxnId="{E623E7A9-E89F-4A1C-931D-92A6641B43B9}">
      <dgm:prSet/>
      <dgm:spPr/>
      <dgm:t>
        <a:bodyPr/>
        <a:lstStyle/>
        <a:p>
          <a:endParaRPr lang="en-US"/>
        </a:p>
      </dgm:t>
    </dgm:pt>
    <dgm:pt modelId="{53D0ECB8-EDF8-483B-8C9E-86C5D45CA25B}" type="sibTrans" cxnId="{E623E7A9-E89F-4A1C-931D-92A6641B43B9}">
      <dgm:prSet/>
      <dgm:spPr/>
      <dgm:t>
        <a:bodyPr/>
        <a:lstStyle/>
        <a:p>
          <a:endParaRPr lang="en-US"/>
        </a:p>
      </dgm:t>
    </dgm:pt>
    <dgm:pt modelId="{81E0B535-B820-45D0-A5C6-4C838B214F63}">
      <dgm:prSet phldrT="[Text]"/>
      <dgm:spPr/>
      <dgm:t>
        <a:bodyPr/>
        <a:lstStyle/>
        <a:p>
          <a:r>
            <a:rPr lang="en-US" dirty="0" smtClean="0"/>
            <a:t>Interface Development</a:t>
          </a:r>
          <a:endParaRPr lang="en-US" dirty="0"/>
        </a:p>
      </dgm:t>
    </dgm:pt>
    <dgm:pt modelId="{8150F606-8164-4666-AACE-4434CC80D43A}" type="parTrans" cxnId="{09CA5675-5DF5-4043-8705-26775F49C4D5}">
      <dgm:prSet/>
      <dgm:spPr/>
      <dgm:t>
        <a:bodyPr/>
        <a:lstStyle/>
        <a:p>
          <a:endParaRPr lang="en-US"/>
        </a:p>
      </dgm:t>
    </dgm:pt>
    <dgm:pt modelId="{A4AAC18C-FC3E-457F-804C-28A36D28A102}" type="sibTrans" cxnId="{09CA5675-5DF5-4043-8705-26775F49C4D5}">
      <dgm:prSet/>
      <dgm:spPr/>
      <dgm:t>
        <a:bodyPr/>
        <a:lstStyle/>
        <a:p>
          <a:endParaRPr lang="en-US"/>
        </a:p>
      </dgm:t>
    </dgm:pt>
    <dgm:pt modelId="{98FF6775-63AE-45EA-BBE8-D5BD11BB2C8A}">
      <dgm:prSet phldrT="[Text]"/>
      <dgm:spPr/>
      <dgm:t>
        <a:bodyPr/>
        <a:lstStyle/>
        <a:p>
          <a:r>
            <a:rPr lang="en-US" dirty="0" smtClean="0"/>
            <a:t>Prototypes</a:t>
          </a:r>
          <a:endParaRPr lang="en-US" dirty="0"/>
        </a:p>
      </dgm:t>
    </dgm:pt>
    <dgm:pt modelId="{21698601-FA5E-43B2-A6B5-12D8F2A43E07}" type="parTrans" cxnId="{247FBAA5-47A7-45C7-858E-FCD0634729C7}">
      <dgm:prSet/>
      <dgm:spPr/>
      <dgm:t>
        <a:bodyPr/>
        <a:lstStyle/>
        <a:p>
          <a:endParaRPr lang="en-US"/>
        </a:p>
      </dgm:t>
    </dgm:pt>
    <dgm:pt modelId="{4067D0AA-6F50-4471-99E5-53CADDE4C754}" type="sibTrans" cxnId="{247FBAA5-47A7-45C7-858E-FCD0634729C7}">
      <dgm:prSet/>
      <dgm:spPr/>
      <dgm:t>
        <a:bodyPr/>
        <a:lstStyle/>
        <a:p>
          <a:endParaRPr lang="en-US"/>
        </a:p>
      </dgm:t>
    </dgm:pt>
    <dgm:pt modelId="{8EBF5C31-B7CD-492F-8696-CCE908D3F0F3}">
      <dgm:prSet phldrT="[Text]"/>
      <dgm:spPr>
        <a:solidFill>
          <a:srgbClr val="1A4170"/>
        </a:solidFill>
      </dgm:spPr>
      <dgm:t>
        <a:bodyPr/>
        <a:lstStyle/>
        <a:p>
          <a:r>
            <a:rPr lang="en-US" dirty="0" smtClean="0"/>
            <a:t>Interface</a:t>
          </a:r>
          <a:endParaRPr lang="en-US" dirty="0"/>
        </a:p>
      </dgm:t>
    </dgm:pt>
    <dgm:pt modelId="{C3CF8079-36D6-42B6-88A3-1241FF170597}" type="parTrans" cxnId="{140BA9F1-45D0-43C0-AD5C-06C58BC8B1ED}">
      <dgm:prSet/>
      <dgm:spPr/>
      <dgm:t>
        <a:bodyPr/>
        <a:lstStyle/>
        <a:p>
          <a:endParaRPr lang="en-US"/>
        </a:p>
      </dgm:t>
    </dgm:pt>
    <dgm:pt modelId="{780BF197-14C3-47A7-A347-677142B77648}" type="sibTrans" cxnId="{140BA9F1-45D0-43C0-AD5C-06C58BC8B1ED}">
      <dgm:prSet/>
      <dgm:spPr/>
      <dgm:t>
        <a:bodyPr/>
        <a:lstStyle/>
        <a:p>
          <a:endParaRPr lang="en-US"/>
        </a:p>
      </dgm:t>
    </dgm:pt>
    <dgm:pt modelId="{0A95571B-987D-4E9F-94C3-B85ED7465C65}">
      <dgm:prSet phldrT="[Text]"/>
      <dgm:spPr/>
      <dgm:t>
        <a:bodyPr/>
        <a:lstStyle/>
        <a:p>
          <a:r>
            <a:rPr lang="en-US" dirty="0" smtClean="0"/>
            <a:t>User Interface Design</a:t>
          </a:r>
          <a:endParaRPr lang="en-US" dirty="0"/>
        </a:p>
      </dgm:t>
    </dgm:pt>
    <dgm:pt modelId="{612D6B53-5F8F-4E9A-934B-03A4443B9277}" type="parTrans" cxnId="{6F620856-342D-468F-832D-84D39302037E}">
      <dgm:prSet/>
      <dgm:spPr/>
      <dgm:t>
        <a:bodyPr/>
        <a:lstStyle/>
        <a:p>
          <a:endParaRPr lang="en-US"/>
        </a:p>
      </dgm:t>
    </dgm:pt>
    <dgm:pt modelId="{B5B5EDF5-094B-4B08-8145-DB41BCE448F4}" type="sibTrans" cxnId="{6F620856-342D-468F-832D-84D39302037E}">
      <dgm:prSet/>
      <dgm:spPr/>
      <dgm:t>
        <a:bodyPr/>
        <a:lstStyle/>
        <a:p>
          <a:endParaRPr lang="en-US"/>
        </a:p>
      </dgm:t>
    </dgm:pt>
    <dgm:pt modelId="{C1908443-2309-4973-B01C-7850274189DD}">
      <dgm:prSet phldrT="[Text]"/>
      <dgm:spPr/>
      <dgm:t>
        <a:bodyPr/>
        <a:lstStyle/>
        <a:p>
          <a:r>
            <a:rPr lang="en-US" dirty="0" smtClean="0"/>
            <a:t>Interaction Expectations</a:t>
          </a:r>
          <a:endParaRPr lang="en-US" dirty="0"/>
        </a:p>
      </dgm:t>
    </dgm:pt>
    <dgm:pt modelId="{3B335883-952E-4C00-B834-4B34231285D6}" type="parTrans" cxnId="{EE36A2FA-887E-4057-A006-02A393ED64D0}">
      <dgm:prSet/>
      <dgm:spPr/>
      <dgm:t>
        <a:bodyPr/>
        <a:lstStyle/>
        <a:p>
          <a:endParaRPr lang="en-US"/>
        </a:p>
      </dgm:t>
    </dgm:pt>
    <dgm:pt modelId="{03639DCD-F06E-4B6A-8139-75C8BD74C6DC}" type="sibTrans" cxnId="{EE36A2FA-887E-4057-A006-02A393ED64D0}">
      <dgm:prSet/>
      <dgm:spPr/>
      <dgm:t>
        <a:bodyPr/>
        <a:lstStyle/>
        <a:p>
          <a:endParaRPr lang="en-US"/>
        </a:p>
      </dgm:t>
    </dgm:pt>
    <dgm:pt modelId="{455D92CC-B1AA-4DF7-9B8F-C487D4F3EFDF}">
      <dgm:prSet phldrT="[Text]"/>
      <dgm:spPr/>
      <dgm:t>
        <a:bodyPr/>
        <a:lstStyle/>
        <a:p>
          <a:r>
            <a:rPr lang="en-US" dirty="0" smtClean="0"/>
            <a:t>UX &amp; Usability Specifications</a:t>
          </a:r>
          <a:endParaRPr lang="en-US" dirty="0"/>
        </a:p>
      </dgm:t>
    </dgm:pt>
    <dgm:pt modelId="{792D772F-9D07-44C4-92A0-9C1078F79835}" type="parTrans" cxnId="{422EEFBA-6260-4267-B682-7F8B25BA2947}">
      <dgm:prSet/>
      <dgm:spPr/>
      <dgm:t>
        <a:bodyPr/>
        <a:lstStyle/>
        <a:p>
          <a:endParaRPr lang="en-US"/>
        </a:p>
      </dgm:t>
    </dgm:pt>
    <dgm:pt modelId="{28576DD9-8A9B-45DD-A1DA-3FEFFA09FDD2}" type="sibTrans" cxnId="{422EEFBA-6260-4267-B682-7F8B25BA2947}">
      <dgm:prSet/>
      <dgm:spPr/>
      <dgm:t>
        <a:bodyPr/>
        <a:lstStyle/>
        <a:p>
          <a:endParaRPr lang="en-US"/>
        </a:p>
      </dgm:t>
    </dgm:pt>
    <dgm:pt modelId="{EAC06836-57CA-421A-938E-BC0812BCFA7B}" type="pres">
      <dgm:prSet presAssocID="{319F70FB-E303-48F7-90C6-78007EC16D9D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endParaRPr lang="en-US"/>
        </a:p>
      </dgm:t>
    </dgm:pt>
    <dgm:pt modelId="{6735BC64-74B4-4A02-B578-7A10AB9EE3BF}" type="pres">
      <dgm:prSet presAssocID="{319F70FB-E303-48F7-90C6-78007EC16D9D}" presName="children" presStyleCnt="0"/>
      <dgm:spPr/>
      <dgm:t>
        <a:bodyPr/>
        <a:lstStyle/>
        <a:p>
          <a:endParaRPr lang="en-US"/>
        </a:p>
      </dgm:t>
    </dgm:pt>
    <dgm:pt modelId="{22AE71C8-EA69-4246-8728-3D7CC0E880D3}" type="pres">
      <dgm:prSet presAssocID="{319F70FB-E303-48F7-90C6-78007EC16D9D}" presName="child1group" presStyleCnt="0"/>
      <dgm:spPr/>
      <dgm:t>
        <a:bodyPr/>
        <a:lstStyle/>
        <a:p>
          <a:endParaRPr lang="en-US"/>
        </a:p>
      </dgm:t>
    </dgm:pt>
    <dgm:pt modelId="{542C7C02-69C7-45BB-A526-F57325B5586F}" type="pres">
      <dgm:prSet presAssocID="{319F70FB-E303-48F7-90C6-78007EC16D9D}" presName="child1" presStyleLbl="bgAcc1" presStyleIdx="0" presStyleCnt="4"/>
      <dgm:spPr/>
      <dgm:t>
        <a:bodyPr/>
        <a:lstStyle/>
        <a:p>
          <a:endParaRPr lang="en-US"/>
        </a:p>
      </dgm:t>
    </dgm:pt>
    <dgm:pt modelId="{8BAC3F72-BE62-4C0B-8E00-594A573129C0}" type="pres">
      <dgm:prSet presAssocID="{319F70FB-E303-48F7-90C6-78007EC16D9D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F173994-5988-463B-9D68-2581424614E0}" type="pres">
      <dgm:prSet presAssocID="{319F70FB-E303-48F7-90C6-78007EC16D9D}" presName="child2group" presStyleCnt="0"/>
      <dgm:spPr/>
      <dgm:t>
        <a:bodyPr/>
        <a:lstStyle/>
        <a:p>
          <a:endParaRPr lang="en-US"/>
        </a:p>
      </dgm:t>
    </dgm:pt>
    <dgm:pt modelId="{F72A31E9-0292-42AB-905D-D2DBA5DF5913}" type="pres">
      <dgm:prSet presAssocID="{319F70FB-E303-48F7-90C6-78007EC16D9D}" presName="child2" presStyleLbl="bgAcc1" presStyleIdx="1" presStyleCnt="4"/>
      <dgm:spPr/>
      <dgm:t>
        <a:bodyPr/>
        <a:lstStyle/>
        <a:p>
          <a:endParaRPr lang="en-US"/>
        </a:p>
      </dgm:t>
    </dgm:pt>
    <dgm:pt modelId="{E99AFEC4-EEF2-4154-AAE2-A1D19F872D35}" type="pres">
      <dgm:prSet presAssocID="{319F70FB-E303-48F7-90C6-78007EC16D9D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D6441F-DB19-4688-A048-EBE0B7FFBE1E}" type="pres">
      <dgm:prSet presAssocID="{319F70FB-E303-48F7-90C6-78007EC16D9D}" presName="child3group" presStyleCnt="0"/>
      <dgm:spPr/>
      <dgm:t>
        <a:bodyPr/>
        <a:lstStyle/>
        <a:p>
          <a:endParaRPr lang="en-US"/>
        </a:p>
      </dgm:t>
    </dgm:pt>
    <dgm:pt modelId="{A4D89A76-6E67-47DF-B55B-DF0BEF23BE19}" type="pres">
      <dgm:prSet presAssocID="{319F70FB-E303-48F7-90C6-78007EC16D9D}" presName="child3" presStyleLbl="bgAcc1" presStyleIdx="2" presStyleCnt="4"/>
      <dgm:spPr/>
      <dgm:t>
        <a:bodyPr/>
        <a:lstStyle/>
        <a:p>
          <a:endParaRPr lang="en-US"/>
        </a:p>
      </dgm:t>
    </dgm:pt>
    <dgm:pt modelId="{35E87D25-E74F-4004-883A-831507CA3D39}" type="pres">
      <dgm:prSet presAssocID="{319F70FB-E303-48F7-90C6-78007EC16D9D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2E454C8C-BE3A-457E-A259-F295D062B39E}" type="pres">
      <dgm:prSet presAssocID="{319F70FB-E303-48F7-90C6-78007EC16D9D}" presName="child4group" presStyleCnt="0"/>
      <dgm:spPr/>
      <dgm:t>
        <a:bodyPr/>
        <a:lstStyle/>
        <a:p>
          <a:endParaRPr lang="en-US"/>
        </a:p>
      </dgm:t>
    </dgm:pt>
    <dgm:pt modelId="{81FAAC1E-1967-4D01-979D-8C32A69301D3}" type="pres">
      <dgm:prSet presAssocID="{319F70FB-E303-48F7-90C6-78007EC16D9D}" presName="child4" presStyleLbl="bgAcc1" presStyleIdx="3" presStyleCnt="4"/>
      <dgm:spPr/>
      <dgm:t>
        <a:bodyPr/>
        <a:lstStyle/>
        <a:p>
          <a:endParaRPr lang="en-US"/>
        </a:p>
      </dgm:t>
    </dgm:pt>
    <dgm:pt modelId="{FD65B9C7-C455-408B-89FB-EE032621E1C3}" type="pres">
      <dgm:prSet presAssocID="{319F70FB-E303-48F7-90C6-78007EC16D9D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1DD95D3-FE91-40E7-BCAA-A8F78634A60D}" type="pres">
      <dgm:prSet presAssocID="{319F70FB-E303-48F7-90C6-78007EC16D9D}" presName="childPlaceholder" presStyleCnt="0"/>
      <dgm:spPr/>
      <dgm:t>
        <a:bodyPr/>
        <a:lstStyle/>
        <a:p>
          <a:endParaRPr lang="en-US"/>
        </a:p>
      </dgm:t>
    </dgm:pt>
    <dgm:pt modelId="{C6E36C76-5A54-49E6-A8A4-0111FC6EA44A}" type="pres">
      <dgm:prSet presAssocID="{319F70FB-E303-48F7-90C6-78007EC16D9D}" presName="circle" presStyleCnt="0"/>
      <dgm:spPr/>
      <dgm:t>
        <a:bodyPr/>
        <a:lstStyle/>
        <a:p>
          <a:endParaRPr lang="en-US"/>
        </a:p>
      </dgm:t>
    </dgm:pt>
    <dgm:pt modelId="{21CAA011-60DD-46D1-B97A-73F272B9B88F}" type="pres">
      <dgm:prSet presAssocID="{319F70FB-E303-48F7-90C6-78007EC16D9D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E8C8B3EC-6254-4842-8815-BCBA010C2348}" type="pres">
      <dgm:prSet presAssocID="{319F70FB-E303-48F7-90C6-78007EC16D9D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B4D662-251B-4AD9-AD3C-634BCAEB2357}" type="pres">
      <dgm:prSet presAssocID="{319F70FB-E303-48F7-90C6-78007EC16D9D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0476BA1E-8E9C-4A40-8194-9AC48942E925}" type="pres">
      <dgm:prSet presAssocID="{319F70FB-E303-48F7-90C6-78007EC16D9D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CB5657C-E3D0-4CE1-AEB9-B6A04431BBBB}" type="pres">
      <dgm:prSet presAssocID="{319F70FB-E303-48F7-90C6-78007EC16D9D}" presName="quadrantPlaceholder" presStyleCnt="0"/>
      <dgm:spPr/>
      <dgm:t>
        <a:bodyPr/>
        <a:lstStyle/>
        <a:p>
          <a:endParaRPr lang="en-US"/>
        </a:p>
      </dgm:t>
    </dgm:pt>
    <dgm:pt modelId="{6C9F0355-CDD6-4B15-B762-3DDAC67F8963}" type="pres">
      <dgm:prSet presAssocID="{319F70FB-E303-48F7-90C6-78007EC16D9D}" presName="center1" presStyleLbl="fgShp" presStyleIdx="0" presStyleCnt="2"/>
      <dgm:spPr/>
      <dgm:t>
        <a:bodyPr/>
        <a:lstStyle/>
        <a:p>
          <a:endParaRPr lang="en-US"/>
        </a:p>
      </dgm:t>
    </dgm:pt>
    <dgm:pt modelId="{4AD2F70D-AF93-4B71-8397-4093D5539C3A}" type="pres">
      <dgm:prSet presAssocID="{319F70FB-E303-48F7-90C6-78007EC16D9D}" presName="center2" presStyleLbl="fgShp" presStyleIdx="1" presStyleCnt="2"/>
      <dgm:spPr/>
      <dgm:t>
        <a:bodyPr/>
        <a:lstStyle/>
        <a:p>
          <a:endParaRPr lang="en-US"/>
        </a:p>
      </dgm:t>
    </dgm:pt>
  </dgm:ptLst>
  <dgm:cxnLst>
    <dgm:cxn modelId="{B9215A7D-F66D-4F16-923D-BF2DA3BB4BF1}" srcId="{CFC63E35-F50B-4A3D-B605-2E21390FF51C}" destId="{905CFE36-F016-47E9-9634-A373737F6BB8}" srcOrd="0" destOrd="0" parTransId="{BC17E3C0-DB10-4625-A199-D10406F83502}" sibTransId="{0B89C7ED-189E-4575-9DBB-0F36090BDB84}"/>
    <dgm:cxn modelId="{76EF3657-78A1-4557-8BC0-579D2CC9E14D}" type="presOf" srcId="{98FF6775-63AE-45EA-BBE8-D5BD11BB2C8A}" destId="{E99AFEC4-EEF2-4154-AAE2-A1D19F872D35}" srcOrd="1" destOrd="2" presId="urn:microsoft.com/office/officeart/2005/8/layout/cycle4"/>
    <dgm:cxn modelId="{C3CB9D74-9671-4261-B847-2AF6DA779586}" type="presOf" srcId="{905CFE36-F016-47E9-9634-A373737F6BB8}" destId="{542C7C02-69C7-45BB-A526-F57325B5586F}" srcOrd="0" destOrd="0" presId="urn:microsoft.com/office/officeart/2005/8/layout/cycle4"/>
    <dgm:cxn modelId="{557E3170-9ECC-4528-8835-B4304C6C3121}" type="presOf" srcId="{455D92CC-B1AA-4DF7-9B8F-C487D4F3EFDF}" destId="{81FAAC1E-1967-4D01-979D-8C32A69301D3}" srcOrd="0" destOrd="0" presId="urn:microsoft.com/office/officeart/2005/8/layout/cycle4"/>
    <dgm:cxn modelId="{422EEFBA-6260-4267-B682-7F8B25BA2947}" srcId="{8EBF5C31-B7CD-492F-8696-CCE908D3F0F3}" destId="{455D92CC-B1AA-4DF7-9B8F-C487D4F3EFDF}" srcOrd="0" destOrd="0" parTransId="{792D772F-9D07-44C4-92A0-9C1078F79835}" sibTransId="{28576DD9-8A9B-45DD-A1DA-3FEFFA09FDD2}"/>
    <dgm:cxn modelId="{247FBAA5-47A7-45C7-858E-FCD0634729C7}" srcId="{7BDDD4CD-1232-4A8F-9FE6-011A421DF8B1}" destId="{98FF6775-63AE-45EA-BBE8-D5BD11BB2C8A}" srcOrd="2" destOrd="0" parTransId="{21698601-FA5E-43B2-A6B5-12D8F2A43E07}" sibTransId="{4067D0AA-6F50-4471-99E5-53CADDE4C754}"/>
    <dgm:cxn modelId="{425B6747-299D-4330-975D-188494146EF0}" srcId="{319F70FB-E303-48F7-90C6-78007EC16D9D}" destId="{7BDDD4CD-1232-4A8F-9FE6-011A421DF8B1}" srcOrd="1" destOrd="0" parTransId="{1BDD7908-257B-4C89-B489-4330F9D914B1}" sibTransId="{91CF6195-65DA-4441-8D5D-0FC4589CD4E0}"/>
    <dgm:cxn modelId="{DCD2B773-E2A7-4965-B5E9-BD1571291343}" type="presOf" srcId="{81E0B535-B820-45D0-A5C6-4C838B214F63}" destId="{E99AFEC4-EEF2-4154-AAE2-A1D19F872D35}" srcOrd="1" destOrd="1" presId="urn:microsoft.com/office/officeart/2005/8/layout/cycle4"/>
    <dgm:cxn modelId="{44468A23-C116-4D28-98C7-D5911172E32E}" srcId="{319F70FB-E303-48F7-90C6-78007EC16D9D}" destId="{2463C3F7-D837-4898-AEBB-317228108CF2}" srcOrd="2" destOrd="0" parTransId="{7BBA22DB-0A77-47F0-90B6-0547C8A63AA0}" sibTransId="{79ED9D2F-9E3F-4AFE-B99E-8FC5C03FC712}"/>
    <dgm:cxn modelId="{781FC20B-FF5A-4E93-A98C-018C352528F3}" type="presOf" srcId="{455D92CC-B1AA-4DF7-9B8F-C487D4F3EFDF}" destId="{FD65B9C7-C455-408B-89FB-EE032621E1C3}" srcOrd="1" destOrd="0" presId="urn:microsoft.com/office/officeart/2005/8/layout/cycle4"/>
    <dgm:cxn modelId="{C9503AEE-0C24-462F-86FE-280B8388B633}" type="presOf" srcId="{0A95571B-987D-4E9F-94C3-B85ED7465C65}" destId="{81FAAC1E-1967-4D01-979D-8C32A69301D3}" srcOrd="0" destOrd="1" presId="urn:microsoft.com/office/officeart/2005/8/layout/cycle4"/>
    <dgm:cxn modelId="{D8DDF7B9-3477-48E2-BFA8-AFB9AB77B0F9}" srcId="{2463C3F7-D837-4898-AEBB-317228108CF2}" destId="{229332B3-6BDC-448F-A93D-73229AF455BA}" srcOrd="1" destOrd="0" parTransId="{44A808A2-6B92-480E-8D96-5795722F21CC}" sibTransId="{90B7EA77-7AA2-4774-AEB5-49AFC9C26B3E}"/>
    <dgm:cxn modelId="{1314DFE4-D9FD-4E13-A67E-12E450E68FC0}" type="presOf" srcId="{229332B3-6BDC-448F-A93D-73229AF455BA}" destId="{A4D89A76-6E67-47DF-B55B-DF0BEF23BE19}" srcOrd="0" destOrd="1" presId="urn:microsoft.com/office/officeart/2005/8/layout/cycle4"/>
    <dgm:cxn modelId="{06833AEE-7B1F-47F7-9EEE-9A16DA2AB5BE}" type="presOf" srcId="{8832A789-B7AD-45AA-9B12-F64BA542BDA4}" destId="{E99AFEC4-EEF2-4154-AAE2-A1D19F872D35}" srcOrd="1" destOrd="0" presId="urn:microsoft.com/office/officeart/2005/8/layout/cycle4"/>
    <dgm:cxn modelId="{6F620856-342D-468F-832D-84D39302037E}" srcId="{8EBF5C31-B7CD-492F-8696-CCE908D3F0F3}" destId="{0A95571B-987D-4E9F-94C3-B85ED7465C65}" srcOrd="1" destOrd="0" parTransId="{612D6B53-5F8F-4E9A-934B-03A4443B9277}" sibTransId="{B5B5EDF5-094B-4B08-8145-DB41BCE448F4}"/>
    <dgm:cxn modelId="{EE36A2FA-887E-4057-A006-02A393ED64D0}" srcId="{2463C3F7-D837-4898-AEBB-317228108CF2}" destId="{C1908443-2309-4973-B01C-7850274189DD}" srcOrd="0" destOrd="0" parTransId="{3B335883-952E-4C00-B834-4B34231285D6}" sibTransId="{03639DCD-F06E-4B6A-8139-75C8BD74C6DC}"/>
    <dgm:cxn modelId="{F71D7826-AB05-47FD-A3CD-806C901CC82C}" type="presOf" srcId="{81E0B535-B820-45D0-A5C6-4C838B214F63}" destId="{F72A31E9-0292-42AB-905D-D2DBA5DF5913}" srcOrd="0" destOrd="1" presId="urn:microsoft.com/office/officeart/2005/8/layout/cycle4"/>
    <dgm:cxn modelId="{F1D95B20-8AD7-46F3-AC5D-6A4885295B84}" type="presOf" srcId="{CFC63E35-F50B-4A3D-B605-2E21390FF51C}" destId="{21CAA011-60DD-46D1-B97A-73F272B9B88F}" srcOrd="0" destOrd="0" presId="urn:microsoft.com/office/officeart/2005/8/layout/cycle4"/>
    <dgm:cxn modelId="{B100DFEB-D2D1-4876-9D8F-80AB20533CC6}" type="presOf" srcId="{6CA1CE8B-B6C7-485E-A9B0-27C97A9BA173}" destId="{542C7C02-69C7-45BB-A526-F57325B5586F}" srcOrd="0" destOrd="1" presId="urn:microsoft.com/office/officeart/2005/8/layout/cycle4"/>
    <dgm:cxn modelId="{11D944FB-1F34-4107-AF8F-3EB500F48AC6}" type="presOf" srcId="{98FF6775-63AE-45EA-BBE8-D5BD11BB2C8A}" destId="{F72A31E9-0292-42AB-905D-D2DBA5DF5913}" srcOrd="0" destOrd="2" presId="urn:microsoft.com/office/officeart/2005/8/layout/cycle4"/>
    <dgm:cxn modelId="{9395862F-AFD2-4B82-977D-1CB9B54CFEF9}" type="presOf" srcId="{905CFE36-F016-47E9-9634-A373737F6BB8}" destId="{8BAC3F72-BE62-4C0B-8E00-594A573129C0}" srcOrd="1" destOrd="0" presId="urn:microsoft.com/office/officeart/2005/8/layout/cycle4"/>
    <dgm:cxn modelId="{154764AC-487C-4B3C-9A13-A96680BDB845}" type="presOf" srcId="{2463C3F7-D837-4898-AEBB-317228108CF2}" destId="{DDB4D662-251B-4AD9-AD3C-634BCAEB2357}" srcOrd="0" destOrd="0" presId="urn:microsoft.com/office/officeart/2005/8/layout/cycle4"/>
    <dgm:cxn modelId="{B49A27D9-A6A2-47B7-93F7-C5C88DF31FDC}" type="presOf" srcId="{7BDDD4CD-1232-4A8F-9FE6-011A421DF8B1}" destId="{E8C8B3EC-6254-4842-8815-BCBA010C2348}" srcOrd="0" destOrd="0" presId="urn:microsoft.com/office/officeart/2005/8/layout/cycle4"/>
    <dgm:cxn modelId="{235375D5-0C54-47CE-B533-C6F80D49262C}" srcId="{CFC63E35-F50B-4A3D-B605-2E21390FF51C}" destId="{6CA1CE8B-B6C7-485E-A9B0-27C97A9BA173}" srcOrd="1" destOrd="0" parTransId="{B0434853-A7D7-4C17-B346-DB906212B579}" sibTransId="{55E573BD-F4ED-4FE8-90C4-11F420F8203E}"/>
    <dgm:cxn modelId="{B93DE8E1-AE6C-436E-A4B6-89701DDAF9F0}" type="presOf" srcId="{8832A789-B7AD-45AA-9B12-F64BA542BDA4}" destId="{F72A31E9-0292-42AB-905D-D2DBA5DF5913}" srcOrd="0" destOrd="0" presId="urn:microsoft.com/office/officeart/2005/8/layout/cycle4"/>
    <dgm:cxn modelId="{6D5ED988-AC52-4529-9BCF-1EDC90EAC140}" type="presOf" srcId="{8EBF5C31-B7CD-492F-8696-CCE908D3F0F3}" destId="{0476BA1E-8E9C-4A40-8194-9AC48942E925}" srcOrd="0" destOrd="0" presId="urn:microsoft.com/office/officeart/2005/8/layout/cycle4"/>
    <dgm:cxn modelId="{140BA9F1-45D0-43C0-AD5C-06C58BC8B1ED}" srcId="{319F70FB-E303-48F7-90C6-78007EC16D9D}" destId="{8EBF5C31-B7CD-492F-8696-CCE908D3F0F3}" srcOrd="3" destOrd="0" parTransId="{C3CF8079-36D6-42B6-88A3-1241FF170597}" sibTransId="{780BF197-14C3-47A7-A347-677142B77648}"/>
    <dgm:cxn modelId="{E623E7A9-E89F-4A1C-931D-92A6641B43B9}" srcId="{7BDDD4CD-1232-4A8F-9FE6-011A421DF8B1}" destId="{8832A789-B7AD-45AA-9B12-F64BA542BDA4}" srcOrd="0" destOrd="0" parTransId="{26C4D87A-6802-40C2-8CED-744773FB2F4F}" sibTransId="{53D0ECB8-EDF8-483B-8C9E-86C5D45CA25B}"/>
    <dgm:cxn modelId="{BC67C54D-5F75-43B6-A7BD-470F28A42610}" type="presOf" srcId="{C1908443-2309-4973-B01C-7850274189DD}" destId="{35E87D25-E74F-4004-883A-831507CA3D39}" srcOrd="1" destOrd="0" presId="urn:microsoft.com/office/officeart/2005/8/layout/cycle4"/>
    <dgm:cxn modelId="{C9841B24-39F8-47B0-AB96-815AF1CBDAE2}" type="presOf" srcId="{C1908443-2309-4973-B01C-7850274189DD}" destId="{A4D89A76-6E67-47DF-B55B-DF0BEF23BE19}" srcOrd="0" destOrd="0" presId="urn:microsoft.com/office/officeart/2005/8/layout/cycle4"/>
    <dgm:cxn modelId="{09CA5675-5DF5-4043-8705-26775F49C4D5}" srcId="{7BDDD4CD-1232-4A8F-9FE6-011A421DF8B1}" destId="{81E0B535-B820-45D0-A5C6-4C838B214F63}" srcOrd="1" destOrd="0" parTransId="{8150F606-8164-4666-AACE-4434CC80D43A}" sibTransId="{A4AAC18C-FC3E-457F-804C-28A36D28A102}"/>
    <dgm:cxn modelId="{9F041168-3035-4379-B61A-85A2A87533B5}" type="presOf" srcId="{0A95571B-987D-4E9F-94C3-B85ED7465C65}" destId="{FD65B9C7-C455-408B-89FB-EE032621E1C3}" srcOrd="1" destOrd="1" presId="urn:microsoft.com/office/officeart/2005/8/layout/cycle4"/>
    <dgm:cxn modelId="{772B011E-6E17-4816-A669-2A8E2CAB0B7E}" type="presOf" srcId="{229332B3-6BDC-448F-A93D-73229AF455BA}" destId="{35E87D25-E74F-4004-883A-831507CA3D39}" srcOrd="1" destOrd="1" presId="urn:microsoft.com/office/officeart/2005/8/layout/cycle4"/>
    <dgm:cxn modelId="{C0D7F67A-D7A1-4BEC-8101-2A5F4EE7BD7B}" srcId="{319F70FB-E303-48F7-90C6-78007EC16D9D}" destId="{CFC63E35-F50B-4A3D-B605-2E21390FF51C}" srcOrd="0" destOrd="0" parTransId="{DA4A5A22-3765-4C28-87B2-BB8A90FA5DF4}" sibTransId="{99E37710-9A2D-42BE-8335-724B134FA195}"/>
    <dgm:cxn modelId="{6AE55E9F-3350-4846-9F09-AAD1AEE54544}" type="presOf" srcId="{6CA1CE8B-B6C7-485E-A9B0-27C97A9BA173}" destId="{8BAC3F72-BE62-4C0B-8E00-594A573129C0}" srcOrd="1" destOrd="1" presId="urn:microsoft.com/office/officeart/2005/8/layout/cycle4"/>
    <dgm:cxn modelId="{27DC5ECC-58D7-4275-AE4A-30A1A2936B3F}" type="presOf" srcId="{319F70FB-E303-48F7-90C6-78007EC16D9D}" destId="{EAC06836-57CA-421A-938E-BC0812BCFA7B}" srcOrd="0" destOrd="0" presId="urn:microsoft.com/office/officeart/2005/8/layout/cycle4"/>
    <dgm:cxn modelId="{F5004CF7-3B3A-4D08-91D7-D0308B0CCA1A}" type="presParOf" srcId="{EAC06836-57CA-421A-938E-BC0812BCFA7B}" destId="{6735BC64-74B4-4A02-B578-7A10AB9EE3BF}" srcOrd="0" destOrd="0" presId="urn:microsoft.com/office/officeart/2005/8/layout/cycle4"/>
    <dgm:cxn modelId="{1CEE0C3D-C366-4784-9045-814C3BF586A7}" type="presParOf" srcId="{6735BC64-74B4-4A02-B578-7A10AB9EE3BF}" destId="{22AE71C8-EA69-4246-8728-3D7CC0E880D3}" srcOrd="0" destOrd="0" presId="urn:microsoft.com/office/officeart/2005/8/layout/cycle4"/>
    <dgm:cxn modelId="{4D007146-BF73-4812-BC1B-32EEE5A49A60}" type="presParOf" srcId="{22AE71C8-EA69-4246-8728-3D7CC0E880D3}" destId="{542C7C02-69C7-45BB-A526-F57325B5586F}" srcOrd="0" destOrd="0" presId="urn:microsoft.com/office/officeart/2005/8/layout/cycle4"/>
    <dgm:cxn modelId="{8B5FE95B-D5E4-41AD-9EE6-3E1A682D00D4}" type="presParOf" srcId="{22AE71C8-EA69-4246-8728-3D7CC0E880D3}" destId="{8BAC3F72-BE62-4C0B-8E00-594A573129C0}" srcOrd="1" destOrd="0" presId="urn:microsoft.com/office/officeart/2005/8/layout/cycle4"/>
    <dgm:cxn modelId="{A6A46916-12A3-4D48-B0A7-52D82D709EF1}" type="presParOf" srcId="{6735BC64-74B4-4A02-B578-7A10AB9EE3BF}" destId="{DF173994-5988-463B-9D68-2581424614E0}" srcOrd="1" destOrd="0" presId="urn:microsoft.com/office/officeart/2005/8/layout/cycle4"/>
    <dgm:cxn modelId="{1A56BBB0-A300-4D69-AF0B-A329FD65D895}" type="presParOf" srcId="{DF173994-5988-463B-9D68-2581424614E0}" destId="{F72A31E9-0292-42AB-905D-D2DBA5DF5913}" srcOrd="0" destOrd="0" presId="urn:microsoft.com/office/officeart/2005/8/layout/cycle4"/>
    <dgm:cxn modelId="{57DD7106-D3E7-4FCF-B22E-51EB616CCFEE}" type="presParOf" srcId="{DF173994-5988-463B-9D68-2581424614E0}" destId="{E99AFEC4-EEF2-4154-AAE2-A1D19F872D35}" srcOrd="1" destOrd="0" presId="urn:microsoft.com/office/officeart/2005/8/layout/cycle4"/>
    <dgm:cxn modelId="{529312F0-8311-47E3-BEE0-AA457003D8FE}" type="presParOf" srcId="{6735BC64-74B4-4A02-B578-7A10AB9EE3BF}" destId="{4FD6441F-DB19-4688-A048-EBE0B7FFBE1E}" srcOrd="2" destOrd="0" presId="urn:microsoft.com/office/officeart/2005/8/layout/cycle4"/>
    <dgm:cxn modelId="{0D314601-CAE8-46BB-9643-E6A5D212CD0C}" type="presParOf" srcId="{4FD6441F-DB19-4688-A048-EBE0B7FFBE1E}" destId="{A4D89A76-6E67-47DF-B55B-DF0BEF23BE19}" srcOrd="0" destOrd="0" presId="urn:microsoft.com/office/officeart/2005/8/layout/cycle4"/>
    <dgm:cxn modelId="{2FF2A6AD-2859-483A-856D-9A47774B7AD7}" type="presParOf" srcId="{4FD6441F-DB19-4688-A048-EBE0B7FFBE1E}" destId="{35E87D25-E74F-4004-883A-831507CA3D39}" srcOrd="1" destOrd="0" presId="urn:microsoft.com/office/officeart/2005/8/layout/cycle4"/>
    <dgm:cxn modelId="{B5EECDA2-9804-4896-AC83-AB8F9B8D98C9}" type="presParOf" srcId="{6735BC64-74B4-4A02-B578-7A10AB9EE3BF}" destId="{2E454C8C-BE3A-457E-A259-F295D062B39E}" srcOrd="3" destOrd="0" presId="urn:microsoft.com/office/officeart/2005/8/layout/cycle4"/>
    <dgm:cxn modelId="{02DF4010-1E14-46AF-8A14-E54308DA019E}" type="presParOf" srcId="{2E454C8C-BE3A-457E-A259-F295D062B39E}" destId="{81FAAC1E-1967-4D01-979D-8C32A69301D3}" srcOrd="0" destOrd="0" presId="urn:microsoft.com/office/officeart/2005/8/layout/cycle4"/>
    <dgm:cxn modelId="{249AE8DD-1EDF-4F8B-89FB-DA4B25CD238B}" type="presParOf" srcId="{2E454C8C-BE3A-457E-A259-F295D062B39E}" destId="{FD65B9C7-C455-408B-89FB-EE032621E1C3}" srcOrd="1" destOrd="0" presId="urn:microsoft.com/office/officeart/2005/8/layout/cycle4"/>
    <dgm:cxn modelId="{9F101641-7BBB-4153-8B58-4CB351F55FAE}" type="presParOf" srcId="{6735BC64-74B4-4A02-B578-7A10AB9EE3BF}" destId="{41DD95D3-FE91-40E7-BCAA-A8F78634A60D}" srcOrd="4" destOrd="0" presId="urn:microsoft.com/office/officeart/2005/8/layout/cycle4"/>
    <dgm:cxn modelId="{946AFD72-2C4E-4014-ACF6-A6CA2962B82E}" type="presParOf" srcId="{EAC06836-57CA-421A-938E-BC0812BCFA7B}" destId="{C6E36C76-5A54-49E6-A8A4-0111FC6EA44A}" srcOrd="1" destOrd="0" presId="urn:microsoft.com/office/officeart/2005/8/layout/cycle4"/>
    <dgm:cxn modelId="{525A9A89-F68F-4C29-AB7D-E052FB71E63E}" type="presParOf" srcId="{C6E36C76-5A54-49E6-A8A4-0111FC6EA44A}" destId="{21CAA011-60DD-46D1-B97A-73F272B9B88F}" srcOrd="0" destOrd="0" presId="urn:microsoft.com/office/officeart/2005/8/layout/cycle4"/>
    <dgm:cxn modelId="{C3899131-290D-4DE9-9A21-A2A9F40BDB38}" type="presParOf" srcId="{C6E36C76-5A54-49E6-A8A4-0111FC6EA44A}" destId="{E8C8B3EC-6254-4842-8815-BCBA010C2348}" srcOrd="1" destOrd="0" presId="urn:microsoft.com/office/officeart/2005/8/layout/cycle4"/>
    <dgm:cxn modelId="{FAB68F7E-DDBE-408A-B793-70E094A0ECFF}" type="presParOf" srcId="{C6E36C76-5A54-49E6-A8A4-0111FC6EA44A}" destId="{DDB4D662-251B-4AD9-AD3C-634BCAEB2357}" srcOrd="2" destOrd="0" presId="urn:microsoft.com/office/officeart/2005/8/layout/cycle4"/>
    <dgm:cxn modelId="{DC173526-9661-4327-9447-41F99FCE98BC}" type="presParOf" srcId="{C6E36C76-5A54-49E6-A8A4-0111FC6EA44A}" destId="{0476BA1E-8E9C-4A40-8194-9AC48942E925}" srcOrd="3" destOrd="0" presId="urn:microsoft.com/office/officeart/2005/8/layout/cycle4"/>
    <dgm:cxn modelId="{1E3268D0-808F-4515-A803-566A37258F51}" type="presParOf" srcId="{C6E36C76-5A54-49E6-A8A4-0111FC6EA44A}" destId="{ACB5657C-E3D0-4CE1-AEB9-B6A04431BBBB}" srcOrd="4" destOrd="0" presId="urn:microsoft.com/office/officeart/2005/8/layout/cycle4"/>
    <dgm:cxn modelId="{DDD44312-8E94-4B5C-AB2C-EF02A2A67BAC}" type="presParOf" srcId="{EAC06836-57CA-421A-938E-BC0812BCFA7B}" destId="{6C9F0355-CDD6-4B15-B762-3DDAC67F8963}" srcOrd="2" destOrd="0" presId="urn:microsoft.com/office/officeart/2005/8/layout/cycle4"/>
    <dgm:cxn modelId="{FA0EFC18-6214-417E-850E-51DA0F93103C}" type="presParOf" srcId="{EAC06836-57CA-421A-938E-BC0812BCFA7B}" destId="{4AD2F70D-AF93-4B71-8397-4093D5539C3A}" srcOrd="3" destOrd="0" presId="urn:microsoft.com/office/officeart/2005/8/layout/cycle4"/>
  </dgm:cxnLst>
  <dgm:bg/>
  <dgm:whole/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79CADBCD-043C-4D0A-B3D3-6C92FBDCE7E6}" type="doc">
      <dgm:prSet loTypeId="urn:microsoft.com/office/officeart/2005/8/layout/arrow2" loCatId="process" qsTypeId="urn:microsoft.com/office/officeart/2005/8/quickstyle/simple4" qsCatId="simple" csTypeId="urn:microsoft.com/office/officeart/2005/8/colors/accent4_2" csCatId="accent4" phldr="1"/>
      <dgm:spPr/>
    </dgm:pt>
    <dgm:pt modelId="{181593B7-576A-4F64-A9D9-6FF23D16F4CF}">
      <dgm:prSet phldrT="[Text]"/>
      <dgm:spPr/>
      <dgm:t>
        <a:bodyPr/>
        <a:lstStyle/>
        <a:p>
          <a:r>
            <a:rPr lang="en-US" dirty="0" smtClean="0"/>
            <a:t>Sprint 0</a:t>
          </a:r>
          <a:endParaRPr lang="en-US" dirty="0"/>
        </a:p>
      </dgm:t>
    </dgm:pt>
    <dgm:pt modelId="{36E1FC84-1AF6-4880-96BA-FA7182004B04}" type="parTrans" cxnId="{BE1CBF16-2CE5-45F3-8A0A-1499B44A2410}">
      <dgm:prSet/>
      <dgm:spPr/>
      <dgm:t>
        <a:bodyPr/>
        <a:lstStyle/>
        <a:p>
          <a:endParaRPr lang="en-US"/>
        </a:p>
      </dgm:t>
    </dgm:pt>
    <dgm:pt modelId="{B02C0DAA-4F3E-41D2-AB22-72086DB56EA9}" type="sibTrans" cxnId="{BE1CBF16-2CE5-45F3-8A0A-1499B44A2410}">
      <dgm:prSet/>
      <dgm:spPr/>
      <dgm:t>
        <a:bodyPr/>
        <a:lstStyle/>
        <a:p>
          <a:endParaRPr lang="en-US"/>
        </a:p>
      </dgm:t>
    </dgm:pt>
    <dgm:pt modelId="{5A08E818-05E4-4EA1-BAC3-1C29D01EA5BC}">
      <dgm:prSet phldrT="[Text]"/>
      <dgm:spPr/>
      <dgm:t>
        <a:bodyPr/>
        <a:lstStyle/>
        <a:p>
          <a:r>
            <a:rPr lang="en-US" dirty="0" smtClean="0"/>
            <a:t>Sprint 1 – N</a:t>
          </a:r>
          <a:endParaRPr lang="en-US" dirty="0"/>
        </a:p>
      </dgm:t>
    </dgm:pt>
    <dgm:pt modelId="{4EED1576-1704-4F7F-B88B-FF8C7B23E9C9}" type="parTrans" cxnId="{3519D24E-80C6-4B8A-8B3F-230782D31E1B}">
      <dgm:prSet/>
      <dgm:spPr/>
      <dgm:t>
        <a:bodyPr/>
        <a:lstStyle/>
        <a:p>
          <a:endParaRPr lang="en-US"/>
        </a:p>
      </dgm:t>
    </dgm:pt>
    <dgm:pt modelId="{2A72EB04-75CC-4C28-BDA5-F0956A67247E}" type="sibTrans" cxnId="{3519D24E-80C6-4B8A-8B3F-230782D31E1B}">
      <dgm:prSet/>
      <dgm:spPr/>
      <dgm:t>
        <a:bodyPr/>
        <a:lstStyle/>
        <a:p>
          <a:endParaRPr lang="en-US"/>
        </a:p>
      </dgm:t>
    </dgm:pt>
    <dgm:pt modelId="{AF9D0243-6271-4BBB-9113-1F2F60C051F7}">
      <dgm:prSet phldrT="[Text]"/>
      <dgm:spPr/>
      <dgm:t>
        <a:bodyPr/>
        <a:lstStyle/>
        <a:p>
          <a:r>
            <a:rPr lang="en-US" dirty="0" smtClean="0"/>
            <a:t>Launch</a:t>
          </a:r>
          <a:endParaRPr lang="en-US" dirty="0"/>
        </a:p>
      </dgm:t>
    </dgm:pt>
    <dgm:pt modelId="{3344F383-C9C4-48CD-8977-28895615E82F}" type="parTrans" cxnId="{AD796CEF-5C1D-423A-84CF-31D6691B6308}">
      <dgm:prSet/>
      <dgm:spPr/>
      <dgm:t>
        <a:bodyPr/>
        <a:lstStyle/>
        <a:p>
          <a:endParaRPr lang="en-US"/>
        </a:p>
      </dgm:t>
    </dgm:pt>
    <dgm:pt modelId="{EB542D70-645B-4F58-8864-9A9D6AEF9A09}" type="sibTrans" cxnId="{AD796CEF-5C1D-423A-84CF-31D6691B6308}">
      <dgm:prSet/>
      <dgm:spPr/>
      <dgm:t>
        <a:bodyPr/>
        <a:lstStyle/>
        <a:p>
          <a:endParaRPr lang="en-US"/>
        </a:p>
      </dgm:t>
    </dgm:pt>
    <dgm:pt modelId="{630C606E-FE24-4668-81CC-67DB27D6FB8E}">
      <dgm:prSet phldrT="[Text]"/>
      <dgm:spPr/>
      <dgm:t>
        <a:bodyPr/>
        <a:lstStyle/>
        <a:p>
          <a:r>
            <a:rPr lang="en-US" dirty="0" smtClean="0"/>
            <a:t>Development Kickoff</a:t>
          </a:r>
          <a:endParaRPr lang="en-US" dirty="0"/>
        </a:p>
      </dgm:t>
    </dgm:pt>
    <dgm:pt modelId="{FEE01DB9-F2F0-484D-9A03-26C8B62440F8}" type="parTrans" cxnId="{57A6DD0A-CC34-443A-86D4-1D848AA9569B}">
      <dgm:prSet/>
      <dgm:spPr/>
      <dgm:t>
        <a:bodyPr/>
        <a:lstStyle/>
        <a:p>
          <a:endParaRPr lang="en-US"/>
        </a:p>
      </dgm:t>
    </dgm:pt>
    <dgm:pt modelId="{3EF854BE-0585-4FC5-828A-E641A3F4E206}" type="sibTrans" cxnId="{57A6DD0A-CC34-443A-86D4-1D848AA9569B}">
      <dgm:prSet/>
      <dgm:spPr/>
      <dgm:t>
        <a:bodyPr/>
        <a:lstStyle/>
        <a:p>
          <a:endParaRPr lang="en-US"/>
        </a:p>
      </dgm:t>
    </dgm:pt>
    <dgm:pt modelId="{23C9372D-C572-4AD7-9576-58D1C67072BE}">
      <dgm:prSet phldrT="[Text]"/>
      <dgm:spPr/>
      <dgm:t>
        <a:bodyPr/>
        <a:lstStyle/>
        <a:p>
          <a:r>
            <a:rPr lang="en-US" dirty="0" smtClean="0"/>
            <a:t>V 1.0</a:t>
          </a:r>
          <a:endParaRPr lang="en-US" dirty="0"/>
        </a:p>
      </dgm:t>
    </dgm:pt>
    <dgm:pt modelId="{EC2FC48F-7BFC-40BD-A046-DF471F8C629C}" type="parTrans" cxnId="{D797C722-6548-45FE-B3B5-8C63CC83C501}">
      <dgm:prSet/>
      <dgm:spPr/>
      <dgm:t>
        <a:bodyPr/>
        <a:lstStyle/>
        <a:p>
          <a:endParaRPr lang="en-US"/>
        </a:p>
      </dgm:t>
    </dgm:pt>
    <dgm:pt modelId="{CD7DD927-5EFA-4DE4-BA29-C78B72C454BC}" type="sibTrans" cxnId="{D797C722-6548-45FE-B3B5-8C63CC83C501}">
      <dgm:prSet/>
      <dgm:spPr/>
      <dgm:t>
        <a:bodyPr/>
        <a:lstStyle/>
        <a:p>
          <a:endParaRPr lang="en-US"/>
        </a:p>
      </dgm:t>
    </dgm:pt>
    <dgm:pt modelId="{C52BCB36-909E-49B5-B691-5A4DA3D66605}">
      <dgm:prSet phldrT="[Text]"/>
      <dgm:spPr/>
      <dgm:t>
        <a:bodyPr/>
        <a:lstStyle/>
        <a:p>
          <a:r>
            <a:rPr lang="en-US" dirty="0" smtClean="0"/>
            <a:t>Version 2 – N</a:t>
          </a:r>
          <a:endParaRPr lang="en-US" dirty="0"/>
        </a:p>
      </dgm:t>
    </dgm:pt>
    <dgm:pt modelId="{5D53E372-2F7A-4DA1-8011-22354E2F5FE7}" type="parTrans" cxnId="{762DBD52-F038-4D68-980E-BAF9D30C69CB}">
      <dgm:prSet/>
      <dgm:spPr/>
      <dgm:t>
        <a:bodyPr/>
        <a:lstStyle/>
        <a:p>
          <a:endParaRPr lang="en-US"/>
        </a:p>
      </dgm:t>
    </dgm:pt>
    <dgm:pt modelId="{476D7CED-6509-4933-BEBE-1EAA84DEF2F2}" type="sibTrans" cxnId="{762DBD52-F038-4D68-980E-BAF9D30C69CB}">
      <dgm:prSet/>
      <dgm:spPr/>
      <dgm:t>
        <a:bodyPr/>
        <a:lstStyle/>
        <a:p>
          <a:endParaRPr lang="en-US"/>
        </a:p>
      </dgm:t>
    </dgm:pt>
    <dgm:pt modelId="{E1666DC9-680D-415B-A9D8-E9D0B5974C9A}">
      <dgm:prSet phldrT="[Text]"/>
      <dgm:spPr/>
      <dgm:t>
        <a:bodyPr/>
        <a:lstStyle/>
        <a:p>
          <a:r>
            <a:rPr lang="en-US" dirty="0" smtClean="0"/>
            <a:t>Sprints</a:t>
          </a:r>
          <a:endParaRPr lang="en-US" dirty="0"/>
        </a:p>
      </dgm:t>
    </dgm:pt>
    <dgm:pt modelId="{5E220BEF-39E9-4F00-9C5B-0A59F83D1166}" type="parTrans" cxnId="{42B1AA2A-E27F-4737-AFEE-4FB5AE9EF54D}">
      <dgm:prSet/>
      <dgm:spPr/>
      <dgm:t>
        <a:bodyPr/>
        <a:lstStyle/>
        <a:p>
          <a:endParaRPr lang="en-US"/>
        </a:p>
      </dgm:t>
    </dgm:pt>
    <dgm:pt modelId="{A8BDC376-F2EB-410F-A672-702C399B65BC}" type="sibTrans" cxnId="{42B1AA2A-E27F-4737-AFEE-4FB5AE9EF54D}">
      <dgm:prSet/>
      <dgm:spPr/>
      <dgm:t>
        <a:bodyPr/>
        <a:lstStyle/>
        <a:p>
          <a:endParaRPr lang="en-US"/>
        </a:p>
      </dgm:t>
    </dgm:pt>
    <dgm:pt modelId="{3DA8E3EC-EC30-43AC-86F0-2734B2BA5264}" type="pres">
      <dgm:prSet presAssocID="{79CADBCD-043C-4D0A-B3D3-6C92FBDCE7E6}" presName="arrowDiagram" presStyleCnt="0">
        <dgm:presLayoutVars>
          <dgm:chMax val="5"/>
          <dgm:dir/>
          <dgm:resizeHandles val="exact"/>
        </dgm:presLayoutVars>
      </dgm:prSet>
      <dgm:spPr/>
    </dgm:pt>
    <dgm:pt modelId="{D8902E74-895D-45E5-8229-978F50D42995}" type="pres">
      <dgm:prSet presAssocID="{79CADBCD-043C-4D0A-B3D3-6C92FBDCE7E6}" presName="arrow" presStyleLbl="bgShp" presStyleIdx="0" presStyleCnt="1"/>
      <dgm:spPr>
        <a:solidFill>
          <a:srgbClr val="557CB0"/>
        </a:solidFill>
      </dgm:spPr>
    </dgm:pt>
    <dgm:pt modelId="{BBD3EA90-A913-4926-B33D-EE34E57C1D00}" type="pres">
      <dgm:prSet presAssocID="{79CADBCD-043C-4D0A-B3D3-6C92FBDCE7E6}" presName="arrowDiagram4" presStyleCnt="0"/>
      <dgm:spPr/>
    </dgm:pt>
    <dgm:pt modelId="{866F4803-64C5-48CA-A860-F52BE504C3BD}" type="pres">
      <dgm:prSet presAssocID="{181593B7-576A-4F64-A9D9-6FF23D16F4CF}" presName="bullet4a" presStyleLbl="node1" presStyleIdx="0" presStyleCnt="4"/>
      <dgm:spPr>
        <a:solidFill>
          <a:srgbClr val="FEAD32"/>
        </a:solidFill>
      </dgm:spPr>
    </dgm:pt>
    <dgm:pt modelId="{E25FC7DC-C2A2-4375-9482-E26DE5513B69}" type="pres">
      <dgm:prSet presAssocID="{181593B7-576A-4F64-A9D9-6FF23D16F4CF}" presName="textBox4a" presStyleLbl="revTx" presStyleIdx="0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2BC52F5-3263-41BC-8BC7-5F26F2083DA2}" type="pres">
      <dgm:prSet presAssocID="{5A08E818-05E4-4EA1-BAC3-1C29D01EA5BC}" presName="bullet4b" presStyleLbl="node1" presStyleIdx="1" presStyleCnt="4"/>
      <dgm:spPr>
        <a:solidFill>
          <a:srgbClr val="FEAD32"/>
        </a:solidFill>
      </dgm:spPr>
    </dgm:pt>
    <dgm:pt modelId="{AD66CC07-FBDF-45CE-8422-69DCA9CEFD3E}" type="pres">
      <dgm:prSet presAssocID="{5A08E818-05E4-4EA1-BAC3-1C29D01EA5BC}" presName="textBox4b" presStyleLbl="revTx" presStyleIdx="1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4F910EF0-7824-43DD-9DF3-2B0CE7AFD3AC}" type="pres">
      <dgm:prSet presAssocID="{AF9D0243-6271-4BBB-9113-1F2F60C051F7}" presName="bullet4c" presStyleLbl="node1" presStyleIdx="2" presStyleCnt="4"/>
      <dgm:spPr>
        <a:solidFill>
          <a:srgbClr val="FEAD32"/>
        </a:solidFill>
      </dgm:spPr>
    </dgm:pt>
    <dgm:pt modelId="{D6E37A71-ACB3-4495-984C-C5C0A0FF5790}" type="pres">
      <dgm:prSet presAssocID="{AF9D0243-6271-4BBB-9113-1F2F60C051F7}" presName="textBox4c" presStyleLbl="revTx" presStyleIdx="2" presStyleCnt="4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DDE5A66E-DF43-47AD-B34F-CA35983C8A8D}" type="pres">
      <dgm:prSet presAssocID="{C52BCB36-909E-49B5-B691-5A4DA3D66605}" presName="bullet4d" presStyleLbl="node1" presStyleIdx="3" presStyleCnt="4"/>
      <dgm:spPr>
        <a:solidFill>
          <a:srgbClr val="FEAD32"/>
        </a:solidFill>
      </dgm:spPr>
    </dgm:pt>
    <dgm:pt modelId="{71A93C7F-1060-4C52-83CF-7E2060376D78}" type="pres">
      <dgm:prSet presAssocID="{C52BCB36-909E-49B5-B691-5A4DA3D66605}" presName="textBox4d" presStyleLbl="revTx" presStyleIdx="3" presStyleCnt="4" custScaleX="153954" custScaleY="35246" custLinFactNeighborX="42347" custLinFactNeighborY="-39470">
        <dgm:presLayoutVars>
          <dgm:bulletEnabled val="1"/>
        </dgm:presLayoutVars>
      </dgm:prSet>
      <dgm:spPr/>
      <dgm:t>
        <a:bodyPr/>
        <a:lstStyle/>
        <a:p>
          <a:endParaRPr lang="en-US"/>
        </a:p>
      </dgm:t>
    </dgm:pt>
  </dgm:ptLst>
  <dgm:cxnLst>
    <dgm:cxn modelId="{C24A82D8-FA3F-4081-B0C1-5B2008A0BF97}" type="presOf" srcId="{23C9372D-C572-4AD7-9576-58D1C67072BE}" destId="{AD66CC07-FBDF-45CE-8422-69DCA9CEFD3E}" srcOrd="0" destOrd="1" presId="urn:microsoft.com/office/officeart/2005/8/layout/arrow2"/>
    <dgm:cxn modelId="{75156B0E-A3F1-4B83-8609-D4A4E3E5CB29}" type="presOf" srcId="{5A08E818-05E4-4EA1-BAC3-1C29D01EA5BC}" destId="{AD66CC07-FBDF-45CE-8422-69DCA9CEFD3E}" srcOrd="0" destOrd="0" presId="urn:microsoft.com/office/officeart/2005/8/layout/arrow2"/>
    <dgm:cxn modelId="{DE22AA89-3579-40AD-9E47-81B2C999A533}" type="presOf" srcId="{AF9D0243-6271-4BBB-9113-1F2F60C051F7}" destId="{D6E37A71-ACB3-4495-984C-C5C0A0FF5790}" srcOrd="0" destOrd="0" presId="urn:microsoft.com/office/officeart/2005/8/layout/arrow2"/>
    <dgm:cxn modelId="{5E063D5B-31B6-4F92-A88C-103952D32473}" type="presOf" srcId="{79CADBCD-043C-4D0A-B3D3-6C92FBDCE7E6}" destId="{3DA8E3EC-EC30-43AC-86F0-2734B2BA5264}" srcOrd="0" destOrd="0" presId="urn:microsoft.com/office/officeart/2005/8/layout/arrow2"/>
    <dgm:cxn modelId="{C7C5365A-E734-419F-B92E-E5C7F2CA4DE0}" type="presOf" srcId="{181593B7-576A-4F64-A9D9-6FF23D16F4CF}" destId="{E25FC7DC-C2A2-4375-9482-E26DE5513B69}" srcOrd="0" destOrd="0" presId="urn:microsoft.com/office/officeart/2005/8/layout/arrow2"/>
    <dgm:cxn modelId="{BE1CBF16-2CE5-45F3-8A0A-1499B44A2410}" srcId="{79CADBCD-043C-4D0A-B3D3-6C92FBDCE7E6}" destId="{181593B7-576A-4F64-A9D9-6FF23D16F4CF}" srcOrd="0" destOrd="0" parTransId="{36E1FC84-1AF6-4880-96BA-FA7182004B04}" sibTransId="{B02C0DAA-4F3E-41D2-AB22-72086DB56EA9}"/>
    <dgm:cxn modelId="{D797C722-6548-45FE-B3B5-8C63CC83C501}" srcId="{5A08E818-05E4-4EA1-BAC3-1C29D01EA5BC}" destId="{23C9372D-C572-4AD7-9576-58D1C67072BE}" srcOrd="0" destOrd="0" parTransId="{EC2FC48F-7BFC-40BD-A046-DF471F8C629C}" sibTransId="{CD7DD927-5EFA-4DE4-BA29-C78B72C454BC}"/>
    <dgm:cxn modelId="{ACAD5B10-DAD0-41FA-B1DD-D70388B2F140}" type="presOf" srcId="{E1666DC9-680D-415B-A9D8-E9D0B5974C9A}" destId="{71A93C7F-1060-4C52-83CF-7E2060376D78}" srcOrd="0" destOrd="1" presId="urn:microsoft.com/office/officeart/2005/8/layout/arrow2"/>
    <dgm:cxn modelId="{3519D24E-80C6-4B8A-8B3F-230782D31E1B}" srcId="{79CADBCD-043C-4D0A-B3D3-6C92FBDCE7E6}" destId="{5A08E818-05E4-4EA1-BAC3-1C29D01EA5BC}" srcOrd="1" destOrd="0" parTransId="{4EED1576-1704-4F7F-B88B-FF8C7B23E9C9}" sibTransId="{2A72EB04-75CC-4C28-BDA5-F0956A67247E}"/>
    <dgm:cxn modelId="{AD796CEF-5C1D-423A-84CF-31D6691B6308}" srcId="{79CADBCD-043C-4D0A-B3D3-6C92FBDCE7E6}" destId="{AF9D0243-6271-4BBB-9113-1F2F60C051F7}" srcOrd="2" destOrd="0" parTransId="{3344F383-C9C4-48CD-8977-28895615E82F}" sibTransId="{EB542D70-645B-4F58-8864-9A9D6AEF9A09}"/>
    <dgm:cxn modelId="{A6AB8048-DBFD-4D30-93D4-B11746A0578D}" type="presOf" srcId="{630C606E-FE24-4668-81CC-67DB27D6FB8E}" destId="{E25FC7DC-C2A2-4375-9482-E26DE5513B69}" srcOrd="0" destOrd="1" presId="urn:microsoft.com/office/officeart/2005/8/layout/arrow2"/>
    <dgm:cxn modelId="{0400D560-38B7-4EF2-8E30-02F1012981C1}" type="presOf" srcId="{C52BCB36-909E-49B5-B691-5A4DA3D66605}" destId="{71A93C7F-1060-4C52-83CF-7E2060376D78}" srcOrd="0" destOrd="0" presId="urn:microsoft.com/office/officeart/2005/8/layout/arrow2"/>
    <dgm:cxn modelId="{762DBD52-F038-4D68-980E-BAF9D30C69CB}" srcId="{79CADBCD-043C-4D0A-B3D3-6C92FBDCE7E6}" destId="{C52BCB36-909E-49B5-B691-5A4DA3D66605}" srcOrd="3" destOrd="0" parTransId="{5D53E372-2F7A-4DA1-8011-22354E2F5FE7}" sibTransId="{476D7CED-6509-4933-BEBE-1EAA84DEF2F2}"/>
    <dgm:cxn modelId="{42B1AA2A-E27F-4737-AFEE-4FB5AE9EF54D}" srcId="{C52BCB36-909E-49B5-B691-5A4DA3D66605}" destId="{E1666DC9-680D-415B-A9D8-E9D0B5974C9A}" srcOrd="0" destOrd="0" parTransId="{5E220BEF-39E9-4F00-9C5B-0A59F83D1166}" sibTransId="{A8BDC376-F2EB-410F-A672-702C399B65BC}"/>
    <dgm:cxn modelId="{57A6DD0A-CC34-443A-86D4-1D848AA9569B}" srcId="{181593B7-576A-4F64-A9D9-6FF23D16F4CF}" destId="{630C606E-FE24-4668-81CC-67DB27D6FB8E}" srcOrd="0" destOrd="0" parTransId="{FEE01DB9-F2F0-484D-9A03-26C8B62440F8}" sibTransId="{3EF854BE-0585-4FC5-828A-E641A3F4E206}"/>
    <dgm:cxn modelId="{F8967C17-EA3D-4CBC-86A0-A9A8E60DD921}" type="presParOf" srcId="{3DA8E3EC-EC30-43AC-86F0-2734B2BA5264}" destId="{D8902E74-895D-45E5-8229-978F50D42995}" srcOrd="0" destOrd="0" presId="urn:microsoft.com/office/officeart/2005/8/layout/arrow2"/>
    <dgm:cxn modelId="{1F21B521-5692-4A1D-83C4-24DD7A494BA6}" type="presParOf" srcId="{3DA8E3EC-EC30-43AC-86F0-2734B2BA5264}" destId="{BBD3EA90-A913-4926-B33D-EE34E57C1D00}" srcOrd="1" destOrd="0" presId="urn:microsoft.com/office/officeart/2005/8/layout/arrow2"/>
    <dgm:cxn modelId="{427CD449-9C77-4BED-8699-16AB4BD90913}" type="presParOf" srcId="{BBD3EA90-A913-4926-B33D-EE34E57C1D00}" destId="{866F4803-64C5-48CA-A860-F52BE504C3BD}" srcOrd="0" destOrd="0" presId="urn:microsoft.com/office/officeart/2005/8/layout/arrow2"/>
    <dgm:cxn modelId="{F8A92F94-F4E2-461E-A95A-D167E9F6B548}" type="presParOf" srcId="{BBD3EA90-A913-4926-B33D-EE34E57C1D00}" destId="{E25FC7DC-C2A2-4375-9482-E26DE5513B69}" srcOrd="1" destOrd="0" presId="urn:microsoft.com/office/officeart/2005/8/layout/arrow2"/>
    <dgm:cxn modelId="{DF4884E0-5E28-40CF-92D8-C88316302A31}" type="presParOf" srcId="{BBD3EA90-A913-4926-B33D-EE34E57C1D00}" destId="{A2BC52F5-3263-41BC-8BC7-5F26F2083DA2}" srcOrd="2" destOrd="0" presId="urn:microsoft.com/office/officeart/2005/8/layout/arrow2"/>
    <dgm:cxn modelId="{6CAD3DA7-5F30-4075-892F-C2D61EB605C4}" type="presParOf" srcId="{BBD3EA90-A913-4926-B33D-EE34E57C1D00}" destId="{AD66CC07-FBDF-45CE-8422-69DCA9CEFD3E}" srcOrd="3" destOrd="0" presId="urn:microsoft.com/office/officeart/2005/8/layout/arrow2"/>
    <dgm:cxn modelId="{44246638-9DDB-481B-8257-73E445609896}" type="presParOf" srcId="{BBD3EA90-A913-4926-B33D-EE34E57C1D00}" destId="{4F910EF0-7824-43DD-9DF3-2B0CE7AFD3AC}" srcOrd="4" destOrd="0" presId="urn:microsoft.com/office/officeart/2005/8/layout/arrow2"/>
    <dgm:cxn modelId="{F57C8AA2-BE9D-43D8-A667-26DAA8973085}" type="presParOf" srcId="{BBD3EA90-A913-4926-B33D-EE34E57C1D00}" destId="{D6E37A71-ACB3-4495-984C-C5C0A0FF5790}" srcOrd="5" destOrd="0" presId="urn:microsoft.com/office/officeart/2005/8/layout/arrow2"/>
    <dgm:cxn modelId="{351A378A-7369-4AE0-8358-D3E83898D3D9}" type="presParOf" srcId="{BBD3EA90-A913-4926-B33D-EE34E57C1D00}" destId="{DDE5A66E-DF43-47AD-B34F-CA35983C8A8D}" srcOrd="6" destOrd="0" presId="urn:microsoft.com/office/officeart/2005/8/layout/arrow2"/>
    <dgm:cxn modelId="{68CA81A6-F7E6-4CCB-8B70-B33CEBD94BD9}" type="presParOf" srcId="{BBD3EA90-A913-4926-B33D-EE34E57C1D00}" destId="{71A93C7F-1060-4C52-83CF-7E2060376D78}" srcOrd="7" destOrd="0" presId="urn:microsoft.com/office/officeart/2005/8/layout/arrow2"/>
  </dgm:cxnLst>
  <dgm:bg/>
  <dgm:whole/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666FE3CF-8D1A-4642-B572-8ED9D5483934}" type="doc">
      <dgm:prSet loTypeId="urn:microsoft.com/office/officeart/2005/8/layout/gear1" loCatId="relationship" qsTypeId="urn:microsoft.com/office/officeart/2005/8/quickstyle/simple1#1" qsCatId="simple" csTypeId="urn:microsoft.com/office/officeart/2005/8/colors/accent4_5" csCatId="accent4" phldr="1"/>
      <dgm:spPr/>
    </dgm:pt>
    <dgm:pt modelId="{3949D301-F3EC-406B-B907-5B1D778ED086}">
      <dgm:prSet phldrT="[Text]"/>
      <dgm:spPr>
        <a:solidFill>
          <a:srgbClr val="557CB0"/>
        </a:solidFill>
      </dgm:spPr>
      <dgm:t>
        <a:bodyPr/>
        <a:lstStyle/>
        <a:p>
          <a:r>
            <a:rPr lang="en-US" dirty="0" smtClean="0"/>
            <a:t>Customer Service</a:t>
          </a:r>
          <a:endParaRPr lang="en-US" dirty="0"/>
        </a:p>
      </dgm:t>
    </dgm:pt>
    <dgm:pt modelId="{4B8F18DC-4432-4749-AD46-284B8D3A2F28}" type="parTrans" cxnId="{39BFACA5-6B54-4CE1-9A25-168229759727}">
      <dgm:prSet/>
      <dgm:spPr/>
      <dgm:t>
        <a:bodyPr/>
        <a:lstStyle/>
        <a:p>
          <a:endParaRPr lang="en-US"/>
        </a:p>
      </dgm:t>
    </dgm:pt>
    <dgm:pt modelId="{EC1A49A1-2FF2-45FD-985C-080EB234C834}" type="sibTrans" cxnId="{39BFACA5-6B54-4CE1-9A25-168229759727}">
      <dgm:prSet/>
      <dgm:spPr/>
      <dgm:t>
        <a:bodyPr/>
        <a:lstStyle/>
        <a:p>
          <a:endParaRPr lang="en-US"/>
        </a:p>
      </dgm:t>
    </dgm:pt>
    <dgm:pt modelId="{9E0FB46B-BB2D-4661-A978-70FEE2A887C5}">
      <dgm:prSet phldrT="[Text]"/>
      <dgm:spPr>
        <a:solidFill>
          <a:srgbClr val="8AB33C"/>
        </a:solidFill>
      </dgm:spPr>
      <dgm:t>
        <a:bodyPr/>
        <a:lstStyle/>
        <a:p>
          <a:r>
            <a:rPr lang="en-US" dirty="0" smtClean="0"/>
            <a:t>App Maintenance</a:t>
          </a:r>
          <a:endParaRPr lang="en-US" dirty="0"/>
        </a:p>
      </dgm:t>
    </dgm:pt>
    <dgm:pt modelId="{5B655F7B-AF83-4DAA-9F24-ADF12774EAE7}" type="parTrans" cxnId="{DFC78D8F-DA16-4B0C-A40F-4BFD0083DEF3}">
      <dgm:prSet/>
      <dgm:spPr/>
      <dgm:t>
        <a:bodyPr/>
        <a:lstStyle/>
        <a:p>
          <a:endParaRPr lang="en-US"/>
        </a:p>
      </dgm:t>
    </dgm:pt>
    <dgm:pt modelId="{021ACAB1-250F-4923-B063-EF5D4C3A02BE}" type="sibTrans" cxnId="{DFC78D8F-DA16-4B0C-A40F-4BFD0083DEF3}">
      <dgm:prSet/>
      <dgm:spPr/>
      <dgm:t>
        <a:bodyPr/>
        <a:lstStyle/>
        <a:p>
          <a:endParaRPr lang="en-US"/>
        </a:p>
      </dgm:t>
    </dgm:pt>
    <dgm:pt modelId="{1CCD32EB-7A23-4A3D-BD50-312894464ADC}">
      <dgm:prSet phldrT="[Text]"/>
      <dgm:spPr>
        <a:solidFill>
          <a:srgbClr val="FEAD32"/>
        </a:solidFill>
      </dgm:spPr>
      <dgm:t>
        <a:bodyPr/>
        <a:lstStyle/>
        <a:p>
          <a:r>
            <a:rPr lang="en-US" dirty="0" smtClean="0">
              <a:solidFill>
                <a:schemeClr val="tx1"/>
              </a:solidFill>
            </a:rPr>
            <a:t>Infrastructure Management</a:t>
          </a:r>
          <a:endParaRPr lang="en-US" dirty="0">
            <a:solidFill>
              <a:schemeClr val="tx1"/>
            </a:solidFill>
          </a:endParaRPr>
        </a:p>
      </dgm:t>
    </dgm:pt>
    <dgm:pt modelId="{6F4EE418-735B-4100-B75D-B1110930172E}" type="parTrans" cxnId="{071E3FB5-044F-4B1F-910E-133BD71B2A3E}">
      <dgm:prSet/>
      <dgm:spPr/>
      <dgm:t>
        <a:bodyPr/>
        <a:lstStyle/>
        <a:p>
          <a:endParaRPr lang="en-US"/>
        </a:p>
      </dgm:t>
    </dgm:pt>
    <dgm:pt modelId="{92E72F33-F59A-413A-8D85-D7D15B2D71A7}" type="sibTrans" cxnId="{071E3FB5-044F-4B1F-910E-133BD71B2A3E}">
      <dgm:prSet/>
      <dgm:spPr/>
      <dgm:t>
        <a:bodyPr/>
        <a:lstStyle/>
        <a:p>
          <a:endParaRPr lang="en-US"/>
        </a:p>
      </dgm:t>
    </dgm:pt>
    <dgm:pt modelId="{00D7D726-626A-458A-9C9E-565E1563EB8A}" type="pres">
      <dgm:prSet presAssocID="{666FE3CF-8D1A-4642-B572-8ED9D5483934}" presName="composite" presStyleCnt="0">
        <dgm:presLayoutVars>
          <dgm:chMax val="3"/>
          <dgm:animLvl val="lvl"/>
          <dgm:resizeHandles val="exact"/>
        </dgm:presLayoutVars>
      </dgm:prSet>
      <dgm:spPr/>
    </dgm:pt>
    <dgm:pt modelId="{9AC04A42-8D42-4912-888B-70866627B25D}" type="pres">
      <dgm:prSet presAssocID="{3949D301-F3EC-406B-B907-5B1D778ED086}" presName="gear1" presStyleLbl="node1" presStyleIdx="0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C2621516-B7A2-4C55-95CC-6BE1ABD56168}" type="pres">
      <dgm:prSet presAssocID="{3949D301-F3EC-406B-B907-5B1D778ED086}" presName="gear1srcNode" presStyleLbl="node1" presStyleIdx="0" presStyleCnt="3"/>
      <dgm:spPr/>
      <dgm:t>
        <a:bodyPr/>
        <a:lstStyle/>
        <a:p>
          <a:endParaRPr lang="en-US"/>
        </a:p>
      </dgm:t>
    </dgm:pt>
    <dgm:pt modelId="{5672C6FD-AB95-48E8-A588-6914A3B02114}" type="pres">
      <dgm:prSet presAssocID="{3949D301-F3EC-406B-B907-5B1D778ED086}" presName="gear1dstNode" presStyleLbl="node1" presStyleIdx="0" presStyleCnt="3"/>
      <dgm:spPr/>
      <dgm:t>
        <a:bodyPr/>
        <a:lstStyle/>
        <a:p>
          <a:endParaRPr lang="en-US"/>
        </a:p>
      </dgm:t>
    </dgm:pt>
    <dgm:pt modelId="{88379A7D-7461-4CF1-97BB-E77B00E50A9C}" type="pres">
      <dgm:prSet presAssocID="{9E0FB46B-BB2D-4661-A978-70FEE2A887C5}" presName="gear2" presStyleLbl="node1" presStyleIdx="1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BD9A024A-1C30-4AD4-9C88-B4D6610FBA70}" type="pres">
      <dgm:prSet presAssocID="{9E0FB46B-BB2D-4661-A978-70FEE2A887C5}" presName="gear2srcNode" presStyleLbl="node1" presStyleIdx="1" presStyleCnt="3"/>
      <dgm:spPr/>
      <dgm:t>
        <a:bodyPr/>
        <a:lstStyle/>
        <a:p>
          <a:endParaRPr lang="en-US"/>
        </a:p>
      </dgm:t>
    </dgm:pt>
    <dgm:pt modelId="{3A213733-9DAD-4EFD-A83F-151BA4DF48D2}" type="pres">
      <dgm:prSet presAssocID="{9E0FB46B-BB2D-4661-A978-70FEE2A887C5}" presName="gear2dstNode" presStyleLbl="node1" presStyleIdx="1" presStyleCnt="3"/>
      <dgm:spPr/>
      <dgm:t>
        <a:bodyPr/>
        <a:lstStyle/>
        <a:p>
          <a:endParaRPr lang="en-US"/>
        </a:p>
      </dgm:t>
    </dgm:pt>
    <dgm:pt modelId="{095FD963-9049-4748-9273-09C9B95EAC3E}" type="pres">
      <dgm:prSet presAssocID="{1CCD32EB-7A23-4A3D-BD50-312894464ADC}" presName="gear3" presStyleLbl="node1" presStyleIdx="2" presStyleCnt="3"/>
      <dgm:spPr/>
      <dgm:t>
        <a:bodyPr/>
        <a:lstStyle/>
        <a:p>
          <a:endParaRPr lang="en-US"/>
        </a:p>
      </dgm:t>
    </dgm:pt>
    <dgm:pt modelId="{AA87C51C-C674-4581-9173-89260E0106EC}" type="pres">
      <dgm:prSet presAssocID="{1CCD32EB-7A23-4A3D-BD50-312894464ADC}" presName="gear3tx" presStyleLbl="node1" presStyleIdx="2" presStyleCnt="3">
        <dgm:presLayoutVars>
          <dgm:chMax val="1"/>
          <dgm:bulletEnabled val="1"/>
        </dgm:presLayoutVars>
      </dgm:prSet>
      <dgm:spPr/>
      <dgm:t>
        <a:bodyPr/>
        <a:lstStyle/>
        <a:p>
          <a:endParaRPr lang="en-US"/>
        </a:p>
      </dgm:t>
    </dgm:pt>
    <dgm:pt modelId="{A48E5A77-F6AB-431D-92FC-3AF217C47F96}" type="pres">
      <dgm:prSet presAssocID="{1CCD32EB-7A23-4A3D-BD50-312894464ADC}" presName="gear3srcNode" presStyleLbl="node1" presStyleIdx="2" presStyleCnt="3"/>
      <dgm:spPr/>
      <dgm:t>
        <a:bodyPr/>
        <a:lstStyle/>
        <a:p>
          <a:endParaRPr lang="en-US"/>
        </a:p>
      </dgm:t>
    </dgm:pt>
    <dgm:pt modelId="{B20F09AA-98BA-4237-8BEC-5EBC8CA5C755}" type="pres">
      <dgm:prSet presAssocID="{1CCD32EB-7A23-4A3D-BD50-312894464ADC}" presName="gear3dstNode" presStyleLbl="node1" presStyleIdx="2" presStyleCnt="3"/>
      <dgm:spPr/>
      <dgm:t>
        <a:bodyPr/>
        <a:lstStyle/>
        <a:p>
          <a:endParaRPr lang="en-US"/>
        </a:p>
      </dgm:t>
    </dgm:pt>
    <dgm:pt modelId="{4C8F929D-C8E8-4916-93B4-2764EA33B8F9}" type="pres">
      <dgm:prSet presAssocID="{EC1A49A1-2FF2-45FD-985C-080EB234C834}" presName="connector1" presStyleLbl="sibTrans2D1" presStyleIdx="0" presStyleCnt="3"/>
      <dgm:spPr/>
      <dgm:t>
        <a:bodyPr/>
        <a:lstStyle/>
        <a:p>
          <a:endParaRPr lang="en-US"/>
        </a:p>
      </dgm:t>
    </dgm:pt>
    <dgm:pt modelId="{273E5015-3F82-4F7C-81E0-465AF9CB6930}" type="pres">
      <dgm:prSet presAssocID="{021ACAB1-250F-4923-B063-EF5D4C3A02BE}" presName="connector2" presStyleLbl="sibTrans2D1" presStyleIdx="1" presStyleCnt="3"/>
      <dgm:spPr/>
      <dgm:t>
        <a:bodyPr/>
        <a:lstStyle/>
        <a:p>
          <a:endParaRPr lang="en-US"/>
        </a:p>
      </dgm:t>
    </dgm:pt>
    <dgm:pt modelId="{23809498-6FFF-4164-82E3-9421DB411421}" type="pres">
      <dgm:prSet presAssocID="{92E72F33-F59A-413A-8D85-D7D15B2D71A7}" presName="connector3" presStyleLbl="sibTrans2D1" presStyleIdx="2" presStyleCnt="3"/>
      <dgm:spPr/>
      <dgm:t>
        <a:bodyPr/>
        <a:lstStyle/>
        <a:p>
          <a:endParaRPr lang="en-US"/>
        </a:p>
      </dgm:t>
    </dgm:pt>
  </dgm:ptLst>
  <dgm:cxnLst>
    <dgm:cxn modelId="{7AE1526B-87D8-4913-9EF9-CB9BF77C106B}" type="presOf" srcId="{1CCD32EB-7A23-4A3D-BD50-312894464ADC}" destId="{AA87C51C-C674-4581-9173-89260E0106EC}" srcOrd="1" destOrd="0" presId="urn:microsoft.com/office/officeart/2005/8/layout/gear1"/>
    <dgm:cxn modelId="{FBFC3328-821A-4920-A568-1DDF011A9199}" type="presOf" srcId="{92E72F33-F59A-413A-8D85-D7D15B2D71A7}" destId="{23809498-6FFF-4164-82E3-9421DB411421}" srcOrd="0" destOrd="0" presId="urn:microsoft.com/office/officeart/2005/8/layout/gear1"/>
    <dgm:cxn modelId="{39BFACA5-6B54-4CE1-9A25-168229759727}" srcId="{666FE3CF-8D1A-4642-B572-8ED9D5483934}" destId="{3949D301-F3EC-406B-B907-5B1D778ED086}" srcOrd="0" destOrd="0" parTransId="{4B8F18DC-4432-4749-AD46-284B8D3A2F28}" sibTransId="{EC1A49A1-2FF2-45FD-985C-080EB234C834}"/>
    <dgm:cxn modelId="{D9D5B3AD-6DD3-40AF-98D7-AC1410F6D1AF}" type="presOf" srcId="{3949D301-F3EC-406B-B907-5B1D778ED086}" destId="{9AC04A42-8D42-4912-888B-70866627B25D}" srcOrd="0" destOrd="0" presId="urn:microsoft.com/office/officeart/2005/8/layout/gear1"/>
    <dgm:cxn modelId="{02E01218-D59C-4B51-A706-9A2DD09EC4D1}" type="presOf" srcId="{3949D301-F3EC-406B-B907-5B1D778ED086}" destId="{C2621516-B7A2-4C55-95CC-6BE1ABD56168}" srcOrd="1" destOrd="0" presId="urn:microsoft.com/office/officeart/2005/8/layout/gear1"/>
    <dgm:cxn modelId="{0A507993-4749-40C5-B69C-35173993F7D7}" type="presOf" srcId="{666FE3CF-8D1A-4642-B572-8ED9D5483934}" destId="{00D7D726-626A-458A-9C9E-565E1563EB8A}" srcOrd="0" destOrd="0" presId="urn:microsoft.com/office/officeart/2005/8/layout/gear1"/>
    <dgm:cxn modelId="{AC5EC735-6474-4929-86AC-00616E2F6CB4}" type="presOf" srcId="{1CCD32EB-7A23-4A3D-BD50-312894464ADC}" destId="{095FD963-9049-4748-9273-09C9B95EAC3E}" srcOrd="0" destOrd="0" presId="urn:microsoft.com/office/officeart/2005/8/layout/gear1"/>
    <dgm:cxn modelId="{DFC78D8F-DA16-4B0C-A40F-4BFD0083DEF3}" srcId="{666FE3CF-8D1A-4642-B572-8ED9D5483934}" destId="{9E0FB46B-BB2D-4661-A978-70FEE2A887C5}" srcOrd="1" destOrd="0" parTransId="{5B655F7B-AF83-4DAA-9F24-ADF12774EAE7}" sibTransId="{021ACAB1-250F-4923-B063-EF5D4C3A02BE}"/>
    <dgm:cxn modelId="{EB946313-8389-4F11-A271-89B9A4C478D0}" type="presOf" srcId="{9E0FB46B-BB2D-4661-A978-70FEE2A887C5}" destId="{88379A7D-7461-4CF1-97BB-E77B00E50A9C}" srcOrd="0" destOrd="0" presId="urn:microsoft.com/office/officeart/2005/8/layout/gear1"/>
    <dgm:cxn modelId="{D1E80C7B-3D54-46B2-AAD5-BD5211FFCDA9}" type="presOf" srcId="{021ACAB1-250F-4923-B063-EF5D4C3A02BE}" destId="{273E5015-3F82-4F7C-81E0-465AF9CB6930}" srcOrd="0" destOrd="0" presId="urn:microsoft.com/office/officeart/2005/8/layout/gear1"/>
    <dgm:cxn modelId="{867A721C-C9CA-4693-9860-AB450F63DC7B}" type="presOf" srcId="{3949D301-F3EC-406B-B907-5B1D778ED086}" destId="{5672C6FD-AB95-48E8-A588-6914A3B02114}" srcOrd="2" destOrd="0" presId="urn:microsoft.com/office/officeart/2005/8/layout/gear1"/>
    <dgm:cxn modelId="{F3518610-4D42-48BA-9D2A-1A09DD8FCFA4}" type="presOf" srcId="{EC1A49A1-2FF2-45FD-985C-080EB234C834}" destId="{4C8F929D-C8E8-4916-93B4-2764EA33B8F9}" srcOrd="0" destOrd="0" presId="urn:microsoft.com/office/officeart/2005/8/layout/gear1"/>
    <dgm:cxn modelId="{154102B3-B430-415E-B293-2C369CA9D760}" type="presOf" srcId="{1CCD32EB-7A23-4A3D-BD50-312894464ADC}" destId="{A48E5A77-F6AB-431D-92FC-3AF217C47F96}" srcOrd="2" destOrd="0" presId="urn:microsoft.com/office/officeart/2005/8/layout/gear1"/>
    <dgm:cxn modelId="{071E3FB5-044F-4B1F-910E-133BD71B2A3E}" srcId="{666FE3CF-8D1A-4642-B572-8ED9D5483934}" destId="{1CCD32EB-7A23-4A3D-BD50-312894464ADC}" srcOrd="2" destOrd="0" parTransId="{6F4EE418-735B-4100-B75D-B1110930172E}" sibTransId="{92E72F33-F59A-413A-8D85-D7D15B2D71A7}"/>
    <dgm:cxn modelId="{B5584E8B-8606-4395-A75D-49CEBEF0ABE0}" type="presOf" srcId="{9E0FB46B-BB2D-4661-A978-70FEE2A887C5}" destId="{3A213733-9DAD-4EFD-A83F-151BA4DF48D2}" srcOrd="2" destOrd="0" presId="urn:microsoft.com/office/officeart/2005/8/layout/gear1"/>
    <dgm:cxn modelId="{204725A5-F565-4E57-A6FC-9C1BAD3DA3D8}" type="presOf" srcId="{1CCD32EB-7A23-4A3D-BD50-312894464ADC}" destId="{B20F09AA-98BA-4237-8BEC-5EBC8CA5C755}" srcOrd="3" destOrd="0" presId="urn:microsoft.com/office/officeart/2005/8/layout/gear1"/>
    <dgm:cxn modelId="{72DE5411-1CD4-41F0-9C8A-22129C5B15E8}" type="presOf" srcId="{9E0FB46B-BB2D-4661-A978-70FEE2A887C5}" destId="{BD9A024A-1C30-4AD4-9C88-B4D6610FBA70}" srcOrd="1" destOrd="0" presId="urn:microsoft.com/office/officeart/2005/8/layout/gear1"/>
    <dgm:cxn modelId="{2E9F9EF7-7812-4132-86B5-995F1F8B7EBB}" type="presParOf" srcId="{00D7D726-626A-458A-9C9E-565E1563EB8A}" destId="{9AC04A42-8D42-4912-888B-70866627B25D}" srcOrd="0" destOrd="0" presId="urn:microsoft.com/office/officeart/2005/8/layout/gear1"/>
    <dgm:cxn modelId="{3383C995-3A85-49E5-8D5F-C677C3DCD73E}" type="presParOf" srcId="{00D7D726-626A-458A-9C9E-565E1563EB8A}" destId="{C2621516-B7A2-4C55-95CC-6BE1ABD56168}" srcOrd="1" destOrd="0" presId="urn:microsoft.com/office/officeart/2005/8/layout/gear1"/>
    <dgm:cxn modelId="{16D64CF5-7EED-4FF6-B207-ABE622752D60}" type="presParOf" srcId="{00D7D726-626A-458A-9C9E-565E1563EB8A}" destId="{5672C6FD-AB95-48E8-A588-6914A3B02114}" srcOrd="2" destOrd="0" presId="urn:microsoft.com/office/officeart/2005/8/layout/gear1"/>
    <dgm:cxn modelId="{958076BB-E514-4E6B-A304-86F49EBB0CD6}" type="presParOf" srcId="{00D7D726-626A-458A-9C9E-565E1563EB8A}" destId="{88379A7D-7461-4CF1-97BB-E77B00E50A9C}" srcOrd="3" destOrd="0" presId="urn:microsoft.com/office/officeart/2005/8/layout/gear1"/>
    <dgm:cxn modelId="{34FF2888-DE6F-4E4D-989E-0166D75B873F}" type="presParOf" srcId="{00D7D726-626A-458A-9C9E-565E1563EB8A}" destId="{BD9A024A-1C30-4AD4-9C88-B4D6610FBA70}" srcOrd="4" destOrd="0" presId="urn:microsoft.com/office/officeart/2005/8/layout/gear1"/>
    <dgm:cxn modelId="{1B6805F1-AB68-4967-AE44-2B5F81C76C61}" type="presParOf" srcId="{00D7D726-626A-458A-9C9E-565E1563EB8A}" destId="{3A213733-9DAD-4EFD-A83F-151BA4DF48D2}" srcOrd="5" destOrd="0" presId="urn:microsoft.com/office/officeart/2005/8/layout/gear1"/>
    <dgm:cxn modelId="{BB9D20D4-4CF5-4E27-9B24-7C24A06A74F5}" type="presParOf" srcId="{00D7D726-626A-458A-9C9E-565E1563EB8A}" destId="{095FD963-9049-4748-9273-09C9B95EAC3E}" srcOrd="6" destOrd="0" presId="urn:microsoft.com/office/officeart/2005/8/layout/gear1"/>
    <dgm:cxn modelId="{3591BE3C-588C-4965-9169-A808CF92B038}" type="presParOf" srcId="{00D7D726-626A-458A-9C9E-565E1563EB8A}" destId="{AA87C51C-C674-4581-9173-89260E0106EC}" srcOrd="7" destOrd="0" presId="urn:microsoft.com/office/officeart/2005/8/layout/gear1"/>
    <dgm:cxn modelId="{A808B042-02F7-47EE-9DE4-4691419824A1}" type="presParOf" srcId="{00D7D726-626A-458A-9C9E-565E1563EB8A}" destId="{A48E5A77-F6AB-431D-92FC-3AF217C47F96}" srcOrd="8" destOrd="0" presId="urn:microsoft.com/office/officeart/2005/8/layout/gear1"/>
    <dgm:cxn modelId="{1617D40B-D487-43B4-BF68-DE6C7317D0BB}" type="presParOf" srcId="{00D7D726-626A-458A-9C9E-565E1563EB8A}" destId="{B20F09AA-98BA-4237-8BEC-5EBC8CA5C755}" srcOrd="9" destOrd="0" presId="urn:microsoft.com/office/officeart/2005/8/layout/gear1"/>
    <dgm:cxn modelId="{B4D49C97-BC27-4E1A-B128-A2A3B1D7B380}" type="presParOf" srcId="{00D7D726-626A-458A-9C9E-565E1563EB8A}" destId="{4C8F929D-C8E8-4916-93B4-2764EA33B8F9}" srcOrd="10" destOrd="0" presId="urn:microsoft.com/office/officeart/2005/8/layout/gear1"/>
    <dgm:cxn modelId="{2345BCDB-ABC0-48D6-9BC7-BE417BB51F72}" type="presParOf" srcId="{00D7D726-626A-458A-9C9E-565E1563EB8A}" destId="{273E5015-3F82-4F7C-81E0-465AF9CB6930}" srcOrd="11" destOrd="0" presId="urn:microsoft.com/office/officeart/2005/8/layout/gear1"/>
    <dgm:cxn modelId="{B154782B-EF22-44B2-814F-D99D4B888815}" type="presParOf" srcId="{00D7D726-626A-458A-9C9E-565E1563EB8A}" destId="{23809498-6FFF-4164-82E3-9421DB411421}" srcOrd="12" destOrd="0" presId="urn:microsoft.com/office/officeart/2005/8/layout/gear1"/>
  </dgm:cxnLst>
  <dgm:bg/>
  <dgm:whole/>
</dgm:dataModel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2">
  <dgm:title val=""/>
  <dgm:desc val=""/>
  <dgm:catLst>
    <dgm:cat type="cycle" pri="1000"/>
    <dgm:cat type="convert" pri="1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ptType="sibTrans" refType="w" refFor="ch" refPtType="node" op="equ" fact="0.25"/>
      <dgm:constr type="sibSp" refType="w" refFor="ch" refPtType="node" fact="0.5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>
          <dgm:param type="txAnchorVertCh" val="mid"/>
        </dgm:alg>
        <dgm:shape xmlns:r="http://schemas.openxmlformats.org/officeDocument/2006/relationships" type="ellipse" r:blip="">
          <dgm:adjLst/>
        </dgm:shape>
        <dgm:presOf axis="desOrSelf" ptType="node"/>
        <dgm:constrLst>
          <dgm:constr type="h" refType="w"/>
          <dgm:constr type="lMarg" refType="primFontSz" fact="0.1"/>
          <dgm:constr type="rMarg" refType="primFontSz" fact="0.1"/>
          <dgm:constr type="tMarg" refType="primFontSz" fact="0.1"/>
          <dgm:constr type="bMarg" refType="primFontSz" fact="0.1"/>
        </dgm:constrLst>
        <dgm:ruleLst>
          <dgm:rule type="primFontSz" val="5" fact="NaN" max="NaN"/>
        </dgm:ruleLst>
      </dgm:layoutNode>
      <dgm:choose name="Name9">
        <dgm:if name="Name10" axis="par ch" ptType="doc node" func="cnt" op="gt" val="1">
          <dgm:forEach name="sibTransForEach" axis="followSib" ptType="sibTrans" hideLastTrans="0" cnt="1">
            <dgm:layoutNode name="sibTrans">
              <dgm:choose name="Name11">
                <dgm:if name="Name12" axis="par ch" ptType="doc node" func="cnt" op="lt" val="3">
                  <dgm:alg type="conn">
                    <dgm:param type="begPts" val="radial"/>
                    <dgm:param type="endPts" val="radial"/>
                  </dgm:alg>
                </dgm:if>
                <dgm:else name="Name13">
                  <dgm:alg type="conn">
                    <dgm:param type="begPts" val="auto"/>
                    <dgm:param type="endPts" val="auto"/>
                  </dgm:alg>
                </dgm:else>
              </dgm:choose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1.35"/>
                <dgm:constr type="connDist"/>
                <dgm:constr type="w" for="ch" refType="connDist" fact="0.45"/>
                <dgm:constr type="h" for="ch" refType="h"/>
              </dgm:constrLst>
              <dgm:ruleLst/>
              <dgm:layoutNode name="connectorText">
                <dgm:alg type="tx">
                  <dgm:param type="autoTxRot" val="grav"/>
                </dgm:alg>
                <dgm:shape xmlns:r="http://schemas.openxmlformats.org/officeDocument/2006/relationships" type="conn" r:blip="" hideGeom="1">
                  <dgm:adjLst/>
                </dgm:shape>
                <dgm:presOf axis="self"/>
                <dgm:constrLst>
                  <dgm:constr type="lMarg"/>
                  <dgm:constr type="rMarg"/>
                  <dgm:constr type="tMarg"/>
                  <dgm:constr type="bMarg"/>
                </dgm:constrLst>
                <dgm:ruleLst>
                  <dgm:rule type="primFontSz" val="5" fact="NaN" max="NaN"/>
                </dgm:ruleLst>
              </dgm:layoutNode>
            </dgm:layoutNode>
          </dgm:forEach>
        </dgm:if>
        <dgm:else name="Name14"/>
      </dgm:choos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cycle3">
  <dgm:title val=""/>
  <dgm:desc val=""/>
  <dgm:catLst>
    <dgm:cat type="cycle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axis="ch" ptType="node" func="cnt" op="equ" val="2">
        <dgm:alg type="composite">
          <dgm:param type="ar" val="0.9"/>
        </dgm:alg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  <dgm:constr type="ctrX" for="ch" forName="node1" refType="w" fact="0.5"/>
          <dgm:constr type="t" for="ch" forName="node1"/>
          <dgm:constr type="w" for="ch" forName="node1" refType="w" fact="0.8"/>
          <dgm:constr type="h" for="ch" forName="node1" refType="w" refFor="ch" refForName="node1" fact="0.5"/>
          <dgm:constr type="ctrX" for="ch" forName="sibTrans" refType="w" fact="0.5"/>
          <dgm:constr type="t" for="ch" forName="sibTrans"/>
          <dgm:constr type="w" for="ch" forName="sibTrans" refType="w" fact="0.8"/>
          <dgm:constr type="h" for="ch" forName="sibTrans" refType="w" refFor="ch" refForName="node1" fact="0.5"/>
          <dgm:constr type="userA" for="ch" forName="sibTrans" refType="w" fact="1.07"/>
          <dgm:constr type="ctrX" for="ch" forName="node2" refType="w" fact="0.5"/>
          <dgm:constr type="b" for="ch" forName="node2" refType="h"/>
          <dgm:constr type="w" for="ch" forName="node2" refType="w" fact="0.8"/>
          <dgm:constr type="h" for="ch" forName="node2" refType="w" refFor="ch" refForName="node1" fact="0.5"/>
          <dgm:constr type="l" for="ch" forName="sp1"/>
          <dgm:constr type="t" for="ch" forName="sp1" refType="h" fact="0.5"/>
          <dgm:constr type="w" for="ch" forName="sp1" val="1"/>
          <dgm:constr type="h" for="ch" forName="sp1" val="1"/>
          <dgm:constr type="r" for="ch" forName="sp2" refType="w"/>
          <dgm:constr type="t" for="ch" forName="sp2" refType="h" fact="0.5"/>
          <dgm:constr type="w" for="ch" forName="sp2" val="1"/>
          <dgm:constr type="h" for="ch" forName="sp2" val="1"/>
        </dgm:constrLst>
        <dgm:ruleLst/>
      </dgm:if>
      <dgm:else name="Name3">
        <dgm:alg type="composite"/>
        <dgm:shape xmlns:r="http://schemas.openxmlformats.org/officeDocument/2006/relationships" r:blip="">
          <dgm:adjLst/>
        </dgm:shape>
        <dgm:presOf/>
        <dgm:constrLst>
          <dgm:constr type="primFontSz" for="ch" ptType="node" op="equ" val="65"/>
        </dgm:constrLst>
        <dgm:ruleLst/>
      </dgm:else>
    </dgm:choose>
    <dgm:choose name="Name4">
      <dgm:if name="Name5" axis="ch" ptType="node" func="cnt" op="equ" val="2">
        <dgm:layoutNode name="node1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ibTrans" styleLbl="bgShp">
          <dgm:choose name="Name6">
            <dgm:if name="Name7" func="var" arg="dir" op="equ" val="norm">
              <dgm:alg type="conn">
                <dgm:param type="connRout" val="longCurve"/>
                <dgm:param type="begPts" val="midR"/>
                <dgm:param type="endPts" val="midL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 fact="-1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if>
            <dgm:else name="Name8">
              <dgm:alg type="conn">
                <dgm:param type="connRout" val="longCurve"/>
                <dgm:param type="begPts" val="midL"/>
                <dgm:param type="endPts" val="midR"/>
                <dgm:param type="dstNode" val="node1"/>
              </dgm:alg>
              <dgm:shape xmlns:r="http://schemas.openxmlformats.org/officeDocument/2006/relationships" type="conn" r:blip="" zOrderOff="-2">
                <dgm:adjLst/>
              </dgm:shape>
              <dgm:presOf axis="ch" ptType="sibTrans"/>
              <dgm:constrLst>
                <dgm:constr type="userA"/>
                <dgm:constr type="diam" refType="userA"/>
                <dgm:constr type="wArH" refType="userA" fact="0.05"/>
                <dgm:constr type="hArH" refType="userA" fact="0.1"/>
                <dgm:constr type="stemThick" refType="userA" fact="0.06"/>
                <dgm:constr type="begPad" refType="connDist" fact="-0.2"/>
                <dgm:constr type="endPad" refType="connDist" fact="0.05"/>
              </dgm:constrLst>
            </dgm:else>
          </dgm:choose>
          <dgm:ruleLst/>
        </dgm:layoutNode>
        <dgm:layoutNode name="node2">
          <dgm:varLst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sp1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sp2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if>
      <dgm:else name="Name9">
        <dgm:layoutNode name="cycle">
          <dgm:choose name="Name10">
            <dgm:if name="Name11" func="var" arg="dir" op="equ" val="norm">
              <dgm:alg type="cycle">
                <dgm:param type="stAng" val="0"/>
                <dgm:param type="spanAng" val="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 fact="-1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if>
            <dgm:else name="Name12">
              <dgm:alg type="cycle">
                <dgm:param type="stAng" val="0"/>
                <dgm:param type="spanAng" val="-360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diam" refType="w"/>
                <dgm:constr type="w" for="ch" ptType="node" refType="w"/>
                <dgm:constr type="sibSp" val="15"/>
                <dgm:constr type="userA" for="ch" ptType="sibTrans" refType="diam" op="equ"/>
                <dgm:constr type="wArH" for="ch" ptType="sibTrans" refType="diam" op="equ" fact="0.05"/>
                <dgm:constr type="hArH" for="ch" ptType="sibTrans" refType="diam" op="equ" fact="0.1"/>
                <dgm:constr type="stemThick" for="ch" ptType="sibTrans" refType="diam" op="equ" fact="0.065"/>
                <dgm:constr type="primFontSz" for="ch" ptType="node" op="equ"/>
              </dgm:constrLst>
            </dgm:else>
          </dgm:choose>
          <dgm:ruleLst/>
          <dgm:forEach name="nodesFirstNodeForEach" axis="ch" ptType="node" cnt="1">
            <dgm:layoutNode name="nodeFirstNode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  <dgm:forEach name="sibTransForEach" axis="followSib" ptType="sibTrans" cnt="1">
              <dgm:layoutNode name="sibTransFirstNode" styleLbl="bgShp">
                <dgm:choose name="Name13">
                  <dgm:if name="Name14" func="var" arg="dir" op="equ" val="norm">
                    <dgm:alg type="conn">
                      <dgm:param type="connRout" val="longCurve"/>
                      <dgm:param type="begPts" val="midR"/>
                      <dgm:param type="endPts" val="midL"/>
                      <dgm:param type="dstNode" val="nodeFirstNode"/>
                    </dgm:alg>
                  </dgm:if>
                  <dgm:else name="Name15">
                    <dgm:alg type="conn">
                      <dgm:param type="connRout" val="longCurve"/>
                      <dgm:param type="begPts" val="midL"/>
                      <dgm:param type="endPts" val="midR"/>
                      <dgm:param type="dstNode" val="nodeFirstNode"/>
                    </dgm:alg>
                  </dgm:else>
                </dgm:choose>
                <dgm:shape xmlns:r="http://schemas.openxmlformats.org/officeDocument/2006/relationships" type="conn" r:blip="" zOrderOff="-2">
                  <dgm:adjLst/>
                </dgm:shape>
                <dgm:presOf axis="self"/>
                <dgm:choose name="Name16">
                  <dgm:if name="Name17" axis="par ch" ptType="doc node" func="cnt" op="equ" val="3">
                    <dgm:constrLst>
                      <dgm:constr type="userA"/>
                      <dgm:constr type="diam" refType="userA" fact="1.01"/>
                      <dgm:constr type="begPad" refType="connDist" fact="-0.2"/>
                      <dgm:constr type="endPad" refType="connDist" fact="0.05"/>
                    </dgm:constrLst>
                  </dgm:if>
                  <dgm:if name="Name18" axis="par ch" ptType="doc node" func="cnt" op="equ" val="4">
                    <dgm:constrLst>
                      <dgm:constr type="userA"/>
                      <dgm:constr type="diam" refType="userA" fact="1.26"/>
                      <dgm:constr type="begPad" refType="connDist" fact="-0.2"/>
                      <dgm:constr type="endPad" refType="connDist" fact="0.05"/>
                    </dgm:constrLst>
                  </dgm:if>
                  <dgm:if name="Name19" axis="par ch" ptType="doc node" func="cnt" op="equ" val="5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if>
                  <dgm:if name="Name20" axis="par ch" ptType="doc node" func="cnt" op="equ" val="6">
                    <dgm:constrLst>
                      <dgm:constr type="userA"/>
                      <dgm:constr type="diam" refType="userA" fact="1.1"/>
                      <dgm:constr type="begPad" refType="connDist" fact="-0.2"/>
                      <dgm:constr type="endPad" refType="connDist" fact="0.05"/>
                    </dgm:constrLst>
                  </dgm:if>
                  <dgm:else name="Name21">
                    <dgm:constrLst>
                      <dgm:constr type="userA"/>
                      <dgm:constr type="diam" refType="userA" fact="1.04"/>
                      <dgm:constr type="begPad" refType="connDist" fact="-0.2"/>
                      <dgm:constr type="endPad" refType="connDist" fact="0.05"/>
                    </dgm:constrLst>
                  </dgm:else>
                </dgm:choose>
                <dgm:ruleLst/>
              </dgm:layoutNode>
            </dgm:forEach>
          </dgm:forEach>
          <dgm:forEach name="followingNodesForEach" axis="ch" ptType="node" st="2">
            <dgm:layoutNode name="nodeFollowingNodes">
              <dgm:varLst>
                <dgm:bulletEnabled val="1"/>
              </dgm:varLst>
              <dgm:alg type="tx"/>
              <dgm:shape xmlns:r="http://schemas.openxmlformats.org/officeDocument/2006/relationships" type="roundRect" r:blip="">
                <dgm:adjLst/>
              </dgm:shape>
              <dgm:presOf axis="desOrSelf" ptType="node"/>
              <dgm:constrLst>
                <dgm:constr type="h" refType="w" fact="0.5"/>
                <dgm:constr type="primFontSz" val="65"/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forEach>
        </dgm:layoutNod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Process1">
  <dgm:title val=""/>
  <dgm:desc val=""/>
  <dgm:catLst>
    <dgm:cat type="process" pri="1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0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1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2"/>
      </dgm:ptLst>
      <dgm:cxnLst>
        <dgm:cxn modelId="3" srcId="0" destId="1" srcOrd="0" destOrd="0"/>
        <dgm:cxn modelId="4" srcId="0" destId="2" srcOrd="0" destOrd="0"/>
        <dgm:cxn modelId="5" srcId="1" destId="11" srcOrd="0" destOrd="0"/>
        <dgm:cxn modelId="6" srcId="2" destId="22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51" srcId="1" destId="11" srcOrd="0" destOrd="0"/>
        <dgm:cxn modelId="61" srcId="2" destId="21" srcOrd="0" destOrd="0"/>
        <dgm:cxn modelId="71" srcId="3" destId="31" srcOrd="0" destOrd="0"/>
        <dgm:cxn modelId="81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lin">
          <dgm:param type="linDir" val="fromL"/>
          <dgm:param type="vertAlign" val="mid"/>
          <dgm:param type="nodeHorzAlign" val="l"/>
          <dgm:param type="nodeVertAlign" val="t"/>
          <dgm:param type="fallback" val="2D"/>
        </dgm:alg>
      </dgm:if>
      <dgm:else name="Name3">
        <dgm:alg type="lin">
          <dgm:param type="linDir" val="fromR"/>
          <dgm:param type="vertAlign" val="mid"/>
          <dgm:param type="nodeHorzAlign" val="r"/>
          <dgm:param type="nodeVertAlign" val="t"/>
          <dgm:param type="fallback" val="2D"/>
        </dgm:alg>
      </dgm:else>
    </dgm:choose>
    <dgm:shape xmlns:r="http://schemas.openxmlformats.org/officeDocument/2006/relationships" r:blip="">
      <dgm:adjLst/>
    </dgm:shape>
    <dgm:presOf/>
    <dgm:constrLst>
      <dgm:constr type="h" for="des" forName="header" refType="h"/>
      <dgm:constr type="w" for="des" forName="header" refType="h" refFor="des" refForName="header" op="equ" fact="4"/>
      <dgm:constr type="h" for="des" forName="child" refType="h" refFor="des" refForName="header" op="equ"/>
      <dgm:constr type="w" for="des" forName="child" refType="w" refFor="des" refForName="header" op="equ"/>
      <dgm:constr type="w" for="ch" forName="hSp" refType="w" refFor="des" refForName="header" op="equ" fact="0.14"/>
      <dgm:constr type="h" for="des" forName="parTrans" refType="h" refFor="des" refForName="header" op="equ" fact="0.35"/>
      <dgm:constr type="h" for="des" forName="sibTrans" refType="h" refFor="des" refForName="parTrans" op="equ"/>
      <dgm:constr type="primFontSz" for="des" forName="child" op="equ" val="65"/>
      <dgm:constr type="primFontSz" for="des" forName="header" op="equ" val="65"/>
    </dgm:constrLst>
    <dgm:ruleLst/>
    <dgm:forEach name="Name4" axis="ch" ptType="node">
      <dgm:layoutNode name="vertFlow">
        <dgm:choose name="Name5">
          <dgm:if name="Name6" func="var" arg="dir" op="equ" val="norm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if>
          <dgm:else name="Name7">
            <dgm:alg type="lin">
              <dgm:param type="linDir" val="fromT"/>
              <dgm:param type="nodeHorzAlign" val="ctr"/>
              <dgm:param type="nodeVertAlign" val="t"/>
              <dgm:param type="fallback" val="2D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header" styleLbl="node1"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8" axis="ch" ptType="parTrans" cnt="1">
          <dgm:layoutNode name="parTrans" styleLbl="sibTrans2D1">
            <dgm:alg type="conn">
              <dgm:param type="begPts" val="auto"/>
              <dgm:param type="endPts" val="auto"/>
            </dgm:alg>
            <dgm:shape xmlns:r="http://schemas.openxmlformats.org/officeDocument/2006/relationships" type="conn" r:blip="">
              <dgm:adjLst/>
            </dgm:shape>
            <dgm:presOf axis="self"/>
            <dgm:constrLst>
              <dgm:constr type="w" refType="h"/>
              <dgm:constr type="connDist"/>
              <dgm:constr type="wArH" refType="h" fact="0.25"/>
              <dgm:constr type="hArH" refType="wArH" fact="2"/>
              <dgm:constr type="stemThick" refType="hArH" fact="0.667"/>
              <dgm:constr type="begPad" refType="connDist" fact="0.25"/>
              <dgm:constr type="endPad" refType="connDist" fact="0.25"/>
            </dgm:constrLst>
            <dgm:ruleLst/>
          </dgm:layoutNode>
        </dgm:forEach>
        <dgm:forEach name="Name9" axis="ch" ptType="node">
          <dgm:layoutNode name="child" styleLbl="alignAccFollowNode1">
            <dgm:varLst>
              <dgm:chMax val="0"/>
              <dgm:bulletEnabled val="1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  <dgm:forEach name="Name10" axis="followSib" ptType="sibTrans" cnt="1">
            <dgm:layoutNode name="sibTrans" styleLbl="sibTrans2D1">
              <dgm:alg type="conn">
                <dgm:param type="begPts" val="auto"/>
                <dgm:param type="endPts" val="auto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w" refType="h"/>
                <dgm:constr type="connDist"/>
                <dgm:constr type="wArH" refType="h" fact="0.25"/>
                <dgm:constr type="hArH" refType="wArH" fact="2"/>
                <dgm:constr type="stemThick" refType="hArH" fact="0.667"/>
                <dgm:constr type="begPad" refType="w" fact="0.25"/>
                <dgm:constr type="endPad" refType="w" fact="0.25"/>
              </dgm:constrLst>
              <dgm:ruleLst/>
            </dgm:layoutNode>
          </dgm:forEach>
        </dgm:forEach>
      </dgm:layoutNode>
      <dgm:choose name="Name11">
        <dgm:if name="Name12" axis="self" ptType="node" func="revPos" op="gte" val="2">
          <dgm:layoutNode name="hSp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if>
        <dgm:else name="Name13"/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arrow2">
  <dgm:title val=""/>
  <dgm:desc val=""/>
  <dgm:catLst>
    <dgm:cat type="process" pri="2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arrowDiagram">
    <dgm:varLst>
      <dgm:chMax val="5"/>
      <dgm:dir/>
      <dgm:resizeHandles val="exact"/>
    </dgm:varLst>
    <dgm:alg type="composite">
      <dgm:param type="ar" val="1.6"/>
    </dgm:alg>
    <dgm:shape xmlns:r="http://schemas.openxmlformats.org/officeDocument/2006/relationships" r:blip="">
      <dgm:adjLst/>
    </dgm:shape>
    <dgm:presOf/>
    <dgm:constrLst>
      <dgm:constr type="l" for="ch" forName="arrow"/>
      <dgm:constr type="t" for="ch" forName="arrow"/>
      <dgm:constr type="w" for="ch" forName="arrow" refType="w"/>
      <dgm:constr type="h" for="ch" forName="arrow" refType="h"/>
      <dgm:constr type="ctrX" for="ch" forName="arrowDiagram1" refType="w" fact="0.5"/>
      <dgm:constr type="ctrY" for="ch" forName="arrowDiagram1" refType="h" fact="0.5"/>
      <dgm:constr type="w" for="ch" forName="arrowDiagram1" refType="w"/>
      <dgm:constr type="h" for="ch" forName="arrowDiagram1" refType="h"/>
      <dgm:constr type="ctrX" for="ch" forName="arrowDiagram2" refType="w" fact="0.5"/>
      <dgm:constr type="ctrY" for="ch" forName="arrowDiagram2" refType="h" fact="0.5"/>
      <dgm:constr type="w" for="ch" forName="arrowDiagram2" refType="w"/>
      <dgm:constr type="h" for="ch" forName="arrowDiagram2" refType="h"/>
      <dgm:constr type="ctrX" for="ch" forName="arrowDiagram3" refType="w" fact="0.5"/>
      <dgm:constr type="ctrY" for="ch" forName="arrowDiagram3" refType="h" fact="0.5"/>
      <dgm:constr type="w" for="ch" forName="arrowDiagram3" refType="w"/>
      <dgm:constr type="h" for="ch" forName="arrowDiagram3" refType="h"/>
      <dgm:constr type="ctrX" for="ch" forName="arrowDiagram4" refType="w" fact="0.5"/>
      <dgm:constr type="ctrY" for="ch" forName="arrowDiagram4" refType="h" fact="0.5"/>
      <dgm:constr type="w" for="ch" forName="arrowDiagram4" refType="w"/>
      <dgm:constr type="h" for="ch" forName="arrowDiagram4" refType="h"/>
      <dgm:constr type="ctrX" for="ch" forName="arrowDiagram5" refType="w" fact="0.5"/>
      <dgm:constr type="ctrY" for="ch" forName="arrowDiagram5" refType="h" fact="0.5"/>
      <dgm:constr type="w" for="ch" forName="arrowDiagram5" refType="w"/>
      <dgm:constr type="h" for="ch" forName="arrowDiagram5" refType="h"/>
    </dgm:constrLst>
    <dgm:ruleLst/>
    <dgm:choose name="Name0">
      <dgm:if name="Name1" axis="ch" ptType="node" func="cnt" op="gte" val="1">
        <dgm:layoutNode name="arrow" styleLbl="bgShp">
          <dgm:alg type="sp"/>
          <dgm:shape xmlns:r="http://schemas.openxmlformats.org/officeDocument/2006/relationships" type="swooshArrow" r:blip="">
            <dgm:adjLst>
              <dgm:adj idx="2" val="0.25"/>
            </dgm:adjLst>
          </dgm:shape>
          <dgm:presOf/>
          <dgm:constrLst/>
          <dgm:ruleLst/>
        </dgm:layoutNode>
        <dgm:choose name="Name2">
          <dgm:if name="Name3" axis="ch" ptType="node" func="cnt" op="lt" val="1"/>
          <dgm:if name="Name4" axis="ch" ptType="node" func="cnt" op="equ" val="1">
            <dgm:layoutNode name="arrowDiagram1">
              <dgm:varLst>
                <dgm:bulletEnabled val="1"/>
              </dgm:varLst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onstrLst>
                <dgm:constr type="ctrX" for="ch" forName="bullet1" refType="w" fact="0.8"/>
                <dgm:constr type="ctrY" for="ch" forName="bullet1" refType="h" fact="0.262"/>
                <dgm:constr type="w" for="ch" forName="bullet1" refType="w" fact="0.074"/>
                <dgm:constr type="h" for="ch" forName="bullet1" refType="w" refFor="ch" refForName="bullet1"/>
                <dgm:constr type="r" for="ch" forName="textBox1" refType="ctrX" refFor="ch" refForName="bullet1"/>
                <dgm:constr type="t" for="ch" forName="textBox1" refType="ctrY" refFor="ch" refForName="bullet1"/>
                <dgm:constr type="w" for="ch" forName="textBox1" refType="w" fact="0.4"/>
                <dgm:constr type="h" for="ch" forName="textBox1" refType="h" fact="0.738"/>
                <dgm:constr type="userA" refType="h" refFor="ch" refForName="bullet1" fact="0.53"/>
                <dgm:constr type="rMarg" for="ch" forName="textBox1" refType="userA" fact="2.834"/>
                <dgm:constr type="primFontSz" for="ch" ptType="node" op="equ" val="65"/>
              </dgm:constrLst>
              <dgm:ruleLst/>
              <dgm:forEach name="Name5" axis="ch" ptType="node" cnt="1">
                <dgm:layoutNode name="bullet1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1" styleLbl="revTx">
                  <dgm:varLst>
                    <dgm:bulletEnabled val="1"/>
                  </dgm:varLst>
                  <dgm:alg type="tx">
                    <dgm:param type="txAnchorVert" val="t"/>
                    <dgm:param type="parTxLTRAlign" val="r"/>
                    <dgm:param type="parTxRTLAlign" val="r"/>
                  </dgm:alg>
                  <dgm:shape xmlns:r="http://schemas.openxmlformats.org/officeDocument/2006/relationships" type="round2DiagRect" r:blip="">
                    <dgm:adjLst/>
                  </dgm:shape>
                  <dgm:presOf axis="desOrSelf" ptType="node"/>
                  <dgm:constrLst>
                    <dgm:constr type="lMarg"/>
                    <dgm:constr type="tMarg"/>
                    <dgm:constr type="bMarg"/>
                  </dgm:constrLst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6" axis="ch" ptType="node" func="cnt" op="equ" val="2">
            <dgm:layoutNode name="arrowDiagram2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7">
                <dgm:if name="Name8" func="var" arg="dir" op="equ" val="norm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l" for="ch" forName="textBox2a" refType="ctrX" refFor="ch" refForName="bullet2a"/>
                    <dgm:constr type="t" for="ch" forName="textBox2a" refType="ctrY" refFor="ch" refForName="bullet2a"/>
                    <dgm:constr type="w" for="ch" forName="textBox2a" refType="w" fact="0.325"/>
                    <dgm:constr type="h" for="ch" forName="textBox2a" refType="h" fact="0.427"/>
                    <dgm:constr type="userA" refType="h" refFor="ch" refForName="bullet2a" fact="0.53"/>
                    <dgm:constr type="l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l" for="ch" forName="textBox2b" refType="ctrX" refFor="ch" refForName="bullet2b"/>
                    <dgm:constr type="t" for="ch" forName="textBox2b" refType="ctrY" refFor="ch" refForName="bullet2b"/>
                    <dgm:constr type="w" for="ch" forName="textBox2b" refType="w" fact="0.325"/>
                    <dgm:constr type="h" for="ch" forName="textBox2b" refType="h" fact="0.662"/>
                    <dgm:constr type="userB" refType="h" refFor="ch" refForName="bullet2b" fact="0.53"/>
                    <dgm:constr type="lMarg" for="ch" forName="textBox2b" refType="userB" fact="2.834"/>
                    <dgm:constr type="primFontSz" for="ch" ptType="node" op="equ" val="65"/>
                  </dgm:constrLst>
                </dgm:if>
                <dgm:else name="Name9">
                  <dgm:constrLst>
                    <dgm:constr type="ctrX" for="ch" forName="bullet2a" refType="w" fact="0.25"/>
                    <dgm:constr type="ctrY" for="ch" forName="bullet2a" refType="h" fact="0.573"/>
                    <dgm:constr type="w" for="ch" forName="bullet2a" refType="w" fact="0.035"/>
                    <dgm:constr type="h" for="ch" forName="bullet2a" refType="w" refFor="ch" refForName="bullet2a"/>
                    <dgm:constr type="r" for="ch" forName="textBox2a" refType="ctrX" refFor="ch" refForName="bullet2a"/>
                    <dgm:constr type="b" for="ch" forName="textBox2a" refType="ctrY" refFor="ch" refForName="bullet2a"/>
                    <dgm:constr type="w" for="ch" forName="textBox2a" refType="w" fact="0.25"/>
                    <dgm:constr type="h" for="ch" forName="textBox2a" refType="h" fact="0.573"/>
                    <dgm:constr type="userA" refType="h" refFor="ch" refForName="bullet2a" fact="0.53"/>
                    <dgm:constr type="rMarg" for="ch" forName="textBox2a" refType="userA" fact="2.834"/>
                    <dgm:constr type="ctrX" for="ch" forName="bullet2b" refType="w" fact="0.585"/>
                    <dgm:constr type="ctrY" for="ch" forName="bullet2b" refType="h" fact="0.338"/>
                    <dgm:constr type="w" for="ch" forName="bullet2b" refType="w" fact="0.06"/>
                    <dgm:constr type="h" for="ch" forName="bullet2b" refType="w" refFor="ch" refForName="bullet2b"/>
                    <dgm:constr type="r" for="ch" forName="textBox2b" refType="ctrX" refFor="ch" refForName="bullet2b"/>
                    <dgm:constr type="b" for="ch" forName="textBox2b" refType="ctrY" refFor="ch" refForName="bullet2b"/>
                    <dgm:constr type="w" for="ch" forName="textBox2b" refType="w" fact="0.28"/>
                    <dgm:constr type="h" for="ch" forName="textBox2b" refType="h" fact="0.338"/>
                    <dgm:constr type="userB" refType="h" refFor="ch" refForName="bullet2b" fact="0.53"/>
                    <dgm:constr type="rMarg" for="ch" forName="textBox2b" refType="userB" fact="2.834"/>
                    <dgm:constr type="primFontSz" for="ch" ptType="node" op="equ" val="65"/>
                  </dgm:constrLst>
                </dgm:else>
              </dgm:choose>
              <dgm:ruleLst/>
              <dgm:forEach name="Name10" axis="ch" ptType="node" cnt="1">
                <dgm:layoutNode name="bullet2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a" styleLbl="revTx">
                  <dgm:varLst>
                    <dgm:bulletEnabled val="1"/>
                  </dgm:varLst>
                  <dgm:choose name="Name11">
                    <dgm:if name="Name12" func="var" arg="dir" op="equ" val="norm">
                      <dgm:choose name="Name13">
                        <dgm:if name="Name1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6">
                      <dgm:choose name="Name17">
                        <dgm:if name="Name1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">
                    <dgm:if name="Name2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23" axis="ch" ptType="node" st="2" cnt="1">
                <dgm:layoutNode name="bullet2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2b" styleLbl="revTx">
                  <dgm:varLst>
                    <dgm:bulletEnabled val="1"/>
                  </dgm:varLst>
                  <dgm:choose name="Name24">
                    <dgm:if name="Name25" func="var" arg="dir" op="equ" val="norm">
                      <dgm:choose name="Name26">
                        <dgm:if name="Name2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2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29">
                      <dgm:choose name="Name30">
                        <dgm:if name="Name3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3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33">
                    <dgm:if name="Name3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3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36" axis="ch" ptType="node" func="cnt" op="equ" val="3">
            <dgm:layoutNode name="arrowDiagram3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37">
                <dgm:if name="Name38" func="var" arg="dir" op="equ" val="norm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l" for="ch" forName="textBox3a" refType="ctrX" refFor="ch" refForName="bullet3a"/>
                    <dgm:constr type="t" for="ch" forName="textBox3a" refType="ctrY" refFor="ch" refForName="bullet3a"/>
                    <dgm:constr type="w" for="ch" forName="textBox3a" refType="w" fact="0.233"/>
                    <dgm:constr type="h" for="ch" forName="textBox3a" refType="h" fact="0.289"/>
                    <dgm:constr type="userA" refType="h" refFor="ch" refForName="bullet3a" fact="0.53"/>
                    <dgm:constr type="l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l" for="ch" forName="textBox3b" refType="ctrX" refFor="ch" refForName="bullet3b"/>
                    <dgm:constr type="t" for="ch" forName="textBox3b" refType="ctrY" refFor="ch" refForName="bullet3b"/>
                    <dgm:constr type="w" for="ch" forName="textBox3b" refType="w" fact="0.24"/>
                    <dgm:constr type="h" for="ch" forName="textBox3b" refType="h" fact="0.544"/>
                    <dgm:constr type="userB" refType="h" refFor="ch" refForName="bullet3b" fact="0.53"/>
                    <dgm:constr type="l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l" for="ch" forName="textBox3c" refType="ctrX" refFor="ch" refForName="bullet3c"/>
                    <dgm:constr type="t" for="ch" forName="textBox3c" refType="ctrY" refFor="ch" refForName="bullet3c"/>
                    <dgm:constr type="w" for="ch" forName="textBox3c" refType="w" fact="0.24"/>
                    <dgm:constr type="h" for="ch" forName="textBox3c" refType="h" fact="0.695"/>
                    <dgm:constr type="userC" refType="h" refFor="ch" refForName="bullet3c" fact="0.53"/>
                    <dgm:constr type="lMarg" for="ch" forName="textBox3c" refType="userC" fact="2.834"/>
                    <dgm:constr type="primFontSz" for="ch" ptType="node" op="equ" val="65"/>
                  </dgm:constrLst>
                </dgm:if>
                <dgm:else name="Name39">
                  <dgm:constrLst>
                    <dgm:constr type="ctrX" for="ch" forName="bullet3a" refType="w" fact="0.14"/>
                    <dgm:constr type="ctrY" for="ch" forName="bullet3a" refType="h" fact="0.711"/>
                    <dgm:constr type="w" for="ch" forName="bullet3a" refType="w" fact="0.026"/>
                    <dgm:constr type="h" for="ch" forName="bullet3a" refType="w" refFor="ch" refForName="bullet3a"/>
                    <dgm:constr type="r" for="ch" forName="textBox3a" refType="ctrX" refFor="ch" refForName="bullet3a"/>
                    <dgm:constr type="b" for="ch" forName="textBox3a" refType="ctrY" refFor="ch" refForName="bullet3a"/>
                    <dgm:constr type="w" for="ch" forName="textBox3a" refType="w" fact="0.14"/>
                    <dgm:constr type="h" for="ch" forName="textBox3a" refType="h" fact="0.711"/>
                    <dgm:constr type="userA" refType="h" refFor="ch" refForName="bullet3a" fact="0.53"/>
                    <dgm:constr type="rMarg" for="ch" forName="textBox3a" refType="userA" fact="2.834"/>
                    <dgm:constr type="ctrX" for="ch" forName="bullet3b" refType="w" fact="0.38"/>
                    <dgm:constr type="ctrY" for="ch" forName="bullet3b" refType="h" fact="0.456"/>
                    <dgm:constr type="w" for="ch" forName="bullet3b" refType="w" fact="0.047"/>
                    <dgm:constr type="h" for="ch" forName="bullet3b" refType="w" refFor="ch" refForName="bullet3b"/>
                    <dgm:constr type="r" for="ch" forName="textBox3b" refType="ctrX" refFor="ch" refForName="bullet3b"/>
                    <dgm:constr type="b" for="ch" forName="textBox3b" refType="ctrY" refFor="ch" refForName="bullet3b"/>
                    <dgm:constr type="w" for="ch" forName="textBox3b" refType="w" fact="0.24"/>
                    <dgm:constr type="h" for="ch" forName="textBox3b" refType="h" fact="0.456"/>
                    <dgm:constr type="userB" refType="h" refFor="ch" refForName="bullet3b" fact="0.53"/>
                    <dgm:constr type="rMarg" for="ch" forName="textBox3b" refType="userB" fact="2.834"/>
                    <dgm:constr type="ctrX" for="ch" forName="bullet3c" refType="w" fact="0.665"/>
                    <dgm:constr type="ctrY" for="ch" forName="bullet3c" refType="h" fact="0.305"/>
                    <dgm:constr type="w" for="ch" forName="bullet3c" refType="w" fact="0.065"/>
                    <dgm:constr type="h" for="ch" forName="bullet3c" refType="w" refFor="ch" refForName="bullet3c"/>
                    <dgm:constr type="r" for="ch" forName="textBox3c" refType="ctrX" refFor="ch" refForName="bullet3c"/>
                    <dgm:constr type="b" for="ch" forName="textBox3c" refType="ctrY" refFor="ch" refForName="bullet3c"/>
                    <dgm:constr type="w" for="ch" forName="textBox3c" refType="w" fact="0.24"/>
                    <dgm:constr type="h" for="ch" forName="textBox3c" refType="h" fact="0.305"/>
                    <dgm:constr type="userC" refType="h" refFor="ch" refForName="bullet3c" fact="0.53"/>
                    <dgm:constr type="rMarg" for="ch" forName="textBox3c" refType="userC" fact="2.834"/>
                    <dgm:constr type="primFontSz" for="ch" ptType="node" op="equ" val="65"/>
                  </dgm:constrLst>
                </dgm:else>
              </dgm:choose>
              <dgm:ruleLst/>
              <dgm:forEach name="Name40" axis="ch" ptType="node" cnt="1">
                <dgm:layoutNode name="bullet3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a" styleLbl="revTx">
                  <dgm:varLst>
                    <dgm:bulletEnabled val="1"/>
                  </dgm:varLst>
                  <dgm:choose name="Name41">
                    <dgm:if name="Name42" func="var" arg="dir" op="equ" val="norm">
                      <dgm:choose name="Name43">
                        <dgm:if name="Name44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45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46">
                      <dgm:choose name="Name47">
                        <dgm:if name="Name48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49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50">
                    <dgm:if name="Name51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52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53" axis="ch" ptType="node" st="2" cnt="1">
                <dgm:layoutNode name="bullet3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b" styleLbl="revTx">
                  <dgm:varLst>
                    <dgm:bulletEnabled val="1"/>
                  </dgm:varLst>
                  <dgm:choose name="Name54">
                    <dgm:if name="Name55" func="var" arg="dir" op="equ" val="norm">
                      <dgm:choose name="Name56">
                        <dgm:if name="Name5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5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59">
                      <dgm:choose name="Name60">
                        <dgm:if name="Name6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6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63">
                    <dgm:if name="Name6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6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66" axis="ch" ptType="node" st="3" cnt="1">
                <dgm:layoutNode name="bullet3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3c" styleLbl="revTx">
                  <dgm:varLst>
                    <dgm:bulletEnabled val="1"/>
                  </dgm:varLst>
                  <dgm:choose name="Name67">
                    <dgm:if name="Name68" func="var" arg="dir" op="equ" val="norm">
                      <dgm:choose name="Name69">
                        <dgm:if name="Name7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7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72">
                      <dgm:choose name="Name73">
                        <dgm:if name="Name7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7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76">
                    <dgm:if name="Name7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7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if name="Name79" axis="ch" ptType="node" func="cnt" op="equ" val="4">
            <dgm:layoutNode name="arrowDiagram4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80">
                <dgm:if name="Name81" func="var" arg="dir" op="equ" val="norm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l" for="ch" forName="textBox4a" refType="ctrX" refFor="ch" refForName="bullet4a"/>
                    <dgm:constr type="t" for="ch" forName="textBox4a" refType="ctrY" refFor="ch" refForName="bullet4a"/>
                    <dgm:constr type="w" for="ch" forName="textBox4a" refType="w" fact="0.171"/>
                    <dgm:constr type="h" for="ch" forName="textBox4a" refType="h" fact="0.238"/>
                    <dgm:constr type="userA" refType="h" refFor="ch" refForName="bullet4a" fact="0.53"/>
                    <dgm:constr type="l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l" for="ch" forName="textBox4b" refType="ctrX" refFor="ch" refForName="bullet4b"/>
                    <dgm:constr type="t" for="ch" forName="textBox4b" refType="ctrY" refFor="ch" refForName="bullet4b"/>
                    <dgm:constr type="w" for="ch" forName="textBox4b" refType="w" fact="0.21"/>
                    <dgm:constr type="h" for="ch" forName="textBox4b" refType="h" fact="0.457"/>
                    <dgm:constr type="userB" refType="h" refFor="ch" refForName="bullet4b" fact="0.53"/>
                    <dgm:constr type="l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l" for="ch" forName="textBox4c" refType="ctrX" refFor="ch" refForName="bullet4c"/>
                    <dgm:constr type="t" for="ch" forName="textBox4c" refType="ctrY" refFor="ch" refForName="bullet4c"/>
                    <dgm:constr type="w" for="ch" forName="textBox4c" refType="w" fact="0.21"/>
                    <dgm:constr type="h" for="ch" forName="textBox4c" refType="h" fact="0.618"/>
                    <dgm:constr type="userC" refType="h" refFor="ch" refForName="bullet4c" fact="0.53"/>
                    <dgm:constr type="l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l" for="ch" forName="textBox4d" refType="ctrX" refFor="ch" refForName="bullet4d"/>
                    <dgm:constr type="t" for="ch" forName="textBox4d" refType="ctrY" refFor="ch" refForName="bullet4d"/>
                    <dgm:constr type="w" for="ch" forName="textBox4d" refType="w" fact="0.21"/>
                    <dgm:constr type="h" for="ch" forName="textBox4d" refType="h" fact="0.717"/>
                    <dgm:constr type="userD" refType="h" refFor="ch" refForName="bullet4d" fact="0.53"/>
                    <dgm:constr type="lMarg" for="ch" forName="textBox4d" refType="userD" fact="2.834"/>
                    <dgm:constr type="primFontSz" for="ch" ptType="node" op="equ" val="65"/>
                  </dgm:constrLst>
                </dgm:if>
                <dgm:else name="Name82">
                  <dgm:constrLst>
                    <dgm:constr type="ctrX" for="ch" forName="bullet4a" refType="w" fact="0.11"/>
                    <dgm:constr type="ctrY" for="ch" forName="bullet4a" refType="h" fact="0.762"/>
                    <dgm:constr type="w" for="ch" forName="bullet4a" refType="w" fact="0.023"/>
                    <dgm:constr type="h" for="ch" forName="bullet4a" refType="w" refFor="ch" refForName="bullet4a"/>
                    <dgm:constr type="r" for="ch" forName="textBox4a" refType="ctrX" refFor="ch" refForName="bullet4a"/>
                    <dgm:constr type="b" for="ch" forName="textBox4a" refType="ctrY" refFor="ch" refForName="bullet4a"/>
                    <dgm:constr type="w" for="ch" forName="textBox4a" refType="w" fact="0.11"/>
                    <dgm:constr type="h" for="ch" forName="textBox4a" refType="h" fact="0.762"/>
                    <dgm:constr type="userA" refType="h" refFor="ch" refForName="bullet4a" fact="0.53"/>
                    <dgm:constr type="rMarg" for="ch" forName="textBox4a" refType="userA" fact="2.834"/>
                    <dgm:constr type="ctrX" for="ch" forName="bullet4b" refType="w" fact="0.281"/>
                    <dgm:constr type="ctrY" for="ch" forName="bullet4b" refType="h" fact="0.543"/>
                    <dgm:constr type="w" for="ch" forName="bullet4b" refType="w" fact="0.04"/>
                    <dgm:constr type="h" for="ch" forName="bullet4b" refType="w" refFor="ch" refForName="bullet4b"/>
                    <dgm:constr type="r" for="ch" forName="textBox4b" refType="ctrX" refFor="ch" refForName="bullet4b"/>
                    <dgm:constr type="b" for="ch" forName="textBox4b" refType="ctrY" refFor="ch" refForName="bullet4b"/>
                    <dgm:constr type="w" for="ch" forName="textBox4b" refType="w" fact="0.171"/>
                    <dgm:constr type="h" for="ch" forName="textBox4b" refType="h" fact="0.543"/>
                    <dgm:constr type="userB" refType="h" refFor="ch" refForName="bullet4b" fact="0.53"/>
                    <dgm:constr type="rMarg" for="ch" forName="textBox4b" refType="userB" fact="2.834"/>
                    <dgm:constr type="ctrX" for="ch" forName="bullet4c" refType="w" fact="0.495"/>
                    <dgm:constr type="ctrY" for="ch" forName="bullet4c" refType="h" fact="0.382"/>
                    <dgm:constr type="w" for="ch" forName="bullet4c" refType="w" fact="0.053"/>
                    <dgm:constr type="h" for="ch" forName="bullet4c" refType="w" refFor="ch" refForName="bullet4c"/>
                    <dgm:constr type="r" for="ch" forName="textBox4c" refType="ctrX" refFor="ch" refForName="bullet4c"/>
                    <dgm:constr type="b" for="ch" forName="textBox4c" refType="ctrY" refFor="ch" refForName="bullet4c"/>
                    <dgm:constr type="w" for="ch" forName="textBox4c" refType="w" fact="0.21"/>
                    <dgm:constr type="h" for="ch" forName="textBox4c" refType="h" fact="0.382"/>
                    <dgm:constr type="userC" refType="h" refFor="ch" refForName="bullet4c" fact="0.53"/>
                    <dgm:constr type="rMarg" for="ch" forName="textBox4c" refType="userC" fact="2.834"/>
                    <dgm:constr type="ctrX" for="ch" forName="bullet4d" refType="w" fact="0.73"/>
                    <dgm:constr type="ctrY" for="ch" forName="bullet4d" refType="h" fact="0.283"/>
                    <dgm:constr type="w" for="ch" forName="bullet4d" refType="w" fact="0.071"/>
                    <dgm:constr type="h" for="ch" forName="bullet4d" refType="w" refFor="ch" refForName="bullet4d"/>
                    <dgm:constr type="r" for="ch" forName="textBox4d" refType="ctrX" refFor="ch" refForName="bullet4d"/>
                    <dgm:constr type="b" for="ch" forName="textBox4d" refType="ctrY" refFor="ch" refForName="bullet4d"/>
                    <dgm:constr type="w" for="ch" forName="textBox4d" refType="w" fact="0.21"/>
                    <dgm:constr type="h" for="ch" forName="textBox4d" refType="h" fact="0.283"/>
                    <dgm:constr type="userD" refType="h" refFor="ch" refForName="bullet4d" fact="0.53"/>
                    <dgm:constr type="rMarg" for="ch" forName="textBox4d" refType="userD" fact="2.834"/>
                    <dgm:constr type="primFontSz" for="ch" ptType="node" op="equ" val="65"/>
                  </dgm:constrLst>
                </dgm:else>
              </dgm:choose>
              <dgm:ruleLst/>
              <dgm:forEach name="Name83" axis="ch" ptType="node" cnt="1">
                <dgm:layoutNode name="bullet4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a" styleLbl="revTx">
                  <dgm:varLst>
                    <dgm:bulletEnabled val="1"/>
                  </dgm:varLst>
                  <dgm:choose name="Name84">
                    <dgm:if name="Name85" func="var" arg="dir" op="equ" val="norm">
                      <dgm:choose name="Name86">
                        <dgm:if name="Name87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88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89">
                      <dgm:choose name="Name90">
                        <dgm:if name="Name91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92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93">
                    <dgm:if name="Name94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95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96" axis="ch" ptType="node" st="2" cnt="1">
                <dgm:layoutNode name="bullet4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b" styleLbl="revTx">
                  <dgm:varLst>
                    <dgm:bulletEnabled val="1"/>
                  </dgm:varLst>
                  <dgm:choose name="Name97">
                    <dgm:if name="Name98" func="var" arg="dir" op="equ" val="norm">
                      <dgm:choose name="Name99">
                        <dgm:if name="Name100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01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02">
                      <dgm:choose name="Name103">
                        <dgm:if name="Name104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05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06">
                    <dgm:if name="Name107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08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09" axis="ch" ptType="node" st="3" cnt="1">
                <dgm:layoutNode name="bullet4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c" styleLbl="revTx">
                  <dgm:varLst>
                    <dgm:bulletEnabled val="1"/>
                  </dgm:varLst>
                  <dgm:choose name="Name110">
                    <dgm:if name="Name111" func="var" arg="dir" op="equ" val="norm">
                      <dgm:choose name="Name112">
                        <dgm:if name="Name11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1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15">
                      <dgm:choose name="Name116">
                        <dgm:if name="Name11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1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19">
                    <dgm:if name="Name12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2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22" axis="ch" ptType="node" st="4" cnt="1">
                <dgm:layoutNode name="bullet4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4d" styleLbl="revTx">
                  <dgm:varLst>
                    <dgm:bulletEnabled val="1"/>
                  </dgm:varLst>
                  <dgm:choose name="Name123">
                    <dgm:if name="Name124" func="var" arg="dir" op="equ" val="norm">
                      <dgm:choose name="Name125">
                        <dgm:if name="Name12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2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28">
                      <dgm:choose name="Name129">
                        <dgm:if name="Name13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3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32">
                    <dgm:if name="Name13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3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if>
          <dgm:else name="Name135">
            <dgm:layoutNode name="arrowDiagram5">
              <dgm:alg type="composite">
                <dgm:param type="vertAlign" val="none"/>
                <dgm:param type="horzAlign" val="none"/>
              </dgm:alg>
              <dgm:shape xmlns:r="http://schemas.openxmlformats.org/officeDocument/2006/relationships" r:blip="">
                <dgm:adjLst/>
              </dgm:shape>
              <dgm:presOf/>
              <dgm:choose name="Name136">
                <dgm:if name="Name137" func="var" arg="dir" op="equ" val="norm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l" for="ch" forName="textBox5a" refType="ctrX" refFor="ch" refForName="bullet5a"/>
                    <dgm:constr type="t" for="ch" forName="textBox5a" refType="ctrY" refFor="ch" refForName="bullet5a"/>
                    <dgm:constr type="w" for="ch" forName="textBox5a" refType="w" fact="0.131"/>
                    <dgm:constr type="h" for="ch" forName="textBox5a" refType="h" fact="0.238"/>
                    <dgm:constr type="userA" refType="h" refFor="ch" refForName="bullet5a" fact="0.53"/>
                    <dgm:constr type="l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l" for="ch" forName="textBox5b" refType="ctrX" refFor="ch" refForName="bullet5b"/>
                    <dgm:constr type="t" for="ch" forName="textBox5b" refType="ctrY" refFor="ch" refForName="bullet5b"/>
                    <dgm:constr type="w" for="ch" forName="textBox5b" refType="w" fact="0.166"/>
                    <dgm:constr type="h" for="ch" forName="textBox5b" refType="h" fact="0.419"/>
                    <dgm:constr type="userB" refType="h" refFor="ch" refForName="bullet5b" fact="0.53"/>
                    <dgm:constr type="l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l" for="ch" forName="textBox5c" refType="ctrX" refFor="ch" refForName="bullet5c"/>
                    <dgm:constr type="t" for="ch" forName="textBox5c" refType="ctrY" refFor="ch" refForName="bullet5c"/>
                    <dgm:constr type="w" for="ch" forName="textBox5c" refType="w" fact="0.193"/>
                    <dgm:constr type="h" for="ch" forName="textBox5c" refType="h" fact="0.562"/>
                    <dgm:constr type="userC" refType="h" refFor="ch" refForName="bullet5c" fact="0.53"/>
                    <dgm:constr type="l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l" for="ch" forName="textBox5d" refType="ctrX" refFor="ch" refForName="bullet5d"/>
                    <dgm:constr type="t" for="ch" forName="textBox5d" refType="ctrY" refFor="ch" refForName="bullet5d"/>
                    <dgm:constr type="w" for="ch" forName="textBox5d" refType="w" fact="0.2"/>
                    <dgm:constr type="h" for="ch" forName="textBox5d" refType="h" fact="0.67"/>
                    <dgm:constr type="userD" refType="h" refFor="ch" refForName="bullet5d" fact="0.53"/>
                    <dgm:constr type="l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l" for="ch" forName="textBox5e" refType="ctrX" refFor="ch" refForName="bullet5e"/>
                    <dgm:constr type="t" for="ch" forName="textBox5e" refType="ctrY" refFor="ch" refForName="bullet5e"/>
                    <dgm:constr type="w" for="ch" forName="textBox5e" refType="w" fact="0.2"/>
                    <dgm:constr type="h" for="ch" forName="textBox5e" refType="h" fact="0.736"/>
                    <dgm:constr type="userE" refType="h" refFor="ch" refForName="bullet5e" fact="0.53"/>
                    <dgm:constr type="lMarg" for="ch" forName="textBox5e" refType="userE" fact="2.834"/>
                    <dgm:constr type="primFontSz" for="ch" ptType="node" op="equ" val="65"/>
                  </dgm:constrLst>
                </dgm:if>
                <dgm:else name="Name138">
                  <dgm:constrLst>
                    <dgm:constr type="ctrX" for="ch" forName="bullet5a" refType="w" fact="0.11"/>
                    <dgm:constr type="ctrY" for="ch" forName="bullet5a" refType="h" fact="0.762"/>
                    <dgm:constr type="w" for="ch" forName="bullet5a" refType="w" fact="0.023"/>
                    <dgm:constr type="h" for="ch" forName="bullet5a" refType="w" refFor="ch" refForName="bullet5a"/>
                    <dgm:constr type="r" for="ch" forName="textBox5a" refType="ctrX" refFor="ch" refForName="bullet5a"/>
                    <dgm:constr type="b" for="ch" forName="textBox5a" refType="ctrY" refFor="ch" refForName="bullet5a"/>
                    <dgm:constr type="w" for="ch" forName="textBox5a" refType="w" fact="0.11"/>
                    <dgm:constr type="h" for="ch" forName="textBox5a" refType="h" fact="0.762"/>
                    <dgm:constr type="userA" refType="h" refFor="ch" refForName="bullet5a" fact="0.53"/>
                    <dgm:constr type="rMarg" for="ch" forName="textBox5a" refType="userA" fact="2.834"/>
                    <dgm:constr type="ctrX" for="ch" forName="bullet5b" refType="w" fact="0.241"/>
                    <dgm:constr type="ctrY" for="ch" forName="bullet5b" refType="h" fact="0.581"/>
                    <dgm:constr type="w" for="ch" forName="bullet5b" refType="w" fact="0.036"/>
                    <dgm:constr type="h" for="ch" forName="bullet5b" refType="w" refFor="ch" refForName="bullet5b"/>
                    <dgm:constr type="r" for="ch" forName="textBox5b" refType="ctrX" refFor="ch" refForName="bullet5b"/>
                    <dgm:constr type="b" for="ch" forName="textBox5b" refType="ctrY" refFor="ch" refForName="bullet5b"/>
                    <dgm:constr type="w" for="ch" forName="textBox5b" refType="w" fact="0.131"/>
                    <dgm:constr type="h" for="ch" forName="textBox5b" refType="h" fact="0.581"/>
                    <dgm:constr type="userB" refType="h" refFor="ch" refForName="bullet5b" fact="0.53"/>
                    <dgm:constr type="rMarg" for="ch" forName="textBox5b" refType="userB" fact="2.834"/>
                    <dgm:constr type="ctrX" for="ch" forName="bullet5c" refType="w" fact="0.407"/>
                    <dgm:constr type="ctrY" for="ch" forName="bullet5c" refType="h" fact="0.438"/>
                    <dgm:constr type="w" for="ch" forName="bullet5c" refType="w" fact="0.048"/>
                    <dgm:constr type="h" for="ch" forName="bullet5c" refType="w" refFor="ch" refForName="bullet5c"/>
                    <dgm:constr type="r" for="ch" forName="textBox5c" refType="ctrX" refFor="ch" refForName="bullet5c"/>
                    <dgm:constr type="b" for="ch" forName="textBox5c" refType="ctrY" refFor="ch" refForName="bullet5c"/>
                    <dgm:constr type="w" for="ch" forName="textBox5c" refType="w" fact="0.166"/>
                    <dgm:constr type="h" for="ch" forName="textBox5c" refType="h" fact="0.438"/>
                    <dgm:constr type="userC" refType="h" refFor="ch" refForName="bullet5c" fact="0.53"/>
                    <dgm:constr type="rMarg" for="ch" forName="textBox5c" refType="userC" fact="2.834"/>
                    <dgm:constr type="ctrX" for="ch" forName="bullet5d" refType="w" fact="0.6"/>
                    <dgm:constr type="ctrY" for="ch" forName="bullet5d" refType="h" fact="0.33"/>
                    <dgm:constr type="w" for="ch" forName="bullet5d" refType="w" fact="0.062"/>
                    <dgm:constr type="h" for="ch" forName="bullet5d" refType="w" refFor="ch" refForName="bullet5d"/>
                    <dgm:constr type="r" for="ch" forName="textBox5d" refType="ctrX" refFor="ch" refForName="bullet5d"/>
                    <dgm:constr type="b" for="ch" forName="textBox5d" refType="ctrY" refFor="ch" refForName="bullet5d"/>
                    <dgm:constr type="w" for="ch" forName="textBox5d" refType="w" fact="0.193"/>
                    <dgm:constr type="h" for="ch" forName="textBox5d" refType="h" fact="0.33"/>
                    <dgm:constr type="userD" refType="h" refFor="ch" refForName="bullet5d" fact="0.53"/>
                    <dgm:constr type="rMarg" for="ch" forName="textBox5d" refType="userD" fact="2.834"/>
                    <dgm:constr type="ctrX" for="ch" forName="bullet5e" refType="w" fact="0.8"/>
                    <dgm:constr type="ctrY" for="ch" forName="bullet5e" refType="h" fact="0.264"/>
                    <dgm:constr type="w" for="ch" forName="bullet5e" refType="w" fact="0.079"/>
                    <dgm:constr type="h" for="ch" forName="bullet5e" refType="w" refFor="ch" refForName="bullet5e"/>
                    <dgm:constr type="r" for="ch" forName="textBox5e" refType="ctrX" refFor="ch" refForName="bullet5e"/>
                    <dgm:constr type="b" for="ch" forName="textBox5e" refType="ctrY" refFor="ch" refForName="bullet5e"/>
                    <dgm:constr type="w" for="ch" forName="textBox5e" refType="w" fact="0.2"/>
                    <dgm:constr type="h" for="ch" forName="textBox5e" refType="h" fact="0.264"/>
                    <dgm:constr type="userE" refType="h" refFor="ch" refForName="bullet5e" fact="0.53"/>
                    <dgm:constr type="rMarg" for="ch" forName="textBox5e" refType="userE" fact="2.834"/>
                    <dgm:constr type="primFontSz" for="ch" ptType="node" op="equ" val="65"/>
                  </dgm:constrLst>
                </dgm:else>
              </dgm:choose>
              <dgm:ruleLst/>
              <dgm:forEach name="Name139" axis="ch" ptType="node" cnt="1">
                <dgm:layoutNode name="bullet5a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a" styleLbl="revTx">
                  <dgm:varLst>
                    <dgm:bulletEnabled val="1"/>
                  </dgm:varLst>
                  <dgm:choose name="Name140">
                    <dgm:if name="Name141" func="var" arg="dir" op="equ" val="norm">
                      <dgm:choose name="Name142">
                        <dgm:if name="Name143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44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45">
                      <dgm:choose name="Name146">
                        <dgm:if name="Name147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48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49">
                    <dgm:if name="Name150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51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52" axis="ch" ptType="node" st="2" cnt="1">
                <dgm:layoutNode name="bullet5b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b" styleLbl="revTx">
                  <dgm:varLst>
                    <dgm:bulletEnabled val="1"/>
                  </dgm:varLst>
                  <dgm:choose name="Name153">
                    <dgm:if name="Name154" func="var" arg="dir" op="equ" val="norm">
                      <dgm:choose name="Name155">
                        <dgm:if name="Name156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57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58">
                      <dgm:choose name="Name159">
                        <dgm:if name="Name160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61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62">
                    <dgm:if name="Name163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64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65" axis="ch" ptType="node" st="3" cnt="1">
                <dgm:layoutNode name="bullet5c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c" styleLbl="revTx">
                  <dgm:varLst>
                    <dgm:bulletEnabled val="1"/>
                  </dgm:varLst>
                  <dgm:choose name="Name166">
                    <dgm:if name="Name167" func="var" arg="dir" op="equ" val="norm">
                      <dgm:choose name="Name168">
                        <dgm:if name="Name169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70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71">
                      <dgm:choose name="Name172">
                        <dgm:if name="Name173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74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75">
                    <dgm:if name="Name176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77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78" axis="ch" ptType="node" st="4" cnt="1">
                <dgm:layoutNode name="bullet5d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d" styleLbl="revTx">
                  <dgm:varLst>
                    <dgm:bulletEnabled val="1"/>
                  </dgm:varLst>
                  <dgm:choose name="Name179">
                    <dgm:if name="Name180" func="var" arg="dir" op="equ" val="norm">
                      <dgm:choose name="Name181">
                        <dgm:if name="Name182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83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84">
                      <dgm:choose name="Name185">
                        <dgm:if name="Name186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187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188">
                    <dgm:if name="Name189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190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  <dgm:forEach name="Name191" axis="ch" ptType="node" st="5" cnt="1">
                <dgm:layoutNode name="bullet5e" styleLbl="node1">
                  <dgm:alg type="sp"/>
                  <dgm:shape xmlns:r="http://schemas.openxmlformats.org/officeDocument/2006/relationships" type="ellipse" r:blip="">
                    <dgm:adjLst/>
                  </dgm:shape>
                  <dgm:presOf/>
                  <dgm:constrLst/>
                  <dgm:ruleLst/>
                </dgm:layoutNode>
                <dgm:layoutNode name="textBox5e" styleLbl="revTx">
                  <dgm:varLst>
                    <dgm:bulletEnabled val="1"/>
                  </dgm:varLst>
                  <dgm:choose name="Name192">
                    <dgm:if name="Name193" func="var" arg="dir" op="equ" val="norm">
                      <dgm:choose name="Name194">
                        <dgm:if name="Name195" axis="root des" ptType="all node" func="maxDepth" op="gt" val="1">
                          <dgm:alg type="tx">
                            <dgm:param type="txAnchorVert" val="t"/>
                            <dgm:param type="parTxLTRAlign" val="l"/>
                            <dgm:param type="parTxRTLAlign" val="r"/>
                          </dgm:alg>
                        </dgm:if>
                        <dgm:else name="Name196">
                          <dgm:alg type="tx">
                            <dgm:param type="txAnchorVert" val="t"/>
                            <dgm:param type="parTxLTRAlign" val="l"/>
                            <dgm:param type="parTxRTLAlign" val="l"/>
                          </dgm:alg>
                        </dgm:else>
                      </dgm:choose>
                    </dgm:if>
                    <dgm:else name="Name197">
                      <dgm:choose name="Name198">
                        <dgm:if name="Name199" axis="root des" ptType="all node" func="maxDepth" op="gt" val="1">
                          <dgm:alg type="tx">
                            <dgm:param type="txAnchorVert" val="b"/>
                            <dgm:param type="txAnchorVertCh" val="b"/>
                            <dgm:param type="parTxLTRAlign" val="l"/>
                            <dgm:param type="parTxRTLAlign" val="r"/>
                          </dgm:alg>
                        </dgm:if>
                        <dgm:else name="Name200">
                          <dgm:alg type="tx">
                            <dgm:param type="txAnchorVert" val="b"/>
                            <dgm:param type="parTxLTRAlign" val="r"/>
                            <dgm:param type="parTxRTLAlign" val="r"/>
                          </dgm:alg>
                        </dgm:else>
                      </dgm:choose>
                    </dgm:else>
                  </dgm:choose>
                  <dgm:shape xmlns:r="http://schemas.openxmlformats.org/officeDocument/2006/relationships" type="rect" r:blip="">
                    <dgm:adjLst/>
                  </dgm:shape>
                  <dgm:presOf axis="desOrSelf" ptType="node"/>
                  <dgm:choose name="Name201">
                    <dgm:if name="Name202" func="var" arg="dir" op="equ" val="norm">
                      <dgm:constrLst>
                        <dgm:constr type="rMarg"/>
                        <dgm:constr type="tMarg"/>
                        <dgm:constr type="bMarg"/>
                      </dgm:constrLst>
                    </dgm:if>
                    <dgm:else name="Name203">
                      <dgm:constrLst>
                        <dgm:constr type="lMarg"/>
                        <dgm:constr type="tMarg"/>
                        <dgm:constr type="bMarg"/>
                      </dgm:constrLst>
                    </dgm:else>
                  </dgm:choose>
                  <dgm:ruleLst>
                    <dgm:rule type="primFontSz" val="5" fact="NaN" max="NaN"/>
                  </dgm:ruleLst>
                </dgm:layoutNode>
              </dgm:forEach>
            </dgm:layoutNode>
          </dgm:else>
        </dgm:choose>
      </dgm:if>
      <dgm:else name="Name204"/>
    </dgm:choose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gear1">
  <dgm:title val=""/>
  <dgm:desc val=""/>
  <dgm:catLst>
    <dgm:cat type="relationship" pri="3000"/>
    <dgm:cat type="process" pri="28000"/>
    <dgm:cat type="cycle" pri="14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 useDef="1">
    <dgm:dataModel>
      <dgm:ptLst/>
      <dgm:bg/>
      <dgm:whole/>
    </dgm:dataModel>
  </dgm:clrData>
  <dgm:layoutNode name="composite">
    <dgm:varLst>
      <dgm:chMax val="3"/>
      <dgm:animLvl val="lvl"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axis="ch" ptType="node" func="cnt" op="lte" val="1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05"/>
          <dgm:constr type="t" for="ch" forName="gear1" refType="w" fact="0.05"/>
          <dgm:constr type="w" for="ch" forName="gear1srcNode" val="1"/>
          <dgm:constr type="h" for="ch" forName="gear1srcNode" val="1"/>
          <dgm:constr type="l" for="ch" forName="gear1srcNode" refType="w" fact="0.32"/>
          <dgm:constr type="t" for="ch" forName="gear1srcNode"/>
          <dgm:constr type="w" for="ch" forName="gear1dstNode" val="1"/>
          <dgm:constr type="h" for="ch" forName="gear1dstNode" val="1"/>
          <dgm:constr type="r" for="ch" forName="gear1dstNode" refType="w" fact="0.58"/>
          <dgm:constr type="t" for="ch" forName="gear1dstNode" refType="h" fact="0.5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/>
          <dgm:constr type="b" for="ch" forName="gear1ch" refType="h" fact="0.6"/>
        </dgm:constrLst>
      </dgm:if>
      <dgm:if name="Name2" axis="ch" ptType="node" func="cnt" op="equ" val="2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2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2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75"/>
          <dgm:constr type="diam" for="des" forName="connector1" refType="w" refFor="ch" refForName="gear1" op="equ" fact="1.1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w" fact="0.8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1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0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3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 refType="w" fact="0.34"/>
          <dgm:constr type="t" for="ch" forName="gear2ch" refType="w" fact="0.04"/>
        </dgm:constrLst>
      </dgm:if>
      <dgm:else name="Name3">
        <dgm:constrLst>
          <dgm:constr type="primFontSz" for="ch" ptType="node" op="equ" val="65"/>
          <dgm:constr type="w" for="ch" forName="gear1" refType="w" fact="0.55"/>
          <dgm:constr type="h" for="ch" forName="gear1" refType="w" fact="0.55"/>
          <dgm:constr type="l" for="ch" forName="gear1" refType="w" fact="0.45"/>
          <dgm:constr type="t" for="ch" forName="gear1" refType="w" fact="0.45"/>
          <dgm:constr type="w" for="ch" forName="gear1srcNode" val="1"/>
          <dgm:constr type="h" for="ch" forName="gear1srcNode" val="1"/>
          <dgm:constr type="l" for="ch" forName="gear1srcNode" refType="w" fact="0.72"/>
          <dgm:constr type="t" for="ch" forName="gear1srcNode" refType="w" fact="0.4"/>
          <dgm:constr type="w" for="ch" forName="gear1dstNode" val="1"/>
          <dgm:constr type="h" for="ch" forName="gear1dstNode" val="1"/>
          <dgm:constr type="r" for="ch" forName="gear1dstNode" refType="w" fact="0.98"/>
          <dgm:constr type="t" for="ch" forName="gear1dstNode" refType="h" fact="0.95"/>
          <dgm:constr type="diam" for="des" forName="connector1" refType="w" refFor="ch" refForName="gear1" op="equ" fact="1.15"/>
          <dgm:constr type="h" for="des" forName="connector1" refType="w" refFor="ch" refForName="gear1" op="equ" fact="0.1"/>
          <dgm:constr type="w" for="ch" forName="gear1ch" refType="w" fact="0.35"/>
          <dgm:constr type="h" for="ch" forName="gear1ch" refType="w" refFor="ch" refForName="gear1ch" fact="0.6"/>
          <dgm:constr type="l" for="ch" forName="gear1ch" refType="w" fact="0.38"/>
          <dgm:constr type="b" for="ch" forName="gear1ch" refType="h"/>
          <dgm:constr type="w" for="ch" forName="gear2" refType="w" fact="0.4"/>
          <dgm:constr type="h" for="ch" forName="gear2" refType="w" fact="0.4"/>
          <dgm:constr type="l" for="ch" forName="gear2" refType="w" fact="0.13"/>
          <dgm:constr type="t" for="ch" forName="gear2" refType="w" fact="0.32"/>
          <dgm:constr type="w" for="ch" forName="gear2srcNode" val="1"/>
          <dgm:constr type="h" for="ch" forName="gear2srcNode" val="1"/>
          <dgm:constr type="l" for="ch" forName="gear2srcNode" refType="w" fact="0.23"/>
          <dgm:constr type="t" for="ch" forName="gear2srcNode" refType="w" fact="0.28"/>
          <dgm:constr type="w" for="ch" forName="gear2dstNode" val="1"/>
          <dgm:constr type="h" for="ch" forName="gear2dstNode" val="1"/>
          <dgm:constr type="l" for="ch" forName="gear2dstNode" refType="w" fact="0.1"/>
          <dgm:constr type="t" for="ch" forName="gear2dstNode" refType="h" fact="0.53"/>
          <dgm:constr type="diam" for="des" forName="connector2" refType="w" refFor="ch" refForName="gear2" op="equ" fact="-1.1"/>
          <dgm:constr type="h" for="des" forName="connector2" refType="w" refFor="ch" refForName="gear1" op="equ" fact="0.1"/>
          <dgm:constr type="w" for="ch" forName="gear2ch" refType="w" fact="0.35"/>
          <dgm:constr type="h" for="ch" forName="gear2ch" refType="w" refFor="ch" refForName="gear2ch" fact="0.6"/>
          <dgm:constr type="l" for="ch" forName="gear2ch"/>
          <dgm:constr type="t" for="ch" forName="gear2ch" refType="w" fact="0.58"/>
          <dgm:constr type="w" for="ch" forName="gear3" refType="w" fact="0.48"/>
          <dgm:constr type="h" for="ch" forName="gear3" refType="w" fact="0.48"/>
          <dgm:constr type="l" for="ch" forName="gear3" refType="w" fact="0.31"/>
          <dgm:constr type="t" for="ch" forName="gear3"/>
          <dgm:constr type="w" for="ch" forName="gear3tx" refType="w" fact="0.22"/>
          <dgm:constr type="h" for="ch" forName="gear3tx" refType="w" fact="0.22"/>
          <dgm:constr type="ctrX" for="ch" forName="gear3tx" refType="ctrX" refFor="ch" refForName="gear3"/>
          <dgm:constr type="ctrY" for="ch" forName="gear3tx" refType="ctrY" refFor="ch" refForName="gear3"/>
          <dgm:constr type="w" for="ch" forName="gear3srcNode" val="1"/>
          <dgm:constr type="h" for="ch" forName="gear3srcNode" val="1"/>
          <dgm:constr type="l" for="ch" forName="gear3srcNode" refType="w" fact="0.3"/>
          <dgm:constr type="t" for="ch" forName="gear3srcNode" refType="w" fact="0.25"/>
          <dgm:constr type="w" for="ch" forName="gear3dstNode" val="1"/>
          <dgm:constr type="h" for="ch" forName="gear3dstNode" val="1"/>
          <dgm:constr type="l" for="ch" forName="gear3dstNode" refType="w" fact="0.38"/>
          <dgm:constr type="t" for="ch" forName="gear3dstNode" refType="h" fact="0.05"/>
          <dgm:constr type="diam" for="des" forName="connector3" refType="w" refFor="ch" refForName="gear3" op="equ"/>
          <dgm:constr type="h" for="des" forName="connector3" refType="w" refFor="ch" refForName="gear1" op="equ" fact="0.1"/>
          <dgm:constr type="w" for="ch" forName="gear3ch" refType="w" fact="0.35"/>
          <dgm:constr type="h" for="ch" forName="gear3ch" refType="w" refFor="ch" refForName="gear3ch" fact="0.6"/>
          <dgm:constr type="l" for="ch" forName="gear3ch" refType="w" fact="0.65"/>
          <dgm:constr type="t" for="ch" forName="gear3ch" refType="h" fact="0.13"/>
        </dgm:constrLst>
      </dgm:else>
    </dgm:choose>
    <dgm:ruleLst/>
    <dgm:forEach name="Name4" axis="ch" ptType="node" cnt="1">
      <dgm:layoutNode name="gear1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9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1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1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5">
        <dgm:if name="Name6" axis="ch" ptType="node" func="cnt" op="gte" val="1">
          <dgm:layoutNode name="gear1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7"/>
      </dgm:choose>
    </dgm:forEach>
    <dgm:forEach name="Name8" axis="ch" ptType="node" st="2" cnt="1">
      <dgm:layoutNode name="gear2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gear6" r:blip="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2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2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9">
        <dgm:if name="Name10" axis="ch" ptType="node" func="cnt" op="gte" val="1">
          <dgm:layoutNode name="gear2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1"/>
      </dgm:choose>
    </dgm:forEach>
    <dgm:forEach name="Name12" axis="ch" ptType="node" st="3" cnt="1">
      <dgm:layoutNode name="gear3" styleLbl="node1">
        <dgm:alg type="sp"/>
        <dgm:shape xmlns:r="http://schemas.openxmlformats.org/officeDocument/2006/relationships" rot="-15" type="gear6" r:blip="">
          <dgm:adjLst/>
        </dgm:shape>
        <dgm:presOf axis="self"/>
        <dgm:constrLst/>
        <dgm:ruleLst/>
      </dgm:layoutNode>
      <dgm:layoutNode name="gear3tx" styleLbl="node1">
        <dgm:varLst>
          <dgm:chMax val="1"/>
          <dgm:bulletEnabled val="1"/>
        </dgm:varLst>
        <dgm:alg type="tx">
          <dgm:param type="txAnchorVertCh" val="mid"/>
        </dgm:alg>
        <dgm:shape xmlns:r="http://schemas.openxmlformats.org/officeDocument/2006/relationships" type="rect" r:blip="" hideGeom="1">
          <dgm:adjLst/>
        </dgm:shape>
        <dgm:presOf axis="self"/>
        <dgm:constrLst>
          <dgm:constr type="tMarg" refType="primFontSz" fact="0.1"/>
          <dgm:constr type="bMarg" refType="primFontSz" fact="0.1"/>
          <dgm:constr type="lMarg" refType="primFontSz" fact="0.1"/>
          <dgm:constr type="rMarg" refType="primFontSz" fact="0.1"/>
        </dgm:constrLst>
        <dgm:ruleLst>
          <dgm:rule type="primFontSz" val="5" fact="NaN" max="NaN"/>
        </dgm:ruleLst>
      </dgm:layoutNode>
      <dgm:layoutNode name="gear3src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layoutNode name="gear3dstNode">
        <dgm:alg type="sp"/>
        <dgm:shape xmlns:r="http://schemas.openxmlformats.org/officeDocument/2006/relationships" type="rect" r:blip="" hideGeom="1">
          <dgm:adjLst/>
        </dgm:shape>
        <dgm:presOf axis="self"/>
        <dgm:constrLst/>
        <dgm:ruleLst/>
      </dgm:layoutNode>
      <dgm:choose name="Name13">
        <dgm:if name="Name14" axis="ch" ptType="node" func="cnt" op="gte" val="1">
          <dgm:layoutNode name="gear3ch" styleLbl="fgAcc1">
            <dgm:varLst>
              <dgm:chMax val="0"/>
              <dgm:bulletEnabled val="1"/>
            </dgm:varLst>
            <dgm:alg type="tx">
              <dgm:param type="stBulletLvl" val="1"/>
            </dgm:alg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des" ptType="node"/>
            <dgm:constrLst>
              <dgm:constr type="tMarg" refType="primFontSz" fact="0.3"/>
              <dgm:constr type="bMarg" refType="primFontSz" fact="0.3"/>
              <dgm:constr type="lMarg" refType="primFontSz" fact="0.3"/>
              <dgm:constr type="rMarg" refType="primFontSz" fact="0.3"/>
            </dgm:constrLst>
            <dgm:ruleLst>
              <dgm:rule type="primFontSz" val="5" fact="NaN" max="NaN"/>
            </dgm:ruleLst>
          </dgm:layoutNode>
        </dgm:if>
        <dgm:else name="Name15"/>
      </dgm:choose>
    </dgm:forEach>
    <dgm:forEach name="Name16" axis="ch" ptType="sibTrans" hideLastTrans="0" cnt="1">
      <dgm:layoutNode name="connector1" styleLbl="sibTrans2D1">
        <dgm:alg type="conn">
          <dgm:param type="connRout" val="curve"/>
          <dgm:param type="srcNode" val="gear1srcNode"/>
          <dgm:param type="dstNode" val="gear1dstNode"/>
          <dgm:param type="begPts" val="midR"/>
          <dgm:param type="endPts" val="tCtr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7" axis="ch" ptType="sibTrans" hideLastTrans="0" st="2" cnt="1">
      <dgm:layoutNode name="connector2" styleLbl="sibTrans2D1">
        <dgm:alg type="conn">
          <dgm:param type="connRout" val="curve"/>
          <dgm:param type="srcNode" val="gear2srcNode"/>
          <dgm:param type="dstNode" val="gear2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  <dgm:forEach name="Name18" axis="ch" ptType="sibTrans" hideLastTrans="0" st="3" cnt="1">
      <dgm:layoutNode name="connector3" styleLbl="sibTrans2D1">
        <dgm:alg type="conn">
          <dgm:param type="connRout" val="curve"/>
          <dgm:param type="srcNode" val="gear3srcNode"/>
          <dgm:param type="dstNode" val="gear3dstNode"/>
          <dgm:param type="begPts" val="midL"/>
          <dgm:param type="endPts" val="midL"/>
        </dgm:alg>
        <dgm:shape xmlns:r="http://schemas.openxmlformats.org/officeDocument/2006/relationships" type="conn" r:blip="">
          <dgm:adjLst/>
        </dgm:shape>
        <dgm:presOf axis="self"/>
        <dgm:constrLst>
          <dgm:constr type="w" val="10"/>
          <dgm:constr type="h" val="10"/>
          <dgm:constr type="begPad"/>
          <dgm:constr type="endPad"/>
        </dgm:constrLst>
        <dgm:ruleLst/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3D4">
  <dgm:title val=""/>
  <dgm:desc val=""/>
  <dgm:catLst>
    <dgm:cat type="3D" pri="11400"/>
  </dgm:catLst>
  <dgm:scene3d>
    <a:camera prst="orthographicFront"/>
    <a:lightRig rig="threePt" dir="t"/>
  </dgm:scene3d>
  <dgm:styleLbl name="node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chilly" dir="t"/>
    </dgm:scene3d>
    <dgm:sp3d z="12700" extrusionH="12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ImgPlace1">
    <dgm:scene3d>
      <a:camera prst="orthographicFront"/>
      <a:lightRig rig="chilly" dir="t"/>
    </dgm:scene3d>
    <dgm:sp3d z="-257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chilly" dir="t"/>
    </dgm:scene3d>
    <dgm:sp3d z="-700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chilly" dir="t"/>
    </dgm:scene3d>
    <dgm:sp3d z="-25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chilly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chilly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chilly" dir="t"/>
    </dgm:scene3d>
    <dgm:sp3d prstMaterial="translucentPowder">
      <a:bevelT w="127000" h="25400" prst="softRound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2">
    <dgm:scene3d>
      <a:camera prst="orthographicFront"/>
      <a:lightRig rig="chilly" dir="t"/>
    </dgm:scene3d>
    <dgm:sp3d z="1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3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2D4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parChTrans1D1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chilly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chilly" dir="t"/>
    </dgm:scene3d>
    <dgm:sp3d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chilly" dir="t"/>
    </dgm:scene3d>
    <dgm:sp3d prstMaterial="dkEdge">
      <a:bevelT w="127000" h="25400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chilly" dir="t"/>
    </dgm:scene3d>
    <dgm:sp3d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chilly" dir="t"/>
    </dgm:scene3d>
    <dgm:sp3d z="-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chilly" dir="t"/>
    </dgm:scene3d>
    <dgm:sp3d z="12700" extrusionH="1700" prstMaterial="dkEdge">
      <a:bevelT w="25400" h="6350" prst="softRound"/>
      <a:bevelB w="0" h="0" prst="convex"/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chilly" dir="t"/>
    </dgm:scene3d>
    <dgm:sp3d z="-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chilly" dir="t"/>
    </dgm:scene3d>
    <dgm:sp3d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chilly" dir="t"/>
    </dgm:scene3d>
    <dgm:sp3d z="-1524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chilly" dir="t"/>
    </dgm:scene3d>
    <dgm:sp3d z="12700" extrusionH="1700" prstMaterial="translucentPowder">
      <a:bevelT w="25400" h="6350" prst="softRound"/>
      <a:bevelB w="0" h="0" prst="convex"/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24" charset="0"/>
                <a:ea typeface="ＭＳ Ｐゴシック" pitchFamily="24" charset="-128"/>
                <a:cs typeface="ＭＳ Ｐゴシック" pitchFamily="2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24" charset="0"/>
                <a:ea typeface="ＭＳ Ｐゴシック" pitchFamily="24" charset="-128"/>
                <a:cs typeface="ＭＳ Ｐゴシック" pitchFamily="24" charset="-128"/>
              </a:defRPr>
            </a:lvl1pPr>
          </a:lstStyle>
          <a:p>
            <a:pPr>
              <a:defRPr/>
            </a:pPr>
            <a:fld id="{3AC23135-0081-48D4-B21B-9352AE2A0D92}" type="datetime1">
              <a:rPr lang="en-US"/>
              <a:pPr>
                <a:defRPr/>
              </a:pPr>
              <a:t>6/12/2009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endParaRPr lang="en-US" noProof="0" smtClean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Calibri" pitchFamily="24" charset="0"/>
                <a:ea typeface="ＭＳ Ｐゴシック" pitchFamily="24" charset="-128"/>
                <a:cs typeface="ＭＳ Ｐゴシック" pitchFamily="24" charset="-128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Calibri" pitchFamily="24" charset="0"/>
                <a:ea typeface="ＭＳ Ｐゴシック" pitchFamily="24" charset="-128"/>
                <a:cs typeface="ＭＳ Ｐゴシック" pitchFamily="24" charset="-128"/>
              </a:defRPr>
            </a:lvl1pPr>
          </a:lstStyle>
          <a:p>
            <a:pPr>
              <a:defRPr/>
            </a:pPr>
            <a:fld id="{879382DC-CED2-4FD8-9C9D-EB73B28DA61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24" charset="-128"/>
        <a:cs typeface="ＭＳ Ｐゴシック" pitchFamily="24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68" charset="-128"/>
        <a:cs typeface="ＭＳ Ｐゴシック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68" charset="-128"/>
        <a:cs typeface="ＭＳ Ｐゴシック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68" charset="-128"/>
        <a:cs typeface="ＭＳ Ｐゴシック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pitchFamily="68" charset="-128"/>
        <a:cs typeface="ＭＳ Ｐゴシック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en-US" smtClean="0">
              <a:ea typeface="ＭＳ Ｐゴシック"/>
              <a:cs typeface="ＭＳ Ｐゴシック"/>
            </a:endParaRPr>
          </a:p>
        </p:txBody>
      </p:sp>
      <p:sp>
        <p:nvSpPr>
          <p:cNvPr id="2048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1F67A56D-80FC-454E-ACF4-8A42ACCC979B}" type="slidenum">
              <a:rPr lang="en-US" smtClean="0">
                <a:latin typeface="Calibri" pitchFamily="34" charset="0"/>
                <a:ea typeface="ＭＳ Ｐゴシック"/>
                <a:cs typeface="ＭＳ Ｐゴシック"/>
              </a:rPr>
              <a:pPr/>
              <a:t>1</a:t>
            </a:fld>
            <a:endParaRPr lang="en-US" smtClean="0">
              <a:latin typeface="Calibri" pitchFamily="34" charset="0"/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2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en-US" smtClean="0">
              <a:ea typeface="ＭＳ Ｐゴシック"/>
              <a:cs typeface="ＭＳ Ｐゴシック"/>
            </a:endParaRPr>
          </a:p>
        </p:txBody>
      </p:sp>
      <p:sp>
        <p:nvSpPr>
          <p:cNvPr id="2253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8EB197A9-52DE-4EEC-87B9-0CF53336F4C9}" type="slidenum">
              <a:rPr lang="en-US" smtClean="0">
                <a:latin typeface="Calibri" pitchFamily="34" charset="0"/>
                <a:ea typeface="ＭＳ Ｐゴシック"/>
                <a:cs typeface="ＭＳ Ｐゴシック"/>
              </a:rPr>
              <a:pPr/>
              <a:t>2</a:t>
            </a:fld>
            <a:endParaRPr lang="en-US" smtClean="0">
              <a:latin typeface="Calibri" pitchFamily="34" charset="0"/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>
              <a:spcBef>
                <a:spcPct val="0"/>
              </a:spcBef>
            </a:pPr>
            <a:endParaRPr lang="en-US" smtClean="0">
              <a:ea typeface="ＭＳ Ｐゴシック"/>
              <a:cs typeface="ＭＳ Ｐゴシック"/>
            </a:endParaRPr>
          </a:p>
        </p:txBody>
      </p:sp>
      <p:sp>
        <p:nvSpPr>
          <p:cNvPr id="2457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EA3BC47-51B2-4C18-9E8A-1295657E38F4}" type="slidenum">
              <a:rPr lang="en-US" smtClean="0">
                <a:latin typeface="Calibri" pitchFamily="34" charset="0"/>
                <a:ea typeface="ＭＳ Ｐゴシック"/>
                <a:cs typeface="ＭＳ Ｐゴシック"/>
              </a:rPr>
              <a:pPr/>
              <a:t>3</a:t>
            </a:fld>
            <a:endParaRPr lang="en-US" smtClean="0">
              <a:latin typeface="Calibri" pitchFamily="34" charset="0"/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662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en-US" smtClean="0">
              <a:ea typeface="ＭＳ Ｐゴシック"/>
              <a:cs typeface="ＭＳ Ｐゴシック"/>
            </a:endParaRPr>
          </a:p>
        </p:txBody>
      </p:sp>
      <p:sp>
        <p:nvSpPr>
          <p:cNvPr id="2662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DA56AF4-6BF8-481E-BC5B-F3B03DF350AB}" type="slidenum">
              <a:rPr lang="en-US" smtClean="0">
                <a:latin typeface="Calibri" pitchFamily="34" charset="0"/>
                <a:ea typeface="ＭＳ Ｐゴシック"/>
                <a:cs typeface="ＭＳ Ｐゴシック"/>
              </a:rPr>
              <a:pPr/>
              <a:t>4</a:t>
            </a:fld>
            <a:endParaRPr lang="en-US" smtClean="0">
              <a:latin typeface="Calibri" pitchFamily="34" charset="0"/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en-US" smtClean="0">
              <a:ea typeface="ＭＳ Ｐゴシック"/>
              <a:cs typeface="ＭＳ Ｐゴシック"/>
            </a:endParaRPr>
          </a:p>
        </p:txBody>
      </p:sp>
      <p:sp>
        <p:nvSpPr>
          <p:cNvPr id="2867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52FF69B7-A760-48D0-A0EF-64FE0CE7F92B}" type="slidenum">
              <a:rPr lang="en-US" smtClean="0">
                <a:latin typeface="Calibri" pitchFamily="34" charset="0"/>
                <a:ea typeface="ＭＳ Ｐゴシック"/>
                <a:cs typeface="ＭＳ Ｐゴシック"/>
              </a:rPr>
              <a:pPr/>
              <a:t>5</a:t>
            </a:fld>
            <a:endParaRPr lang="en-US" smtClean="0">
              <a:latin typeface="Calibri" pitchFamily="34" charset="0"/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1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072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endParaRPr lang="en-US" smtClean="0">
              <a:ea typeface="ＭＳ Ｐゴシック"/>
              <a:cs typeface="ＭＳ Ｐゴシック"/>
            </a:endParaRPr>
          </a:p>
        </p:txBody>
      </p:sp>
      <p:sp>
        <p:nvSpPr>
          <p:cNvPr id="3072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849FB99-E588-49EA-8114-9057B65E5863}" type="slidenum">
              <a:rPr lang="en-US" smtClean="0">
                <a:latin typeface="Calibri" pitchFamily="34" charset="0"/>
                <a:ea typeface="ＭＳ Ｐゴシック"/>
                <a:cs typeface="ＭＳ Ｐゴシック"/>
              </a:rPr>
              <a:pPr/>
              <a:t>6</a:t>
            </a:fld>
            <a:endParaRPr lang="en-US" smtClean="0">
              <a:latin typeface="Calibri" pitchFamily="34" charset="0"/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277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en-US" smtClean="0">
              <a:ea typeface="ＭＳ Ｐゴシック"/>
              <a:cs typeface="ＭＳ Ｐゴシック"/>
            </a:endParaRPr>
          </a:p>
        </p:txBody>
      </p:sp>
      <p:sp>
        <p:nvSpPr>
          <p:cNvPr id="3277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2F4BCA3-381D-470C-8EB1-A829712BE275}" type="slidenum">
              <a:rPr lang="en-US" smtClean="0">
                <a:latin typeface="Calibri" pitchFamily="34" charset="0"/>
                <a:ea typeface="ＭＳ Ｐゴシック"/>
                <a:cs typeface="ＭＳ Ｐゴシック"/>
              </a:rPr>
              <a:pPr/>
              <a:t>7</a:t>
            </a:fld>
            <a:endParaRPr lang="en-US" smtClean="0">
              <a:latin typeface="Calibri" pitchFamily="34" charset="0"/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481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en-US" smtClean="0">
              <a:ea typeface="ＭＳ Ｐゴシック"/>
              <a:cs typeface="ＭＳ Ｐゴシック"/>
            </a:endParaRPr>
          </a:p>
        </p:txBody>
      </p:sp>
      <p:sp>
        <p:nvSpPr>
          <p:cNvPr id="3481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160F49F-FFCB-42B4-B167-A02960A48558}" type="slidenum">
              <a:rPr lang="en-US" smtClean="0">
                <a:latin typeface="Calibri" pitchFamily="34" charset="0"/>
                <a:ea typeface="ＭＳ Ｐゴシック"/>
                <a:cs typeface="ＭＳ Ｐゴシック"/>
              </a:rPr>
              <a:pPr/>
              <a:t>8</a:t>
            </a:fld>
            <a:endParaRPr lang="en-US" smtClean="0">
              <a:latin typeface="Calibri" pitchFamily="34" charset="0"/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5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686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en-US" smtClean="0">
              <a:ea typeface="ＭＳ Ｐゴシック"/>
              <a:cs typeface="ＭＳ Ｐゴシック"/>
            </a:endParaRPr>
          </a:p>
        </p:txBody>
      </p:sp>
      <p:sp>
        <p:nvSpPr>
          <p:cNvPr id="3686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4C130088-F482-4A35-8C78-57F385059704}" type="slidenum">
              <a:rPr lang="en-US" smtClean="0">
                <a:latin typeface="Calibri" pitchFamily="34" charset="0"/>
                <a:ea typeface="ＭＳ Ｐゴシック"/>
                <a:cs typeface="ＭＳ Ｐゴシック"/>
              </a:rPr>
              <a:pPr/>
              <a:t>9</a:t>
            </a:fld>
            <a:endParaRPr lang="en-US" smtClean="0">
              <a:latin typeface="Calibri" pitchFamily="34" charset="0"/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3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3891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en-US" smtClean="0">
              <a:ea typeface="ＭＳ Ｐゴシック"/>
              <a:cs typeface="ＭＳ Ｐゴシック"/>
            </a:endParaRPr>
          </a:p>
        </p:txBody>
      </p:sp>
      <p:sp>
        <p:nvSpPr>
          <p:cNvPr id="3891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C7A55354-F2DC-47C8-BCD2-84F3A119273B}" type="slidenum">
              <a:rPr lang="en-US" smtClean="0">
                <a:latin typeface="Calibri" pitchFamily="34" charset="0"/>
                <a:ea typeface="ＭＳ Ｐゴシック"/>
                <a:cs typeface="ＭＳ Ｐゴシック"/>
              </a:rPr>
              <a:pPr/>
              <a:t>10</a:t>
            </a:fld>
            <a:endParaRPr lang="en-US" smtClean="0">
              <a:latin typeface="Calibri" pitchFamily="34" charset="0"/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1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0962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en-US" smtClean="0">
              <a:ea typeface="ＭＳ Ｐゴシック"/>
              <a:cs typeface="ＭＳ Ｐゴシック"/>
            </a:endParaRPr>
          </a:p>
        </p:txBody>
      </p:sp>
      <p:sp>
        <p:nvSpPr>
          <p:cNvPr id="40963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FDD4314-25E6-44EB-9F15-C21F630BCCE4}" type="slidenum">
              <a:rPr lang="en-US" smtClean="0">
                <a:latin typeface="Calibri" pitchFamily="34" charset="0"/>
                <a:ea typeface="ＭＳ Ｐゴシック"/>
                <a:cs typeface="ＭＳ Ｐゴシック"/>
              </a:rPr>
              <a:pPr/>
              <a:t>11</a:t>
            </a:fld>
            <a:endParaRPr lang="en-US" smtClean="0">
              <a:latin typeface="Calibri" pitchFamily="34" charset="0"/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09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0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en-US" smtClean="0">
              <a:ea typeface="ＭＳ Ｐゴシック"/>
              <a:cs typeface="ＭＳ Ｐゴシック"/>
            </a:endParaRPr>
          </a:p>
        </p:txBody>
      </p:sp>
      <p:sp>
        <p:nvSpPr>
          <p:cNvPr id="43011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27BBD3E6-28DD-46C3-9FDE-437EF1D6F7F7}" type="slidenum">
              <a:rPr lang="en-US" smtClean="0">
                <a:latin typeface="Calibri" pitchFamily="34" charset="0"/>
                <a:ea typeface="ＭＳ Ｐゴシック"/>
                <a:cs typeface="ＭＳ Ｐゴシック"/>
              </a:rPr>
              <a:pPr/>
              <a:t>12</a:t>
            </a:fld>
            <a:endParaRPr lang="en-US" smtClean="0">
              <a:latin typeface="Calibri" pitchFamily="34" charset="0"/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7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58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en-US" smtClean="0">
              <a:ea typeface="ＭＳ Ｐゴシック"/>
              <a:cs typeface="ＭＳ Ｐゴシック"/>
            </a:endParaRPr>
          </a:p>
        </p:txBody>
      </p:sp>
      <p:sp>
        <p:nvSpPr>
          <p:cNvPr id="45059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F3DF8154-5FE4-4BAC-8655-B487A0B0822A}" type="slidenum">
              <a:rPr lang="en-US" smtClean="0">
                <a:latin typeface="Calibri" pitchFamily="34" charset="0"/>
                <a:ea typeface="ＭＳ Ｐゴシック"/>
                <a:cs typeface="ＭＳ Ｐゴシック"/>
              </a:rPr>
              <a:pPr/>
              <a:t>13</a:t>
            </a:fld>
            <a:endParaRPr lang="en-US" smtClean="0">
              <a:latin typeface="Calibri" pitchFamily="34" charset="0"/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0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757A2DE1-004E-4794-B554-6087F0F113A3}" type="slidenum">
              <a:rPr lang="en-US" smtClean="0">
                <a:latin typeface="Calibri" pitchFamily="34" charset="0"/>
                <a:ea typeface="ＭＳ Ｐゴシック"/>
                <a:cs typeface="ＭＳ Ｐゴシック"/>
              </a:rPr>
              <a:pPr/>
              <a:t>14</a:t>
            </a:fld>
            <a:endParaRPr lang="en-US" smtClean="0">
              <a:latin typeface="Calibri" pitchFamily="34" charset="0"/>
              <a:ea typeface="ＭＳ Ｐゴシック"/>
              <a:cs typeface="ＭＳ Ｐゴシック"/>
            </a:endParaRPr>
          </a:p>
        </p:txBody>
      </p:sp>
      <p:sp>
        <p:nvSpPr>
          <p:cNvPr id="47106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4588" y="685800"/>
            <a:ext cx="4572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7107" name="Rectangle 3"/>
          <p:cNvSpPr>
            <a:spLocks noGrp="1" noChangeArrowheads="1"/>
          </p:cNvSpPr>
          <p:nvPr>
            <p:ph type="body" idx="1"/>
          </p:nvPr>
        </p:nvSpPr>
        <p:spPr bwMode="auto">
          <a:noFill/>
        </p:spPr>
        <p:txBody>
          <a:bodyPr/>
          <a:lstStyle/>
          <a:p>
            <a:pPr eaLnBrk="1" hangingPunct="1"/>
            <a:endParaRPr lang="en-US" smtClean="0">
              <a:latin typeface="Arial" charset="0"/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539750" y="0"/>
            <a:ext cx="8064500" cy="476250"/>
          </a:xfrm>
          <a:prstGeom prst="rect">
            <a:avLst/>
          </a:prstGeom>
          <a:solidFill>
            <a:srgbClr val="18417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24" charset="0"/>
              <a:ea typeface="ＭＳ Ｐゴシック" pitchFamily="24" charset="-128"/>
              <a:cs typeface="ＭＳ Ｐゴシック" pitchFamily="24" charset="-128"/>
            </a:endParaRPr>
          </a:p>
        </p:txBody>
      </p:sp>
      <p:sp>
        <p:nvSpPr>
          <p:cNvPr id="5" name="Rectangle 3"/>
          <p:cNvSpPr>
            <a:spLocks noChangeArrowheads="1"/>
          </p:cNvSpPr>
          <p:nvPr/>
        </p:nvSpPr>
        <p:spPr bwMode="auto">
          <a:xfrm>
            <a:off x="8675688" y="0"/>
            <a:ext cx="468312" cy="476250"/>
          </a:xfrm>
          <a:prstGeom prst="rect">
            <a:avLst/>
          </a:prstGeom>
          <a:solidFill>
            <a:srgbClr val="FEAD3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24" charset="0"/>
              <a:ea typeface="ＭＳ Ｐゴシック" pitchFamily="24" charset="-128"/>
              <a:cs typeface="ＭＳ Ｐゴシック" pitchFamily="24" charset="-128"/>
            </a:endParaRPr>
          </a:p>
        </p:txBody>
      </p:sp>
      <p:pic>
        <p:nvPicPr>
          <p:cNvPr id="6" name="Picture 4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222625" y="1557338"/>
            <a:ext cx="5921375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Rectangle 5"/>
          <p:cNvSpPr>
            <a:spLocks noChangeArrowheads="1"/>
          </p:cNvSpPr>
          <p:nvPr/>
        </p:nvSpPr>
        <p:spPr bwMode="auto">
          <a:xfrm>
            <a:off x="0" y="6524625"/>
            <a:ext cx="9144000" cy="333375"/>
          </a:xfrm>
          <a:prstGeom prst="rect">
            <a:avLst/>
          </a:prstGeom>
          <a:solidFill>
            <a:srgbClr val="8AB33C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24" charset="0"/>
              <a:ea typeface="ＭＳ Ｐゴシック" pitchFamily="24" charset="-128"/>
              <a:cs typeface="ＭＳ Ｐゴシック" pitchFamily="24" charset="-128"/>
            </a:endParaRPr>
          </a:p>
        </p:txBody>
      </p:sp>
      <p:sp>
        <p:nvSpPr>
          <p:cNvPr id="8" name="Rectangle 9"/>
          <p:cNvSpPr>
            <a:spLocks noChangeArrowheads="1"/>
          </p:cNvSpPr>
          <p:nvPr/>
        </p:nvSpPr>
        <p:spPr bwMode="auto">
          <a:xfrm>
            <a:off x="0" y="0"/>
            <a:ext cx="468313" cy="476250"/>
          </a:xfrm>
          <a:prstGeom prst="rect">
            <a:avLst/>
          </a:prstGeom>
          <a:solidFill>
            <a:srgbClr val="FEAD3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24" charset="0"/>
              <a:ea typeface="ＭＳ Ｐゴシック" pitchFamily="24" charset="-128"/>
              <a:cs typeface="ＭＳ Ｐゴシック" pitchFamily="24" charset="-128"/>
            </a:endParaRPr>
          </a:p>
        </p:txBody>
      </p:sp>
      <p:sp>
        <p:nvSpPr>
          <p:cNvPr id="23558" name="Rectangle 6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4076700"/>
            <a:ext cx="6400800" cy="2016125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2400"/>
            </a:lvl1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23559" name="Rectangle 7"/>
          <p:cNvSpPr>
            <a:spLocks noGrp="1" noChangeArrowheads="1"/>
          </p:cNvSpPr>
          <p:nvPr>
            <p:ph type="ctrTitle"/>
          </p:nvPr>
        </p:nvSpPr>
        <p:spPr>
          <a:xfrm>
            <a:off x="2195513" y="2708275"/>
            <a:ext cx="4681537" cy="649288"/>
          </a:xfrm>
        </p:spPr>
        <p:txBody>
          <a:bodyPr/>
          <a:lstStyle>
            <a:lvl1pPr>
              <a:defRPr sz="2800">
                <a:solidFill>
                  <a:srgbClr val="184170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0"/>
          <p:cNvSpPr txBox="1">
            <a:spLocks noChangeArrowheads="1"/>
          </p:cNvSpPr>
          <p:nvPr userDrawn="1"/>
        </p:nvSpPr>
        <p:spPr bwMode="auto">
          <a:xfrm>
            <a:off x="228600" y="6553200"/>
            <a:ext cx="4318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/>
            </a:lvl1pPr>
          </a:lstStyle>
          <a:p>
            <a:pPr algn="r">
              <a:defRPr/>
            </a:pPr>
            <a:fld id="{60397023-0424-44A4-A87F-192F888C843F}" type="slidenum">
              <a:rPr lang="en-US" sz="1000" b="1" smtClean="0">
                <a:solidFill>
                  <a:schemeClr val="bg1"/>
                </a:solidFill>
                <a:latin typeface="Arial" pitchFamily="24" charset="0"/>
                <a:ea typeface="ＭＳ Ｐゴシック" pitchFamily="24" charset="-128"/>
                <a:cs typeface="ＭＳ Ｐゴシック" pitchFamily="24" charset="-128"/>
              </a:rPr>
              <a:pPr algn="r">
                <a:defRPr/>
              </a:pPr>
              <a:t>‹#›</a:t>
            </a:fld>
            <a:endParaRPr lang="en-US" sz="1000" b="1" dirty="0">
              <a:solidFill>
                <a:schemeClr val="bg1"/>
              </a:solidFill>
              <a:latin typeface="Arial" pitchFamily="24" charset="0"/>
              <a:ea typeface="ＭＳ Ｐゴシック" pitchFamily="24" charset="-128"/>
              <a:cs typeface="ＭＳ Ｐゴシック" pitchFamily="24" charset="-128"/>
            </a:endParaRPr>
          </a:p>
        </p:txBody>
      </p:sp>
      <p:sp>
        <p:nvSpPr>
          <p:cNvPr id="5" name="Rectangle 11"/>
          <p:cNvSpPr txBox="1">
            <a:spLocks noChangeArrowheads="1"/>
          </p:cNvSpPr>
          <p:nvPr userDrawn="1"/>
        </p:nvSpPr>
        <p:spPr bwMode="auto">
          <a:xfrm>
            <a:off x="1187450" y="6553200"/>
            <a:ext cx="32321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z="900" smtClean="0">
                <a:solidFill>
                  <a:schemeClr val="bg1"/>
                </a:solidFill>
                <a:latin typeface="Arial" pitchFamily="24" charset="0"/>
                <a:ea typeface="ＭＳ Ｐゴシック" pitchFamily="24" charset="-128"/>
                <a:cs typeface="ＭＳ Ｐゴシック" pitchFamily="24" charset="-128"/>
              </a:rPr>
              <a:t>Scio Consulting International, LLC. All rights reserved.</a:t>
            </a:r>
            <a:endParaRPr lang="en-US" sz="900">
              <a:solidFill>
                <a:schemeClr val="bg1"/>
              </a:solidFill>
              <a:latin typeface="Arial" pitchFamily="24" charset="0"/>
              <a:ea typeface="ＭＳ Ｐゴシック" pitchFamily="24" charset="-128"/>
              <a:cs typeface="ＭＳ Ｐゴシック" pitchFamily="24" charset="-128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31913" y="1196975"/>
            <a:ext cx="352425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8563" y="1196975"/>
            <a:ext cx="3524250" cy="51847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en-US" noProof="0" dirty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2588" y="188913"/>
            <a:ext cx="1800225" cy="6192837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31913" y="188913"/>
            <a:ext cx="5248275" cy="6192837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913" y="188913"/>
            <a:ext cx="7127875" cy="5762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31913" y="1196975"/>
            <a:ext cx="3524250" cy="51847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08563" y="1196975"/>
            <a:ext cx="3524250" cy="51847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hf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913" y="188913"/>
            <a:ext cx="7127875" cy="5762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331913" y="1196975"/>
            <a:ext cx="3524250" cy="518477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5008563" y="1196975"/>
            <a:ext cx="3524250" cy="25161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5008563" y="3865563"/>
            <a:ext cx="3524250" cy="2516187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  <p:hf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31913" y="188913"/>
            <a:ext cx="7127875" cy="576262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1331913" y="1196975"/>
            <a:ext cx="7200900" cy="5184775"/>
          </a:xfrm>
        </p:spPr>
        <p:txBody>
          <a:bodyPr/>
          <a:lstStyle/>
          <a:p>
            <a:pPr lvl="0"/>
            <a:r>
              <a:rPr lang="en-US" noProof="0" smtClean="0"/>
              <a:t>Click icon to add table</a:t>
            </a:r>
            <a:endParaRPr lang="en-US" noProof="0" dirty="0" smtClean="0"/>
          </a:p>
        </p:txBody>
      </p:sp>
    </p:spTree>
  </p:cSld>
  <p:clrMapOvr>
    <a:masterClrMapping/>
  </p:clrMapOvr>
  <p:hf hd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2" name="Rectangle 4"/>
          <p:cNvSpPr>
            <a:spLocks noChangeArrowheads="1"/>
          </p:cNvSpPr>
          <p:nvPr/>
        </p:nvSpPr>
        <p:spPr bwMode="auto">
          <a:xfrm>
            <a:off x="0" y="6524625"/>
            <a:ext cx="1116013" cy="333375"/>
          </a:xfrm>
          <a:prstGeom prst="rect">
            <a:avLst/>
          </a:prstGeom>
          <a:solidFill>
            <a:srgbClr val="567EB9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24" charset="0"/>
              <a:ea typeface="ＭＳ Ｐゴシック" pitchFamily="24" charset="-128"/>
              <a:cs typeface="ＭＳ Ｐゴシック" pitchFamily="24" charset="-128"/>
            </a:endParaRPr>
          </a:p>
        </p:txBody>
      </p:sp>
      <p:sp>
        <p:nvSpPr>
          <p:cNvPr id="22530" name="Rectangle 2"/>
          <p:cNvSpPr>
            <a:spLocks noChangeArrowheads="1"/>
          </p:cNvSpPr>
          <p:nvPr/>
        </p:nvSpPr>
        <p:spPr bwMode="auto">
          <a:xfrm>
            <a:off x="1187450" y="0"/>
            <a:ext cx="7416800" cy="908050"/>
          </a:xfrm>
          <a:prstGeom prst="rect">
            <a:avLst/>
          </a:prstGeom>
          <a:solidFill>
            <a:srgbClr val="184170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en-US">
              <a:latin typeface="Eras Medium ITC" pitchFamily="24" charset="0"/>
              <a:ea typeface="ＭＳ Ｐゴシック" pitchFamily="24" charset="-128"/>
              <a:cs typeface="ＭＳ Ｐゴシック" pitchFamily="24" charset="-128"/>
            </a:endParaRPr>
          </a:p>
        </p:txBody>
      </p:sp>
      <p:sp>
        <p:nvSpPr>
          <p:cNvPr id="22531" name="Rectangle 3"/>
          <p:cNvSpPr>
            <a:spLocks noChangeArrowheads="1"/>
          </p:cNvSpPr>
          <p:nvPr/>
        </p:nvSpPr>
        <p:spPr bwMode="auto">
          <a:xfrm>
            <a:off x="8675688" y="0"/>
            <a:ext cx="468312" cy="908050"/>
          </a:xfrm>
          <a:prstGeom prst="rect">
            <a:avLst/>
          </a:prstGeom>
          <a:solidFill>
            <a:srgbClr val="FEAD32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24" charset="0"/>
              <a:ea typeface="ＭＳ Ｐゴシック" pitchFamily="24" charset="-128"/>
              <a:cs typeface="ＭＳ Ｐゴシック" pitchFamily="24" charset="-128"/>
            </a:endParaRPr>
          </a:p>
        </p:txBody>
      </p:sp>
      <p:pic>
        <p:nvPicPr>
          <p:cNvPr id="1029" name="Picture 5"/>
          <p:cNvPicPr>
            <a:picLocks noChangeAspect="1" noChangeArrowheads="1"/>
          </p:cNvPicPr>
          <p:nvPr/>
        </p:nvPicPr>
        <p:blipFill>
          <a:blip r:embed="rId18"/>
          <a:srcRect/>
          <a:stretch>
            <a:fillRect/>
          </a:stretch>
        </p:blipFill>
        <p:spPr bwMode="auto">
          <a:xfrm>
            <a:off x="0" y="981075"/>
            <a:ext cx="1116013" cy="54721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9"/>
          <a:srcRect/>
          <a:stretch>
            <a:fillRect/>
          </a:stretch>
        </p:blipFill>
        <p:spPr bwMode="auto">
          <a:xfrm>
            <a:off x="3222625" y="1557338"/>
            <a:ext cx="5921375" cy="52292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2535" name="Rectangle 7"/>
          <p:cNvSpPr>
            <a:spLocks noChangeArrowheads="1"/>
          </p:cNvSpPr>
          <p:nvPr/>
        </p:nvSpPr>
        <p:spPr bwMode="auto">
          <a:xfrm>
            <a:off x="1187450" y="6524625"/>
            <a:ext cx="7956550" cy="333375"/>
          </a:xfrm>
          <a:prstGeom prst="rect">
            <a:avLst/>
          </a:prstGeom>
          <a:solidFill>
            <a:srgbClr val="8AB33C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>
              <a:latin typeface="Arial" pitchFamily="24" charset="0"/>
              <a:ea typeface="ＭＳ Ｐゴシック" pitchFamily="24" charset="-128"/>
              <a:cs typeface="ＭＳ Ｐゴシック" pitchFamily="24" charset="-128"/>
            </a:endParaRPr>
          </a:p>
        </p:txBody>
      </p:sp>
      <p:sp>
        <p:nvSpPr>
          <p:cNvPr id="1032" name="Rectangle 8"/>
          <p:cNvSpPr>
            <a:spLocks noGrp="1" noChangeArrowheads="1"/>
          </p:cNvSpPr>
          <p:nvPr>
            <p:ph type="body" idx="1"/>
          </p:nvPr>
        </p:nvSpPr>
        <p:spPr bwMode="auto">
          <a:xfrm>
            <a:off x="1331913" y="1196975"/>
            <a:ext cx="7200900" cy="5184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</a:p>
        </p:txBody>
      </p:sp>
      <p:sp>
        <p:nvSpPr>
          <p:cNvPr id="1033" name="Rectangle 9"/>
          <p:cNvSpPr>
            <a:spLocks noGrp="1" noChangeArrowheads="1"/>
          </p:cNvSpPr>
          <p:nvPr>
            <p:ph type="title"/>
          </p:nvPr>
        </p:nvSpPr>
        <p:spPr bwMode="auto">
          <a:xfrm>
            <a:off x="1331913" y="188913"/>
            <a:ext cx="7127875" cy="5762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Click to edit Master title style</a:t>
            </a:r>
          </a:p>
        </p:txBody>
      </p:sp>
      <p:pic>
        <p:nvPicPr>
          <p:cNvPr id="1034" name="Picture 12"/>
          <p:cNvPicPr>
            <a:picLocks noChangeAspect="1" noChangeArrowheads="1"/>
          </p:cNvPicPr>
          <p:nvPr/>
        </p:nvPicPr>
        <p:blipFill>
          <a:blip r:embed="rId20"/>
          <a:srcRect/>
          <a:stretch>
            <a:fillRect/>
          </a:stretch>
        </p:blipFill>
        <p:spPr bwMode="auto">
          <a:xfrm>
            <a:off x="268288" y="115888"/>
            <a:ext cx="558800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Rectangle 10"/>
          <p:cNvSpPr txBox="1">
            <a:spLocks noChangeArrowheads="1"/>
          </p:cNvSpPr>
          <p:nvPr userDrawn="1"/>
        </p:nvSpPr>
        <p:spPr bwMode="auto">
          <a:xfrm>
            <a:off x="228600" y="6553200"/>
            <a:ext cx="43180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/>
            </a:lvl1pPr>
          </a:lstStyle>
          <a:p>
            <a:pPr algn="r">
              <a:defRPr/>
            </a:pPr>
            <a:fld id="{6B83709E-1643-4B55-9689-38F51DCF72E2}" type="slidenum">
              <a:rPr lang="en-US" sz="1000" b="1" smtClean="0">
                <a:solidFill>
                  <a:schemeClr val="bg1"/>
                </a:solidFill>
                <a:latin typeface="Arial" pitchFamily="24" charset="0"/>
                <a:ea typeface="ＭＳ Ｐゴシック" pitchFamily="24" charset="-128"/>
                <a:cs typeface="ＭＳ Ｐゴシック" pitchFamily="24" charset="-128"/>
              </a:rPr>
              <a:pPr algn="r">
                <a:defRPr/>
              </a:pPr>
              <a:t>‹#›</a:t>
            </a:fld>
            <a:endParaRPr lang="en-US" sz="1000" b="1" dirty="0">
              <a:solidFill>
                <a:schemeClr val="bg1"/>
              </a:solidFill>
              <a:latin typeface="Arial" pitchFamily="24" charset="0"/>
              <a:ea typeface="ＭＳ Ｐゴシック" pitchFamily="24" charset="-128"/>
              <a:cs typeface="ＭＳ Ｐゴシック" pitchFamily="24" charset="-128"/>
            </a:endParaRPr>
          </a:p>
        </p:txBody>
      </p:sp>
      <p:sp>
        <p:nvSpPr>
          <p:cNvPr id="14" name="Rectangle 11"/>
          <p:cNvSpPr txBox="1">
            <a:spLocks noChangeArrowheads="1"/>
          </p:cNvSpPr>
          <p:nvPr userDrawn="1"/>
        </p:nvSpPr>
        <p:spPr bwMode="auto">
          <a:xfrm>
            <a:off x="1187450" y="6553200"/>
            <a:ext cx="3232150" cy="2603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sz="900" smtClean="0">
                <a:solidFill>
                  <a:schemeClr val="bg1"/>
                </a:solidFill>
                <a:latin typeface="Arial" pitchFamily="24" charset="0"/>
                <a:ea typeface="ＭＳ Ｐゴシック" pitchFamily="24" charset="-128"/>
                <a:cs typeface="ＭＳ Ｐゴシック" pitchFamily="24" charset="-128"/>
              </a:rPr>
              <a:t>Scio Consulting International, LLC. All rights reserved.</a:t>
            </a:r>
            <a:endParaRPr lang="en-US" sz="900">
              <a:solidFill>
                <a:schemeClr val="bg1"/>
              </a:solidFill>
              <a:latin typeface="Arial" pitchFamily="24" charset="0"/>
              <a:ea typeface="ＭＳ Ｐゴシック" pitchFamily="24" charset="-128"/>
              <a:cs typeface="ＭＳ Ｐゴシック" pitchFamily="24" charset="-128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  <p:sldLayoutId id="2147483677" r:id="rId2"/>
    <p:sldLayoutId id="2147483679" r:id="rId3"/>
    <p:sldLayoutId id="2147483676" r:id="rId4"/>
    <p:sldLayoutId id="2147483675" r:id="rId5"/>
    <p:sldLayoutId id="2147483674" r:id="rId6"/>
    <p:sldLayoutId id="2147483673" r:id="rId7"/>
    <p:sldLayoutId id="2147483672" r:id="rId8"/>
    <p:sldLayoutId id="2147483671" r:id="rId9"/>
    <p:sldLayoutId id="2147483670" r:id="rId10"/>
    <p:sldLayoutId id="2147483669" r:id="rId11"/>
    <p:sldLayoutId id="2147483668" r:id="rId12"/>
    <p:sldLayoutId id="2147483667" r:id="rId13"/>
    <p:sldLayoutId id="2147483666" r:id="rId14"/>
    <p:sldLayoutId id="2147483665" r:id="rId15"/>
    <p:sldLayoutId id="2147483664" r:id="rId16"/>
  </p:sldLayoutIdLst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+mj-lt"/>
          <a:ea typeface="ＭＳ Ｐゴシック" pitchFamily="24" charset="-128"/>
          <a:cs typeface="ＭＳ Ｐゴシック" pitchFamily="24" charset="-128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  <a:ea typeface="ＭＳ Ｐゴシック" pitchFamily="24" charset="-128"/>
          <a:cs typeface="ＭＳ Ｐゴシック" pitchFamily="24" charset="-128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  <a:ea typeface="ＭＳ Ｐゴシック" pitchFamily="24" charset="-128"/>
          <a:cs typeface="ＭＳ Ｐゴシック" pitchFamily="24" charset="-128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  <a:ea typeface="ＭＳ Ｐゴシック" pitchFamily="24" charset="-128"/>
          <a:cs typeface="ＭＳ Ｐゴシック" pitchFamily="24" charset="-128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  <a:ea typeface="ＭＳ Ｐゴシック" pitchFamily="24" charset="-128"/>
          <a:cs typeface="ＭＳ Ｐゴシック" pitchFamily="24" charset="-128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3600">
          <a:solidFill>
            <a:schemeClr val="bg1"/>
          </a:solidFill>
          <a:latin typeface="Trebuchet MS" pitchFamily="34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FEAD32"/>
        </a:buClr>
        <a:buFont typeface="Wingdings" pitchFamily="2" charset="2"/>
        <a:buChar char="§"/>
        <a:defRPr sz="2800">
          <a:solidFill>
            <a:srgbClr val="184170"/>
          </a:solidFill>
          <a:latin typeface="+mn-lt"/>
          <a:ea typeface="ＭＳ Ｐゴシック" pitchFamily="24" charset="-128"/>
          <a:cs typeface="ＭＳ Ｐゴシック" pitchFamily="24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8AB33C"/>
        </a:buClr>
        <a:buFont typeface="Arial" charset="0"/>
        <a:buChar char="»"/>
        <a:defRPr sz="2600">
          <a:solidFill>
            <a:srgbClr val="184170"/>
          </a:solidFill>
          <a:latin typeface="+mn-lt"/>
          <a:ea typeface="ＭＳ Ｐゴシック" pitchFamily="68" charset="-128"/>
          <a:cs typeface="ＭＳ Ｐゴシック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567EB9"/>
        </a:buClr>
        <a:buChar char="•"/>
        <a:defRPr sz="2600">
          <a:solidFill>
            <a:srgbClr val="184170"/>
          </a:solidFill>
          <a:latin typeface="+mn-lt"/>
          <a:ea typeface="ＭＳ Ｐゴシック" pitchFamily="68" charset="-128"/>
          <a:cs typeface="ＭＳ Ｐゴシック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184170"/>
        </a:buClr>
        <a:buFont typeface="Arial" charset="0"/>
        <a:buChar char="▪"/>
        <a:defRPr sz="2400">
          <a:solidFill>
            <a:srgbClr val="184170"/>
          </a:solidFill>
          <a:latin typeface="+mn-lt"/>
          <a:ea typeface="ＭＳ Ｐゴシック" pitchFamily="68" charset="-128"/>
          <a:cs typeface="ＭＳ Ｐゴシック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FEAD32"/>
        </a:buClr>
        <a:buFont typeface="Myriad Web Pro"/>
        <a:buChar char="›"/>
        <a:defRPr sz="2400">
          <a:solidFill>
            <a:srgbClr val="184170"/>
          </a:solidFill>
          <a:latin typeface="+mn-lt"/>
          <a:ea typeface="ＭＳ Ｐゴシック" pitchFamily="68" charset="-128"/>
          <a:cs typeface="ＭＳ Ｐゴシック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rgbClr val="FEAD32"/>
        </a:buClr>
        <a:buFont typeface="Myriad Web Pro" pitchFamily="34" charset="0"/>
        <a:buChar char="›"/>
        <a:defRPr sz="2400">
          <a:solidFill>
            <a:srgbClr val="184170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rgbClr val="FEAD32"/>
        </a:buClr>
        <a:buFont typeface="Myriad Web Pro" pitchFamily="34" charset="0"/>
        <a:buChar char="›"/>
        <a:defRPr sz="2400">
          <a:solidFill>
            <a:srgbClr val="184170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rgbClr val="FEAD32"/>
        </a:buClr>
        <a:buFont typeface="Myriad Web Pro" pitchFamily="34" charset="0"/>
        <a:buChar char="›"/>
        <a:defRPr sz="2400">
          <a:solidFill>
            <a:srgbClr val="184170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rgbClr val="FEAD32"/>
        </a:buClr>
        <a:buFont typeface="Myriad Web Pro" pitchFamily="34" charset="0"/>
        <a:buChar char="›"/>
        <a:defRPr sz="2400">
          <a:solidFill>
            <a:srgbClr val="184170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diagramLayout" Target="../diagrams/layout2.xml"/><Relationship Id="rId3" Type="http://schemas.openxmlformats.org/officeDocument/2006/relationships/diagramData" Target="../diagrams/data1.xml"/><Relationship Id="rId7" Type="http://schemas.openxmlformats.org/officeDocument/2006/relationships/diagramData" Target="../diagrams/data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10" Type="http://schemas.openxmlformats.org/officeDocument/2006/relationships/diagramColors" Target="../diagrams/colors2.xml"/><Relationship Id="rId4" Type="http://schemas.openxmlformats.org/officeDocument/2006/relationships/diagramLayout" Target="../diagrams/layout1.xml"/><Relationship Id="rId9" Type="http://schemas.openxmlformats.org/officeDocument/2006/relationships/diagramQuickStyle" Target="../diagrams/quickStyle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3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3.xml"/><Relationship Id="rId5" Type="http://schemas.openxmlformats.org/officeDocument/2006/relationships/diagramQuickStyle" Target="../diagrams/quickStyle3.xml"/><Relationship Id="rId4" Type="http://schemas.openxmlformats.org/officeDocument/2006/relationships/diagramLayout" Target="../diagrams/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4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4.xml"/><Relationship Id="rId5" Type="http://schemas.openxmlformats.org/officeDocument/2006/relationships/diagramQuickStyle" Target="../diagrams/quickStyle4.xml"/><Relationship Id="rId4" Type="http://schemas.openxmlformats.org/officeDocument/2006/relationships/diagramLayout" Target="../diagrams/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5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5.xml"/><Relationship Id="rId5" Type="http://schemas.openxmlformats.org/officeDocument/2006/relationships/diagramQuickStyle" Target="../diagrams/quickStyle5.xml"/><Relationship Id="rId4" Type="http://schemas.openxmlformats.org/officeDocument/2006/relationships/diagramLayout" Target="../diagrams/layout5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6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6.xml"/><Relationship Id="rId6" Type="http://schemas.openxmlformats.org/officeDocument/2006/relationships/diagramColors" Target="../diagrams/colors6.xml"/><Relationship Id="rId5" Type="http://schemas.openxmlformats.org/officeDocument/2006/relationships/diagramQuickStyle" Target="../diagrams/quickStyle6.xml"/><Relationship Id="rId4" Type="http://schemas.openxmlformats.org/officeDocument/2006/relationships/diagramLayout" Target="../diagrams/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6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Title 2"/>
          <p:cNvSpPr>
            <a:spLocks noGrp="1"/>
          </p:cNvSpPr>
          <p:nvPr>
            <p:ph type="ctrTitle"/>
          </p:nvPr>
        </p:nvSpPr>
        <p:spPr>
          <a:xfrm>
            <a:off x="1524000" y="3124200"/>
            <a:ext cx="6172200" cy="1604963"/>
          </a:xfrm>
        </p:spPr>
        <p:txBody>
          <a:bodyPr/>
          <a:lstStyle/>
          <a:p>
            <a:pPr algn="ctr" eaLnBrk="1" hangingPunct="1"/>
            <a:r>
              <a:rPr lang="en-US" sz="3600" smtClean="0">
                <a:ea typeface="ＭＳ Ｐゴシック"/>
                <a:cs typeface="ＭＳ Ｐゴシック"/>
              </a:rPr>
              <a:t>SaaS Enablement</a:t>
            </a:r>
            <a:br>
              <a:rPr lang="en-US" sz="3600" smtClean="0">
                <a:ea typeface="ＭＳ Ｐゴシック"/>
                <a:cs typeface="ＭＳ Ｐゴシック"/>
              </a:rPr>
            </a:br>
            <a:r>
              <a:rPr lang="en-US" sz="3600" smtClean="0">
                <a:ea typeface="ＭＳ Ｐゴシック"/>
                <a:cs typeface="ＭＳ Ｐゴシック"/>
              </a:rPr>
              <a:t>Engagement Model</a:t>
            </a:r>
          </a:p>
        </p:txBody>
      </p:sp>
      <p:pic>
        <p:nvPicPr>
          <p:cNvPr id="19458" name="Picture 4" descr="ScioLogoVertical.jp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05200" y="609600"/>
            <a:ext cx="2000250" cy="199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5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  <a:cs typeface="ＭＳ Ｐゴシック"/>
              </a:rPr>
              <a:t>Presentation Overview</a:t>
            </a:r>
          </a:p>
        </p:txBody>
      </p:sp>
      <p:sp>
        <p:nvSpPr>
          <p:cNvPr id="21506" name="Content Placeholder 2"/>
          <p:cNvSpPr>
            <a:spLocks noGrp="1"/>
          </p:cNvSpPr>
          <p:nvPr>
            <p:ph idx="1"/>
          </p:nvPr>
        </p:nvSpPr>
        <p:spPr>
          <a:xfrm>
            <a:off x="1295400" y="1066800"/>
            <a:ext cx="7200900" cy="5184775"/>
          </a:xfrm>
        </p:spPr>
        <p:txBody>
          <a:bodyPr/>
          <a:lstStyle/>
          <a:p>
            <a:pPr eaLnBrk="1" hangingPunct="1"/>
            <a:r>
              <a:rPr lang="en-US" sz="2400" smtClean="0">
                <a:ea typeface="ＭＳ Ｐゴシック"/>
                <a:cs typeface="ＭＳ Ｐゴシック"/>
              </a:rPr>
              <a:t>This is a Basic Engagement Framework</a:t>
            </a:r>
          </a:p>
          <a:p>
            <a:pPr lvl="1" eaLnBrk="1" hangingPunct="1"/>
            <a:r>
              <a:rPr lang="en-US" sz="2400" smtClean="0">
                <a:ea typeface="ＭＳ Ｐゴシック"/>
              </a:rPr>
              <a:t>Actual engagements will vary to meet needs</a:t>
            </a:r>
          </a:p>
          <a:p>
            <a:pPr lvl="1" eaLnBrk="1" hangingPunct="1"/>
            <a:r>
              <a:rPr lang="en-US" sz="2400" smtClean="0">
                <a:ea typeface="ＭＳ Ｐゴシック"/>
              </a:rPr>
              <a:t>Activities and deliverables listed</a:t>
            </a:r>
          </a:p>
          <a:p>
            <a:pPr lvl="1" eaLnBrk="1" hangingPunct="1"/>
            <a:r>
              <a:rPr lang="en-US" sz="2400" smtClean="0">
                <a:ea typeface="ＭＳ Ｐゴシック"/>
              </a:rPr>
              <a:t>Based on Agile Project Management </a:t>
            </a:r>
          </a:p>
          <a:p>
            <a:pPr eaLnBrk="1" hangingPunct="1"/>
            <a:r>
              <a:rPr lang="en-US" sz="2400" smtClean="0">
                <a:ea typeface="ＭＳ Ｐゴシック"/>
                <a:cs typeface="ＭＳ Ｐゴシック"/>
              </a:rPr>
              <a:t>Assumes new product development</a:t>
            </a:r>
          </a:p>
          <a:p>
            <a:pPr lvl="1" eaLnBrk="1" hangingPunct="1"/>
            <a:r>
              <a:rPr lang="en-US" sz="2400" smtClean="0">
                <a:ea typeface="ＭＳ Ｐゴシック"/>
              </a:rPr>
              <a:t>Full product development cycle</a:t>
            </a:r>
          </a:p>
          <a:p>
            <a:pPr lvl="1" eaLnBrk="1" hangingPunct="1"/>
            <a:r>
              <a:rPr lang="en-US" sz="2400" smtClean="0">
                <a:ea typeface="ＭＳ Ｐゴシック"/>
              </a:rPr>
              <a:t>Each element of the cycle can stand alone as a spot engagement</a:t>
            </a:r>
          </a:p>
          <a:p>
            <a:pPr lvl="1" eaLnBrk="1" hangingPunct="1"/>
            <a:r>
              <a:rPr lang="en-US" sz="2400" smtClean="0">
                <a:ea typeface="ＭＳ Ｐゴシック"/>
              </a:rPr>
              <a:t>How much application development needed?</a:t>
            </a:r>
          </a:p>
          <a:p>
            <a:pPr lvl="2" eaLnBrk="1" hangingPunct="1"/>
            <a:r>
              <a:rPr lang="en-US" sz="2400" smtClean="0">
                <a:ea typeface="ＭＳ Ｐゴシック"/>
              </a:rPr>
              <a:t>May require more or less depending on components selected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" name="Diagram 6"/>
          <p:cNvGraphicFramePr/>
          <p:nvPr/>
        </p:nvGraphicFramePr>
        <p:xfrm>
          <a:off x="3276600" y="2362200"/>
          <a:ext cx="3048000" cy="2743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3554" name="Title 1"/>
          <p:cNvSpPr>
            <a:spLocks noGrp="1"/>
          </p:cNvSpPr>
          <p:nvPr>
            <p:ph type="title"/>
          </p:nvPr>
        </p:nvSpPr>
        <p:spPr/>
        <p:txBody>
          <a:bodyPr>
            <a:spAutoFit/>
          </a:bodyPr>
          <a:lstStyle/>
          <a:p>
            <a:pPr eaLnBrk="1" hangingPunct="1"/>
            <a:r>
              <a:rPr lang="en-US" sz="3200" smtClean="0">
                <a:latin typeface="Microsoft Sans Serif" pitchFamily="34" charset="0"/>
                <a:ea typeface="ＭＳ Ｐゴシック"/>
                <a:cs typeface="ＭＳ Ｐゴシック"/>
              </a:rPr>
              <a:t>Engagement Model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914400" y="1447800"/>
          <a:ext cx="7696200" cy="4572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7" r:lo="rId8" r:qs="rId9" r:cs="rId10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1" name="Title 1"/>
          <p:cNvSpPr>
            <a:spLocks noGrp="1"/>
          </p:cNvSpPr>
          <p:nvPr>
            <p:ph type="title"/>
          </p:nvPr>
        </p:nvSpPr>
        <p:spPr>
          <a:xfrm>
            <a:off x="1331913" y="188913"/>
            <a:ext cx="7127875" cy="584200"/>
          </a:xfrm>
        </p:spPr>
        <p:txBody>
          <a:bodyPr>
            <a:spAutoFit/>
          </a:bodyPr>
          <a:lstStyle/>
          <a:p>
            <a:pPr eaLnBrk="1" hangingPunct="1"/>
            <a:r>
              <a:rPr lang="en-US" sz="3200" smtClean="0">
                <a:latin typeface="Arial" charset="0"/>
                <a:ea typeface="ＭＳ Ｐゴシック"/>
                <a:cs typeface="ＭＳ Ｐゴシック"/>
              </a:rPr>
              <a:t>Product Definition (2-4 weeks)</a:t>
            </a:r>
          </a:p>
        </p:txBody>
      </p:sp>
      <p:graphicFrame>
        <p:nvGraphicFramePr>
          <p:cNvPr id="6" name="Diagram 5"/>
          <p:cNvGraphicFramePr/>
          <p:nvPr/>
        </p:nvGraphicFramePr>
        <p:xfrm>
          <a:off x="1447800" y="1447800"/>
          <a:ext cx="7086600" cy="5029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4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smtClean="0">
                <a:ea typeface="ＭＳ Ｐゴシック"/>
                <a:cs typeface="ＭＳ Ｐゴシック"/>
              </a:rPr>
              <a:t>Product Design (1-4 weeks)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219200" y="1143000"/>
          <a:ext cx="7620000" cy="4191000"/>
        </p:xfrm>
        <a:graphic>
          <a:graphicData uri="http://schemas.openxmlformats.org/drawingml/2006/table">
            <a:tbl>
              <a:tblPr/>
              <a:tblGrid>
                <a:gridCol w="4495800"/>
                <a:gridCol w="1885950"/>
                <a:gridCol w="1238250"/>
              </a:tblGrid>
              <a:tr h="75223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Necessary Steps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24" charset="0"/>
                        <a:ea typeface="ＭＳ Ｐゴシック" pitchFamily="24" charset="-128"/>
                        <a:cs typeface="ＭＳ Ｐゴシック" pitchFamily="2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Using a </a:t>
                      </a:r>
                      <a:r>
                        <a:rPr kumimoji="0" lang="en-US" sz="1800" b="1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PaaS</a:t>
                      </a: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*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24" charset="0"/>
                        <a:ea typeface="ＭＳ Ｐゴシック" pitchFamily="24" charset="-128"/>
                        <a:cs typeface="ＭＳ Ｐゴシック" pitchFamily="2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24" charset="0"/>
                        <a:ea typeface="ＭＳ Ｐゴシック" pitchFamily="24" charset="-128"/>
                        <a:cs typeface="ＭＳ Ｐゴシック" pitchFamily="24" charset="-128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No </a:t>
                      </a:r>
                      <a:r>
                        <a:rPr kumimoji="0" lang="en-US" sz="18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PaaS</a:t>
                      </a:r>
                      <a:endParaRPr kumimoji="0" lang="en-US" sz="1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24" charset="0"/>
                        <a:ea typeface="ＭＳ Ｐゴシック" pitchFamily="24" charset="-128"/>
                        <a:cs typeface="ＭＳ Ｐゴシック" pitchFamily="2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98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Legacy Application Analysis (optional)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C9DC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C9DC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Y</a:t>
                      </a:r>
                    </a:p>
                  </a:txBody>
                  <a:tcPr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C9DCA">
                        <a:alpha val="20000"/>
                      </a:srgbClr>
                    </a:solidFill>
                  </a:tcPr>
                </a:tc>
              </a:tr>
              <a:tr h="4298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Technology Stack Selection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98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Deployment Platform Selection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C9DC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C9DC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C9DCA">
                        <a:alpha val="20000"/>
                      </a:srgbClr>
                    </a:solidFill>
                  </a:tcPr>
                </a:tc>
              </a:tr>
              <a:tr h="4298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Application Architecture Design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Y (</a:t>
                      </a:r>
                      <a:r>
                        <a:rPr kumimoji="0" lang="en-US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but reduced)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24" charset="0"/>
                        <a:ea typeface="ＭＳ Ｐゴシック" pitchFamily="24" charset="-128"/>
                        <a:cs typeface="ＭＳ Ｐゴシック" pitchFamily="2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98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Infrastructure Architecture Design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C9DC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C9DC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C9DCA">
                        <a:alpha val="20000"/>
                      </a:srgbClr>
                    </a:solidFill>
                  </a:tcPr>
                </a:tc>
              </a:tr>
              <a:tr h="4298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Hosting Solution Selection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N (or optional)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24" charset="0"/>
                        <a:ea typeface="ＭＳ Ｐゴシック" pitchFamily="24" charset="-128"/>
                        <a:cs typeface="ＭＳ Ｐゴシック" pitchFamily="2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  <a:tr h="4298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Third-party Component Selection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C9DC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Y (but reduced)</a:t>
                      </a:r>
                      <a:endParaRPr kumimoji="0" lang="en-US" sz="18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Trebuchet MS" pitchFamily="24" charset="0"/>
                        <a:ea typeface="ＭＳ Ｐゴシック" pitchFamily="24" charset="-128"/>
                        <a:cs typeface="ＭＳ Ｐゴシック" pitchFamily="24" charset="-128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C9DCA">
                        <a:alpha val="20000"/>
                      </a:srgb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5C9DCA">
                        <a:alpha val="20000"/>
                      </a:srgbClr>
                    </a:solidFill>
                  </a:tcPr>
                </a:tc>
              </a:tr>
              <a:tr h="429846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Product Backlog Development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0" lang="en-US" sz="18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Trebuchet MS" pitchFamily="24" charset="0"/>
                          <a:ea typeface="ＭＳ Ｐゴシック" pitchFamily="24" charset="-128"/>
                          <a:cs typeface="ＭＳ Ｐゴシック" pitchFamily="24" charset="-128"/>
                        </a:rPr>
                        <a:t>Y</a:t>
                      </a: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7692" name="TextBox 11"/>
          <p:cNvSpPr txBox="1">
            <a:spLocks noChangeArrowheads="1"/>
          </p:cNvSpPr>
          <p:nvPr/>
        </p:nvSpPr>
        <p:spPr bwMode="auto">
          <a:xfrm>
            <a:off x="1219200" y="5486400"/>
            <a:ext cx="7696200" cy="9239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en-US"/>
              <a:t>*PaaS = Platform as a Service (SaaSGrid, Force.com, etc.)</a:t>
            </a:r>
          </a:p>
          <a:p>
            <a:r>
              <a:rPr lang="en-US"/>
              <a:t>Using a PaaS streamlines and provides solutions for many of the technical decisions and functionality components of the new SaaS product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7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  <a:cs typeface="ＭＳ Ｐゴシック"/>
              </a:rPr>
              <a:t>User Experience Design</a:t>
            </a:r>
          </a:p>
        </p:txBody>
      </p:sp>
      <p:sp>
        <p:nvSpPr>
          <p:cNvPr id="29698" name="Text Placeholder 2"/>
          <p:cNvSpPr>
            <a:spLocks noGrp="1"/>
          </p:cNvSpPr>
          <p:nvPr>
            <p:ph type="body" idx="1"/>
          </p:nvPr>
        </p:nvSpPr>
        <p:spPr>
          <a:xfrm>
            <a:off x="1331913" y="1196975"/>
            <a:ext cx="7200900" cy="1546225"/>
          </a:xfrm>
        </p:spPr>
        <p:txBody>
          <a:bodyPr/>
          <a:lstStyle/>
          <a:p>
            <a:pPr eaLnBrk="1" hangingPunct="1"/>
            <a:r>
              <a:rPr lang="en-US" sz="1800" smtClean="0">
                <a:ea typeface="ＭＳ Ｐゴシック"/>
                <a:cs typeface="ＭＳ Ｐゴシック"/>
              </a:rPr>
              <a:t>User Experience (UX) = SUM of all user interaction, perception, and interpretation of your product</a:t>
            </a:r>
          </a:p>
        </p:txBody>
      </p:sp>
      <p:graphicFrame>
        <p:nvGraphicFramePr>
          <p:cNvPr id="8" name="Diagram 7"/>
          <p:cNvGraphicFramePr/>
          <p:nvPr/>
        </p:nvGraphicFramePr>
        <p:xfrm>
          <a:off x="1447800" y="2108200"/>
          <a:ext cx="7543800" cy="4292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29700" name="TextBox 8"/>
          <p:cNvSpPr txBox="1">
            <a:spLocks noChangeArrowheads="1"/>
          </p:cNvSpPr>
          <p:nvPr/>
        </p:nvSpPr>
        <p:spPr bwMode="auto">
          <a:xfrm>
            <a:off x="1371600" y="4114800"/>
            <a:ext cx="14541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Deliverables</a:t>
            </a:r>
          </a:p>
        </p:txBody>
      </p:sp>
      <p:sp>
        <p:nvSpPr>
          <p:cNvPr id="29701" name="TextBox 9"/>
          <p:cNvSpPr txBox="1">
            <a:spLocks noChangeArrowheads="1"/>
          </p:cNvSpPr>
          <p:nvPr/>
        </p:nvSpPr>
        <p:spPr bwMode="auto">
          <a:xfrm>
            <a:off x="7391400" y="4114800"/>
            <a:ext cx="1454150" cy="3698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/>
              <a:t>Deliverables</a:t>
            </a:r>
          </a:p>
        </p:txBody>
      </p:sp>
      <p:cxnSp>
        <p:nvCxnSpPr>
          <p:cNvPr id="12" name="Straight Arrow Connector 11"/>
          <p:cNvCxnSpPr>
            <a:cxnSpLocks noChangeShapeType="1"/>
          </p:cNvCxnSpPr>
          <p:nvPr/>
        </p:nvCxnSpPr>
        <p:spPr bwMode="auto">
          <a:xfrm rot="5400000" flipH="1" flipV="1">
            <a:off x="1943100" y="3619500"/>
            <a:ext cx="685800" cy="304800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cxnSp>
        <p:nvCxnSpPr>
          <p:cNvPr id="16" name="Straight Arrow Connector 15"/>
          <p:cNvCxnSpPr>
            <a:cxnSpLocks noChangeShapeType="1"/>
            <a:stCxn id="29700" idx="2"/>
          </p:cNvCxnSpPr>
          <p:nvPr/>
        </p:nvCxnSpPr>
        <p:spPr bwMode="auto">
          <a:xfrm rot="16200000" flipH="1">
            <a:off x="2034382" y="4548981"/>
            <a:ext cx="544512" cy="41592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cxnSp>
        <p:nvCxnSpPr>
          <p:cNvPr id="18" name="Straight Arrow Connector 17"/>
          <p:cNvCxnSpPr>
            <a:cxnSpLocks noChangeShapeType="1"/>
            <a:stCxn id="29701" idx="0"/>
          </p:cNvCxnSpPr>
          <p:nvPr/>
        </p:nvCxnSpPr>
        <p:spPr bwMode="auto">
          <a:xfrm rot="16200000" flipV="1">
            <a:off x="7564438" y="3560762"/>
            <a:ext cx="685800" cy="42227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  <p:cxnSp>
        <p:nvCxnSpPr>
          <p:cNvPr id="20" name="Straight Arrow Connector 19"/>
          <p:cNvCxnSpPr>
            <a:cxnSpLocks noChangeShapeType="1"/>
            <a:stCxn id="29701" idx="2"/>
          </p:cNvCxnSpPr>
          <p:nvPr/>
        </p:nvCxnSpPr>
        <p:spPr bwMode="auto">
          <a:xfrm rot="5400000">
            <a:off x="7673182" y="4583906"/>
            <a:ext cx="544512" cy="346075"/>
          </a:xfrm>
          <a:prstGeom prst="straightConnector1">
            <a:avLst/>
          </a:prstGeom>
          <a:noFill/>
          <a:ln w="25400">
            <a:solidFill>
              <a:srgbClr val="000000"/>
            </a:solidFill>
            <a:round/>
            <a:headEnd/>
            <a:tailEnd type="arrow" w="med" len="med"/>
          </a:ln>
          <a:effectLst>
            <a:outerShdw blurRad="63500" dist="20000" dir="5400000" rotWithShape="0">
              <a:srgbClr val="000000">
                <a:alpha val="37999"/>
              </a:srgbClr>
            </a:outerShdw>
          </a:effectLst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45" name="Picture 4" descr="cid:3307460526_2213157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3581400" y="1400175"/>
            <a:ext cx="5524500" cy="5108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1746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8229600" cy="523875"/>
          </a:xfrm>
        </p:spPr>
        <p:txBody>
          <a:bodyPr>
            <a:spAutoFit/>
          </a:bodyPr>
          <a:lstStyle/>
          <a:p>
            <a:pPr eaLnBrk="1" hangingPunct="1"/>
            <a:r>
              <a:rPr lang="en-US" sz="2800" smtClean="0">
                <a:latin typeface="Arial" charset="0"/>
                <a:ea typeface="ＭＳ Ｐゴシック"/>
                <a:cs typeface="ＭＳ Ｐゴシック"/>
              </a:rPr>
              <a:t>V1.0 Development (3-9 months)</a:t>
            </a:r>
          </a:p>
        </p:txBody>
      </p:sp>
      <p:sp>
        <p:nvSpPr>
          <p:cNvPr id="31747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066800"/>
            <a:ext cx="3429000" cy="5307013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Sprint 0 - Development Kickoff</a:t>
            </a:r>
          </a:p>
          <a:p>
            <a:pPr eaLnBrk="1" hangingPunct="1"/>
            <a:endParaRPr lang="en-US" smtClean="0">
              <a:latin typeface="Arial" charset="0"/>
              <a:ea typeface="ＭＳ Ｐゴシック"/>
              <a:cs typeface="ＭＳ Ｐゴシック"/>
            </a:endParaRPr>
          </a:p>
          <a:p>
            <a:pPr eaLnBrk="1" hangingPunct="1"/>
            <a:endParaRPr lang="en-US" smtClean="0">
              <a:latin typeface="Arial" charset="0"/>
              <a:ea typeface="ＭＳ Ｐゴシック"/>
              <a:cs typeface="ＭＳ Ｐゴシック"/>
            </a:endParaRPr>
          </a:p>
          <a:p>
            <a:pPr eaLnBrk="1" hangingPunct="1"/>
            <a:endParaRPr lang="en-US" smtClean="0">
              <a:latin typeface="Arial" charset="0"/>
              <a:ea typeface="ＭＳ Ｐゴシック"/>
              <a:cs typeface="ＭＳ Ｐゴシック"/>
            </a:endParaRPr>
          </a:p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Sprint 1 to N - V1.0 Development</a:t>
            </a:r>
          </a:p>
          <a:p>
            <a:pPr eaLnBrk="1" hangingPunct="1"/>
            <a:endParaRPr lang="en-US" smtClean="0"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3" name="Title 1"/>
          <p:cNvSpPr>
            <a:spLocks noGrp="1"/>
          </p:cNvSpPr>
          <p:nvPr>
            <p:ph type="title"/>
          </p:nvPr>
        </p:nvSpPr>
        <p:spPr>
          <a:xfrm>
            <a:off x="1143000" y="76200"/>
            <a:ext cx="8229600" cy="523875"/>
          </a:xfrm>
        </p:spPr>
        <p:txBody>
          <a:bodyPr>
            <a:spAutoFit/>
          </a:bodyPr>
          <a:lstStyle/>
          <a:p>
            <a:pPr eaLnBrk="1" hangingPunct="1"/>
            <a:r>
              <a:rPr lang="en-US" sz="2800" smtClean="0">
                <a:latin typeface="Arial" charset="0"/>
                <a:ea typeface="ＭＳ Ｐゴシック"/>
                <a:cs typeface="ＭＳ Ｐゴシック"/>
              </a:rPr>
              <a:t>Sprint 0 - Development Kickoff</a:t>
            </a:r>
          </a:p>
        </p:txBody>
      </p:sp>
      <p:sp>
        <p:nvSpPr>
          <p:cNvPr id="33794" name="Text Placeholder 2"/>
          <p:cNvSpPr>
            <a:spLocks noGrp="1"/>
          </p:cNvSpPr>
          <p:nvPr>
            <p:ph type="body" idx="1"/>
          </p:nvPr>
        </p:nvSpPr>
        <p:spPr>
          <a:xfrm>
            <a:off x="1331913" y="1196975"/>
            <a:ext cx="6669087" cy="5184775"/>
          </a:xfrm>
        </p:spPr>
        <p:txBody>
          <a:bodyPr/>
          <a:lstStyle/>
          <a:p>
            <a:pPr eaLnBrk="1" hangingPunct="1"/>
            <a:r>
              <a:rPr lang="en-US" sz="2400" smtClean="0">
                <a:latin typeface="Arial" charset="0"/>
                <a:ea typeface="ＭＳ Ｐゴシック"/>
                <a:cs typeface="ＭＳ Ｐゴシック"/>
              </a:rPr>
              <a:t>Database Schema Outline</a:t>
            </a:r>
          </a:p>
          <a:p>
            <a:pPr eaLnBrk="1" hangingPunct="1"/>
            <a:r>
              <a:rPr lang="en-US" sz="2400" smtClean="0">
                <a:latin typeface="Arial" charset="0"/>
                <a:ea typeface="ＭＳ Ｐゴシック"/>
                <a:cs typeface="ＭＳ Ｐゴシック"/>
              </a:rPr>
              <a:t>Dev/Test Environment Setup</a:t>
            </a:r>
          </a:p>
          <a:p>
            <a:pPr eaLnBrk="1" hangingPunct="1"/>
            <a:r>
              <a:rPr lang="en-US" sz="2400" smtClean="0">
                <a:latin typeface="Arial" charset="0"/>
                <a:ea typeface="ＭＳ Ｐゴシック"/>
                <a:cs typeface="ＭＳ Ｐゴシック"/>
              </a:rPr>
              <a:t>Sprint 1 Backlog Development</a:t>
            </a:r>
          </a:p>
          <a:p>
            <a:pPr eaLnBrk="1" hangingPunct="1"/>
            <a:r>
              <a:rPr lang="en-US" sz="2400" smtClean="0">
                <a:latin typeface="Arial" charset="0"/>
                <a:ea typeface="ＭＳ Ｐゴシック"/>
                <a:cs typeface="ＭＳ Ｐゴシック"/>
              </a:rPr>
              <a:t>Sprint 1 User Stories Development</a:t>
            </a:r>
          </a:p>
          <a:p>
            <a:pPr eaLnBrk="1" hangingPunct="1">
              <a:buFont typeface="Wingdings" pitchFamily="2" charset="2"/>
              <a:buNone/>
            </a:pPr>
            <a:endParaRPr lang="en-US" smtClean="0">
              <a:ea typeface="ＭＳ Ｐゴシック"/>
              <a:cs typeface="ＭＳ Ｐゴシック"/>
            </a:endParaRPr>
          </a:p>
        </p:txBody>
      </p:sp>
      <p:pic>
        <p:nvPicPr>
          <p:cNvPr id="33795" name="Picture 5" descr="comparewaterfallandagile.png"/>
          <p:cNvPicPr>
            <a:picLocks noChangeAspect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2362200" y="3124200"/>
            <a:ext cx="6172200" cy="3382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3796" name="TextBox 6"/>
          <p:cNvSpPr txBox="1">
            <a:spLocks noChangeArrowheads="1"/>
          </p:cNvSpPr>
          <p:nvPr/>
        </p:nvSpPr>
        <p:spPr bwMode="auto">
          <a:xfrm>
            <a:off x="1676400" y="3124200"/>
            <a:ext cx="1724025" cy="461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r>
              <a:rPr lang="en-US" sz="2400">
                <a:solidFill>
                  <a:srgbClr val="1A4170"/>
                </a:solidFill>
              </a:rPr>
              <a:t>Why Agile?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1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7315200" cy="523875"/>
          </a:xfrm>
        </p:spPr>
        <p:txBody>
          <a:bodyPr>
            <a:spAutoFit/>
          </a:bodyPr>
          <a:lstStyle/>
          <a:p>
            <a:pPr eaLnBrk="1" hangingPunct="1"/>
            <a:r>
              <a:rPr lang="en-US" sz="2800" smtClean="0">
                <a:latin typeface="Arial" charset="0"/>
                <a:ea typeface="ＭＳ Ｐゴシック"/>
                <a:cs typeface="ＭＳ Ｐゴシック"/>
              </a:rPr>
              <a:t>Sprint 1 to N - V1.0 Development</a:t>
            </a:r>
          </a:p>
        </p:txBody>
      </p:sp>
      <p:sp>
        <p:nvSpPr>
          <p:cNvPr id="35842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066800"/>
            <a:ext cx="7467600" cy="5307013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User Stories Analysis </a:t>
            </a:r>
          </a:p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User Interface Design</a:t>
            </a:r>
          </a:p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Sprint Backlog Development</a:t>
            </a:r>
          </a:p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User Story Testing</a:t>
            </a:r>
          </a:p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Sprint Backlog QA and Showcase (optional)</a:t>
            </a:r>
          </a:p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Sprint Backlog Customer Acceptance</a:t>
            </a:r>
          </a:p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Sprint Review</a:t>
            </a:r>
          </a:p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Next Sprint Planning</a:t>
            </a:r>
          </a:p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Next Sprint User Stories Development</a:t>
            </a:r>
          </a:p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Product Release (optional)</a:t>
            </a:r>
          </a:p>
          <a:p>
            <a:pPr eaLnBrk="1" hangingPunct="1"/>
            <a:endParaRPr lang="en-US" sz="2200" smtClean="0"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89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8229600" cy="523875"/>
          </a:xfrm>
        </p:spPr>
        <p:txBody>
          <a:bodyPr>
            <a:spAutoFit/>
          </a:bodyPr>
          <a:lstStyle/>
          <a:p>
            <a:pPr eaLnBrk="1" hangingPunct="1"/>
            <a:r>
              <a:rPr lang="en-US" sz="2800" smtClean="0">
                <a:latin typeface="Arial" charset="0"/>
                <a:ea typeface="ＭＳ Ｐゴシック"/>
                <a:cs typeface="ＭＳ Ｐゴシック"/>
              </a:rPr>
              <a:t>V1.0 Launch (2-3 weeks)</a:t>
            </a:r>
          </a:p>
        </p:txBody>
      </p:sp>
      <p:sp>
        <p:nvSpPr>
          <p:cNvPr id="37890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>
              <a:buFont typeface="Arial" charset="0"/>
              <a:buChar char="•"/>
            </a:pPr>
            <a:r>
              <a:rPr lang="en-US" sz="3200" smtClean="0">
                <a:latin typeface="Arial" charset="0"/>
                <a:ea typeface="ＭＳ Ｐゴシック"/>
                <a:cs typeface="ＭＳ Ｐゴシック"/>
              </a:rPr>
              <a:t>Production Environment Shakedown</a:t>
            </a:r>
          </a:p>
          <a:p>
            <a:pPr eaLnBrk="1" hangingPunct="1">
              <a:buFont typeface="Arial" charset="0"/>
              <a:buChar char="•"/>
            </a:pPr>
            <a:r>
              <a:rPr lang="en-US" sz="3200" smtClean="0">
                <a:latin typeface="Arial" charset="0"/>
                <a:ea typeface="ＭＳ Ｐゴシック"/>
                <a:cs typeface="ＭＳ Ｐゴシック"/>
              </a:rPr>
              <a:t>Full Regression Test on Production Environment</a:t>
            </a:r>
          </a:p>
          <a:p>
            <a:pPr eaLnBrk="1" hangingPunct="1">
              <a:buFont typeface="Arial" charset="0"/>
              <a:buChar char="•"/>
            </a:pPr>
            <a:r>
              <a:rPr lang="en-US" sz="3200" smtClean="0">
                <a:latin typeface="Arial" charset="0"/>
                <a:ea typeface="ＭＳ Ｐゴシック"/>
                <a:cs typeface="ＭＳ Ｐゴシック"/>
              </a:rPr>
              <a:t>Beta (optional)</a:t>
            </a:r>
          </a:p>
          <a:p>
            <a:pPr eaLnBrk="1" hangingPunct="1">
              <a:buFont typeface="Arial" charset="0"/>
              <a:buChar char="•"/>
            </a:pPr>
            <a:r>
              <a:rPr lang="en-US" sz="3200" smtClean="0">
                <a:latin typeface="Arial" charset="0"/>
                <a:ea typeface="ＭＳ Ｐゴシック"/>
                <a:cs typeface="ＭＳ Ｐゴシック"/>
              </a:rPr>
              <a:t>Final Product Revisions</a:t>
            </a:r>
          </a:p>
          <a:p>
            <a:pPr eaLnBrk="1" hangingPunct="1">
              <a:buFont typeface="Arial" charset="0"/>
              <a:buChar char="•"/>
            </a:pPr>
            <a:r>
              <a:rPr lang="en-US" sz="3200" smtClean="0">
                <a:latin typeface="Arial" charset="0"/>
                <a:ea typeface="ＭＳ Ｐゴシック"/>
                <a:cs typeface="ＭＳ Ｐゴシック"/>
              </a:rPr>
              <a:t>Go-live Support</a:t>
            </a:r>
          </a:p>
          <a:p>
            <a:pPr eaLnBrk="1" hangingPunct="1">
              <a:buFont typeface="Arial" charset="0"/>
              <a:buChar char="•"/>
            </a:pPr>
            <a:r>
              <a:rPr lang="en-US" sz="3200" smtClean="0">
                <a:latin typeface="Arial" charset="0"/>
                <a:ea typeface="ＭＳ Ｐゴシック"/>
                <a:cs typeface="ＭＳ Ｐゴシック"/>
              </a:rPr>
              <a:t>Rapid Issue Response</a:t>
            </a:r>
          </a:p>
          <a:p>
            <a:pPr eaLnBrk="1" hangingPunct="1">
              <a:buFont typeface="Arial" charset="0"/>
              <a:buChar char="•"/>
            </a:pPr>
            <a:r>
              <a:rPr lang="en-US" sz="3200" smtClean="0">
                <a:latin typeface="Arial" charset="0"/>
                <a:ea typeface="ＭＳ Ｐゴシック"/>
                <a:cs typeface="ＭＳ Ｐゴシック"/>
              </a:rPr>
              <a:t>Customer Service Support</a:t>
            </a:r>
          </a:p>
          <a:p>
            <a:pPr eaLnBrk="1" hangingPunct="1">
              <a:buFont typeface="Arial" charset="0"/>
              <a:buChar char="•"/>
            </a:pPr>
            <a:endParaRPr lang="en-US" smtClean="0">
              <a:ea typeface="ＭＳ Ｐゴシック"/>
              <a:cs typeface="ＭＳ Ｐゴシック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7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7391400" cy="523875"/>
          </a:xfrm>
        </p:spPr>
        <p:txBody>
          <a:bodyPr>
            <a:spAutoFit/>
          </a:bodyPr>
          <a:lstStyle/>
          <a:p>
            <a:pPr eaLnBrk="1" hangingPunct="1"/>
            <a:r>
              <a:rPr lang="en-US" sz="2800" smtClean="0">
                <a:latin typeface="Arial" charset="0"/>
                <a:ea typeface="ＭＳ Ｐゴシック"/>
                <a:cs typeface="ＭＳ Ｐゴシック"/>
              </a:rPr>
              <a:t>Continuing Development: Version 2 to N</a:t>
            </a:r>
          </a:p>
        </p:txBody>
      </p:sp>
      <p:sp>
        <p:nvSpPr>
          <p:cNvPr id="39938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Release Management (optional)</a:t>
            </a:r>
          </a:p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Sprints</a:t>
            </a:r>
          </a:p>
          <a:p>
            <a:pPr eaLnBrk="1" hangingPunct="1"/>
            <a:endParaRPr lang="en-US" smtClean="0">
              <a:ea typeface="ＭＳ Ｐゴシック"/>
              <a:cs typeface="ＭＳ Ｐゴシック"/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1600200" y="2133600"/>
          <a:ext cx="7543800" cy="4267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5" name="Title 1"/>
          <p:cNvSpPr>
            <a:spLocks noGrp="1"/>
          </p:cNvSpPr>
          <p:nvPr>
            <p:ph type="title"/>
          </p:nvPr>
        </p:nvSpPr>
        <p:spPr>
          <a:xfrm>
            <a:off x="1219200" y="152400"/>
            <a:ext cx="7010400" cy="523875"/>
          </a:xfrm>
        </p:spPr>
        <p:txBody>
          <a:bodyPr>
            <a:spAutoFit/>
          </a:bodyPr>
          <a:lstStyle/>
          <a:p>
            <a:pPr eaLnBrk="1" hangingPunct="1"/>
            <a:r>
              <a:rPr lang="en-US" sz="2800" smtClean="0">
                <a:latin typeface="Arial" charset="0"/>
                <a:ea typeface="ＭＳ Ｐゴシック"/>
                <a:cs typeface="ＭＳ Ｐゴシック"/>
              </a:rPr>
              <a:t>Operations &amp; Maintenance (ongoing)</a:t>
            </a:r>
          </a:p>
        </p:txBody>
      </p:sp>
      <p:sp>
        <p:nvSpPr>
          <p:cNvPr id="41986" name="Text Placeholder 2"/>
          <p:cNvSpPr>
            <a:spLocks noGrp="1"/>
          </p:cNvSpPr>
          <p:nvPr>
            <p:ph type="body" idx="1"/>
          </p:nvPr>
        </p:nvSpPr>
        <p:spPr>
          <a:xfrm>
            <a:off x="1219200" y="1066800"/>
            <a:ext cx="7467600" cy="5307013"/>
          </a:xfrm>
        </p:spPr>
        <p:txBody>
          <a:bodyPr/>
          <a:lstStyle/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Application Maintenance</a:t>
            </a:r>
          </a:p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Customer Service Support</a:t>
            </a:r>
          </a:p>
          <a:p>
            <a:pPr eaLnBrk="1" hangingPunct="1"/>
            <a:r>
              <a:rPr lang="en-US" smtClean="0">
                <a:latin typeface="Arial" charset="0"/>
                <a:ea typeface="ＭＳ Ｐゴシック"/>
                <a:cs typeface="ＭＳ Ｐゴシック"/>
              </a:rPr>
              <a:t>Infrastructure Management</a:t>
            </a:r>
          </a:p>
          <a:p>
            <a:pPr eaLnBrk="1" hangingPunct="1"/>
            <a:endParaRPr lang="en-US" smtClean="0">
              <a:ea typeface="ＭＳ Ｐゴシック"/>
              <a:cs typeface="ＭＳ Ｐゴシック"/>
            </a:endParaRPr>
          </a:p>
        </p:txBody>
      </p:sp>
      <p:graphicFrame>
        <p:nvGraphicFramePr>
          <p:cNvPr id="6" name="Diagram 5"/>
          <p:cNvGraphicFramePr/>
          <p:nvPr/>
        </p:nvGraphicFramePr>
        <p:xfrm>
          <a:off x="1905000" y="2743200"/>
          <a:ext cx="5867400" cy="3683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3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>
                <a:ea typeface="ＭＳ Ｐゴシック"/>
                <a:cs typeface="ＭＳ Ｐゴシック"/>
              </a:rPr>
              <a:t>Questions?</a:t>
            </a:r>
          </a:p>
        </p:txBody>
      </p:sp>
      <p:sp>
        <p:nvSpPr>
          <p:cNvPr id="44034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ctr" eaLnBrk="1" hangingPunct="1">
              <a:buFont typeface="Wingdings" pitchFamily="2" charset="2"/>
              <a:buNone/>
            </a:pPr>
            <a:endParaRPr lang="en-US" sz="9600" smtClean="0">
              <a:ea typeface="ＭＳ Ｐゴシック"/>
              <a:cs typeface="ＭＳ Ｐゴシック"/>
            </a:endParaRPr>
          </a:p>
          <a:p>
            <a:pPr algn="ctr" eaLnBrk="1" hangingPunct="1">
              <a:buFont typeface="Wingdings" pitchFamily="2" charset="2"/>
              <a:buNone/>
            </a:pPr>
            <a:r>
              <a:rPr lang="en-US" sz="9600" smtClean="0">
                <a:ea typeface="ＭＳ Ｐゴシック"/>
                <a:cs typeface="ＭＳ Ｐゴシック"/>
              </a:rPr>
              <a:t>?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62" name="Rectangle 2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6" charset="-128"/>
              </a:rPr>
              <a:t>Jeremy Beck </a:t>
            </a:r>
            <a:b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6" charset="-128"/>
              </a:rPr>
            </a:br>
            <a: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6" charset="-128"/>
              </a:rPr>
              <a:t>VP of Business Development</a:t>
            </a:r>
            <a:b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6" charset="-128"/>
              </a:rPr>
            </a:br>
            <a: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6" charset="-128"/>
              </a:rPr>
              <a:t> 408.404.3897 x301</a:t>
            </a:r>
            <a:b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6" charset="-128"/>
              </a:rPr>
            </a:br>
            <a:r>
              <a:rPr lang="en-US" sz="2400" dirty="0" smtClean="0">
                <a:effectLst>
                  <a:outerShdw blurRad="38100" dist="38100" dir="2700000" algn="tl">
                    <a:srgbClr val="C0C0C0"/>
                  </a:outerShdw>
                </a:effectLst>
                <a:ea typeface="ＭＳ Ｐゴシック" pitchFamily="36" charset="-128"/>
              </a:rPr>
              <a:t>jbeck@sciodev.com </a:t>
            </a:r>
          </a:p>
        </p:txBody>
      </p:sp>
      <p:sp>
        <p:nvSpPr>
          <p:cNvPr id="46082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pPr eaLnBrk="1" hangingPunct="1"/>
            <a:r>
              <a:rPr lang="en-US" smtClean="0">
                <a:solidFill>
                  <a:srgbClr val="000066"/>
                </a:solidFill>
                <a:ea typeface="ＭＳ Ｐゴシック"/>
                <a:cs typeface="ＭＳ Ｐゴシック"/>
              </a:rPr>
              <a:t>http://www.sciodev.com</a:t>
            </a: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PresentacionNueva">
  <a:themeElements>
    <a:clrScheme name="1_PresentacionNueva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1_PresentacionNueva">
      <a:majorFont>
        <a:latin typeface="Trebuchet MS"/>
        <a:ea typeface=""/>
        <a:cs typeface=""/>
      </a:majorFont>
      <a:minorFont>
        <a:latin typeface="Trebuchet M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Myriad Web Pro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Myriad Web Pro" pitchFamily="34" charset="0"/>
          </a:defRPr>
        </a:defPPr>
      </a:lstStyle>
    </a:lnDef>
  </a:objectDefaults>
  <a:extraClrSchemeLst>
    <a:extraClrScheme>
      <a:clrScheme name="1_PresentacionNueva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cionNueva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cionNueva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cionNueva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cionNueva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1_PresentacionNueva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cionNueva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cionNueva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cionNueva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cionNueva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cionNueva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1_PresentacionNueva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965</TotalTime>
  <Words>322</Words>
  <Application>Microsoft Office PowerPoint</Application>
  <PresentationFormat>On-screen Show (4:3)</PresentationFormat>
  <Paragraphs>105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Design Template</vt:lpstr>
      </vt:variant>
      <vt:variant>
        <vt:i4>3</vt:i4>
      </vt:variant>
      <vt:variant>
        <vt:lpstr>Slide Titles</vt:lpstr>
      </vt:variant>
      <vt:variant>
        <vt:i4>14</vt:i4>
      </vt:variant>
    </vt:vector>
  </HeadingPairs>
  <TitlesOfParts>
    <vt:vector size="25" baseType="lpstr">
      <vt:lpstr>Arial</vt:lpstr>
      <vt:lpstr>ＭＳ Ｐゴシック</vt:lpstr>
      <vt:lpstr>Trebuchet MS</vt:lpstr>
      <vt:lpstr>Wingdings</vt:lpstr>
      <vt:lpstr>Myriad Web Pro</vt:lpstr>
      <vt:lpstr>Calibri</vt:lpstr>
      <vt:lpstr>Eras Medium ITC</vt:lpstr>
      <vt:lpstr>Microsoft Sans Serif</vt:lpstr>
      <vt:lpstr>1_PresentacionNueva</vt:lpstr>
      <vt:lpstr>1_PresentacionNueva</vt:lpstr>
      <vt:lpstr>1_PresentacionNueva</vt:lpstr>
      <vt:lpstr>SaaS Enablement Engagement Model</vt:lpstr>
      <vt:lpstr>Presentation Overview</vt:lpstr>
      <vt:lpstr>Engagement Model</vt:lpstr>
      <vt:lpstr>Product Definition (2-4 weeks)</vt:lpstr>
      <vt:lpstr>Product Design (1-4 weeks)</vt:lpstr>
      <vt:lpstr>User Experience Design</vt:lpstr>
      <vt:lpstr>V1.0 Development (3-9 months)</vt:lpstr>
      <vt:lpstr>Sprint 0 - Development Kickoff</vt:lpstr>
      <vt:lpstr>Sprint 1 to N - V1.0 Development</vt:lpstr>
      <vt:lpstr>V1.0 Launch (2-3 weeks)</vt:lpstr>
      <vt:lpstr>Continuing Development: Version 2 to N</vt:lpstr>
      <vt:lpstr>Operations &amp; Maintenance (ongoing)</vt:lpstr>
      <vt:lpstr>Questions?</vt:lpstr>
      <vt:lpstr>Jeremy Beck  VP of Business Development  408.404.3897 x301 jbeck@sciodev.com </vt:lpstr>
    </vt:vector>
  </TitlesOfParts>
  <Company> 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SaaS Enablement Engagement Model</dc:title>
  <dc:creator>Luis Aburto</dc:creator>
  <cp:lastModifiedBy>Hospira User</cp:lastModifiedBy>
  <cp:revision>50</cp:revision>
  <dcterms:created xsi:type="dcterms:W3CDTF">2009-02-16T18:37:56Z</dcterms:created>
  <dcterms:modified xsi:type="dcterms:W3CDTF">2009-06-12T22:41:50Z</dcterms:modified>
</cp:coreProperties>
</file>