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layout1.xml" ContentType="application/vnd.openxmlformats-officedocument.drawingml.diagramLayout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1" r:id="rId1"/>
  </p:sldMasterIdLst>
  <p:notesMasterIdLst>
    <p:notesMasterId r:id="rId13"/>
  </p:notesMasterIdLst>
  <p:handoutMasterIdLst>
    <p:handoutMasterId r:id="rId14"/>
  </p:handoutMasterIdLst>
  <p:sldIdLst>
    <p:sldId id="353" r:id="rId2"/>
    <p:sldId id="354" r:id="rId3"/>
    <p:sldId id="355" r:id="rId4"/>
    <p:sldId id="360" r:id="rId5"/>
    <p:sldId id="356" r:id="rId6"/>
    <p:sldId id="357" r:id="rId7"/>
    <p:sldId id="358" r:id="rId8"/>
    <p:sldId id="359" r:id="rId9"/>
    <p:sldId id="362" r:id="rId10"/>
    <p:sldId id="361" r:id="rId11"/>
    <p:sldId id="277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277" autoAdjust="0"/>
    <p:restoredTop sz="94660"/>
  </p:normalViewPr>
  <p:slideViewPr>
    <p:cSldViewPr>
      <p:cViewPr varScale="1">
        <p:scale>
          <a:sx n="71" d="100"/>
          <a:sy n="71" d="100"/>
        </p:scale>
        <p:origin x="-153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74" y="-10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AB26C52-C4CF-47F5-A406-E2638834EBB7}" type="doc">
      <dgm:prSet loTypeId="urn:microsoft.com/office/officeart/2005/8/layout/lProcess2" loCatId="list" qsTypeId="urn:microsoft.com/office/officeart/2005/8/quickstyle/3d1" qsCatId="3D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3004F70E-B09F-4D13-BEA8-026FA0134BDD}">
      <dgm:prSet phldrT="[Text]" custT="1"/>
      <dgm:spPr/>
      <dgm:t>
        <a:bodyPr/>
        <a:lstStyle/>
        <a:p>
          <a:r>
            <a:rPr lang="en-US" sz="2800" b="1" dirty="0" smtClean="0"/>
            <a:t>Provider </a:t>
          </a:r>
        </a:p>
        <a:p>
          <a:r>
            <a:rPr lang="en-US" sz="2800" b="1" dirty="0" smtClean="0"/>
            <a:t>Jobs</a:t>
          </a:r>
          <a:endParaRPr lang="en-US" sz="2800" b="1" dirty="0"/>
        </a:p>
      </dgm:t>
    </dgm:pt>
    <dgm:pt modelId="{4A10FC5E-7C31-44BF-A8AD-0BFC62099DA0}" type="parTrans" cxnId="{4472D42B-3988-463A-A29A-68A9EF2BABFE}">
      <dgm:prSet/>
      <dgm:spPr/>
      <dgm:t>
        <a:bodyPr/>
        <a:lstStyle/>
        <a:p>
          <a:endParaRPr lang="en-US"/>
        </a:p>
      </dgm:t>
    </dgm:pt>
    <dgm:pt modelId="{8D7FBC1F-C4E4-4164-B084-ED4968D2617F}" type="sibTrans" cxnId="{4472D42B-3988-463A-A29A-68A9EF2BABFE}">
      <dgm:prSet/>
      <dgm:spPr/>
      <dgm:t>
        <a:bodyPr/>
        <a:lstStyle/>
        <a:p>
          <a:endParaRPr lang="en-US"/>
        </a:p>
      </dgm:t>
    </dgm:pt>
    <dgm:pt modelId="{A76FAE76-FFCC-4E93-A4B4-DAF462A99F08}">
      <dgm:prSet phldrT="[Text]"/>
      <dgm:spPr/>
      <dgm:t>
        <a:bodyPr/>
        <a:lstStyle/>
        <a:p>
          <a:r>
            <a:rPr lang="en-US" dirty="0" smtClean="0"/>
            <a:t>Admissions</a:t>
          </a:r>
          <a:endParaRPr lang="en-US" dirty="0"/>
        </a:p>
      </dgm:t>
    </dgm:pt>
    <dgm:pt modelId="{0994FB1B-36DB-4DE6-8C16-83CC0373B95F}" type="parTrans" cxnId="{64A3B737-8DE3-4390-BA17-4585297F7980}">
      <dgm:prSet/>
      <dgm:spPr/>
      <dgm:t>
        <a:bodyPr/>
        <a:lstStyle/>
        <a:p>
          <a:endParaRPr lang="en-US"/>
        </a:p>
      </dgm:t>
    </dgm:pt>
    <dgm:pt modelId="{FB3B3357-6902-441C-A484-C8106165B46D}" type="sibTrans" cxnId="{64A3B737-8DE3-4390-BA17-4585297F7980}">
      <dgm:prSet/>
      <dgm:spPr/>
      <dgm:t>
        <a:bodyPr/>
        <a:lstStyle/>
        <a:p>
          <a:endParaRPr lang="en-US"/>
        </a:p>
      </dgm:t>
    </dgm:pt>
    <dgm:pt modelId="{90BCBA2C-6B53-410B-9896-0DE66F7CD02D}">
      <dgm:prSet phldrT="[Text]"/>
      <dgm:spPr/>
      <dgm:t>
        <a:bodyPr/>
        <a:lstStyle/>
        <a:p>
          <a:r>
            <a:rPr lang="en-US" dirty="0" smtClean="0"/>
            <a:t>Quality Improvements</a:t>
          </a:r>
          <a:endParaRPr lang="en-US" dirty="0"/>
        </a:p>
      </dgm:t>
    </dgm:pt>
    <dgm:pt modelId="{3B1C9A36-8A2D-45C9-92C7-86B7F6D3FBB5}" type="parTrans" cxnId="{4BAC35AD-239F-4FE1-B047-51295F0DE11F}">
      <dgm:prSet/>
      <dgm:spPr/>
      <dgm:t>
        <a:bodyPr/>
        <a:lstStyle/>
        <a:p>
          <a:endParaRPr lang="en-US"/>
        </a:p>
      </dgm:t>
    </dgm:pt>
    <dgm:pt modelId="{7F023353-FBCB-444D-ABB5-C9D6BCB5BFA9}" type="sibTrans" cxnId="{4BAC35AD-239F-4FE1-B047-51295F0DE11F}">
      <dgm:prSet/>
      <dgm:spPr/>
      <dgm:t>
        <a:bodyPr/>
        <a:lstStyle/>
        <a:p>
          <a:endParaRPr lang="en-US"/>
        </a:p>
      </dgm:t>
    </dgm:pt>
    <dgm:pt modelId="{9B50B28E-1FD4-4BC5-98E6-4CE3179D0184}">
      <dgm:prSet phldrT="[Text]" custT="1"/>
      <dgm:spPr/>
      <dgm:t>
        <a:bodyPr/>
        <a:lstStyle/>
        <a:p>
          <a:r>
            <a:rPr lang="en-US" sz="2800" b="1" dirty="0" smtClean="0"/>
            <a:t>Practitioner</a:t>
          </a:r>
        </a:p>
        <a:p>
          <a:r>
            <a:rPr lang="en-US" sz="2800" b="1" dirty="0" smtClean="0"/>
            <a:t>Jobs</a:t>
          </a:r>
          <a:endParaRPr lang="en-US" sz="2800" b="1" dirty="0"/>
        </a:p>
      </dgm:t>
    </dgm:pt>
    <dgm:pt modelId="{61DC20C9-3EBB-46C6-A378-D8FD0BE5D413}" type="parTrans" cxnId="{40F7ED03-335E-48F1-BD32-EDA81DD38406}">
      <dgm:prSet/>
      <dgm:spPr/>
      <dgm:t>
        <a:bodyPr/>
        <a:lstStyle/>
        <a:p>
          <a:endParaRPr lang="en-US"/>
        </a:p>
      </dgm:t>
    </dgm:pt>
    <dgm:pt modelId="{09AA839E-A4DF-4799-AC55-5C47EB856AFB}" type="sibTrans" cxnId="{40F7ED03-335E-48F1-BD32-EDA81DD38406}">
      <dgm:prSet/>
      <dgm:spPr/>
      <dgm:t>
        <a:bodyPr/>
        <a:lstStyle/>
        <a:p>
          <a:endParaRPr lang="en-US"/>
        </a:p>
      </dgm:t>
    </dgm:pt>
    <dgm:pt modelId="{38319577-881E-48E0-B52E-1AF3C199E804}">
      <dgm:prSet phldrT="[Text]"/>
      <dgm:spPr/>
      <dgm:t>
        <a:bodyPr/>
        <a:lstStyle/>
        <a:p>
          <a:r>
            <a:rPr lang="en-US" dirty="0" smtClean="0"/>
            <a:t>Diagnosis</a:t>
          </a:r>
          <a:endParaRPr lang="en-US" dirty="0"/>
        </a:p>
      </dgm:t>
    </dgm:pt>
    <dgm:pt modelId="{7E3807B3-5E6F-4259-9925-F26AB95F4C73}" type="parTrans" cxnId="{09755862-CB02-4664-8838-EAB8EA50DE3F}">
      <dgm:prSet/>
      <dgm:spPr/>
      <dgm:t>
        <a:bodyPr/>
        <a:lstStyle/>
        <a:p>
          <a:endParaRPr lang="en-US"/>
        </a:p>
      </dgm:t>
    </dgm:pt>
    <dgm:pt modelId="{86DC6100-FE31-4F5C-B7F0-1B2DB950094E}" type="sibTrans" cxnId="{09755862-CB02-4664-8838-EAB8EA50DE3F}">
      <dgm:prSet/>
      <dgm:spPr/>
      <dgm:t>
        <a:bodyPr/>
        <a:lstStyle/>
        <a:p>
          <a:endParaRPr lang="en-US"/>
        </a:p>
      </dgm:t>
    </dgm:pt>
    <dgm:pt modelId="{107B5006-7BCA-43AD-8D5E-D1821F7D70D2}">
      <dgm:prSet phldrT="[Text]"/>
      <dgm:spPr/>
      <dgm:t>
        <a:bodyPr/>
        <a:lstStyle/>
        <a:p>
          <a:r>
            <a:rPr lang="en-US" dirty="0" smtClean="0"/>
            <a:t>Administering</a:t>
          </a:r>
        </a:p>
        <a:p>
          <a:r>
            <a:rPr lang="en-US" dirty="0" smtClean="0"/>
            <a:t>Drugs</a:t>
          </a:r>
          <a:endParaRPr lang="en-US" dirty="0"/>
        </a:p>
      </dgm:t>
    </dgm:pt>
    <dgm:pt modelId="{68ED0F65-E2E9-484B-996C-F9236F537BFC}" type="parTrans" cxnId="{49E26CA2-5600-4EAF-8913-3B88F91CBB10}">
      <dgm:prSet/>
      <dgm:spPr/>
      <dgm:t>
        <a:bodyPr/>
        <a:lstStyle/>
        <a:p>
          <a:endParaRPr lang="en-US"/>
        </a:p>
      </dgm:t>
    </dgm:pt>
    <dgm:pt modelId="{0ECA6DE9-8BF2-48B6-AFF8-2B6F7EAB335A}" type="sibTrans" cxnId="{49E26CA2-5600-4EAF-8913-3B88F91CBB10}">
      <dgm:prSet/>
      <dgm:spPr/>
      <dgm:t>
        <a:bodyPr/>
        <a:lstStyle/>
        <a:p>
          <a:endParaRPr lang="en-US"/>
        </a:p>
      </dgm:t>
    </dgm:pt>
    <dgm:pt modelId="{8B88152C-F1A2-47DB-A9F6-1A2EF0A6A6FB}">
      <dgm:prSet phldrT="[Text]" custT="1"/>
      <dgm:spPr/>
      <dgm:t>
        <a:bodyPr/>
        <a:lstStyle/>
        <a:p>
          <a:r>
            <a:rPr lang="en-US" sz="2800" b="1" dirty="0" smtClean="0"/>
            <a:t>Patient</a:t>
          </a:r>
        </a:p>
        <a:p>
          <a:r>
            <a:rPr lang="en-US" sz="2800" b="1" dirty="0" smtClean="0"/>
            <a:t>Jobs</a:t>
          </a:r>
          <a:endParaRPr lang="en-US" sz="2800" b="1" dirty="0"/>
        </a:p>
      </dgm:t>
    </dgm:pt>
    <dgm:pt modelId="{09E3B3FA-09FF-4D60-9B50-59F04C1B2BC8}" type="parTrans" cxnId="{C1FE1332-28FA-4C8A-A640-2D22AC88BA91}">
      <dgm:prSet/>
      <dgm:spPr/>
      <dgm:t>
        <a:bodyPr/>
        <a:lstStyle/>
        <a:p>
          <a:endParaRPr lang="en-US"/>
        </a:p>
      </dgm:t>
    </dgm:pt>
    <dgm:pt modelId="{279EED01-CA68-4FD0-B1FD-B50ABC7BF4DA}" type="sibTrans" cxnId="{C1FE1332-28FA-4C8A-A640-2D22AC88BA91}">
      <dgm:prSet/>
      <dgm:spPr/>
      <dgm:t>
        <a:bodyPr/>
        <a:lstStyle/>
        <a:p>
          <a:endParaRPr lang="en-US"/>
        </a:p>
      </dgm:t>
    </dgm:pt>
    <dgm:pt modelId="{FEDBAB89-BD15-412D-8662-C88F066B025D}">
      <dgm:prSet phldrT="[Text]"/>
      <dgm:spPr/>
      <dgm:t>
        <a:bodyPr/>
        <a:lstStyle/>
        <a:p>
          <a:r>
            <a:rPr lang="en-US" dirty="0" smtClean="0"/>
            <a:t>Obtaining</a:t>
          </a:r>
        </a:p>
        <a:p>
          <a:r>
            <a:rPr lang="en-US" dirty="0" smtClean="0"/>
            <a:t>Information</a:t>
          </a:r>
          <a:endParaRPr lang="en-US" dirty="0"/>
        </a:p>
      </dgm:t>
    </dgm:pt>
    <dgm:pt modelId="{B437EE0C-3CDC-4C08-AA68-BA0DD9801212}" type="parTrans" cxnId="{ADE9FCEA-A1D7-404F-8BD1-A15F18A0DB1E}">
      <dgm:prSet/>
      <dgm:spPr/>
      <dgm:t>
        <a:bodyPr/>
        <a:lstStyle/>
        <a:p>
          <a:endParaRPr lang="en-US"/>
        </a:p>
      </dgm:t>
    </dgm:pt>
    <dgm:pt modelId="{99501687-EA14-4E9D-99D3-5E62730ACA55}" type="sibTrans" cxnId="{ADE9FCEA-A1D7-404F-8BD1-A15F18A0DB1E}">
      <dgm:prSet/>
      <dgm:spPr/>
      <dgm:t>
        <a:bodyPr/>
        <a:lstStyle/>
        <a:p>
          <a:endParaRPr lang="en-US"/>
        </a:p>
      </dgm:t>
    </dgm:pt>
    <dgm:pt modelId="{244D3E53-A2DF-41CA-A891-A04C5992BCF4}">
      <dgm:prSet phldrT="[Text]"/>
      <dgm:spPr/>
      <dgm:t>
        <a:bodyPr/>
        <a:lstStyle/>
        <a:p>
          <a:r>
            <a:rPr lang="en-US" dirty="0" smtClean="0"/>
            <a:t>Accessing </a:t>
          </a:r>
        </a:p>
        <a:p>
          <a:r>
            <a:rPr lang="en-US" dirty="0" smtClean="0"/>
            <a:t>Care Facilities</a:t>
          </a:r>
          <a:endParaRPr lang="en-US" dirty="0"/>
        </a:p>
      </dgm:t>
    </dgm:pt>
    <dgm:pt modelId="{C221ECA9-4A18-4665-B3C3-9472739E6951}" type="parTrans" cxnId="{6CE2569E-A702-4C2C-AC65-4BDDDAD84B80}">
      <dgm:prSet/>
      <dgm:spPr/>
      <dgm:t>
        <a:bodyPr/>
        <a:lstStyle/>
        <a:p>
          <a:endParaRPr lang="en-US"/>
        </a:p>
      </dgm:t>
    </dgm:pt>
    <dgm:pt modelId="{EA07C26E-24F4-4608-9593-E1E5CC637F44}" type="sibTrans" cxnId="{6CE2569E-A702-4C2C-AC65-4BDDDAD84B80}">
      <dgm:prSet/>
      <dgm:spPr/>
      <dgm:t>
        <a:bodyPr/>
        <a:lstStyle/>
        <a:p>
          <a:endParaRPr lang="en-US"/>
        </a:p>
      </dgm:t>
    </dgm:pt>
    <dgm:pt modelId="{D9E0D7DE-E9C2-4BA4-A827-0486E20F0177}">
      <dgm:prSet phldrT="[Text]"/>
      <dgm:spPr/>
      <dgm:t>
        <a:bodyPr/>
        <a:lstStyle/>
        <a:p>
          <a:r>
            <a:rPr lang="en-US" dirty="0" smtClean="0"/>
            <a:t>Customer Satisfaction</a:t>
          </a:r>
          <a:endParaRPr lang="en-US" dirty="0"/>
        </a:p>
      </dgm:t>
    </dgm:pt>
    <dgm:pt modelId="{5FBA5445-8563-4F74-ADB2-111C35B4ADFB}" type="parTrans" cxnId="{52AFC90F-2ECD-47F2-A16C-8D25DC24737D}">
      <dgm:prSet/>
      <dgm:spPr/>
      <dgm:t>
        <a:bodyPr/>
        <a:lstStyle/>
        <a:p>
          <a:endParaRPr lang="en-US"/>
        </a:p>
      </dgm:t>
    </dgm:pt>
    <dgm:pt modelId="{CC114259-BBFC-4211-8BA9-69AB201C626A}" type="sibTrans" cxnId="{52AFC90F-2ECD-47F2-A16C-8D25DC24737D}">
      <dgm:prSet/>
      <dgm:spPr/>
      <dgm:t>
        <a:bodyPr/>
        <a:lstStyle/>
        <a:p>
          <a:endParaRPr lang="en-US"/>
        </a:p>
      </dgm:t>
    </dgm:pt>
    <dgm:pt modelId="{3B2D7393-73FF-40FB-8B10-E40159B7A0C8}">
      <dgm:prSet phldrT="[Text]"/>
      <dgm:spPr/>
      <dgm:t>
        <a:bodyPr/>
        <a:lstStyle/>
        <a:p>
          <a:r>
            <a:rPr lang="en-US" dirty="0" smtClean="0"/>
            <a:t>Practitioner Satisfaction</a:t>
          </a:r>
          <a:endParaRPr lang="en-US" dirty="0"/>
        </a:p>
      </dgm:t>
    </dgm:pt>
    <dgm:pt modelId="{6BBD2B75-6839-443E-B55A-DC1A80491EDC}" type="parTrans" cxnId="{FA5765F2-3A19-48D2-A294-549503DB5357}">
      <dgm:prSet/>
      <dgm:spPr/>
      <dgm:t>
        <a:bodyPr/>
        <a:lstStyle/>
        <a:p>
          <a:endParaRPr lang="en-US"/>
        </a:p>
      </dgm:t>
    </dgm:pt>
    <dgm:pt modelId="{CECD767B-7510-465F-A6A0-B9DF10538334}" type="sibTrans" cxnId="{FA5765F2-3A19-48D2-A294-549503DB5357}">
      <dgm:prSet/>
      <dgm:spPr/>
      <dgm:t>
        <a:bodyPr/>
        <a:lstStyle/>
        <a:p>
          <a:endParaRPr lang="en-US"/>
        </a:p>
      </dgm:t>
    </dgm:pt>
    <dgm:pt modelId="{DBA663B4-11D2-45CC-9B3B-92F231385834}">
      <dgm:prSet phldrT="[Text]"/>
      <dgm:spPr/>
      <dgm:t>
        <a:bodyPr/>
        <a:lstStyle/>
        <a:p>
          <a:r>
            <a:rPr lang="en-US" dirty="0" smtClean="0"/>
            <a:t>Materials / Environment</a:t>
          </a:r>
        </a:p>
        <a:p>
          <a:r>
            <a:rPr lang="en-US" dirty="0" smtClean="0"/>
            <a:t>Management</a:t>
          </a:r>
          <a:endParaRPr lang="en-US" dirty="0"/>
        </a:p>
      </dgm:t>
    </dgm:pt>
    <dgm:pt modelId="{448FAE6F-A562-44C3-9E44-D463C3A4B04B}" type="parTrans" cxnId="{42F12C28-ADF9-49E0-AFDA-8CCBBCCB6108}">
      <dgm:prSet/>
      <dgm:spPr/>
      <dgm:t>
        <a:bodyPr/>
        <a:lstStyle/>
        <a:p>
          <a:endParaRPr lang="en-US"/>
        </a:p>
      </dgm:t>
    </dgm:pt>
    <dgm:pt modelId="{8F0FD1F9-094E-43B6-95F9-CAF4258F99D7}" type="sibTrans" cxnId="{42F12C28-ADF9-49E0-AFDA-8CCBBCCB6108}">
      <dgm:prSet/>
      <dgm:spPr/>
      <dgm:t>
        <a:bodyPr/>
        <a:lstStyle/>
        <a:p>
          <a:endParaRPr lang="en-US"/>
        </a:p>
      </dgm:t>
    </dgm:pt>
    <dgm:pt modelId="{7F9384E2-1256-4FFB-AF69-AE222BAA6CAD}">
      <dgm:prSet phldrT="[Text]"/>
      <dgm:spPr/>
      <dgm:t>
        <a:bodyPr/>
        <a:lstStyle/>
        <a:p>
          <a:r>
            <a:rPr lang="en-US" dirty="0" smtClean="0"/>
            <a:t>Providing </a:t>
          </a:r>
        </a:p>
        <a:p>
          <a:r>
            <a:rPr lang="en-US" dirty="0" smtClean="0"/>
            <a:t>Information</a:t>
          </a:r>
          <a:endParaRPr lang="en-US" dirty="0"/>
        </a:p>
      </dgm:t>
    </dgm:pt>
    <dgm:pt modelId="{052B3653-954B-4FDC-BD1E-8C14932669D1}" type="parTrans" cxnId="{3FBE5D93-BC96-41E0-95C6-B364FA70B567}">
      <dgm:prSet/>
      <dgm:spPr/>
      <dgm:t>
        <a:bodyPr/>
        <a:lstStyle/>
        <a:p>
          <a:endParaRPr lang="en-US"/>
        </a:p>
      </dgm:t>
    </dgm:pt>
    <dgm:pt modelId="{ADA54A1C-3E8A-436E-9DCC-5BC2F51EBD85}" type="sibTrans" cxnId="{3FBE5D93-BC96-41E0-95C6-B364FA70B567}">
      <dgm:prSet/>
      <dgm:spPr/>
      <dgm:t>
        <a:bodyPr/>
        <a:lstStyle/>
        <a:p>
          <a:endParaRPr lang="en-US"/>
        </a:p>
      </dgm:t>
    </dgm:pt>
    <dgm:pt modelId="{B6032ACC-83DB-4FA0-8B4C-D538A50061CC}">
      <dgm:prSet phldrT="[Text]"/>
      <dgm:spPr/>
      <dgm:t>
        <a:bodyPr/>
        <a:lstStyle/>
        <a:p>
          <a:r>
            <a:rPr lang="en-US" dirty="0" smtClean="0"/>
            <a:t>Bedside Care</a:t>
          </a:r>
          <a:endParaRPr lang="en-US" dirty="0"/>
        </a:p>
      </dgm:t>
    </dgm:pt>
    <dgm:pt modelId="{5003C17E-EF69-4254-A799-69267202A061}" type="parTrans" cxnId="{6AC31C06-3ABF-43E7-8BC0-FDBE2E0E38EC}">
      <dgm:prSet/>
      <dgm:spPr/>
      <dgm:t>
        <a:bodyPr/>
        <a:lstStyle/>
        <a:p>
          <a:endParaRPr lang="en-US"/>
        </a:p>
      </dgm:t>
    </dgm:pt>
    <dgm:pt modelId="{EF7B1C3E-A78D-4090-902C-B588DE13D324}" type="sibTrans" cxnId="{6AC31C06-3ABF-43E7-8BC0-FDBE2E0E38EC}">
      <dgm:prSet/>
      <dgm:spPr/>
      <dgm:t>
        <a:bodyPr/>
        <a:lstStyle/>
        <a:p>
          <a:endParaRPr lang="en-US"/>
        </a:p>
      </dgm:t>
    </dgm:pt>
    <dgm:pt modelId="{46C5DE98-23B9-4C6F-8A80-277EE0C6FB84}">
      <dgm:prSet phldrT="[Text]"/>
      <dgm:spPr/>
      <dgm:t>
        <a:bodyPr/>
        <a:lstStyle/>
        <a:p>
          <a:r>
            <a:rPr lang="en-US" dirty="0" smtClean="0"/>
            <a:t>Procedures &amp;</a:t>
          </a:r>
        </a:p>
        <a:p>
          <a:r>
            <a:rPr lang="en-US" dirty="0" smtClean="0"/>
            <a:t>Protocols</a:t>
          </a:r>
          <a:endParaRPr lang="en-US" dirty="0"/>
        </a:p>
      </dgm:t>
    </dgm:pt>
    <dgm:pt modelId="{2BF61263-64AE-4E52-AFC8-B69B93092325}" type="parTrans" cxnId="{EF467544-DD98-4BA5-BFB1-B73C918F6993}">
      <dgm:prSet/>
      <dgm:spPr/>
      <dgm:t>
        <a:bodyPr/>
        <a:lstStyle/>
        <a:p>
          <a:endParaRPr lang="en-US"/>
        </a:p>
      </dgm:t>
    </dgm:pt>
    <dgm:pt modelId="{300A66FB-FBF1-4A5A-AAF9-B2EEADB7C8E5}" type="sibTrans" cxnId="{EF467544-DD98-4BA5-BFB1-B73C918F6993}">
      <dgm:prSet/>
      <dgm:spPr/>
      <dgm:t>
        <a:bodyPr/>
        <a:lstStyle/>
        <a:p>
          <a:endParaRPr lang="en-US"/>
        </a:p>
      </dgm:t>
    </dgm:pt>
    <dgm:pt modelId="{DDDBE1BE-E80A-4802-87A6-31459185FF35}">
      <dgm:prSet phldrT="[Text]"/>
      <dgm:spPr/>
      <dgm:t>
        <a:bodyPr/>
        <a:lstStyle/>
        <a:p>
          <a:r>
            <a:rPr lang="en-US" dirty="0" smtClean="0"/>
            <a:t>Obtaining</a:t>
          </a:r>
        </a:p>
        <a:p>
          <a:r>
            <a:rPr lang="en-US" dirty="0" smtClean="0"/>
            <a:t>Treatment</a:t>
          </a:r>
          <a:endParaRPr lang="en-US" dirty="0"/>
        </a:p>
      </dgm:t>
    </dgm:pt>
    <dgm:pt modelId="{AA3D7AC4-7916-4D3A-8AA8-0583C572806C}" type="parTrans" cxnId="{AF5FF7CC-2035-40C2-933E-A6A034CAEB9D}">
      <dgm:prSet/>
      <dgm:spPr/>
      <dgm:t>
        <a:bodyPr/>
        <a:lstStyle/>
        <a:p>
          <a:endParaRPr lang="en-US"/>
        </a:p>
      </dgm:t>
    </dgm:pt>
    <dgm:pt modelId="{2A44FBD6-D087-4529-9213-5B96A99D6506}" type="sibTrans" cxnId="{AF5FF7CC-2035-40C2-933E-A6A034CAEB9D}">
      <dgm:prSet/>
      <dgm:spPr/>
      <dgm:t>
        <a:bodyPr/>
        <a:lstStyle/>
        <a:p>
          <a:endParaRPr lang="en-US"/>
        </a:p>
      </dgm:t>
    </dgm:pt>
    <dgm:pt modelId="{055F03D0-0450-473F-8A48-45EA65CCDC5D}">
      <dgm:prSet phldrT="[Text]"/>
      <dgm:spPr/>
      <dgm:t>
        <a:bodyPr/>
        <a:lstStyle/>
        <a:p>
          <a:r>
            <a:rPr lang="en-US" dirty="0" smtClean="0"/>
            <a:t>Preventing </a:t>
          </a:r>
        </a:p>
        <a:p>
          <a:r>
            <a:rPr lang="en-US" dirty="0" smtClean="0"/>
            <a:t>Illness</a:t>
          </a:r>
          <a:endParaRPr lang="en-US" dirty="0"/>
        </a:p>
      </dgm:t>
    </dgm:pt>
    <dgm:pt modelId="{A770305D-3EEC-4FC8-A1F7-A1A0881A0321}" type="parTrans" cxnId="{60808085-484C-4C96-8F30-41F467AB7560}">
      <dgm:prSet/>
      <dgm:spPr/>
      <dgm:t>
        <a:bodyPr/>
        <a:lstStyle/>
        <a:p>
          <a:endParaRPr lang="en-US"/>
        </a:p>
      </dgm:t>
    </dgm:pt>
    <dgm:pt modelId="{2363469A-795C-4BC1-A6A9-F752EA01E86B}" type="sibTrans" cxnId="{60808085-484C-4C96-8F30-41F467AB7560}">
      <dgm:prSet/>
      <dgm:spPr/>
      <dgm:t>
        <a:bodyPr/>
        <a:lstStyle/>
        <a:p>
          <a:endParaRPr lang="en-US"/>
        </a:p>
      </dgm:t>
    </dgm:pt>
    <dgm:pt modelId="{67922604-ED39-411F-8205-976484E47722}">
      <dgm:prSet phldrT="[Text]"/>
      <dgm:spPr/>
      <dgm:t>
        <a:bodyPr/>
        <a:lstStyle/>
        <a:p>
          <a:r>
            <a:rPr lang="en-US" dirty="0" smtClean="0"/>
            <a:t>Recovery &amp; </a:t>
          </a:r>
        </a:p>
        <a:p>
          <a:r>
            <a:rPr lang="en-US" dirty="0" smtClean="0"/>
            <a:t>Maintenance </a:t>
          </a:r>
          <a:endParaRPr lang="en-US" dirty="0"/>
        </a:p>
      </dgm:t>
    </dgm:pt>
    <dgm:pt modelId="{6C2B23CD-DECE-4C4C-B845-90C5C5E1B063}" type="parTrans" cxnId="{6C4A5619-33DC-449A-939E-3C477D215AE1}">
      <dgm:prSet/>
      <dgm:spPr/>
      <dgm:t>
        <a:bodyPr/>
        <a:lstStyle/>
        <a:p>
          <a:endParaRPr lang="en-US"/>
        </a:p>
      </dgm:t>
    </dgm:pt>
    <dgm:pt modelId="{11826D51-03F1-4190-BD87-C857550D6E59}" type="sibTrans" cxnId="{6C4A5619-33DC-449A-939E-3C477D215AE1}">
      <dgm:prSet/>
      <dgm:spPr/>
      <dgm:t>
        <a:bodyPr/>
        <a:lstStyle/>
        <a:p>
          <a:endParaRPr lang="en-US"/>
        </a:p>
      </dgm:t>
    </dgm:pt>
    <dgm:pt modelId="{63DDC776-D8E8-469E-9FF0-1C827FE926D5}" type="pres">
      <dgm:prSet presAssocID="{0AB26C52-C4CF-47F5-A406-E2638834EBB7}" presName="theList" presStyleCnt="0">
        <dgm:presLayoutVars>
          <dgm:dir/>
          <dgm:animLvl val="lvl"/>
          <dgm:resizeHandles val="exact"/>
        </dgm:presLayoutVars>
      </dgm:prSet>
      <dgm:spPr/>
    </dgm:pt>
    <dgm:pt modelId="{8D35E221-169B-4DE1-A314-16C20E1B5905}" type="pres">
      <dgm:prSet presAssocID="{3004F70E-B09F-4D13-BEA8-026FA0134BDD}" presName="compNode" presStyleCnt="0"/>
      <dgm:spPr/>
    </dgm:pt>
    <dgm:pt modelId="{8E31DB41-8944-42D2-BE6A-8E6B2B191900}" type="pres">
      <dgm:prSet presAssocID="{3004F70E-B09F-4D13-BEA8-026FA0134BDD}" presName="aNode" presStyleLbl="bgShp" presStyleIdx="0" presStyleCnt="3"/>
      <dgm:spPr/>
      <dgm:t>
        <a:bodyPr/>
        <a:lstStyle/>
        <a:p>
          <a:endParaRPr lang="en-US"/>
        </a:p>
      </dgm:t>
    </dgm:pt>
    <dgm:pt modelId="{B1E04711-8C88-448F-BDA7-DEAEF4A6C96F}" type="pres">
      <dgm:prSet presAssocID="{3004F70E-B09F-4D13-BEA8-026FA0134BDD}" presName="textNode" presStyleLbl="bgShp" presStyleIdx="0" presStyleCnt="3"/>
      <dgm:spPr/>
      <dgm:t>
        <a:bodyPr/>
        <a:lstStyle/>
        <a:p>
          <a:endParaRPr lang="en-US"/>
        </a:p>
      </dgm:t>
    </dgm:pt>
    <dgm:pt modelId="{1BF37562-8CC8-49CD-93AB-70866E874816}" type="pres">
      <dgm:prSet presAssocID="{3004F70E-B09F-4D13-BEA8-026FA0134BDD}" presName="compChildNode" presStyleCnt="0"/>
      <dgm:spPr/>
    </dgm:pt>
    <dgm:pt modelId="{91823B71-29D0-4612-A8A1-5E4E9F53BFDB}" type="pres">
      <dgm:prSet presAssocID="{3004F70E-B09F-4D13-BEA8-026FA0134BDD}" presName="theInnerList" presStyleCnt="0"/>
      <dgm:spPr/>
    </dgm:pt>
    <dgm:pt modelId="{6176A2DC-A5C7-4509-AC57-D2D188C4A4A3}" type="pres">
      <dgm:prSet presAssocID="{A76FAE76-FFCC-4E93-A4B4-DAF462A99F08}" presName="childNode" presStyleLbl="node1" presStyleIdx="0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69A6642-1B15-4C56-B7E3-EA27FE2BF7FF}" type="pres">
      <dgm:prSet presAssocID="{A76FAE76-FFCC-4E93-A4B4-DAF462A99F08}" presName="aSpace2" presStyleCnt="0"/>
      <dgm:spPr/>
    </dgm:pt>
    <dgm:pt modelId="{17BF3F04-F401-48E8-94B2-4ADD5E08F7B1}" type="pres">
      <dgm:prSet presAssocID="{90BCBA2C-6B53-410B-9896-0DE66F7CD02D}" presName="childNode" presStyleLbl="node1" presStyleIdx="1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3E54F49-D727-4FBB-A024-D9BD6F2B6AB9}" type="pres">
      <dgm:prSet presAssocID="{90BCBA2C-6B53-410B-9896-0DE66F7CD02D}" presName="aSpace2" presStyleCnt="0"/>
      <dgm:spPr/>
    </dgm:pt>
    <dgm:pt modelId="{989EB074-315C-4E28-9642-597288D8F0EE}" type="pres">
      <dgm:prSet presAssocID="{D9E0D7DE-E9C2-4BA4-A827-0486E20F0177}" presName="childNode" presStyleLbl="node1" presStyleIdx="2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6091471-99B1-4DE9-AEC7-4850B87F6F7C}" type="pres">
      <dgm:prSet presAssocID="{D9E0D7DE-E9C2-4BA4-A827-0486E20F0177}" presName="aSpace2" presStyleCnt="0"/>
      <dgm:spPr/>
    </dgm:pt>
    <dgm:pt modelId="{679027DE-94F9-4337-AD0D-16EA3907F007}" type="pres">
      <dgm:prSet presAssocID="{3B2D7393-73FF-40FB-8B10-E40159B7A0C8}" presName="childNode" presStyleLbl="node1" presStyleIdx="3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7BDB92D-0D13-4BA1-88F7-B5CECC55DD8F}" type="pres">
      <dgm:prSet presAssocID="{3B2D7393-73FF-40FB-8B10-E40159B7A0C8}" presName="aSpace2" presStyleCnt="0"/>
      <dgm:spPr/>
    </dgm:pt>
    <dgm:pt modelId="{AAE5B955-2927-4382-AEA1-B2FBB01D3284}" type="pres">
      <dgm:prSet presAssocID="{DBA663B4-11D2-45CC-9B3B-92F231385834}" presName="childNode" presStyleLbl="node1" presStyleIdx="4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3BA8F8C-E93A-4DC6-95D0-26E5A4FC7BC7}" type="pres">
      <dgm:prSet presAssocID="{3004F70E-B09F-4D13-BEA8-026FA0134BDD}" presName="aSpace" presStyleCnt="0"/>
      <dgm:spPr/>
    </dgm:pt>
    <dgm:pt modelId="{A85AB734-2CAE-488B-AFBE-A7B2C221F69C}" type="pres">
      <dgm:prSet presAssocID="{9B50B28E-1FD4-4BC5-98E6-4CE3179D0184}" presName="compNode" presStyleCnt="0"/>
      <dgm:spPr/>
    </dgm:pt>
    <dgm:pt modelId="{1BCE00DF-8D16-4B81-9ACF-1D2D2E641AA5}" type="pres">
      <dgm:prSet presAssocID="{9B50B28E-1FD4-4BC5-98E6-4CE3179D0184}" presName="aNode" presStyleLbl="bgShp" presStyleIdx="1" presStyleCnt="3"/>
      <dgm:spPr/>
    </dgm:pt>
    <dgm:pt modelId="{96339F07-0D73-485C-8F40-0F4E181F7754}" type="pres">
      <dgm:prSet presAssocID="{9B50B28E-1FD4-4BC5-98E6-4CE3179D0184}" presName="textNode" presStyleLbl="bgShp" presStyleIdx="1" presStyleCnt="3"/>
      <dgm:spPr/>
    </dgm:pt>
    <dgm:pt modelId="{1A18ED6D-7E29-4299-BB0B-EAD29A19F0FE}" type="pres">
      <dgm:prSet presAssocID="{9B50B28E-1FD4-4BC5-98E6-4CE3179D0184}" presName="compChildNode" presStyleCnt="0"/>
      <dgm:spPr/>
    </dgm:pt>
    <dgm:pt modelId="{AF016763-CD15-4586-BC2E-6A1CEE9F9C0A}" type="pres">
      <dgm:prSet presAssocID="{9B50B28E-1FD4-4BC5-98E6-4CE3179D0184}" presName="theInnerList" presStyleCnt="0"/>
      <dgm:spPr/>
    </dgm:pt>
    <dgm:pt modelId="{7B6B4309-8E9C-4E98-99D7-1700CB80C32D}" type="pres">
      <dgm:prSet presAssocID="{38319577-881E-48E0-B52E-1AF3C199E804}" presName="childNode" presStyleLbl="node1" presStyleIdx="5" presStyleCnt="15">
        <dgm:presLayoutVars>
          <dgm:bulletEnabled val="1"/>
        </dgm:presLayoutVars>
      </dgm:prSet>
      <dgm:spPr/>
    </dgm:pt>
    <dgm:pt modelId="{2A9FFD4D-CA22-48F8-904A-44386CE36C61}" type="pres">
      <dgm:prSet presAssocID="{38319577-881E-48E0-B52E-1AF3C199E804}" presName="aSpace2" presStyleCnt="0"/>
      <dgm:spPr/>
    </dgm:pt>
    <dgm:pt modelId="{27AF2F3D-08BF-4FFD-8F17-C7E4FBA396F4}" type="pres">
      <dgm:prSet presAssocID="{107B5006-7BCA-43AD-8D5E-D1821F7D70D2}" presName="childNode" presStyleLbl="node1" presStyleIdx="6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825712D-5C21-4789-9C43-B644391CC46E}" type="pres">
      <dgm:prSet presAssocID="{107B5006-7BCA-43AD-8D5E-D1821F7D70D2}" presName="aSpace2" presStyleCnt="0"/>
      <dgm:spPr/>
    </dgm:pt>
    <dgm:pt modelId="{D3F600EB-7775-4B92-A5D1-444DB7329F17}" type="pres">
      <dgm:prSet presAssocID="{7F9384E2-1256-4FFB-AF69-AE222BAA6CAD}" presName="childNode" presStyleLbl="node1" presStyleIdx="7" presStyleCnt="15">
        <dgm:presLayoutVars>
          <dgm:bulletEnabled val="1"/>
        </dgm:presLayoutVars>
      </dgm:prSet>
      <dgm:spPr/>
    </dgm:pt>
    <dgm:pt modelId="{40FD4DEA-10AD-406B-9D9B-7C4F8AE92A0B}" type="pres">
      <dgm:prSet presAssocID="{7F9384E2-1256-4FFB-AF69-AE222BAA6CAD}" presName="aSpace2" presStyleCnt="0"/>
      <dgm:spPr/>
    </dgm:pt>
    <dgm:pt modelId="{37063E3A-7828-4ADB-8C0A-1D3F2B01EE5C}" type="pres">
      <dgm:prSet presAssocID="{B6032ACC-83DB-4FA0-8B4C-D538A50061CC}" presName="childNode" presStyleLbl="node1" presStyleIdx="8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4241451-9FD4-4CAA-98F1-D8E93EC59CBF}" type="pres">
      <dgm:prSet presAssocID="{B6032ACC-83DB-4FA0-8B4C-D538A50061CC}" presName="aSpace2" presStyleCnt="0"/>
      <dgm:spPr/>
    </dgm:pt>
    <dgm:pt modelId="{F1011029-55DB-422E-B8DB-9765260AA559}" type="pres">
      <dgm:prSet presAssocID="{46C5DE98-23B9-4C6F-8A80-277EE0C6FB84}" presName="childNode" presStyleLbl="node1" presStyleIdx="9" presStyleCnt="15">
        <dgm:presLayoutVars>
          <dgm:bulletEnabled val="1"/>
        </dgm:presLayoutVars>
      </dgm:prSet>
      <dgm:spPr/>
    </dgm:pt>
    <dgm:pt modelId="{C3BC1950-5BB1-48BA-A65B-3343CB730312}" type="pres">
      <dgm:prSet presAssocID="{9B50B28E-1FD4-4BC5-98E6-4CE3179D0184}" presName="aSpace" presStyleCnt="0"/>
      <dgm:spPr/>
    </dgm:pt>
    <dgm:pt modelId="{CD3BA266-BAB9-44A2-8E75-2763930FE04D}" type="pres">
      <dgm:prSet presAssocID="{8B88152C-F1A2-47DB-A9F6-1A2EF0A6A6FB}" presName="compNode" presStyleCnt="0"/>
      <dgm:spPr/>
    </dgm:pt>
    <dgm:pt modelId="{8AD57184-5A41-4C33-B644-609D3A705395}" type="pres">
      <dgm:prSet presAssocID="{8B88152C-F1A2-47DB-A9F6-1A2EF0A6A6FB}" presName="aNode" presStyleLbl="bgShp" presStyleIdx="2" presStyleCnt="3"/>
      <dgm:spPr/>
      <dgm:t>
        <a:bodyPr/>
        <a:lstStyle/>
        <a:p>
          <a:endParaRPr lang="en-US"/>
        </a:p>
      </dgm:t>
    </dgm:pt>
    <dgm:pt modelId="{556F3F4F-F50B-4A32-8D4D-E0817FC602E4}" type="pres">
      <dgm:prSet presAssocID="{8B88152C-F1A2-47DB-A9F6-1A2EF0A6A6FB}" presName="textNode" presStyleLbl="bgShp" presStyleIdx="2" presStyleCnt="3"/>
      <dgm:spPr/>
      <dgm:t>
        <a:bodyPr/>
        <a:lstStyle/>
        <a:p>
          <a:endParaRPr lang="en-US"/>
        </a:p>
      </dgm:t>
    </dgm:pt>
    <dgm:pt modelId="{42BC1694-24B5-45DD-9672-FE4D0E15433C}" type="pres">
      <dgm:prSet presAssocID="{8B88152C-F1A2-47DB-A9F6-1A2EF0A6A6FB}" presName="compChildNode" presStyleCnt="0"/>
      <dgm:spPr/>
    </dgm:pt>
    <dgm:pt modelId="{B163A4DA-4561-4743-ADAD-510DEEBFB0FD}" type="pres">
      <dgm:prSet presAssocID="{8B88152C-F1A2-47DB-A9F6-1A2EF0A6A6FB}" presName="theInnerList" presStyleCnt="0"/>
      <dgm:spPr/>
    </dgm:pt>
    <dgm:pt modelId="{5990FF31-4FC7-4BB0-85AF-9C4694DC6FD3}" type="pres">
      <dgm:prSet presAssocID="{FEDBAB89-BD15-412D-8662-C88F066B025D}" presName="childNode" presStyleLbl="node1" presStyleIdx="10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69C0FB5-C954-45DF-896A-A6BB871473E3}" type="pres">
      <dgm:prSet presAssocID="{FEDBAB89-BD15-412D-8662-C88F066B025D}" presName="aSpace2" presStyleCnt="0"/>
      <dgm:spPr/>
    </dgm:pt>
    <dgm:pt modelId="{FAB5C88A-C479-4766-87BA-003B9E0B5732}" type="pres">
      <dgm:prSet presAssocID="{244D3E53-A2DF-41CA-A891-A04C5992BCF4}" presName="childNode" presStyleLbl="node1" presStyleIdx="11" presStyleCnt="15">
        <dgm:presLayoutVars>
          <dgm:bulletEnabled val="1"/>
        </dgm:presLayoutVars>
      </dgm:prSet>
      <dgm:spPr/>
    </dgm:pt>
    <dgm:pt modelId="{2720470C-AA53-41A4-A420-8F9B9961A693}" type="pres">
      <dgm:prSet presAssocID="{244D3E53-A2DF-41CA-A891-A04C5992BCF4}" presName="aSpace2" presStyleCnt="0"/>
      <dgm:spPr/>
    </dgm:pt>
    <dgm:pt modelId="{9F84B214-3789-42C8-AB73-B8B459032E2E}" type="pres">
      <dgm:prSet presAssocID="{DDDBE1BE-E80A-4802-87A6-31459185FF35}" presName="childNode" presStyleLbl="node1" presStyleIdx="12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813E0DA-D417-42C6-A80A-F0B126B1937F}" type="pres">
      <dgm:prSet presAssocID="{DDDBE1BE-E80A-4802-87A6-31459185FF35}" presName="aSpace2" presStyleCnt="0"/>
      <dgm:spPr/>
    </dgm:pt>
    <dgm:pt modelId="{DA770EE8-67A5-42AD-9797-02463C44F47E}" type="pres">
      <dgm:prSet presAssocID="{055F03D0-0450-473F-8A48-45EA65CCDC5D}" presName="childNode" presStyleLbl="node1" presStyleIdx="13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5CFE662-9416-4066-A55B-842A50B5CA93}" type="pres">
      <dgm:prSet presAssocID="{055F03D0-0450-473F-8A48-45EA65CCDC5D}" presName="aSpace2" presStyleCnt="0"/>
      <dgm:spPr/>
    </dgm:pt>
    <dgm:pt modelId="{70C31DAF-16CB-4397-89E3-C71E38168E0D}" type="pres">
      <dgm:prSet presAssocID="{67922604-ED39-411F-8205-976484E47722}" presName="childNode" presStyleLbl="node1" presStyleIdx="14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F467544-DD98-4BA5-BFB1-B73C918F6993}" srcId="{9B50B28E-1FD4-4BC5-98E6-4CE3179D0184}" destId="{46C5DE98-23B9-4C6F-8A80-277EE0C6FB84}" srcOrd="4" destOrd="0" parTransId="{2BF61263-64AE-4E52-AFC8-B69B93092325}" sibTransId="{300A66FB-FBF1-4A5A-AAF9-B2EEADB7C8E5}"/>
    <dgm:cxn modelId="{DB261758-73F9-4923-AF63-A72CA6FEB85E}" type="presOf" srcId="{38319577-881E-48E0-B52E-1AF3C199E804}" destId="{7B6B4309-8E9C-4E98-99D7-1700CB80C32D}" srcOrd="0" destOrd="0" presId="urn:microsoft.com/office/officeart/2005/8/layout/lProcess2"/>
    <dgm:cxn modelId="{434F513B-2B36-404A-BDE6-16507E896BAB}" type="presOf" srcId="{3004F70E-B09F-4D13-BEA8-026FA0134BDD}" destId="{8E31DB41-8944-42D2-BE6A-8E6B2B191900}" srcOrd="0" destOrd="0" presId="urn:microsoft.com/office/officeart/2005/8/layout/lProcess2"/>
    <dgm:cxn modelId="{C1FE1332-28FA-4C8A-A640-2D22AC88BA91}" srcId="{0AB26C52-C4CF-47F5-A406-E2638834EBB7}" destId="{8B88152C-F1A2-47DB-A9F6-1A2EF0A6A6FB}" srcOrd="2" destOrd="0" parTransId="{09E3B3FA-09FF-4D60-9B50-59F04C1B2BC8}" sibTransId="{279EED01-CA68-4FD0-B1FD-B50ABC7BF4DA}"/>
    <dgm:cxn modelId="{6C4A5619-33DC-449A-939E-3C477D215AE1}" srcId="{8B88152C-F1A2-47DB-A9F6-1A2EF0A6A6FB}" destId="{67922604-ED39-411F-8205-976484E47722}" srcOrd="4" destOrd="0" parTransId="{6C2B23CD-DECE-4C4C-B845-90C5C5E1B063}" sibTransId="{11826D51-03F1-4190-BD87-C857550D6E59}"/>
    <dgm:cxn modelId="{FD3BD620-A0A9-40AC-BE45-D910901E73C5}" type="presOf" srcId="{8B88152C-F1A2-47DB-A9F6-1A2EF0A6A6FB}" destId="{8AD57184-5A41-4C33-B644-609D3A705395}" srcOrd="0" destOrd="0" presId="urn:microsoft.com/office/officeart/2005/8/layout/lProcess2"/>
    <dgm:cxn modelId="{60808085-484C-4C96-8F30-41F467AB7560}" srcId="{8B88152C-F1A2-47DB-A9F6-1A2EF0A6A6FB}" destId="{055F03D0-0450-473F-8A48-45EA65CCDC5D}" srcOrd="3" destOrd="0" parTransId="{A770305D-3EEC-4FC8-A1F7-A1A0881A0321}" sibTransId="{2363469A-795C-4BC1-A6A9-F752EA01E86B}"/>
    <dgm:cxn modelId="{FA5765F2-3A19-48D2-A294-549503DB5357}" srcId="{3004F70E-B09F-4D13-BEA8-026FA0134BDD}" destId="{3B2D7393-73FF-40FB-8B10-E40159B7A0C8}" srcOrd="3" destOrd="0" parTransId="{6BBD2B75-6839-443E-B55A-DC1A80491EDC}" sibTransId="{CECD767B-7510-465F-A6A0-B9DF10538334}"/>
    <dgm:cxn modelId="{40F7ED03-335E-48F1-BD32-EDA81DD38406}" srcId="{0AB26C52-C4CF-47F5-A406-E2638834EBB7}" destId="{9B50B28E-1FD4-4BC5-98E6-4CE3179D0184}" srcOrd="1" destOrd="0" parTransId="{61DC20C9-3EBB-46C6-A378-D8FD0BE5D413}" sibTransId="{09AA839E-A4DF-4799-AC55-5C47EB856AFB}"/>
    <dgm:cxn modelId="{AF5FF7CC-2035-40C2-933E-A6A034CAEB9D}" srcId="{8B88152C-F1A2-47DB-A9F6-1A2EF0A6A6FB}" destId="{DDDBE1BE-E80A-4802-87A6-31459185FF35}" srcOrd="2" destOrd="0" parTransId="{AA3D7AC4-7916-4D3A-8AA8-0583C572806C}" sibTransId="{2A44FBD6-D087-4529-9213-5B96A99D6506}"/>
    <dgm:cxn modelId="{42F12C28-ADF9-49E0-AFDA-8CCBBCCB6108}" srcId="{3004F70E-B09F-4D13-BEA8-026FA0134BDD}" destId="{DBA663B4-11D2-45CC-9B3B-92F231385834}" srcOrd="4" destOrd="0" parTransId="{448FAE6F-A562-44C3-9E44-D463C3A4B04B}" sibTransId="{8F0FD1F9-094E-43B6-95F9-CAF4258F99D7}"/>
    <dgm:cxn modelId="{9743B357-FD7B-4B92-85EA-00251318134B}" type="presOf" srcId="{3004F70E-B09F-4D13-BEA8-026FA0134BDD}" destId="{B1E04711-8C88-448F-BDA7-DEAEF4A6C96F}" srcOrd="1" destOrd="0" presId="urn:microsoft.com/office/officeart/2005/8/layout/lProcess2"/>
    <dgm:cxn modelId="{ADE9FCEA-A1D7-404F-8BD1-A15F18A0DB1E}" srcId="{8B88152C-F1A2-47DB-A9F6-1A2EF0A6A6FB}" destId="{FEDBAB89-BD15-412D-8662-C88F066B025D}" srcOrd="0" destOrd="0" parTransId="{B437EE0C-3CDC-4C08-AA68-BA0DD9801212}" sibTransId="{99501687-EA14-4E9D-99D3-5E62730ACA55}"/>
    <dgm:cxn modelId="{6AC31C06-3ABF-43E7-8BC0-FDBE2E0E38EC}" srcId="{9B50B28E-1FD4-4BC5-98E6-4CE3179D0184}" destId="{B6032ACC-83DB-4FA0-8B4C-D538A50061CC}" srcOrd="3" destOrd="0" parTransId="{5003C17E-EF69-4254-A799-69267202A061}" sibTransId="{EF7B1C3E-A78D-4090-902C-B588DE13D324}"/>
    <dgm:cxn modelId="{15A09D20-52E5-48B0-B930-D226B0FED231}" type="presOf" srcId="{055F03D0-0450-473F-8A48-45EA65CCDC5D}" destId="{DA770EE8-67A5-42AD-9797-02463C44F47E}" srcOrd="0" destOrd="0" presId="urn:microsoft.com/office/officeart/2005/8/layout/lProcess2"/>
    <dgm:cxn modelId="{69308C20-2F18-4284-8A95-D91B32496C4A}" type="presOf" srcId="{46C5DE98-23B9-4C6F-8A80-277EE0C6FB84}" destId="{F1011029-55DB-422E-B8DB-9765260AA559}" srcOrd="0" destOrd="0" presId="urn:microsoft.com/office/officeart/2005/8/layout/lProcess2"/>
    <dgm:cxn modelId="{3FBE5D93-BC96-41E0-95C6-B364FA70B567}" srcId="{9B50B28E-1FD4-4BC5-98E6-4CE3179D0184}" destId="{7F9384E2-1256-4FFB-AF69-AE222BAA6CAD}" srcOrd="2" destOrd="0" parTransId="{052B3653-954B-4FDC-BD1E-8C14932669D1}" sibTransId="{ADA54A1C-3E8A-436E-9DCC-5BC2F51EBD85}"/>
    <dgm:cxn modelId="{C002766A-0F9F-4162-B4A6-226FB6D6E1AD}" type="presOf" srcId="{A76FAE76-FFCC-4E93-A4B4-DAF462A99F08}" destId="{6176A2DC-A5C7-4509-AC57-D2D188C4A4A3}" srcOrd="0" destOrd="0" presId="urn:microsoft.com/office/officeart/2005/8/layout/lProcess2"/>
    <dgm:cxn modelId="{4BAC35AD-239F-4FE1-B047-51295F0DE11F}" srcId="{3004F70E-B09F-4D13-BEA8-026FA0134BDD}" destId="{90BCBA2C-6B53-410B-9896-0DE66F7CD02D}" srcOrd="1" destOrd="0" parTransId="{3B1C9A36-8A2D-45C9-92C7-86B7F6D3FBB5}" sibTransId="{7F023353-FBCB-444D-ABB5-C9D6BCB5BFA9}"/>
    <dgm:cxn modelId="{4472D42B-3988-463A-A29A-68A9EF2BABFE}" srcId="{0AB26C52-C4CF-47F5-A406-E2638834EBB7}" destId="{3004F70E-B09F-4D13-BEA8-026FA0134BDD}" srcOrd="0" destOrd="0" parTransId="{4A10FC5E-7C31-44BF-A8AD-0BFC62099DA0}" sibTransId="{8D7FBC1F-C4E4-4164-B084-ED4968D2617F}"/>
    <dgm:cxn modelId="{74969489-3BFA-41B5-9586-F75065240600}" type="presOf" srcId="{B6032ACC-83DB-4FA0-8B4C-D538A50061CC}" destId="{37063E3A-7828-4ADB-8C0A-1D3F2B01EE5C}" srcOrd="0" destOrd="0" presId="urn:microsoft.com/office/officeart/2005/8/layout/lProcess2"/>
    <dgm:cxn modelId="{74AE3491-99A7-4A66-990A-300621520266}" type="presOf" srcId="{9B50B28E-1FD4-4BC5-98E6-4CE3179D0184}" destId="{1BCE00DF-8D16-4B81-9ACF-1D2D2E641AA5}" srcOrd="0" destOrd="0" presId="urn:microsoft.com/office/officeart/2005/8/layout/lProcess2"/>
    <dgm:cxn modelId="{49E26CA2-5600-4EAF-8913-3B88F91CBB10}" srcId="{9B50B28E-1FD4-4BC5-98E6-4CE3179D0184}" destId="{107B5006-7BCA-43AD-8D5E-D1821F7D70D2}" srcOrd="1" destOrd="0" parTransId="{68ED0F65-E2E9-484B-996C-F9236F537BFC}" sibTransId="{0ECA6DE9-8BF2-48B6-AFF8-2B6F7EAB335A}"/>
    <dgm:cxn modelId="{E9134CA7-0099-4EE4-8E96-627437D5ECBB}" type="presOf" srcId="{3B2D7393-73FF-40FB-8B10-E40159B7A0C8}" destId="{679027DE-94F9-4337-AD0D-16EA3907F007}" srcOrd="0" destOrd="0" presId="urn:microsoft.com/office/officeart/2005/8/layout/lProcess2"/>
    <dgm:cxn modelId="{6CE2569E-A702-4C2C-AC65-4BDDDAD84B80}" srcId="{8B88152C-F1A2-47DB-A9F6-1A2EF0A6A6FB}" destId="{244D3E53-A2DF-41CA-A891-A04C5992BCF4}" srcOrd="1" destOrd="0" parTransId="{C221ECA9-4A18-4665-B3C3-9472739E6951}" sibTransId="{EA07C26E-24F4-4608-9593-E1E5CC637F44}"/>
    <dgm:cxn modelId="{BF92F02B-1083-4873-AA09-6B4AA5185384}" type="presOf" srcId="{FEDBAB89-BD15-412D-8662-C88F066B025D}" destId="{5990FF31-4FC7-4BB0-85AF-9C4694DC6FD3}" srcOrd="0" destOrd="0" presId="urn:microsoft.com/office/officeart/2005/8/layout/lProcess2"/>
    <dgm:cxn modelId="{89541E19-5783-4B94-8FFF-CFFF75BC3A61}" type="presOf" srcId="{8B88152C-F1A2-47DB-A9F6-1A2EF0A6A6FB}" destId="{556F3F4F-F50B-4A32-8D4D-E0817FC602E4}" srcOrd="1" destOrd="0" presId="urn:microsoft.com/office/officeart/2005/8/layout/lProcess2"/>
    <dgm:cxn modelId="{4AE07785-C231-421D-924B-8C0B65DCE368}" type="presOf" srcId="{7F9384E2-1256-4FFB-AF69-AE222BAA6CAD}" destId="{D3F600EB-7775-4B92-A5D1-444DB7329F17}" srcOrd="0" destOrd="0" presId="urn:microsoft.com/office/officeart/2005/8/layout/lProcess2"/>
    <dgm:cxn modelId="{352BF889-AF66-43B9-A19C-040C040DEA2F}" type="presOf" srcId="{0AB26C52-C4CF-47F5-A406-E2638834EBB7}" destId="{63DDC776-D8E8-469E-9FF0-1C827FE926D5}" srcOrd="0" destOrd="0" presId="urn:microsoft.com/office/officeart/2005/8/layout/lProcess2"/>
    <dgm:cxn modelId="{09755862-CB02-4664-8838-EAB8EA50DE3F}" srcId="{9B50B28E-1FD4-4BC5-98E6-4CE3179D0184}" destId="{38319577-881E-48E0-B52E-1AF3C199E804}" srcOrd="0" destOrd="0" parTransId="{7E3807B3-5E6F-4259-9925-F26AB95F4C73}" sibTransId="{86DC6100-FE31-4F5C-B7F0-1B2DB950094E}"/>
    <dgm:cxn modelId="{427B9969-9745-499A-86DA-10E10F18D0DE}" type="presOf" srcId="{244D3E53-A2DF-41CA-A891-A04C5992BCF4}" destId="{FAB5C88A-C479-4766-87BA-003B9E0B5732}" srcOrd="0" destOrd="0" presId="urn:microsoft.com/office/officeart/2005/8/layout/lProcess2"/>
    <dgm:cxn modelId="{B79D241E-967B-437F-89C1-DEE994E83D3B}" type="presOf" srcId="{107B5006-7BCA-43AD-8D5E-D1821F7D70D2}" destId="{27AF2F3D-08BF-4FFD-8F17-C7E4FBA396F4}" srcOrd="0" destOrd="0" presId="urn:microsoft.com/office/officeart/2005/8/layout/lProcess2"/>
    <dgm:cxn modelId="{2D343EC8-71F6-42CD-8643-81D0F79AE95C}" type="presOf" srcId="{D9E0D7DE-E9C2-4BA4-A827-0486E20F0177}" destId="{989EB074-315C-4E28-9642-597288D8F0EE}" srcOrd="0" destOrd="0" presId="urn:microsoft.com/office/officeart/2005/8/layout/lProcess2"/>
    <dgm:cxn modelId="{7BB7BF37-72D5-4CEE-B244-028B0E5EF09E}" type="presOf" srcId="{DBA663B4-11D2-45CC-9B3B-92F231385834}" destId="{AAE5B955-2927-4382-AEA1-B2FBB01D3284}" srcOrd="0" destOrd="0" presId="urn:microsoft.com/office/officeart/2005/8/layout/lProcess2"/>
    <dgm:cxn modelId="{52AFC90F-2ECD-47F2-A16C-8D25DC24737D}" srcId="{3004F70E-B09F-4D13-BEA8-026FA0134BDD}" destId="{D9E0D7DE-E9C2-4BA4-A827-0486E20F0177}" srcOrd="2" destOrd="0" parTransId="{5FBA5445-8563-4F74-ADB2-111C35B4ADFB}" sibTransId="{CC114259-BBFC-4211-8BA9-69AB201C626A}"/>
    <dgm:cxn modelId="{64A3B737-8DE3-4390-BA17-4585297F7980}" srcId="{3004F70E-B09F-4D13-BEA8-026FA0134BDD}" destId="{A76FAE76-FFCC-4E93-A4B4-DAF462A99F08}" srcOrd="0" destOrd="0" parTransId="{0994FB1B-36DB-4DE6-8C16-83CC0373B95F}" sibTransId="{FB3B3357-6902-441C-A484-C8106165B46D}"/>
    <dgm:cxn modelId="{1397C9D1-268A-4673-B43C-9DEB4CD41C90}" type="presOf" srcId="{9B50B28E-1FD4-4BC5-98E6-4CE3179D0184}" destId="{96339F07-0D73-485C-8F40-0F4E181F7754}" srcOrd="1" destOrd="0" presId="urn:microsoft.com/office/officeart/2005/8/layout/lProcess2"/>
    <dgm:cxn modelId="{5A081B8A-8A44-4B2B-A3A7-CE2F96424C10}" type="presOf" srcId="{90BCBA2C-6B53-410B-9896-0DE66F7CD02D}" destId="{17BF3F04-F401-48E8-94B2-4ADD5E08F7B1}" srcOrd="0" destOrd="0" presId="urn:microsoft.com/office/officeart/2005/8/layout/lProcess2"/>
    <dgm:cxn modelId="{08ACF332-F459-459A-AEAF-0DC07A3D321F}" type="presOf" srcId="{DDDBE1BE-E80A-4802-87A6-31459185FF35}" destId="{9F84B214-3789-42C8-AB73-B8B459032E2E}" srcOrd="0" destOrd="0" presId="urn:microsoft.com/office/officeart/2005/8/layout/lProcess2"/>
    <dgm:cxn modelId="{8BC9B10B-BFFE-4DA1-B54F-F8C016657C2A}" type="presOf" srcId="{67922604-ED39-411F-8205-976484E47722}" destId="{70C31DAF-16CB-4397-89E3-C71E38168E0D}" srcOrd="0" destOrd="0" presId="urn:microsoft.com/office/officeart/2005/8/layout/lProcess2"/>
    <dgm:cxn modelId="{CE8A6805-2321-47AA-A1A7-3A0E6B4F81FB}" type="presParOf" srcId="{63DDC776-D8E8-469E-9FF0-1C827FE926D5}" destId="{8D35E221-169B-4DE1-A314-16C20E1B5905}" srcOrd="0" destOrd="0" presId="urn:microsoft.com/office/officeart/2005/8/layout/lProcess2"/>
    <dgm:cxn modelId="{78A3D5AF-8B9A-41E0-950C-229FDC28834D}" type="presParOf" srcId="{8D35E221-169B-4DE1-A314-16C20E1B5905}" destId="{8E31DB41-8944-42D2-BE6A-8E6B2B191900}" srcOrd="0" destOrd="0" presId="urn:microsoft.com/office/officeart/2005/8/layout/lProcess2"/>
    <dgm:cxn modelId="{796BFC02-25D1-4C72-A5D8-975636AEA659}" type="presParOf" srcId="{8D35E221-169B-4DE1-A314-16C20E1B5905}" destId="{B1E04711-8C88-448F-BDA7-DEAEF4A6C96F}" srcOrd="1" destOrd="0" presId="urn:microsoft.com/office/officeart/2005/8/layout/lProcess2"/>
    <dgm:cxn modelId="{CB1C1D43-7C7A-4FB0-9787-67B9AEEC7274}" type="presParOf" srcId="{8D35E221-169B-4DE1-A314-16C20E1B5905}" destId="{1BF37562-8CC8-49CD-93AB-70866E874816}" srcOrd="2" destOrd="0" presId="urn:microsoft.com/office/officeart/2005/8/layout/lProcess2"/>
    <dgm:cxn modelId="{B33CE904-0BE5-4FF9-A35D-1B2C753FA335}" type="presParOf" srcId="{1BF37562-8CC8-49CD-93AB-70866E874816}" destId="{91823B71-29D0-4612-A8A1-5E4E9F53BFDB}" srcOrd="0" destOrd="0" presId="urn:microsoft.com/office/officeart/2005/8/layout/lProcess2"/>
    <dgm:cxn modelId="{2E212DAC-2DA7-4285-BE02-4455AFDC8DF2}" type="presParOf" srcId="{91823B71-29D0-4612-A8A1-5E4E9F53BFDB}" destId="{6176A2DC-A5C7-4509-AC57-D2D188C4A4A3}" srcOrd="0" destOrd="0" presId="urn:microsoft.com/office/officeart/2005/8/layout/lProcess2"/>
    <dgm:cxn modelId="{C3060389-15AC-4523-8526-56DFD7990DF6}" type="presParOf" srcId="{91823B71-29D0-4612-A8A1-5E4E9F53BFDB}" destId="{269A6642-1B15-4C56-B7E3-EA27FE2BF7FF}" srcOrd="1" destOrd="0" presId="urn:microsoft.com/office/officeart/2005/8/layout/lProcess2"/>
    <dgm:cxn modelId="{A19309DD-5C97-4164-9E22-FA2BAB148A7E}" type="presParOf" srcId="{91823B71-29D0-4612-A8A1-5E4E9F53BFDB}" destId="{17BF3F04-F401-48E8-94B2-4ADD5E08F7B1}" srcOrd="2" destOrd="0" presId="urn:microsoft.com/office/officeart/2005/8/layout/lProcess2"/>
    <dgm:cxn modelId="{36BC92D0-DB32-439F-A0B0-B93E696F9479}" type="presParOf" srcId="{91823B71-29D0-4612-A8A1-5E4E9F53BFDB}" destId="{63E54F49-D727-4FBB-A024-D9BD6F2B6AB9}" srcOrd="3" destOrd="0" presId="urn:microsoft.com/office/officeart/2005/8/layout/lProcess2"/>
    <dgm:cxn modelId="{C303B93F-0204-4E6D-9677-E6B87F5D28B7}" type="presParOf" srcId="{91823B71-29D0-4612-A8A1-5E4E9F53BFDB}" destId="{989EB074-315C-4E28-9642-597288D8F0EE}" srcOrd="4" destOrd="0" presId="urn:microsoft.com/office/officeart/2005/8/layout/lProcess2"/>
    <dgm:cxn modelId="{9173EA56-74CC-4EB6-B47F-9A62A31EDC3B}" type="presParOf" srcId="{91823B71-29D0-4612-A8A1-5E4E9F53BFDB}" destId="{E6091471-99B1-4DE9-AEC7-4850B87F6F7C}" srcOrd="5" destOrd="0" presId="urn:microsoft.com/office/officeart/2005/8/layout/lProcess2"/>
    <dgm:cxn modelId="{E77709E4-358D-4A9A-94CA-BB3154CD8BA5}" type="presParOf" srcId="{91823B71-29D0-4612-A8A1-5E4E9F53BFDB}" destId="{679027DE-94F9-4337-AD0D-16EA3907F007}" srcOrd="6" destOrd="0" presId="urn:microsoft.com/office/officeart/2005/8/layout/lProcess2"/>
    <dgm:cxn modelId="{AF463908-AF98-4AC5-A02C-6ED25D735E43}" type="presParOf" srcId="{91823B71-29D0-4612-A8A1-5E4E9F53BFDB}" destId="{77BDB92D-0D13-4BA1-88F7-B5CECC55DD8F}" srcOrd="7" destOrd="0" presId="urn:microsoft.com/office/officeart/2005/8/layout/lProcess2"/>
    <dgm:cxn modelId="{996FE9B1-FA46-4B92-B083-6CD3E5B9FAB3}" type="presParOf" srcId="{91823B71-29D0-4612-A8A1-5E4E9F53BFDB}" destId="{AAE5B955-2927-4382-AEA1-B2FBB01D3284}" srcOrd="8" destOrd="0" presId="urn:microsoft.com/office/officeart/2005/8/layout/lProcess2"/>
    <dgm:cxn modelId="{E1F7C05A-7F79-41C7-9D8B-9D1EEBF7FA41}" type="presParOf" srcId="{63DDC776-D8E8-469E-9FF0-1C827FE926D5}" destId="{83BA8F8C-E93A-4DC6-95D0-26E5A4FC7BC7}" srcOrd="1" destOrd="0" presId="urn:microsoft.com/office/officeart/2005/8/layout/lProcess2"/>
    <dgm:cxn modelId="{77E13C16-80D1-48DA-B344-A39A87143308}" type="presParOf" srcId="{63DDC776-D8E8-469E-9FF0-1C827FE926D5}" destId="{A85AB734-2CAE-488B-AFBE-A7B2C221F69C}" srcOrd="2" destOrd="0" presId="urn:microsoft.com/office/officeart/2005/8/layout/lProcess2"/>
    <dgm:cxn modelId="{69108D5E-2463-46DF-BBFF-18ABC33E9F3F}" type="presParOf" srcId="{A85AB734-2CAE-488B-AFBE-A7B2C221F69C}" destId="{1BCE00DF-8D16-4B81-9ACF-1D2D2E641AA5}" srcOrd="0" destOrd="0" presId="urn:microsoft.com/office/officeart/2005/8/layout/lProcess2"/>
    <dgm:cxn modelId="{08C5232B-6410-4FB9-B509-EE8C504EEB35}" type="presParOf" srcId="{A85AB734-2CAE-488B-AFBE-A7B2C221F69C}" destId="{96339F07-0D73-485C-8F40-0F4E181F7754}" srcOrd="1" destOrd="0" presId="urn:microsoft.com/office/officeart/2005/8/layout/lProcess2"/>
    <dgm:cxn modelId="{E8E72748-49D2-41FF-8B4A-D17D3466CEE5}" type="presParOf" srcId="{A85AB734-2CAE-488B-AFBE-A7B2C221F69C}" destId="{1A18ED6D-7E29-4299-BB0B-EAD29A19F0FE}" srcOrd="2" destOrd="0" presId="urn:microsoft.com/office/officeart/2005/8/layout/lProcess2"/>
    <dgm:cxn modelId="{A9B2DAD6-0D21-4E63-8531-CF0F4B9A4245}" type="presParOf" srcId="{1A18ED6D-7E29-4299-BB0B-EAD29A19F0FE}" destId="{AF016763-CD15-4586-BC2E-6A1CEE9F9C0A}" srcOrd="0" destOrd="0" presId="urn:microsoft.com/office/officeart/2005/8/layout/lProcess2"/>
    <dgm:cxn modelId="{9AAA8A1C-D0D8-4B12-BFEA-7B780E0D9766}" type="presParOf" srcId="{AF016763-CD15-4586-BC2E-6A1CEE9F9C0A}" destId="{7B6B4309-8E9C-4E98-99D7-1700CB80C32D}" srcOrd="0" destOrd="0" presId="urn:microsoft.com/office/officeart/2005/8/layout/lProcess2"/>
    <dgm:cxn modelId="{E3871A1B-1E7F-40B2-854E-D669734879C4}" type="presParOf" srcId="{AF016763-CD15-4586-BC2E-6A1CEE9F9C0A}" destId="{2A9FFD4D-CA22-48F8-904A-44386CE36C61}" srcOrd="1" destOrd="0" presId="urn:microsoft.com/office/officeart/2005/8/layout/lProcess2"/>
    <dgm:cxn modelId="{6AE48490-6211-4B14-A9B8-B423BF6A4C06}" type="presParOf" srcId="{AF016763-CD15-4586-BC2E-6A1CEE9F9C0A}" destId="{27AF2F3D-08BF-4FFD-8F17-C7E4FBA396F4}" srcOrd="2" destOrd="0" presId="urn:microsoft.com/office/officeart/2005/8/layout/lProcess2"/>
    <dgm:cxn modelId="{F0553180-F6A8-4065-95DF-971B1E7BC118}" type="presParOf" srcId="{AF016763-CD15-4586-BC2E-6A1CEE9F9C0A}" destId="{0825712D-5C21-4789-9C43-B644391CC46E}" srcOrd="3" destOrd="0" presId="urn:microsoft.com/office/officeart/2005/8/layout/lProcess2"/>
    <dgm:cxn modelId="{604A72B9-173A-4BEF-A6BE-A05724D35FFA}" type="presParOf" srcId="{AF016763-CD15-4586-BC2E-6A1CEE9F9C0A}" destId="{D3F600EB-7775-4B92-A5D1-444DB7329F17}" srcOrd="4" destOrd="0" presId="urn:microsoft.com/office/officeart/2005/8/layout/lProcess2"/>
    <dgm:cxn modelId="{86E2C28A-F79A-4A3D-8374-4A7DAC25D324}" type="presParOf" srcId="{AF016763-CD15-4586-BC2E-6A1CEE9F9C0A}" destId="{40FD4DEA-10AD-406B-9D9B-7C4F8AE92A0B}" srcOrd="5" destOrd="0" presId="urn:microsoft.com/office/officeart/2005/8/layout/lProcess2"/>
    <dgm:cxn modelId="{C100ECFC-5883-4FE9-962A-841E1D160C36}" type="presParOf" srcId="{AF016763-CD15-4586-BC2E-6A1CEE9F9C0A}" destId="{37063E3A-7828-4ADB-8C0A-1D3F2B01EE5C}" srcOrd="6" destOrd="0" presId="urn:microsoft.com/office/officeart/2005/8/layout/lProcess2"/>
    <dgm:cxn modelId="{97AE456F-0245-45EB-8A20-8791EB9336B2}" type="presParOf" srcId="{AF016763-CD15-4586-BC2E-6A1CEE9F9C0A}" destId="{14241451-9FD4-4CAA-98F1-D8E93EC59CBF}" srcOrd="7" destOrd="0" presId="urn:microsoft.com/office/officeart/2005/8/layout/lProcess2"/>
    <dgm:cxn modelId="{A5F0208F-F478-4C20-9944-DA95E946C441}" type="presParOf" srcId="{AF016763-CD15-4586-BC2E-6A1CEE9F9C0A}" destId="{F1011029-55DB-422E-B8DB-9765260AA559}" srcOrd="8" destOrd="0" presId="urn:microsoft.com/office/officeart/2005/8/layout/lProcess2"/>
    <dgm:cxn modelId="{D47FE3DD-96A0-4B74-AD65-B0EF2995B43D}" type="presParOf" srcId="{63DDC776-D8E8-469E-9FF0-1C827FE926D5}" destId="{C3BC1950-5BB1-48BA-A65B-3343CB730312}" srcOrd="3" destOrd="0" presId="urn:microsoft.com/office/officeart/2005/8/layout/lProcess2"/>
    <dgm:cxn modelId="{6DCA1AA8-297D-40ED-BF99-3D5011A485E1}" type="presParOf" srcId="{63DDC776-D8E8-469E-9FF0-1C827FE926D5}" destId="{CD3BA266-BAB9-44A2-8E75-2763930FE04D}" srcOrd="4" destOrd="0" presId="urn:microsoft.com/office/officeart/2005/8/layout/lProcess2"/>
    <dgm:cxn modelId="{98355A95-4169-4C1B-9174-531C270F582F}" type="presParOf" srcId="{CD3BA266-BAB9-44A2-8E75-2763930FE04D}" destId="{8AD57184-5A41-4C33-B644-609D3A705395}" srcOrd="0" destOrd="0" presId="urn:microsoft.com/office/officeart/2005/8/layout/lProcess2"/>
    <dgm:cxn modelId="{1A3ED362-6D45-4842-8C33-508F48578D77}" type="presParOf" srcId="{CD3BA266-BAB9-44A2-8E75-2763930FE04D}" destId="{556F3F4F-F50B-4A32-8D4D-E0817FC602E4}" srcOrd="1" destOrd="0" presId="urn:microsoft.com/office/officeart/2005/8/layout/lProcess2"/>
    <dgm:cxn modelId="{1B030A15-0324-47F9-8B05-105DBC28D825}" type="presParOf" srcId="{CD3BA266-BAB9-44A2-8E75-2763930FE04D}" destId="{42BC1694-24B5-45DD-9672-FE4D0E15433C}" srcOrd="2" destOrd="0" presId="urn:microsoft.com/office/officeart/2005/8/layout/lProcess2"/>
    <dgm:cxn modelId="{177969A0-96AB-45C8-B26B-891897CCC18F}" type="presParOf" srcId="{42BC1694-24B5-45DD-9672-FE4D0E15433C}" destId="{B163A4DA-4561-4743-ADAD-510DEEBFB0FD}" srcOrd="0" destOrd="0" presId="urn:microsoft.com/office/officeart/2005/8/layout/lProcess2"/>
    <dgm:cxn modelId="{9F556A0C-A351-423C-94E3-BA36EBDA28DE}" type="presParOf" srcId="{B163A4DA-4561-4743-ADAD-510DEEBFB0FD}" destId="{5990FF31-4FC7-4BB0-85AF-9C4694DC6FD3}" srcOrd="0" destOrd="0" presId="urn:microsoft.com/office/officeart/2005/8/layout/lProcess2"/>
    <dgm:cxn modelId="{24168ABA-8198-42C2-96E9-44F58464EE17}" type="presParOf" srcId="{B163A4DA-4561-4743-ADAD-510DEEBFB0FD}" destId="{569C0FB5-C954-45DF-896A-A6BB871473E3}" srcOrd="1" destOrd="0" presId="urn:microsoft.com/office/officeart/2005/8/layout/lProcess2"/>
    <dgm:cxn modelId="{A1DA0E7D-C199-447C-9B23-CABF9CEA9775}" type="presParOf" srcId="{B163A4DA-4561-4743-ADAD-510DEEBFB0FD}" destId="{FAB5C88A-C479-4766-87BA-003B9E0B5732}" srcOrd="2" destOrd="0" presId="urn:microsoft.com/office/officeart/2005/8/layout/lProcess2"/>
    <dgm:cxn modelId="{5CA31AF9-24AD-476B-8C67-D90ADB39DBD8}" type="presParOf" srcId="{B163A4DA-4561-4743-ADAD-510DEEBFB0FD}" destId="{2720470C-AA53-41A4-A420-8F9B9961A693}" srcOrd="3" destOrd="0" presId="urn:microsoft.com/office/officeart/2005/8/layout/lProcess2"/>
    <dgm:cxn modelId="{7EE56115-039E-44A6-9A00-2AC23BEB4235}" type="presParOf" srcId="{B163A4DA-4561-4743-ADAD-510DEEBFB0FD}" destId="{9F84B214-3789-42C8-AB73-B8B459032E2E}" srcOrd="4" destOrd="0" presId="urn:microsoft.com/office/officeart/2005/8/layout/lProcess2"/>
    <dgm:cxn modelId="{89B71185-99A1-4DF8-9045-744ADC51CC82}" type="presParOf" srcId="{B163A4DA-4561-4743-ADAD-510DEEBFB0FD}" destId="{1813E0DA-D417-42C6-A80A-F0B126B1937F}" srcOrd="5" destOrd="0" presId="urn:microsoft.com/office/officeart/2005/8/layout/lProcess2"/>
    <dgm:cxn modelId="{0F144A62-7723-40E1-B851-B39ED361EEBA}" type="presParOf" srcId="{B163A4DA-4561-4743-ADAD-510DEEBFB0FD}" destId="{DA770EE8-67A5-42AD-9797-02463C44F47E}" srcOrd="6" destOrd="0" presId="urn:microsoft.com/office/officeart/2005/8/layout/lProcess2"/>
    <dgm:cxn modelId="{AA25ABA1-D73A-44DC-BB26-669D029039A6}" type="presParOf" srcId="{B163A4DA-4561-4743-ADAD-510DEEBFB0FD}" destId="{D5CFE662-9416-4066-A55B-842A50B5CA93}" srcOrd="7" destOrd="0" presId="urn:microsoft.com/office/officeart/2005/8/layout/lProcess2"/>
    <dgm:cxn modelId="{AE8F74EB-AA44-4F40-B7D4-0A0F5CB06729}" type="presParOf" srcId="{B163A4DA-4561-4743-ADAD-510DEEBFB0FD}" destId="{70C31DAF-16CB-4397-89E3-C71E38168E0D}" srcOrd="8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8E31DB41-8944-42D2-BE6A-8E6B2B191900}">
      <dsp:nvSpPr>
        <dsp:cNvPr id="0" name=""/>
        <dsp:cNvSpPr/>
      </dsp:nvSpPr>
      <dsp:spPr>
        <a:xfrm>
          <a:off x="995" y="0"/>
          <a:ext cx="2587749" cy="48514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tint val="4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tint val="4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tint val="4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 smtClean="0"/>
            <a:t>Provider </a:t>
          </a:r>
        </a:p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 smtClean="0"/>
            <a:t>Jobs</a:t>
          </a:r>
          <a:endParaRPr lang="en-US" sz="2800" b="1" kern="1200" dirty="0"/>
        </a:p>
      </dsp:txBody>
      <dsp:txXfrm>
        <a:off x="995" y="0"/>
        <a:ext cx="2587749" cy="1455420"/>
      </dsp:txXfrm>
    </dsp:sp>
    <dsp:sp modelId="{6176A2DC-A5C7-4509-AC57-D2D188C4A4A3}">
      <dsp:nvSpPr>
        <dsp:cNvPr id="0" name=""/>
        <dsp:cNvSpPr/>
      </dsp:nvSpPr>
      <dsp:spPr>
        <a:xfrm>
          <a:off x="259770" y="1456337"/>
          <a:ext cx="2070199" cy="56123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Admissions</a:t>
          </a:r>
          <a:endParaRPr lang="en-US" sz="1400" kern="1200" dirty="0"/>
        </a:p>
      </dsp:txBody>
      <dsp:txXfrm>
        <a:off x="259770" y="1456337"/>
        <a:ext cx="2070199" cy="561239"/>
      </dsp:txXfrm>
    </dsp:sp>
    <dsp:sp modelId="{17BF3F04-F401-48E8-94B2-4ADD5E08F7B1}">
      <dsp:nvSpPr>
        <dsp:cNvPr id="0" name=""/>
        <dsp:cNvSpPr/>
      </dsp:nvSpPr>
      <dsp:spPr>
        <a:xfrm>
          <a:off x="259770" y="2103921"/>
          <a:ext cx="2070199" cy="56123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Quality Improvements</a:t>
          </a:r>
          <a:endParaRPr lang="en-US" sz="1400" kern="1200" dirty="0"/>
        </a:p>
      </dsp:txBody>
      <dsp:txXfrm>
        <a:off x="259770" y="2103921"/>
        <a:ext cx="2070199" cy="561239"/>
      </dsp:txXfrm>
    </dsp:sp>
    <dsp:sp modelId="{989EB074-315C-4E28-9642-597288D8F0EE}">
      <dsp:nvSpPr>
        <dsp:cNvPr id="0" name=""/>
        <dsp:cNvSpPr/>
      </dsp:nvSpPr>
      <dsp:spPr>
        <a:xfrm>
          <a:off x="259770" y="2751505"/>
          <a:ext cx="2070199" cy="56123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Customer Satisfaction</a:t>
          </a:r>
          <a:endParaRPr lang="en-US" sz="1400" kern="1200" dirty="0"/>
        </a:p>
      </dsp:txBody>
      <dsp:txXfrm>
        <a:off x="259770" y="2751505"/>
        <a:ext cx="2070199" cy="561239"/>
      </dsp:txXfrm>
    </dsp:sp>
    <dsp:sp modelId="{679027DE-94F9-4337-AD0D-16EA3907F007}">
      <dsp:nvSpPr>
        <dsp:cNvPr id="0" name=""/>
        <dsp:cNvSpPr/>
      </dsp:nvSpPr>
      <dsp:spPr>
        <a:xfrm>
          <a:off x="259770" y="3399089"/>
          <a:ext cx="2070199" cy="56123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Practitioner Satisfaction</a:t>
          </a:r>
          <a:endParaRPr lang="en-US" sz="1400" kern="1200" dirty="0"/>
        </a:p>
      </dsp:txBody>
      <dsp:txXfrm>
        <a:off x="259770" y="3399089"/>
        <a:ext cx="2070199" cy="561239"/>
      </dsp:txXfrm>
    </dsp:sp>
    <dsp:sp modelId="{AAE5B955-2927-4382-AEA1-B2FBB01D3284}">
      <dsp:nvSpPr>
        <dsp:cNvPr id="0" name=""/>
        <dsp:cNvSpPr/>
      </dsp:nvSpPr>
      <dsp:spPr>
        <a:xfrm>
          <a:off x="259770" y="4046672"/>
          <a:ext cx="2070199" cy="56123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Materials / Environment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Management</a:t>
          </a:r>
          <a:endParaRPr lang="en-US" sz="1400" kern="1200" dirty="0"/>
        </a:p>
      </dsp:txBody>
      <dsp:txXfrm>
        <a:off x="259770" y="4046672"/>
        <a:ext cx="2070199" cy="561239"/>
      </dsp:txXfrm>
    </dsp:sp>
    <dsp:sp modelId="{1BCE00DF-8D16-4B81-9ACF-1D2D2E641AA5}">
      <dsp:nvSpPr>
        <dsp:cNvPr id="0" name=""/>
        <dsp:cNvSpPr/>
      </dsp:nvSpPr>
      <dsp:spPr>
        <a:xfrm>
          <a:off x="2782825" y="0"/>
          <a:ext cx="2587749" cy="48514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tint val="4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tint val="4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tint val="4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 smtClean="0"/>
            <a:t>Practitioner</a:t>
          </a:r>
        </a:p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 smtClean="0"/>
            <a:t>Jobs</a:t>
          </a:r>
          <a:endParaRPr lang="en-US" sz="2800" b="1" kern="1200" dirty="0"/>
        </a:p>
      </dsp:txBody>
      <dsp:txXfrm>
        <a:off x="2782825" y="0"/>
        <a:ext cx="2587749" cy="1455420"/>
      </dsp:txXfrm>
    </dsp:sp>
    <dsp:sp modelId="{7B6B4309-8E9C-4E98-99D7-1700CB80C32D}">
      <dsp:nvSpPr>
        <dsp:cNvPr id="0" name=""/>
        <dsp:cNvSpPr/>
      </dsp:nvSpPr>
      <dsp:spPr>
        <a:xfrm>
          <a:off x="3041600" y="1456337"/>
          <a:ext cx="2070199" cy="56123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Diagnosis</a:t>
          </a:r>
          <a:endParaRPr lang="en-US" sz="1400" kern="1200" dirty="0"/>
        </a:p>
      </dsp:txBody>
      <dsp:txXfrm>
        <a:off x="3041600" y="1456337"/>
        <a:ext cx="2070199" cy="561239"/>
      </dsp:txXfrm>
    </dsp:sp>
    <dsp:sp modelId="{27AF2F3D-08BF-4FFD-8F17-C7E4FBA396F4}">
      <dsp:nvSpPr>
        <dsp:cNvPr id="0" name=""/>
        <dsp:cNvSpPr/>
      </dsp:nvSpPr>
      <dsp:spPr>
        <a:xfrm>
          <a:off x="3041600" y="2103921"/>
          <a:ext cx="2070199" cy="56123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Administering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Drugs</a:t>
          </a:r>
          <a:endParaRPr lang="en-US" sz="1400" kern="1200" dirty="0"/>
        </a:p>
      </dsp:txBody>
      <dsp:txXfrm>
        <a:off x="3041600" y="2103921"/>
        <a:ext cx="2070199" cy="561239"/>
      </dsp:txXfrm>
    </dsp:sp>
    <dsp:sp modelId="{D3F600EB-7775-4B92-A5D1-444DB7329F17}">
      <dsp:nvSpPr>
        <dsp:cNvPr id="0" name=""/>
        <dsp:cNvSpPr/>
      </dsp:nvSpPr>
      <dsp:spPr>
        <a:xfrm>
          <a:off x="3041600" y="2751505"/>
          <a:ext cx="2070199" cy="56123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Providing 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Information</a:t>
          </a:r>
          <a:endParaRPr lang="en-US" sz="1400" kern="1200" dirty="0"/>
        </a:p>
      </dsp:txBody>
      <dsp:txXfrm>
        <a:off x="3041600" y="2751505"/>
        <a:ext cx="2070199" cy="561239"/>
      </dsp:txXfrm>
    </dsp:sp>
    <dsp:sp modelId="{37063E3A-7828-4ADB-8C0A-1D3F2B01EE5C}">
      <dsp:nvSpPr>
        <dsp:cNvPr id="0" name=""/>
        <dsp:cNvSpPr/>
      </dsp:nvSpPr>
      <dsp:spPr>
        <a:xfrm>
          <a:off x="3041600" y="3399089"/>
          <a:ext cx="2070199" cy="56123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Bedside Care</a:t>
          </a:r>
          <a:endParaRPr lang="en-US" sz="1400" kern="1200" dirty="0"/>
        </a:p>
      </dsp:txBody>
      <dsp:txXfrm>
        <a:off x="3041600" y="3399089"/>
        <a:ext cx="2070199" cy="561239"/>
      </dsp:txXfrm>
    </dsp:sp>
    <dsp:sp modelId="{F1011029-55DB-422E-B8DB-9765260AA559}">
      <dsp:nvSpPr>
        <dsp:cNvPr id="0" name=""/>
        <dsp:cNvSpPr/>
      </dsp:nvSpPr>
      <dsp:spPr>
        <a:xfrm>
          <a:off x="3041600" y="4046672"/>
          <a:ext cx="2070199" cy="56123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Procedures &amp;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Protocols</a:t>
          </a:r>
          <a:endParaRPr lang="en-US" sz="1400" kern="1200" dirty="0"/>
        </a:p>
      </dsp:txBody>
      <dsp:txXfrm>
        <a:off x="3041600" y="4046672"/>
        <a:ext cx="2070199" cy="561239"/>
      </dsp:txXfrm>
    </dsp:sp>
    <dsp:sp modelId="{8AD57184-5A41-4C33-B644-609D3A705395}">
      <dsp:nvSpPr>
        <dsp:cNvPr id="0" name=""/>
        <dsp:cNvSpPr/>
      </dsp:nvSpPr>
      <dsp:spPr>
        <a:xfrm>
          <a:off x="5564655" y="0"/>
          <a:ext cx="2587749" cy="48514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tint val="4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tint val="4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tint val="4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 smtClean="0"/>
            <a:t>Patient</a:t>
          </a:r>
        </a:p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 smtClean="0"/>
            <a:t>Jobs</a:t>
          </a:r>
          <a:endParaRPr lang="en-US" sz="2800" b="1" kern="1200" dirty="0"/>
        </a:p>
      </dsp:txBody>
      <dsp:txXfrm>
        <a:off x="5564655" y="0"/>
        <a:ext cx="2587749" cy="1455420"/>
      </dsp:txXfrm>
    </dsp:sp>
    <dsp:sp modelId="{5990FF31-4FC7-4BB0-85AF-9C4694DC6FD3}">
      <dsp:nvSpPr>
        <dsp:cNvPr id="0" name=""/>
        <dsp:cNvSpPr/>
      </dsp:nvSpPr>
      <dsp:spPr>
        <a:xfrm>
          <a:off x="5823430" y="1456337"/>
          <a:ext cx="2070199" cy="56123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Obtaining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Information</a:t>
          </a:r>
          <a:endParaRPr lang="en-US" sz="1400" kern="1200" dirty="0"/>
        </a:p>
      </dsp:txBody>
      <dsp:txXfrm>
        <a:off x="5823430" y="1456337"/>
        <a:ext cx="2070199" cy="561239"/>
      </dsp:txXfrm>
    </dsp:sp>
    <dsp:sp modelId="{FAB5C88A-C479-4766-87BA-003B9E0B5732}">
      <dsp:nvSpPr>
        <dsp:cNvPr id="0" name=""/>
        <dsp:cNvSpPr/>
      </dsp:nvSpPr>
      <dsp:spPr>
        <a:xfrm>
          <a:off x="5823430" y="2103921"/>
          <a:ext cx="2070199" cy="56123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Accessing 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Care Facilities</a:t>
          </a:r>
          <a:endParaRPr lang="en-US" sz="1400" kern="1200" dirty="0"/>
        </a:p>
      </dsp:txBody>
      <dsp:txXfrm>
        <a:off x="5823430" y="2103921"/>
        <a:ext cx="2070199" cy="561239"/>
      </dsp:txXfrm>
    </dsp:sp>
    <dsp:sp modelId="{9F84B214-3789-42C8-AB73-B8B459032E2E}">
      <dsp:nvSpPr>
        <dsp:cNvPr id="0" name=""/>
        <dsp:cNvSpPr/>
      </dsp:nvSpPr>
      <dsp:spPr>
        <a:xfrm>
          <a:off x="5823430" y="2751505"/>
          <a:ext cx="2070199" cy="56123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Obtaining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Treatment</a:t>
          </a:r>
          <a:endParaRPr lang="en-US" sz="1400" kern="1200" dirty="0"/>
        </a:p>
      </dsp:txBody>
      <dsp:txXfrm>
        <a:off x="5823430" y="2751505"/>
        <a:ext cx="2070199" cy="561239"/>
      </dsp:txXfrm>
    </dsp:sp>
    <dsp:sp modelId="{DA770EE8-67A5-42AD-9797-02463C44F47E}">
      <dsp:nvSpPr>
        <dsp:cNvPr id="0" name=""/>
        <dsp:cNvSpPr/>
      </dsp:nvSpPr>
      <dsp:spPr>
        <a:xfrm>
          <a:off x="5823430" y="3399089"/>
          <a:ext cx="2070199" cy="56123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Preventing 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Illness</a:t>
          </a:r>
          <a:endParaRPr lang="en-US" sz="1400" kern="1200" dirty="0"/>
        </a:p>
      </dsp:txBody>
      <dsp:txXfrm>
        <a:off x="5823430" y="3399089"/>
        <a:ext cx="2070199" cy="561239"/>
      </dsp:txXfrm>
    </dsp:sp>
    <dsp:sp modelId="{70C31DAF-16CB-4397-89E3-C71E38168E0D}">
      <dsp:nvSpPr>
        <dsp:cNvPr id="0" name=""/>
        <dsp:cNvSpPr/>
      </dsp:nvSpPr>
      <dsp:spPr>
        <a:xfrm>
          <a:off x="5823430" y="4046672"/>
          <a:ext cx="2070199" cy="56123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Recovery &amp; 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Maintenance </a:t>
          </a:r>
          <a:endParaRPr lang="en-US" sz="1400" kern="1200" dirty="0"/>
        </a:p>
      </dsp:txBody>
      <dsp:txXfrm>
        <a:off x="5823430" y="4046672"/>
        <a:ext cx="2070199" cy="5612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DD8D3DF-C8E7-400F-A470-C35BFABFEA8B}" type="datetime1">
              <a:rPr lang="en-US"/>
              <a:pPr>
                <a:defRPr/>
              </a:pPr>
              <a:t>12/6/2009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DFC0378-E924-45D2-833F-2407825596E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10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</a:defRPr>
            </a:lvl1pPr>
          </a:lstStyle>
          <a:p>
            <a:pPr>
              <a:defRPr/>
            </a:pPr>
            <a:fld id="{BA5DA134-F246-4A0D-B32C-1C816EB1D884}" type="datetime1">
              <a:rPr lang="en-US"/>
              <a:pPr>
                <a:defRPr/>
              </a:pPr>
              <a:t>12/6/2009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10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</a:defRPr>
            </a:lvl1pPr>
          </a:lstStyle>
          <a:p>
            <a:pPr>
              <a:defRPr/>
            </a:pPr>
            <a:fld id="{D8C2B3F5-6F9B-4CB9-8D11-1CB8B4199FB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7EBFD5-6BE7-418E-85A6-2C728D1C3605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7EBFD5-6BE7-418E-85A6-2C728D1C3605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7EBFD5-6BE7-418E-85A6-2C728D1C3605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7EBFD5-6BE7-418E-85A6-2C728D1C3605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7EBFD5-6BE7-418E-85A6-2C728D1C3605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7EBFD5-6BE7-418E-85A6-2C728D1C3605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7EBFD5-6BE7-418E-85A6-2C728D1C3605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7EBFD5-6BE7-418E-85A6-2C728D1C3605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C2B3F5-6F9B-4CB9-8D11-1CB8B4199FBB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C2B3F5-6F9B-4CB9-8D11-1CB8B4199FBB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724FB15-D4DD-42F5-8CEF-6AFF62F6DDF1}" type="slidenum">
              <a:rPr lang="en-US" smtClean="0">
                <a:latin typeface="Calibri" pitchFamily="34" charset="0"/>
              </a:rPr>
              <a:pPr/>
              <a:t>11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Grassy Ridgelines, Briones Regional Park, California.jpg"/>
          <p:cNvPicPr>
            <a:picLocks noChangeAspect="1"/>
          </p:cNvPicPr>
          <p:nvPr/>
        </p:nvPicPr>
        <p:blipFill>
          <a:blip r:embed="rId2" cstate="print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219200" y="0"/>
            <a:ext cx="79248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FFFFFF"/>
              </a:solidFill>
              <a:cs typeface="Arial" charset="0"/>
            </a:endParaRPr>
          </a:p>
        </p:txBody>
      </p:sp>
      <p:pic>
        <p:nvPicPr>
          <p:cNvPr id="6" name="Picture 8" descr="small VEG  logo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0800" y="457200"/>
            <a:ext cx="4008438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68A67391-9C2F-4576-BC27-1C9C10A9520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mall VEG  logo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25" y="0"/>
            <a:ext cx="3038475" cy="80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Connector 4"/>
          <p:cNvCxnSpPr/>
          <p:nvPr/>
        </p:nvCxnSpPr>
        <p:spPr>
          <a:xfrm>
            <a:off x="457200" y="1219200"/>
            <a:ext cx="8229600" cy="0"/>
          </a:xfrm>
          <a:prstGeom prst="line">
            <a:avLst/>
          </a:prstGeom>
          <a:ln w="82550" cap="rnd">
            <a:solidFill>
              <a:srgbClr val="2167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350838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10"/>
          <p:cNvSpPr>
            <a:spLocks noGrp="1"/>
          </p:cNvSpPr>
          <p:nvPr>
            <p:ph type="sldNum" sz="quarter" idx="10"/>
          </p:nvPr>
        </p:nvSpPr>
        <p:spPr>
          <a:xfrm>
            <a:off x="8001000" y="6356350"/>
            <a:ext cx="685800" cy="365125"/>
          </a:xfrm>
        </p:spPr>
        <p:txBody>
          <a:bodyPr/>
          <a:lstStyle>
            <a:lvl1pPr>
              <a:defRPr sz="16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fld id="{B17766A0-4E7E-4346-9845-753A3E560A4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3887C531-DA27-446A-8A3B-0540AE8DE5B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FC9C5604-86D9-4EB0-BC59-58A9D6CCB31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DCA6F392-9C2D-4F42-B20A-C1BECCDA9F4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B372FCA7-C354-429C-9ED2-828CB4DE6D8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0DBBCB50-9D3D-47BD-8364-0BC282FB85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36D52CC7-5F5A-4913-8F2B-3DD5AAB29E4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298569EF-EF0C-43C2-A2A7-1FCA48F5D3A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1C33277A-904F-48AA-BB90-3186DF325E8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-110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AFADA5"/>
                </a:solidFill>
                <a:latin typeface="Calibri" pitchFamily="-110" charset="0"/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-110" charset="0"/>
              </a:defRPr>
            </a:lvl1pPr>
          </a:lstStyle>
          <a:p>
            <a:pPr>
              <a:defRPr/>
            </a:pPr>
            <a:fld id="{5D87D35D-A695-453C-87D5-A9ECB16D7C0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01" r:id="rId10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10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62000" y="2209800"/>
            <a:ext cx="7772400" cy="1470025"/>
          </a:xfrm>
        </p:spPr>
        <p:txBody>
          <a:bodyPr/>
          <a:lstStyle/>
          <a:p>
            <a:r>
              <a:rPr lang="en-US" b="1" dirty="0" smtClean="0"/>
              <a:t>Value-Driven</a:t>
            </a:r>
            <a:br>
              <a:rPr lang="en-US" b="1" dirty="0" smtClean="0"/>
            </a:br>
            <a:r>
              <a:rPr lang="en-US" b="1" dirty="0" smtClean="0"/>
              <a:t>  </a:t>
            </a:r>
            <a:r>
              <a:rPr lang="en-US" b="1" dirty="0" smtClean="0"/>
              <a:t>Methodology</a:t>
            </a:r>
            <a:endParaRPr lang="en-US" b="1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275BC4-3E8D-4536-AC7F-3B31C1E880D7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Key Milestones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Define domain model </a:t>
            </a:r>
          </a:p>
          <a:p>
            <a:pPr lvl="0"/>
            <a:r>
              <a:rPr lang="en-US" sz="2400" dirty="0" smtClean="0"/>
              <a:t>Define customer focus methodology</a:t>
            </a:r>
          </a:p>
          <a:p>
            <a:pPr lvl="0"/>
            <a:r>
              <a:rPr lang="en-US" sz="2400" dirty="0" smtClean="0"/>
              <a:t>Define action plan to capture unmet needs</a:t>
            </a:r>
          </a:p>
          <a:p>
            <a:pPr lvl="0"/>
            <a:r>
              <a:rPr lang="en-US" sz="2400" dirty="0" smtClean="0"/>
              <a:t>Begin interviews with key stakeholders</a:t>
            </a:r>
          </a:p>
          <a:p>
            <a:pPr lvl="0"/>
            <a:r>
              <a:rPr lang="en-US" sz="2400" dirty="0" smtClean="0"/>
              <a:t>Complete qualitative analysis</a:t>
            </a:r>
          </a:p>
          <a:p>
            <a:pPr lvl="0"/>
            <a:r>
              <a:rPr lang="en-US" sz="2400" dirty="0" smtClean="0"/>
              <a:t>Draft survey for quantitative analysis</a:t>
            </a:r>
          </a:p>
          <a:p>
            <a:pPr lvl="0"/>
            <a:r>
              <a:rPr lang="en-US" sz="2400" dirty="0" smtClean="0"/>
              <a:t>Conduct survey and capture data </a:t>
            </a:r>
          </a:p>
          <a:p>
            <a:pPr lvl="0"/>
            <a:r>
              <a:rPr lang="en-US" sz="2400" dirty="0" smtClean="0"/>
              <a:t>Present recommendations </a:t>
            </a:r>
          </a:p>
          <a:p>
            <a:endParaRPr lang="en-US" sz="2400" dirty="0" smtClean="0"/>
          </a:p>
          <a:p>
            <a:pPr>
              <a:buNone/>
            </a:pPr>
            <a:r>
              <a:rPr lang="en-US" sz="2400" b="1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Based on the </a:t>
            </a:r>
            <a:r>
              <a:rPr lang="en-US" sz="2400" b="1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Strategyn</a:t>
            </a:r>
            <a:r>
              <a:rPr lang="en-US" sz="2400" b="1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Methodology (see next slides)</a:t>
            </a:r>
            <a:endParaRPr lang="en-US" sz="2400" b="1" dirty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001000" y="6356350"/>
            <a:ext cx="685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What is a Job ?</a:t>
            </a:r>
            <a:endParaRPr lang="en-US" sz="40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1C275BC4-3E8D-4536-AC7F-3B31C1E880D7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1685233"/>
            <a:ext cx="7239000" cy="4791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</a:t>
            </a:r>
            <a:r>
              <a:rPr lang="en-US" sz="2400" b="1" dirty="0" smtClean="0"/>
              <a:t>Job of Storing &amp; Retrieving Music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FC4A571-B8E2-4EAF-BC3C-919E85F30506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1600" y="1696718"/>
            <a:ext cx="6427787" cy="48564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are outcomes 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FC4A571-B8E2-4EAF-BC3C-919E85F30506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1676400"/>
            <a:ext cx="7433408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 smtClean="0"/>
              <a:t>Model for Relating Jobs &amp; Outcomes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FC4A571-B8E2-4EAF-BC3C-919E85F30506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1600" y="1676400"/>
            <a:ext cx="6136087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Capturing &amp; Measuring Value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FC4A571-B8E2-4EAF-BC3C-919E85F30506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1981200"/>
            <a:ext cx="8247063" cy="399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762000"/>
            <a:ext cx="7391400" cy="503238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Identifying &amp; Prioritizing Opportunities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FC4A571-B8E2-4EAF-BC3C-919E85F30506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1166" y="1676400"/>
            <a:ext cx="7029184" cy="496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Modeling Value Across the Continuum of Care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7766A0-4E7E-4346-9845-753A3E560A48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graphicFrame>
        <p:nvGraphicFramePr>
          <p:cNvPr id="5" name="Diagram 4"/>
          <p:cNvGraphicFramePr/>
          <p:nvPr/>
        </p:nvGraphicFramePr>
        <p:xfrm>
          <a:off x="609600" y="1397000"/>
          <a:ext cx="8153400" cy="485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7" name="Straight Connector 6"/>
          <p:cNvCxnSpPr/>
          <p:nvPr/>
        </p:nvCxnSpPr>
        <p:spPr>
          <a:xfrm rot="5400000" flipH="1" flipV="1">
            <a:off x="2933700" y="3162300"/>
            <a:ext cx="685800" cy="60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2895600" y="3810000"/>
            <a:ext cx="76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rot="16200000" flipH="1">
            <a:off x="2971800" y="3810000"/>
            <a:ext cx="609600" cy="60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rot="16200000" flipH="1">
            <a:off x="2628900" y="4152900"/>
            <a:ext cx="1295400" cy="60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rot="5400000" flipH="1" flipV="1">
            <a:off x="2590800" y="3429000"/>
            <a:ext cx="1295400" cy="685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2895600" y="3810000"/>
            <a:ext cx="685800" cy="60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2895600" y="4419600"/>
            <a:ext cx="76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rot="16200000" flipH="1">
            <a:off x="2895600" y="4419600"/>
            <a:ext cx="762000" cy="76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rot="16200000" flipH="1">
            <a:off x="2667000" y="4648200"/>
            <a:ext cx="1219200" cy="76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rot="5400000" flipH="1" flipV="1">
            <a:off x="2286000" y="3733800"/>
            <a:ext cx="1905000" cy="685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rot="5400000" flipH="1" flipV="1">
            <a:off x="2667000" y="4038600"/>
            <a:ext cx="1219200" cy="76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2895600" y="4419600"/>
            <a:ext cx="762000" cy="60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2895600" y="5029200"/>
            <a:ext cx="68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2971800" y="5029200"/>
            <a:ext cx="685800" cy="60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rot="16200000" flipH="1">
            <a:off x="2324100" y="4457700"/>
            <a:ext cx="1981200" cy="685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rot="5400000" flipH="1" flipV="1">
            <a:off x="2324100" y="4381500"/>
            <a:ext cx="1828800" cy="685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rot="5400000" flipH="1" flipV="1">
            <a:off x="2590800" y="4724400"/>
            <a:ext cx="1295400" cy="685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V="1">
            <a:off x="2971800" y="5105400"/>
            <a:ext cx="609600" cy="533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2971800" y="5638800"/>
            <a:ext cx="609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rot="5400000" flipH="1" flipV="1">
            <a:off x="5753100" y="3162300"/>
            <a:ext cx="685800" cy="60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>
            <a:off x="5715000" y="3810000"/>
            <a:ext cx="76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 rot="16200000" flipH="1">
            <a:off x="5791200" y="3810000"/>
            <a:ext cx="609600" cy="60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 rot="16200000" flipH="1">
            <a:off x="5448300" y="4152900"/>
            <a:ext cx="1295400" cy="60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 rot="5400000" flipH="1" flipV="1">
            <a:off x="5410200" y="3429000"/>
            <a:ext cx="1295400" cy="685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 flipV="1">
            <a:off x="5715000" y="3810000"/>
            <a:ext cx="685800" cy="60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>
            <a:off x="5715000" y="4419600"/>
            <a:ext cx="76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rot="16200000" flipH="1">
            <a:off x="5715000" y="4419600"/>
            <a:ext cx="762000" cy="76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 rot="16200000" flipH="1">
            <a:off x="5486400" y="4648200"/>
            <a:ext cx="1219200" cy="76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 rot="5400000" flipH="1" flipV="1">
            <a:off x="5105400" y="3733800"/>
            <a:ext cx="1905000" cy="685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 rot="5400000" flipH="1" flipV="1">
            <a:off x="5486400" y="4038600"/>
            <a:ext cx="1219200" cy="76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 flipV="1">
            <a:off x="5715000" y="4419600"/>
            <a:ext cx="762000" cy="60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>
            <a:off x="5715000" y="5029200"/>
            <a:ext cx="68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>
            <a:off x="5791200" y="5029200"/>
            <a:ext cx="685800" cy="60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 rot="16200000" flipH="1">
            <a:off x="5143500" y="4457700"/>
            <a:ext cx="1981200" cy="685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 rot="5400000" flipH="1" flipV="1">
            <a:off x="5143500" y="4381500"/>
            <a:ext cx="1828800" cy="685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/>
          <p:nvPr/>
        </p:nvCxnSpPr>
        <p:spPr>
          <a:xfrm rot="5400000" flipH="1" flipV="1">
            <a:off x="5410200" y="4724400"/>
            <a:ext cx="1295400" cy="685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 flipV="1">
            <a:off x="5791200" y="5105400"/>
            <a:ext cx="609600" cy="533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>
            <a:off x="5791200" y="5638800"/>
            <a:ext cx="609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>
            <a:off x="2895600" y="3200400"/>
            <a:ext cx="76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>
            <a:off x="5715000" y="3200400"/>
            <a:ext cx="68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/>
          <p:nvPr/>
        </p:nvCxnSpPr>
        <p:spPr>
          <a:xfrm rot="16200000" flipH="1">
            <a:off x="5410200" y="3429000"/>
            <a:ext cx="1219200" cy="76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Driving Sustainable Value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7766A0-4E7E-4346-9845-753A3E560A48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1371600"/>
            <a:ext cx="7810500" cy="5015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ea typeface="ＭＳ Ｐゴシック" pitchFamily="34" charset="-128"/>
              </a:rPr>
              <a:t>Thank 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990685-1496-41A7-8D7C-6CE4810F3A23}" type="slidenum">
              <a:rPr lang="en-US"/>
              <a:pPr>
                <a:defRPr/>
              </a:pPr>
              <a:t>11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E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VEG</Template>
  <TotalTime>8790</TotalTime>
  <Words>153</Words>
  <Application>Microsoft Office PowerPoint</Application>
  <PresentationFormat>On-screen Show (4:3)</PresentationFormat>
  <Paragraphs>74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VEG</vt:lpstr>
      <vt:lpstr>Value-Driven   Methodology</vt:lpstr>
      <vt:lpstr>Key Milestones</vt:lpstr>
      <vt:lpstr>What is a Job ?</vt:lpstr>
      <vt:lpstr>Example: Job of Storing &amp; Retrieving Music</vt:lpstr>
      <vt:lpstr>What are outcomes ?</vt:lpstr>
      <vt:lpstr>Model for Relating Jobs &amp; Outcomes</vt:lpstr>
      <vt:lpstr>Capturing &amp; Measuring Value</vt:lpstr>
      <vt:lpstr>Identifying &amp; Prioritizing Opportunities</vt:lpstr>
      <vt:lpstr>Modeling Value Across the Continuum of Care</vt:lpstr>
      <vt:lpstr>Driving Sustainable Value</vt:lpstr>
      <vt:lpstr>Thank You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Delivery Model</dc:title>
  <dc:creator>jw</dc:creator>
  <cp:lastModifiedBy>JEFF</cp:lastModifiedBy>
  <cp:revision>226</cp:revision>
  <dcterms:created xsi:type="dcterms:W3CDTF">2009-06-09T11:36:35Z</dcterms:created>
  <dcterms:modified xsi:type="dcterms:W3CDTF">2009-12-07T00:30:43Z</dcterms:modified>
</cp:coreProperties>
</file>