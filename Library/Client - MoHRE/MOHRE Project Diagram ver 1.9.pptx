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1" r:id="rId3"/>
    <p:sldId id="265" r:id="rId4"/>
    <p:sldId id="266" r:id="rId5"/>
    <p:sldId id="267" r:id="rId6"/>
    <p:sldId id="268" r:id="rId7"/>
    <p:sldId id="257" r:id="rId8"/>
    <p:sldId id="261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D578-2287-4854-88AE-96C32B210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CB622-0DCA-44C3-9DCB-E445701A2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2C74-EBFC-4F35-88B6-D53FEDAF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A3B88-C89A-4BE0-A939-180CD8F1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F767-9C78-431E-ABF1-6CB3134B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1122-7C58-40FB-A507-B4EE7066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B258-4593-4115-B4FF-30D447CB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5309-4369-48B8-A23D-EA99A07F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E35CE-8E4E-4CE3-9DDA-9F811033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23E6-3843-49D9-B695-4BD24AE1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EA43-E414-4E73-BCC5-26992910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4A6D5-093B-4B6B-947A-4687F98E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E455-85CE-4331-BEB2-9AD860EF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F241-BA08-45DD-97EB-4DB2EB5F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3411-09D9-4A18-BD60-EB311A73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0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AE93-E40B-42FA-894A-34FD9C68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C2A0-1AF6-475E-9E5F-88A76D4FE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7424C-F04D-4E22-BC4D-072B4FB25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5E9C9-368A-49A6-A500-3FFDCDD8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738F8-392D-4031-B2E3-9B1328A3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BC9A-2F22-4A5B-B2F9-93E0A395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7FFF-151E-470F-9B74-EDEA2566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05E4-2ECA-4635-A560-F16F76E2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92E22-B498-44D4-8CF0-78089BD38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756B5-3EB9-4B4D-A0DC-64544208E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28265-EF06-41CB-AB35-FD84B7928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F9167-4D0A-4CFA-886A-1463DD1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7330E-B274-4960-A939-984AA471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89D36-B957-4C5A-8DF3-292B788A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9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C71C-71D3-471D-8A6D-3ED9D27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BD1A0-6014-4873-9BB5-966F4F25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A78CD-6EE3-458C-8227-ED078D15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551ED-C63A-4E63-85A8-ADCF6A4E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1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C6E86-72C0-46E4-978F-452A62DB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5C9CE-0E1D-4CC5-8695-CF6AE000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2E80-C86D-414B-A065-5AFAE90E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E1FD-5957-4CDA-A8EC-140BDB7A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EE58-F7EE-4A35-B241-9CD8F8BC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40643-167E-401B-8596-AFCCE8F08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DBDE8-625D-477D-A1AE-460BC5E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EC829-F906-4A10-8AAF-D96F318D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A23E-BDD6-4D5D-B216-34F7C587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EA8A-EB62-4DE1-AC72-07C51F25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9E573-25D9-47F8-B727-AA3E37A2F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466D-B2A8-407C-92C4-36617AA58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A771-E0EE-4228-80CC-B4A55D16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C30D6-43A5-40B7-A2AC-C65329BF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D2C09-3687-4D47-A54A-01D8CF7E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65F5-0817-455D-B5D3-C86D76C6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83AD9-CF11-4899-9DFA-8CC6159B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E1FC8-BA60-4BF9-8323-EBB33E45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254E-59A2-4814-8E0F-19974222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5D557-FFCD-4E67-9B1B-DF0C887D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5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DB033-5ECE-4E34-85B1-E4CFB8231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78092-AD3B-4DF6-95AC-8C3D3ABD5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5C98D-B8AC-47DD-9F4D-C3A0789F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95D5-3C0E-43D0-8DAA-9F48B0B6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0DF3-DD94-4C68-9A07-98377A67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B9799-0F49-4D6C-9C45-38E1E2D6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D2F10-C999-421F-9F1A-0DD7E029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6A4B-7FEB-4639-A581-357F51AA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F7152-827B-46B5-8A27-6822DB5DF945}" type="datetimeFigureOut">
              <a:rPr lang="en-US" smtClean="0"/>
              <a:t>7/29/18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41320-0E3A-4C76-8348-86CF03044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C95E-0E75-4DC3-B876-AD8C29BF6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E867-A94A-4182-ACF1-15D20BE37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Starter Diagrams for MOHRE Project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6602C-1CB1-40A4-A945-92986F22E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Includes Stages 1 and 2, lead in and diagrams for possible stages 3 and 4 if we get that far.</a:t>
            </a:r>
          </a:p>
          <a:p>
            <a:r>
              <a:rPr lang="en-US" dirty="0"/>
              <a:t>Red outlines are tasks related to the topic we need to do.</a:t>
            </a:r>
          </a:p>
          <a:p>
            <a:r>
              <a:rPr lang="en-US" dirty="0"/>
              <a:t>Some tasks require short meeting to prioritize (like the top 20 documents) meetings and some tasks may be delegated to the internal staff like gathering key P&amp;P.  This is a work in progress right now and requires some discussion and </a:t>
            </a:r>
            <a:r>
              <a:rPr lang="en-US"/>
              <a:t>confirmation alignment </a:t>
            </a:r>
            <a:r>
              <a:rPr lang="en-US" dirty="0"/>
              <a:t>with the proposal.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CEFB-2939-A047-B1D7-17FB65FD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0685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1 &amp;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9423-CFAE-4B43-AE10-8DC61395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/>
          <a:lstStyle/>
          <a:p>
            <a:r>
              <a:rPr lang="en-US" dirty="0"/>
              <a:t>Organization Mapping</a:t>
            </a:r>
          </a:p>
          <a:p>
            <a:pPr lvl="1"/>
            <a:r>
              <a:rPr lang="en-US" dirty="0"/>
              <a:t>Data Gathering (Understanding)</a:t>
            </a:r>
          </a:p>
          <a:p>
            <a:pPr lvl="2"/>
            <a:r>
              <a:rPr lang="en-US" dirty="0"/>
              <a:t>Goals, objectives, processes, issues, stakeholders, projects, metrics, organization</a:t>
            </a:r>
          </a:p>
          <a:p>
            <a:pPr lvl="2"/>
            <a:r>
              <a:rPr lang="en-US" dirty="0"/>
              <a:t>Systems, decision structures &amp; event triggers</a:t>
            </a:r>
          </a:p>
          <a:p>
            <a:pPr lvl="1"/>
            <a:r>
              <a:rPr lang="en-US" dirty="0"/>
              <a:t>Cartography (Mapping &amp; Analysis):</a:t>
            </a:r>
          </a:p>
          <a:p>
            <a:pPr lvl="2"/>
            <a:r>
              <a:rPr lang="en-US" dirty="0"/>
              <a:t>Capabilities, Stakeholders, Services, Initiatives, Strategy, Measures, Demand, Issues</a:t>
            </a:r>
          </a:p>
          <a:p>
            <a:pPr lvl="2"/>
            <a:r>
              <a:rPr lang="en-US" dirty="0"/>
              <a:t>Navigating impact from change (planned &amp; unplanned)</a:t>
            </a:r>
          </a:p>
          <a:p>
            <a:pPr lvl="1"/>
            <a:r>
              <a:rPr lang="en-US" dirty="0"/>
              <a:t>Navigating (Issues, Risks, &amp; Opportunities)</a:t>
            </a:r>
          </a:p>
          <a:p>
            <a:pPr lvl="2"/>
            <a:r>
              <a:rPr lang="en-US" dirty="0"/>
              <a:t>Draft Heat Map showing how the maps can be used to develop measures and guide priorities for change and identify opportunities</a:t>
            </a:r>
          </a:p>
          <a:p>
            <a:pPr lvl="1"/>
            <a:r>
              <a:rPr lang="en-US" dirty="0"/>
              <a:t>Portfolio for AI</a:t>
            </a:r>
          </a:p>
          <a:p>
            <a:pPr lvl="2"/>
            <a:r>
              <a:rPr lang="en-US" dirty="0"/>
              <a:t>List of initiatives to introduce AI (few problem domains)</a:t>
            </a:r>
          </a:p>
          <a:p>
            <a:pPr lvl="3"/>
            <a:r>
              <a:rPr lang="en-US" dirty="0"/>
              <a:t>RPA for service optimization</a:t>
            </a:r>
          </a:p>
          <a:p>
            <a:pPr lvl="3"/>
            <a:r>
              <a:rPr lang="en-US" dirty="0"/>
              <a:t>AI &amp; ML for improving &amp; accelerating decision making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4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FB6F2-E20D-4D2B-B027-0C2501059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765" y="558907"/>
            <a:ext cx="9334191" cy="57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0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143769-C0E9-444C-A66C-61AC5CA7F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388" y="321865"/>
            <a:ext cx="8264659" cy="598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7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E0710-81A0-428A-9793-3015F2AB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77" y="287816"/>
            <a:ext cx="8208845" cy="62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6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B124DC-6CDB-4A02-B615-E9696774E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09" y="224119"/>
            <a:ext cx="9447786" cy="641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3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D295DE-9D87-48AE-80CC-8B8D985FB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21" y="98612"/>
            <a:ext cx="9288020" cy="66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6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7354B7-8ACF-4FD4-94E4-D92E2033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91" y="708213"/>
            <a:ext cx="10634203" cy="55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3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BFCC67-4E00-46E1-A310-A9DE15274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479" y="425824"/>
            <a:ext cx="9772021" cy="619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9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B00D8A-D83C-4E38-8A55-0AAD50AA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30" y="403341"/>
            <a:ext cx="7581376" cy="5836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649F18-D4FB-4AB3-8949-6AB65E8878DA}"/>
              </a:ext>
            </a:extLst>
          </p:cNvPr>
          <p:cNvSpPr txBox="1"/>
          <p:nvPr/>
        </p:nvSpPr>
        <p:spPr>
          <a:xfrm>
            <a:off x="7678271" y="2167263"/>
            <a:ext cx="40834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diagram is incomplete for now</a:t>
            </a:r>
          </a:p>
          <a:p>
            <a:r>
              <a:rPr lang="en-US" sz="16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diagram is completed at the start of Stage 2 when we know the target AI applications. Only those journeys in the target are completed. If the targets do not include a journey then no journey is developed.</a:t>
            </a:r>
          </a:p>
        </p:txBody>
      </p:sp>
    </p:spTree>
    <p:extLst>
      <p:ext uri="{BB962C8B-B14F-4D97-AF65-F5344CB8AC3E}">
        <p14:creationId xmlns:p14="http://schemas.microsoft.com/office/powerpoint/2010/main" val="372980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258</Words>
  <Application>Microsoft Macintosh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Office Theme</vt:lpstr>
      <vt:lpstr>Starter Diagrams for MOHRE Project  </vt:lpstr>
      <vt:lpstr>Phase 1 &amp;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Kowalkowski</dc:creator>
  <cp:lastModifiedBy>Jeffrey Wallk</cp:lastModifiedBy>
  <cp:revision>8</cp:revision>
  <dcterms:created xsi:type="dcterms:W3CDTF">2018-06-19T13:32:36Z</dcterms:created>
  <dcterms:modified xsi:type="dcterms:W3CDTF">2018-07-29T11:37:49Z</dcterms:modified>
</cp:coreProperties>
</file>