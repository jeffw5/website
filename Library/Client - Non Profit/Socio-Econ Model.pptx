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8"/>
  </p:notesMasterIdLst>
  <p:handoutMasterIdLst>
    <p:handoutMasterId r:id="rId9"/>
  </p:handoutMasterIdLst>
  <p:sldIdLst>
    <p:sldId id="257" r:id="rId2"/>
    <p:sldId id="308" r:id="rId3"/>
    <p:sldId id="309" r:id="rId4"/>
    <p:sldId id="310" r:id="rId5"/>
    <p:sldId id="311" r:id="rId6"/>
    <p:sldId id="31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0"/>
  </p:normalViewPr>
  <p:slideViewPr>
    <p:cSldViewPr>
      <p:cViewPr varScale="1">
        <p:scale>
          <a:sx n="120" d="100"/>
          <a:sy n="120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B7B4F6-370D-4433-AD30-5D09FB3C2F0E}" type="doc">
      <dgm:prSet loTypeId="urn:microsoft.com/office/officeart/2005/8/layout/cycle2" loCatId="cycle" qsTypeId="urn:microsoft.com/office/officeart/2005/8/quickstyle/simple4" qsCatId="simple" csTypeId="urn:microsoft.com/office/officeart/2005/8/colors/colorful1#1" csCatId="colorful" phldr="0"/>
      <dgm:spPr/>
      <dgm:t>
        <a:bodyPr/>
        <a:lstStyle/>
        <a:p>
          <a:endParaRPr lang="en-US"/>
        </a:p>
      </dgm:t>
    </dgm:pt>
    <dgm:pt modelId="{4974D34A-2D12-423D-B171-23ACF1187796}">
      <dgm:prSet phldrT="[Text]" phldr="1"/>
      <dgm:spPr/>
      <dgm:t>
        <a:bodyPr/>
        <a:lstStyle/>
        <a:p>
          <a:endParaRPr lang="en-US" dirty="0"/>
        </a:p>
      </dgm:t>
    </dgm:pt>
    <dgm:pt modelId="{BAF04A05-BD66-4167-B0AA-06B96F123BD9}" type="parTrans" cxnId="{5AA4DF89-352B-4E24-9722-E7FFFE5204D0}">
      <dgm:prSet/>
      <dgm:spPr/>
      <dgm:t>
        <a:bodyPr/>
        <a:lstStyle/>
        <a:p>
          <a:endParaRPr lang="en-US"/>
        </a:p>
      </dgm:t>
    </dgm:pt>
    <dgm:pt modelId="{67108FB6-77C9-4024-84B9-8283B105F989}" type="sibTrans" cxnId="{5AA4DF89-352B-4E24-9722-E7FFFE5204D0}">
      <dgm:prSet/>
      <dgm:spPr/>
      <dgm:t>
        <a:bodyPr/>
        <a:lstStyle/>
        <a:p>
          <a:endParaRPr lang="en-US"/>
        </a:p>
      </dgm:t>
    </dgm:pt>
    <dgm:pt modelId="{CF812F7E-6B3F-4C7E-8BE3-DBD820BCE27F}">
      <dgm:prSet phldrT="[Text]" phldr="1"/>
      <dgm:spPr/>
      <dgm:t>
        <a:bodyPr/>
        <a:lstStyle/>
        <a:p>
          <a:endParaRPr lang="en-US" dirty="0"/>
        </a:p>
      </dgm:t>
    </dgm:pt>
    <dgm:pt modelId="{BF38104F-2D11-480B-AF9E-7FC7CE99940C}" type="parTrans" cxnId="{9C110772-938C-4FED-BA88-8591BF907541}">
      <dgm:prSet/>
      <dgm:spPr/>
      <dgm:t>
        <a:bodyPr/>
        <a:lstStyle/>
        <a:p>
          <a:endParaRPr lang="en-US"/>
        </a:p>
      </dgm:t>
    </dgm:pt>
    <dgm:pt modelId="{D8A8AEF3-D5CC-422F-AA01-7A4BEDA91614}" type="sibTrans" cxnId="{9C110772-938C-4FED-BA88-8591BF907541}">
      <dgm:prSet/>
      <dgm:spPr/>
      <dgm:t>
        <a:bodyPr/>
        <a:lstStyle/>
        <a:p>
          <a:endParaRPr lang="en-US"/>
        </a:p>
      </dgm:t>
    </dgm:pt>
    <dgm:pt modelId="{C52E029E-7F10-46E9-9A29-579167E1AB12}">
      <dgm:prSet phldrT="[Text]" phldr="1"/>
      <dgm:spPr/>
      <dgm:t>
        <a:bodyPr/>
        <a:lstStyle/>
        <a:p>
          <a:endParaRPr lang="en-US" dirty="0"/>
        </a:p>
      </dgm:t>
    </dgm:pt>
    <dgm:pt modelId="{2F1A8840-93E3-4F38-8990-C4AB212F3589}" type="parTrans" cxnId="{39419640-208B-4A18-9F10-0E91BBB0B790}">
      <dgm:prSet/>
      <dgm:spPr/>
      <dgm:t>
        <a:bodyPr/>
        <a:lstStyle/>
        <a:p>
          <a:endParaRPr lang="en-US"/>
        </a:p>
      </dgm:t>
    </dgm:pt>
    <dgm:pt modelId="{729AE55C-491D-4135-90C4-EB8E97E98BB2}" type="sibTrans" cxnId="{39419640-208B-4A18-9F10-0E91BBB0B790}">
      <dgm:prSet/>
      <dgm:spPr/>
      <dgm:t>
        <a:bodyPr/>
        <a:lstStyle/>
        <a:p>
          <a:endParaRPr lang="en-US"/>
        </a:p>
      </dgm:t>
    </dgm:pt>
    <dgm:pt modelId="{ED6051EB-7F6B-40F6-A638-A6144EC806D7}">
      <dgm:prSet phldrT="[Text]" phldr="1"/>
      <dgm:spPr/>
      <dgm:t>
        <a:bodyPr/>
        <a:lstStyle/>
        <a:p>
          <a:endParaRPr lang="en-US" dirty="0"/>
        </a:p>
      </dgm:t>
    </dgm:pt>
    <dgm:pt modelId="{1CD1274D-10AC-406A-B5A1-DF2167B14301}" type="parTrans" cxnId="{117979E8-2CFC-4A8C-8E4B-F86B044C770A}">
      <dgm:prSet/>
      <dgm:spPr/>
      <dgm:t>
        <a:bodyPr/>
        <a:lstStyle/>
        <a:p>
          <a:endParaRPr lang="en-US"/>
        </a:p>
      </dgm:t>
    </dgm:pt>
    <dgm:pt modelId="{500CF8D4-D78D-4E4E-BE9C-FAEF25929E69}" type="sibTrans" cxnId="{117979E8-2CFC-4A8C-8E4B-F86B044C770A}">
      <dgm:prSet/>
      <dgm:spPr/>
      <dgm:t>
        <a:bodyPr/>
        <a:lstStyle/>
        <a:p>
          <a:endParaRPr lang="en-US"/>
        </a:p>
      </dgm:t>
    </dgm:pt>
    <dgm:pt modelId="{AEDDE045-0161-4D37-8EC1-CE1346C4E85C}">
      <dgm:prSet phldrT="[Text]" phldr="1"/>
      <dgm:spPr/>
      <dgm:t>
        <a:bodyPr/>
        <a:lstStyle/>
        <a:p>
          <a:endParaRPr lang="en-US" dirty="0"/>
        </a:p>
      </dgm:t>
    </dgm:pt>
    <dgm:pt modelId="{002AA08E-CD04-465E-B9E6-982133664D99}" type="parTrans" cxnId="{8342DDBD-F063-459E-B057-289DAB1DE0F2}">
      <dgm:prSet/>
      <dgm:spPr/>
      <dgm:t>
        <a:bodyPr/>
        <a:lstStyle/>
        <a:p>
          <a:endParaRPr lang="en-US"/>
        </a:p>
      </dgm:t>
    </dgm:pt>
    <dgm:pt modelId="{0C88CFDE-E5AD-4497-BF56-31909ADE2A8E}" type="sibTrans" cxnId="{8342DDBD-F063-459E-B057-289DAB1DE0F2}">
      <dgm:prSet/>
      <dgm:spPr/>
      <dgm:t>
        <a:bodyPr/>
        <a:lstStyle/>
        <a:p>
          <a:endParaRPr lang="en-US"/>
        </a:p>
      </dgm:t>
    </dgm:pt>
    <dgm:pt modelId="{7973F3E6-AA64-4D7D-99A2-ED4BD3326700}" type="pres">
      <dgm:prSet presAssocID="{B0B7B4F6-370D-4433-AD30-5D09FB3C2F0E}" presName="cycle" presStyleCnt="0">
        <dgm:presLayoutVars>
          <dgm:dir/>
          <dgm:resizeHandles val="exact"/>
        </dgm:presLayoutVars>
      </dgm:prSet>
      <dgm:spPr/>
    </dgm:pt>
    <dgm:pt modelId="{7A424D44-8725-4F6F-9DE4-BED40AE7A8B2}" type="pres">
      <dgm:prSet presAssocID="{4974D34A-2D12-423D-B171-23ACF1187796}" presName="node" presStyleLbl="node1" presStyleIdx="0" presStyleCnt="5">
        <dgm:presLayoutVars>
          <dgm:bulletEnabled val="1"/>
        </dgm:presLayoutVars>
      </dgm:prSet>
      <dgm:spPr/>
    </dgm:pt>
    <dgm:pt modelId="{24DCFC0C-34BB-4E9F-AB65-83614EC28329}" type="pres">
      <dgm:prSet presAssocID="{67108FB6-77C9-4024-84B9-8283B105F989}" presName="sibTrans" presStyleLbl="sibTrans2D1" presStyleIdx="0" presStyleCnt="5"/>
      <dgm:spPr/>
    </dgm:pt>
    <dgm:pt modelId="{463BDC0D-F7B1-4AF6-AC61-C153549C7DFB}" type="pres">
      <dgm:prSet presAssocID="{67108FB6-77C9-4024-84B9-8283B105F989}" presName="connectorText" presStyleLbl="sibTrans2D1" presStyleIdx="0" presStyleCnt="5"/>
      <dgm:spPr/>
    </dgm:pt>
    <dgm:pt modelId="{A6106D4A-5484-44A7-9EFE-9D4F56A25203}" type="pres">
      <dgm:prSet presAssocID="{CF812F7E-6B3F-4C7E-8BE3-DBD820BCE27F}" presName="node" presStyleLbl="node1" presStyleIdx="1" presStyleCnt="5">
        <dgm:presLayoutVars>
          <dgm:bulletEnabled val="1"/>
        </dgm:presLayoutVars>
      </dgm:prSet>
      <dgm:spPr/>
    </dgm:pt>
    <dgm:pt modelId="{605F24DB-4B88-43AD-A475-3177C894A76C}" type="pres">
      <dgm:prSet presAssocID="{D8A8AEF3-D5CC-422F-AA01-7A4BEDA91614}" presName="sibTrans" presStyleLbl="sibTrans2D1" presStyleIdx="1" presStyleCnt="5"/>
      <dgm:spPr/>
    </dgm:pt>
    <dgm:pt modelId="{4A049922-8771-4E08-9A56-FAB310AFBD92}" type="pres">
      <dgm:prSet presAssocID="{D8A8AEF3-D5CC-422F-AA01-7A4BEDA91614}" presName="connectorText" presStyleLbl="sibTrans2D1" presStyleIdx="1" presStyleCnt="5"/>
      <dgm:spPr/>
    </dgm:pt>
    <dgm:pt modelId="{F815CB2A-87A4-4043-884F-6438D5BFAFE8}" type="pres">
      <dgm:prSet presAssocID="{C52E029E-7F10-46E9-9A29-579167E1AB12}" presName="node" presStyleLbl="node1" presStyleIdx="2" presStyleCnt="5">
        <dgm:presLayoutVars>
          <dgm:bulletEnabled val="1"/>
        </dgm:presLayoutVars>
      </dgm:prSet>
      <dgm:spPr/>
    </dgm:pt>
    <dgm:pt modelId="{76177BE7-DB11-41E7-9933-DF750AB4368D}" type="pres">
      <dgm:prSet presAssocID="{729AE55C-491D-4135-90C4-EB8E97E98BB2}" presName="sibTrans" presStyleLbl="sibTrans2D1" presStyleIdx="2" presStyleCnt="5"/>
      <dgm:spPr/>
    </dgm:pt>
    <dgm:pt modelId="{FEEF0131-0B75-437F-8D92-B3BA4337878F}" type="pres">
      <dgm:prSet presAssocID="{729AE55C-491D-4135-90C4-EB8E97E98BB2}" presName="connectorText" presStyleLbl="sibTrans2D1" presStyleIdx="2" presStyleCnt="5"/>
      <dgm:spPr/>
    </dgm:pt>
    <dgm:pt modelId="{B7B07A9F-7F8F-4E03-B4BE-6B680E17FBC1}" type="pres">
      <dgm:prSet presAssocID="{ED6051EB-7F6B-40F6-A638-A6144EC806D7}" presName="node" presStyleLbl="node1" presStyleIdx="3" presStyleCnt="5">
        <dgm:presLayoutVars>
          <dgm:bulletEnabled val="1"/>
        </dgm:presLayoutVars>
      </dgm:prSet>
      <dgm:spPr/>
    </dgm:pt>
    <dgm:pt modelId="{84F3054D-1A87-4432-916D-ACC6370FACDB}" type="pres">
      <dgm:prSet presAssocID="{500CF8D4-D78D-4E4E-BE9C-FAEF25929E69}" presName="sibTrans" presStyleLbl="sibTrans2D1" presStyleIdx="3" presStyleCnt="5"/>
      <dgm:spPr/>
    </dgm:pt>
    <dgm:pt modelId="{1E5E675F-0185-491D-BEC6-0AC6EB82CD4B}" type="pres">
      <dgm:prSet presAssocID="{500CF8D4-D78D-4E4E-BE9C-FAEF25929E69}" presName="connectorText" presStyleLbl="sibTrans2D1" presStyleIdx="3" presStyleCnt="5"/>
      <dgm:spPr/>
    </dgm:pt>
    <dgm:pt modelId="{296328BA-2F0C-4B4C-A6C0-C1912C8B6D33}" type="pres">
      <dgm:prSet presAssocID="{AEDDE045-0161-4D37-8EC1-CE1346C4E85C}" presName="node" presStyleLbl="node1" presStyleIdx="4" presStyleCnt="5">
        <dgm:presLayoutVars>
          <dgm:bulletEnabled val="1"/>
        </dgm:presLayoutVars>
      </dgm:prSet>
      <dgm:spPr/>
    </dgm:pt>
    <dgm:pt modelId="{D08B1253-FD3F-4ABA-AAC6-3BBA48F00D7D}" type="pres">
      <dgm:prSet presAssocID="{0C88CFDE-E5AD-4497-BF56-31909ADE2A8E}" presName="sibTrans" presStyleLbl="sibTrans2D1" presStyleIdx="4" presStyleCnt="5"/>
      <dgm:spPr/>
    </dgm:pt>
    <dgm:pt modelId="{A10CF498-88AD-42BA-B2DA-93820FC6BE97}" type="pres">
      <dgm:prSet presAssocID="{0C88CFDE-E5AD-4497-BF56-31909ADE2A8E}" presName="connectorText" presStyleLbl="sibTrans2D1" presStyleIdx="4" presStyleCnt="5"/>
      <dgm:spPr/>
    </dgm:pt>
  </dgm:ptLst>
  <dgm:cxnLst>
    <dgm:cxn modelId="{E04E4F03-4E73-42CC-9DCF-BCAB6CC59648}" type="presOf" srcId="{500CF8D4-D78D-4E4E-BE9C-FAEF25929E69}" destId="{1E5E675F-0185-491D-BEC6-0AC6EB82CD4B}" srcOrd="1" destOrd="0" presId="urn:microsoft.com/office/officeart/2005/8/layout/cycle2"/>
    <dgm:cxn modelId="{8AFB4B07-C03B-4530-AAE5-6F9F67B89B66}" type="presOf" srcId="{0C88CFDE-E5AD-4497-BF56-31909ADE2A8E}" destId="{D08B1253-FD3F-4ABA-AAC6-3BBA48F00D7D}" srcOrd="0" destOrd="0" presId="urn:microsoft.com/office/officeart/2005/8/layout/cycle2"/>
    <dgm:cxn modelId="{DAD78E2D-8E48-4A74-A17C-A21787516D03}" type="presOf" srcId="{500CF8D4-D78D-4E4E-BE9C-FAEF25929E69}" destId="{84F3054D-1A87-4432-916D-ACC6370FACDB}" srcOrd="0" destOrd="0" presId="urn:microsoft.com/office/officeart/2005/8/layout/cycle2"/>
    <dgm:cxn modelId="{278B5536-5FE9-4A15-8845-CB016B366C33}" type="presOf" srcId="{B0B7B4F6-370D-4433-AD30-5D09FB3C2F0E}" destId="{7973F3E6-AA64-4D7D-99A2-ED4BD3326700}" srcOrd="0" destOrd="0" presId="urn:microsoft.com/office/officeart/2005/8/layout/cycle2"/>
    <dgm:cxn modelId="{39419640-208B-4A18-9F10-0E91BBB0B790}" srcId="{B0B7B4F6-370D-4433-AD30-5D09FB3C2F0E}" destId="{C52E029E-7F10-46E9-9A29-579167E1AB12}" srcOrd="2" destOrd="0" parTransId="{2F1A8840-93E3-4F38-8990-C4AB212F3589}" sibTransId="{729AE55C-491D-4135-90C4-EB8E97E98BB2}"/>
    <dgm:cxn modelId="{06ECE458-CB98-455C-B383-3871E7FAAEA1}" type="presOf" srcId="{D8A8AEF3-D5CC-422F-AA01-7A4BEDA91614}" destId="{4A049922-8771-4E08-9A56-FAB310AFBD92}" srcOrd="1" destOrd="0" presId="urn:microsoft.com/office/officeart/2005/8/layout/cycle2"/>
    <dgm:cxn modelId="{FE45DF70-4018-48AF-A9E0-B470D0FEC285}" type="presOf" srcId="{C52E029E-7F10-46E9-9A29-579167E1AB12}" destId="{F815CB2A-87A4-4043-884F-6438D5BFAFE8}" srcOrd="0" destOrd="0" presId="urn:microsoft.com/office/officeart/2005/8/layout/cycle2"/>
    <dgm:cxn modelId="{9C110772-938C-4FED-BA88-8591BF907541}" srcId="{B0B7B4F6-370D-4433-AD30-5D09FB3C2F0E}" destId="{CF812F7E-6B3F-4C7E-8BE3-DBD820BCE27F}" srcOrd="1" destOrd="0" parTransId="{BF38104F-2D11-480B-AF9E-7FC7CE99940C}" sibTransId="{D8A8AEF3-D5CC-422F-AA01-7A4BEDA91614}"/>
    <dgm:cxn modelId="{5AA4DF89-352B-4E24-9722-E7FFFE5204D0}" srcId="{B0B7B4F6-370D-4433-AD30-5D09FB3C2F0E}" destId="{4974D34A-2D12-423D-B171-23ACF1187796}" srcOrd="0" destOrd="0" parTransId="{BAF04A05-BD66-4167-B0AA-06B96F123BD9}" sibTransId="{67108FB6-77C9-4024-84B9-8283B105F989}"/>
    <dgm:cxn modelId="{0BC7F590-1286-46C9-A451-21D657E09A9F}" type="presOf" srcId="{67108FB6-77C9-4024-84B9-8283B105F989}" destId="{24DCFC0C-34BB-4E9F-AB65-83614EC28329}" srcOrd="0" destOrd="0" presId="urn:microsoft.com/office/officeart/2005/8/layout/cycle2"/>
    <dgm:cxn modelId="{EFEC1398-53D1-46B3-8CDA-E20AEB81B6BE}" type="presOf" srcId="{AEDDE045-0161-4D37-8EC1-CE1346C4E85C}" destId="{296328BA-2F0C-4B4C-A6C0-C1912C8B6D33}" srcOrd="0" destOrd="0" presId="urn:microsoft.com/office/officeart/2005/8/layout/cycle2"/>
    <dgm:cxn modelId="{5D0DC79F-C0C7-488A-AD33-1D1CD5652CCD}" type="presOf" srcId="{67108FB6-77C9-4024-84B9-8283B105F989}" destId="{463BDC0D-F7B1-4AF6-AC61-C153549C7DFB}" srcOrd="1" destOrd="0" presId="urn:microsoft.com/office/officeart/2005/8/layout/cycle2"/>
    <dgm:cxn modelId="{1A7241A4-20D8-4426-9AD1-831B06509E95}" type="presOf" srcId="{0C88CFDE-E5AD-4497-BF56-31909ADE2A8E}" destId="{A10CF498-88AD-42BA-B2DA-93820FC6BE97}" srcOrd="1" destOrd="0" presId="urn:microsoft.com/office/officeart/2005/8/layout/cycle2"/>
    <dgm:cxn modelId="{91A91DA8-5FDB-4D1D-9844-33F6A81B2A66}" type="presOf" srcId="{CF812F7E-6B3F-4C7E-8BE3-DBD820BCE27F}" destId="{A6106D4A-5484-44A7-9EFE-9D4F56A25203}" srcOrd="0" destOrd="0" presId="urn:microsoft.com/office/officeart/2005/8/layout/cycle2"/>
    <dgm:cxn modelId="{6ADED0B1-854F-434D-8177-6DDC87A906C8}" type="presOf" srcId="{729AE55C-491D-4135-90C4-EB8E97E98BB2}" destId="{76177BE7-DB11-41E7-9933-DF750AB4368D}" srcOrd="0" destOrd="0" presId="urn:microsoft.com/office/officeart/2005/8/layout/cycle2"/>
    <dgm:cxn modelId="{F69CF2B5-DBA7-4290-8095-C61BDBB0364C}" type="presOf" srcId="{4974D34A-2D12-423D-B171-23ACF1187796}" destId="{7A424D44-8725-4F6F-9DE4-BED40AE7A8B2}" srcOrd="0" destOrd="0" presId="urn:microsoft.com/office/officeart/2005/8/layout/cycle2"/>
    <dgm:cxn modelId="{8342DDBD-F063-459E-B057-289DAB1DE0F2}" srcId="{B0B7B4F6-370D-4433-AD30-5D09FB3C2F0E}" destId="{AEDDE045-0161-4D37-8EC1-CE1346C4E85C}" srcOrd="4" destOrd="0" parTransId="{002AA08E-CD04-465E-B9E6-982133664D99}" sibTransId="{0C88CFDE-E5AD-4497-BF56-31909ADE2A8E}"/>
    <dgm:cxn modelId="{58CCA3C0-DE14-404A-80A0-BE06E440633D}" type="presOf" srcId="{729AE55C-491D-4135-90C4-EB8E97E98BB2}" destId="{FEEF0131-0B75-437F-8D92-B3BA4337878F}" srcOrd="1" destOrd="0" presId="urn:microsoft.com/office/officeart/2005/8/layout/cycle2"/>
    <dgm:cxn modelId="{0ACFEBD1-8E9F-4160-9BEA-DA569FE52A2D}" type="presOf" srcId="{D8A8AEF3-D5CC-422F-AA01-7A4BEDA91614}" destId="{605F24DB-4B88-43AD-A475-3177C894A76C}" srcOrd="0" destOrd="0" presId="urn:microsoft.com/office/officeart/2005/8/layout/cycle2"/>
    <dgm:cxn modelId="{117979E8-2CFC-4A8C-8E4B-F86B044C770A}" srcId="{B0B7B4F6-370D-4433-AD30-5D09FB3C2F0E}" destId="{ED6051EB-7F6B-40F6-A638-A6144EC806D7}" srcOrd="3" destOrd="0" parTransId="{1CD1274D-10AC-406A-B5A1-DF2167B14301}" sibTransId="{500CF8D4-D78D-4E4E-BE9C-FAEF25929E69}"/>
    <dgm:cxn modelId="{0345DDFD-E19D-419D-B573-A1F7329694B4}" type="presOf" srcId="{ED6051EB-7F6B-40F6-A638-A6144EC806D7}" destId="{B7B07A9F-7F8F-4E03-B4BE-6B680E17FBC1}" srcOrd="0" destOrd="0" presId="urn:microsoft.com/office/officeart/2005/8/layout/cycle2"/>
    <dgm:cxn modelId="{B16F2BFE-9D05-4E6D-8EB2-6241A96BBD8C}" type="presParOf" srcId="{7973F3E6-AA64-4D7D-99A2-ED4BD3326700}" destId="{7A424D44-8725-4F6F-9DE4-BED40AE7A8B2}" srcOrd="0" destOrd="0" presId="urn:microsoft.com/office/officeart/2005/8/layout/cycle2"/>
    <dgm:cxn modelId="{F6C95D9C-E347-4981-9B48-51A7E0C79CE0}" type="presParOf" srcId="{7973F3E6-AA64-4D7D-99A2-ED4BD3326700}" destId="{24DCFC0C-34BB-4E9F-AB65-83614EC28329}" srcOrd="1" destOrd="0" presId="urn:microsoft.com/office/officeart/2005/8/layout/cycle2"/>
    <dgm:cxn modelId="{F4213CAE-80FF-471D-B4B4-057D89878CBE}" type="presParOf" srcId="{24DCFC0C-34BB-4E9F-AB65-83614EC28329}" destId="{463BDC0D-F7B1-4AF6-AC61-C153549C7DFB}" srcOrd="0" destOrd="0" presId="urn:microsoft.com/office/officeart/2005/8/layout/cycle2"/>
    <dgm:cxn modelId="{79A2250F-9369-47B7-BF6D-72BF17F9BC7B}" type="presParOf" srcId="{7973F3E6-AA64-4D7D-99A2-ED4BD3326700}" destId="{A6106D4A-5484-44A7-9EFE-9D4F56A25203}" srcOrd="2" destOrd="0" presId="urn:microsoft.com/office/officeart/2005/8/layout/cycle2"/>
    <dgm:cxn modelId="{D39FC958-ED37-47A8-BA01-9A7AC92FB2EA}" type="presParOf" srcId="{7973F3E6-AA64-4D7D-99A2-ED4BD3326700}" destId="{605F24DB-4B88-43AD-A475-3177C894A76C}" srcOrd="3" destOrd="0" presId="urn:microsoft.com/office/officeart/2005/8/layout/cycle2"/>
    <dgm:cxn modelId="{A5C4A5A9-FE9D-442D-A277-A3F3CAE9883F}" type="presParOf" srcId="{605F24DB-4B88-43AD-A475-3177C894A76C}" destId="{4A049922-8771-4E08-9A56-FAB310AFBD92}" srcOrd="0" destOrd="0" presId="urn:microsoft.com/office/officeart/2005/8/layout/cycle2"/>
    <dgm:cxn modelId="{927B0788-7419-48AA-8218-16A3E84EAD6E}" type="presParOf" srcId="{7973F3E6-AA64-4D7D-99A2-ED4BD3326700}" destId="{F815CB2A-87A4-4043-884F-6438D5BFAFE8}" srcOrd="4" destOrd="0" presId="urn:microsoft.com/office/officeart/2005/8/layout/cycle2"/>
    <dgm:cxn modelId="{F7BE52CD-730B-403D-AEF3-7FB9C5570B0B}" type="presParOf" srcId="{7973F3E6-AA64-4D7D-99A2-ED4BD3326700}" destId="{76177BE7-DB11-41E7-9933-DF750AB4368D}" srcOrd="5" destOrd="0" presId="urn:microsoft.com/office/officeart/2005/8/layout/cycle2"/>
    <dgm:cxn modelId="{FF0F5289-10BA-4B33-8674-464C3F96004E}" type="presParOf" srcId="{76177BE7-DB11-41E7-9933-DF750AB4368D}" destId="{FEEF0131-0B75-437F-8D92-B3BA4337878F}" srcOrd="0" destOrd="0" presId="urn:microsoft.com/office/officeart/2005/8/layout/cycle2"/>
    <dgm:cxn modelId="{1339E260-2E04-4C33-A1BC-5A9FC640E8C3}" type="presParOf" srcId="{7973F3E6-AA64-4D7D-99A2-ED4BD3326700}" destId="{B7B07A9F-7F8F-4E03-B4BE-6B680E17FBC1}" srcOrd="6" destOrd="0" presId="urn:microsoft.com/office/officeart/2005/8/layout/cycle2"/>
    <dgm:cxn modelId="{DD388946-1986-4116-8216-D81AA40061A6}" type="presParOf" srcId="{7973F3E6-AA64-4D7D-99A2-ED4BD3326700}" destId="{84F3054D-1A87-4432-916D-ACC6370FACDB}" srcOrd="7" destOrd="0" presId="urn:microsoft.com/office/officeart/2005/8/layout/cycle2"/>
    <dgm:cxn modelId="{9AC51E5E-DA77-4E5D-8316-154EE2510BDF}" type="presParOf" srcId="{84F3054D-1A87-4432-916D-ACC6370FACDB}" destId="{1E5E675F-0185-491D-BEC6-0AC6EB82CD4B}" srcOrd="0" destOrd="0" presId="urn:microsoft.com/office/officeart/2005/8/layout/cycle2"/>
    <dgm:cxn modelId="{0E0087C6-F1CE-4BE6-9CCF-59E37DDA6586}" type="presParOf" srcId="{7973F3E6-AA64-4D7D-99A2-ED4BD3326700}" destId="{296328BA-2F0C-4B4C-A6C0-C1912C8B6D33}" srcOrd="8" destOrd="0" presId="urn:microsoft.com/office/officeart/2005/8/layout/cycle2"/>
    <dgm:cxn modelId="{A34F5382-D23C-4900-9736-9BBCA76F231F}" type="presParOf" srcId="{7973F3E6-AA64-4D7D-99A2-ED4BD3326700}" destId="{D08B1253-FD3F-4ABA-AAC6-3BBA48F00D7D}" srcOrd="9" destOrd="0" presId="urn:microsoft.com/office/officeart/2005/8/layout/cycle2"/>
    <dgm:cxn modelId="{BA71456A-E459-406A-A297-79A9980F95F7}" type="presParOf" srcId="{D08B1253-FD3F-4ABA-AAC6-3BBA48F00D7D}" destId="{A10CF498-88AD-42BA-B2DA-93820FC6BE9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B7B4F6-370D-4433-AD30-5D09FB3C2F0E}" type="doc">
      <dgm:prSet loTypeId="urn:microsoft.com/office/officeart/2005/8/layout/cycle2" loCatId="cycle" qsTypeId="urn:microsoft.com/office/officeart/2005/8/quickstyle/simple4" qsCatId="simple" csTypeId="urn:microsoft.com/office/officeart/2005/8/colors/colorful1#2" csCatId="colorful" phldr="0"/>
      <dgm:spPr/>
      <dgm:t>
        <a:bodyPr/>
        <a:lstStyle/>
        <a:p>
          <a:endParaRPr lang="en-US"/>
        </a:p>
      </dgm:t>
    </dgm:pt>
    <dgm:pt modelId="{4974D34A-2D12-423D-B171-23ACF1187796}">
      <dgm:prSet phldrT="[Text]" phldr="1"/>
      <dgm:spPr/>
      <dgm:t>
        <a:bodyPr/>
        <a:lstStyle/>
        <a:p>
          <a:endParaRPr lang="en-US" dirty="0"/>
        </a:p>
      </dgm:t>
    </dgm:pt>
    <dgm:pt modelId="{BAF04A05-BD66-4167-B0AA-06B96F123BD9}" type="parTrans" cxnId="{5AA4DF89-352B-4E24-9722-E7FFFE5204D0}">
      <dgm:prSet/>
      <dgm:spPr/>
      <dgm:t>
        <a:bodyPr/>
        <a:lstStyle/>
        <a:p>
          <a:endParaRPr lang="en-US"/>
        </a:p>
      </dgm:t>
    </dgm:pt>
    <dgm:pt modelId="{67108FB6-77C9-4024-84B9-8283B105F989}" type="sibTrans" cxnId="{5AA4DF89-352B-4E24-9722-E7FFFE5204D0}">
      <dgm:prSet/>
      <dgm:spPr/>
      <dgm:t>
        <a:bodyPr/>
        <a:lstStyle/>
        <a:p>
          <a:endParaRPr lang="en-US"/>
        </a:p>
      </dgm:t>
    </dgm:pt>
    <dgm:pt modelId="{CF812F7E-6B3F-4C7E-8BE3-DBD820BCE27F}">
      <dgm:prSet phldrT="[Text]" phldr="1"/>
      <dgm:spPr/>
      <dgm:t>
        <a:bodyPr/>
        <a:lstStyle/>
        <a:p>
          <a:endParaRPr lang="en-US" dirty="0"/>
        </a:p>
      </dgm:t>
    </dgm:pt>
    <dgm:pt modelId="{BF38104F-2D11-480B-AF9E-7FC7CE99940C}" type="parTrans" cxnId="{9C110772-938C-4FED-BA88-8591BF907541}">
      <dgm:prSet/>
      <dgm:spPr/>
      <dgm:t>
        <a:bodyPr/>
        <a:lstStyle/>
        <a:p>
          <a:endParaRPr lang="en-US"/>
        </a:p>
      </dgm:t>
    </dgm:pt>
    <dgm:pt modelId="{D8A8AEF3-D5CC-422F-AA01-7A4BEDA91614}" type="sibTrans" cxnId="{9C110772-938C-4FED-BA88-8591BF907541}">
      <dgm:prSet/>
      <dgm:spPr/>
      <dgm:t>
        <a:bodyPr/>
        <a:lstStyle/>
        <a:p>
          <a:endParaRPr lang="en-US"/>
        </a:p>
      </dgm:t>
    </dgm:pt>
    <dgm:pt modelId="{C52E029E-7F10-46E9-9A29-579167E1AB12}">
      <dgm:prSet phldrT="[Text]" phldr="1"/>
      <dgm:spPr/>
      <dgm:t>
        <a:bodyPr/>
        <a:lstStyle/>
        <a:p>
          <a:endParaRPr lang="en-US" dirty="0"/>
        </a:p>
      </dgm:t>
    </dgm:pt>
    <dgm:pt modelId="{2F1A8840-93E3-4F38-8990-C4AB212F3589}" type="parTrans" cxnId="{39419640-208B-4A18-9F10-0E91BBB0B790}">
      <dgm:prSet/>
      <dgm:spPr/>
      <dgm:t>
        <a:bodyPr/>
        <a:lstStyle/>
        <a:p>
          <a:endParaRPr lang="en-US"/>
        </a:p>
      </dgm:t>
    </dgm:pt>
    <dgm:pt modelId="{729AE55C-491D-4135-90C4-EB8E97E98BB2}" type="sibTrans" cxnId="{39419640-208B-4A18-9F10-0E91BBB0B790}">
      <dgm:prSet/>
      <dgm:spPr/>
      <dgm:t>
        <a:bodyPr/>
        <a:lstStyle/>
        <a:p>
          <a:endParaRPr lang="en-US"/>
        </a:p>
      </dgm:t>
    </dgm:pt>
    <dgm:pt modelId="{ED6051EB-7F6B-40F6-A638-A6144EC806D7}">
      <dgm:prSet phldrT="[Text]" phldr="1"/>
      <dgm:spPr/>
      <dgm:t>
        <a:bodyPr/>
        <a:lstStyle/>
        <a:p>
          <a:endParaRPr lang="en-US" dirty="0"/>
        </a:p>
      </dgm:t>
    </dgm:pt>
    <dgm:pt modelId="{1CD1274D-10AC-406A-B5A1-DF2167B14301}" type="parTrans" cxnId="{117979E8-2CFC-4A8C-8E4B-F86B044C770A}">
      <dgm:prSet/>
      <dgm:spPr/>
      <dgm:t>
        <a:bodyPr/>
        <a:lstStyle/>
        <a:p>
          <a:endParaRPr lang="en-US"/>
        </a:p>
      </dgm:t>
    </dgm:pt>
    <dgm:pt modelId="{500CF8D4-D78D-4E4E-BE9C-FAEF25929E69}" type="sibTrans" cxnId="{117979E8-2CFC-4A8C-8E4B-F86B044C770A}">
      <dgm:prSet/>
      <dgm:spPr/>
      <dgm:t>
        <a:bodyPr/>
        <a:lstStyle/>
        <a:p>
          <a:endParaRPr lang="en-US"/>
        </a:p>
      </dgm:t>
    </dgm:pt>
    <dgm:pt modelId="{AEDDE045-0161-4D37-8EC1-CE1346C4E85C}">
      <dgm:prSet phldrT="[Text]" phldr="1"/>
      <dgm:spPr/>
      <dgm:t>
        <a:bodyPr/>
        <a:lstStyle/>
        <a:p>
          <a:endParaRPr lang="en-US" dirty="0"/>
        </a:p>
      </dgm:t>
    </dgm:pt>
    <dgm:pt modelId="{002AA08E-CD04-465E-B9E6-982133664D99}" type="parTrans" cxnId="{8342DDBD-F063-459E-B057-289DAB1DE0F2}">
      <dgm:prSet/>
      <dgm:spPr/>
      <dgm:t>
        <a:bodyPr/>
        <a:lstStyle/>
        <a:p>
          <a:endParaRPr lang="en-US"/>
        </a:p>
      </dgm:t>
    </dgm:pt>
    <dgm:pt modelId="{0C88CFDE-E5AD-4497-BF56-31909ADE2A8E}" type="sibTrans" cxnId="{8342DDBD-F063-459E-B057-289DAB1DE0F2}">
      <dgm:prSet/>
      <dgm:spPr/>
      <dgm:t>
        <a:bodyPr/>
        <a:lstStyle/>
        <a:p>
          <a:endParaRPr lang="en-US"/>
        </a:p>
      </dgm:t>
    </dgm:pt>
    <dgm:pt modelId="{7973F3E6-AA64-4D7D-99A2-ED4BD3326700}" type="pres">
      <dgm:prSet presAssocID="{B0B7B4F6-370D-4433-AD30-5D09FB3C2F0E}" presName="cycle" presStyleCnt="0">
        <dgm:presLayoutVars>
          <dgm:dir/>
          <dgm:resizeHandles val="exact"/>
        </dgm:presLayoutVars>
      </dgm:prSet>
      <dgm:spPr/>
    </dgm:pt>
    <dgm:pt modelId="{7A424D44-8725-4F6F-9DE4-BED40AE7A8B2}" type="pres">
      <dgm:prSet presAssocID="{4974D34A-2D12-423D-B171-23ACF1187796}" presName="node" presStyleLbl="node1" presStyleIdx="0" presStyleCnt="5">
        <dgm:presLayoutVars>
          <dgm:bulletEnabled val="1"/>
        </dgm:presLayoutVars>
      </dgm:prSet>
      <dgm:spPr/>
    </dgm:pt>
    <dgm:pt modelId="{24DCFC0C-34BB-4E9F-AB65-83614EC28329}" type="pres">
      <dgm:prSet presAssocID="{67108FB6-77C9-4024-84B9-8283B105F989}" presName="sibTrans" presStyleLbl="sibTrans2D1" presStyleIdx="0" presStyleCnt="5"/>
      <dgm:spPr/>
    </dgm:pt>
    <dgm:pt modelId="{463BDC0D-F7B1-4AF6-AC61-C153549C7DFB}" type="pres">
      <dgm:prSet presAssocID="{67108FB6-77C9-4024-84B9-8283B105F989}" presName="connectorText" presStyleLbl="sibTrans2D1" presStyleIdx="0" presStyleCnt="5"/>
      <dgm:spPr/>
    </dgm:pt>
    <dgm:pt modelId="{A6106D4A-5484-44A7-9EFE-9D4F56A25203}" type="pres">
      <dgm:prSet presAssocID="{CF812F7E-6B3F-4C7E-8BE3-DBD820BCE27F}" presName="node" presStyleLbl="node1" presStyleIdx="1" presStyleCnt="5">
        <dgm:presLayoutVars>
          <dgm:bulletEnabled val="1"/>
        </dgm:presLayoutVars>
      </dgm:prSet>
      <dgm:spPr/>
    </dgm:pt>
    <dgm:pt modelId="{605F24DB-4B88-43AD-A475-3177C894A76C}" type="pres">
      <dgm:prSet presAssocID="{D8A8AEF3-D5CC-422F-AA01-7A4BEDA91614}" presName="sibTrans" presStyleLbl="sibTrans2D1" presStyleIdx="1" presStyleCnt="5"/>
      <dgm:spPr/>
    </dgm:pt>
    <dgm:pt modelId="{4A049922-8771-4E08-9A56-FAB310AFBD92}" type="pres">
      <dgm:prSet presAssocID="{D8A8AEF3-D5CC-422F-AA01-7A4BEDA91614}" presName="connectorText" presStyleLbl="sibTrans2D1" presStyleIdx="1" presStyleCnt="5"/>
      <dgm:spPr/>
    </dgm:pt>
    <dgm:pt modelId="{F815CB2A-87A4-4043-884F-6438D5BFAFE8}" type="pres">
      <dgm:prSet presAssocID="{C52E029E-7F10-46E9-9A29-579167E1AB12}" presName="node" presStyleLbl="node1" presStyleIdx="2" presStyleCnt="5">
        <dgm:presLayoutVars>
          <dgm:bulletEnabled val="1"/>
        </dgm:presLayoutVars>
      </dgm:prSet>
      <dgm:spPr/>
    </dgm:pt>
    <dgm:pt modelId="{76177BE7-DB11-41E7-9933-DF750AB4368D}" type="pres">
      <dgm:prSet presAssocID="{729AE55C-491D-4135-90C4-EB8E97E98BB2}" presName="sibTrans" presStyleLbl="sibTrans2D1" presStyleIdx="2" presStyleCnt="5"/>
      <dgm:spPr/>
    </dgm:pt>
    <dgm:pt modelId="{FEEF0131-0B75-437F-8D92-B3BA4337878F}" type="pres">
      <dgm:prSet presAssocID="{729AE55C-491D-4135-90C4-EB8E97E98BB2}" presName="connectorText" presStyleLbl="sibTrans2D1" presStyleIdx="2" presStyleCnt="5"/>
      <dgm:spPr/>
    </dgm:pt>
    <dgm:pt modelId="{B7B07A9F-7F8F-4E03-B4BE-6B680E17FBC1}" type="pres">
      <dgm:prSet presAssocID="{ED6051EB-7F6B-40F6-A638-A6144EC806D7}" presName="node" presStyleLbl="node1" presStyleIdx="3" presStyleCnt="5">
        <dgm:presLayoutVars>
          <dgm:bulletEnabled val="1"/>
        </dgm:presLayoutVars>
      </dgm:prSet>
      <dgm:spPr/>
    </dgm:pt>
    <dgm:pt modelId="{84F3054D-1A87-4432-916D-ACC6370FACDB}" type="pres">
      <dgm:prSet presAssocID="{500CF8D4-D78D-4E4E-BE9C-FAEF25929E69}" presName="sibTrans" presStyleLbl="sibTrans2D1" presStyleIdx="3" presStyleCnt="5"/>
      <dgm:spPr/>
    </dgm:pt>
    <dgm:pt modelId="{1E5E675F-0185-491D-BEC6-0AC6EB82CD4B}" type="pres">
      <dgm:prSet presAssocID="{500CF8D4-D78D-4E4E-BE9C-FAEF25929E69}" presName="connectorText" presStyleLbl="sibTrans2D1" presStyleIdx="3" presStyleCnt="5"/>
      <dgm:spPr/>
    </dgm:pt>
    <dgm:pt modelId="{296328BA-2F0C-4B4C-A6C0-C1912C8B6D33}" type="pres">
      <dgm:prSet presAssocID="{AEDDE045-0161-4D37-8EC1-CE1346C4E85C}" presName="node" presStyleLbl="node1" presStyleIdx="4" presStyleCnt="5">
        <dgm:presLayoutVars>
          <dgm:bulletEnabled val="1"/>
        </dgm:presLayoutVars>
      </dgm:prSet>
      <dgm:spPr/>
    </dgm:pt>
    <dgm:pt modelId="{D08B1253-FD3F-4ABA-AAC6-3BBA48F00D7D}" type="pres">
      <dgm:prSet presAssocID="{0C88CFDE-E5AD-4497-BF56-31909ADE2A8E}" presName="sibTrans" presStyleLbl="sibTrans2D1" presStyleIdx="4" presStyleCnt="5"/>
      <dgm:spPr/>
    </dgm:pt>
    <dgm:pt modelId="{A10CF498-88AD-42BA-B2DA-93820FC6BE97}" type="pres">
      <dgm:prSet presAssocID="{0C88CFDE-E5AD-4497-BF56-31909ADE2A8E}" presName="connectorText" presStyleLbl="sibTrans2D1" presStyleIdx="4" presStyleCnt="5"/>
      <dgm:spPr/>
    </dgm:pt>
  </dgm:ptLst>
  <dgm:cxnLst>
    <dgm:cxn modelId="{E97C4D0F-45A4-4929-A679-C24C6ED6358B}" type="presOf" srcId="{D8A8AEF3-D5CC-422F-AA01-7A4BEDA91614}" destId="{4A049922-8771-4E08-9A56-FAB310AFBD92}" srcOrd="1" destOrd="0" presId="urn:microsoft.com/office/officeart/2005/8/layout/cycle2"/>
    <dgm:cxn modelId="{DD8CBE13-3071-4C01-81B0-E5CF2A26F3FA}" type="presOf" srcId="{CF812F7E-6B3F-4C7E-8BE3-DBD820BCE27F}" destId="{A6106D4A-5484-44A7-9EFE-9D4F56A25203}" srcOrd="0" destOrd="0" presId="urn:microsoft.com/office/officeart/2005/8/layout/cycle2"/>
    <dgm:cxn modelId="{564F111E-A689-4061-963A-FBAA4AAA5F79}" type="presOf" srcId="{67108FB6-77C9-4024-84B9-8283B105F989}" destId="{24DCFC0C-34BB-4E9F-AB65-83614EC28329}" srcOrd="0" destOrd="0" presId="urn:microsoft.com/office/officeart/2005/8/layout/cycle2"/>
    <dgm:cxn modelId="{6BB2D72A-B730-4C23-9EB4-A01B570C65F9}" type="presOf" srcId="{729AE55C-491D-4135-90C4-EB8E97E98BB2}" destId="{FEEF0131-0B75-437F-8D92-B3BA4337878F}" srcOrd="1" destOrd="0" presId="urn:microsoft.com/office/officeart/2005/8/layout/cycle2"/>
    <dgm:cxn modelId="{5DCB3A2B-E5E7-4363-93AD-BDE53C946AAA}" type="presOf" srcId="{0C88CFDE-E5AD-4497-BF56-31909ADE2A8E}" destId="{A10CF498-88AD-42BA-B2DA-93820FC6BE97}" srcOrd="1" destOrd="0" presId="urn:microsoft.com/office/officeart/2005/8/layout/cycle2"/>
    <dgm:cxn modelId="{F30DE931-8D1A-4AC4-9F7C-7AD9B991A30E}" type="presOf" srcId="{ED6051EB-7F6B-40F6-A638-A6144EC806D7}" destId="{B7B07A9F-7F8F-4E03-B4BE-6B680E17FBC1}" srcOrd="0" destOrd="0" presId="urn:microsoft.com/office/officeart/2005/8/layout/cycle2"/>
    <dgm:cxn modelId="{C5528937-E4CB-4F87-8BD4-BFFE6B1884AA}" type="presOf" srcId="{D8A8AEF3-D5CC-422F-AA01-7A4BEDA91614}" destId="{605F24DB-4B88-43AD-A475-3177C894A76C}" srcOrd="0" destOrd="0" presId="urn:microsoft.com/office/officeart/2005/8/layout/cycle2"/>
    <dgm:cxn modelId="{39419640-208B-4A18-9F10-0E91BBB0B790}" srcId="{B0B7B4F6-370D-4433-AD30-5D09FB3C2F0E}" destId="{C52E029E-7F10-46E9-9A29-579167E1AB12}" srcOrd="2" destOrd="0" parTransId="{2F1A8840-93E3-4F38-8990-C4AB212F3589}" sibTransId="{729AE55C-491D-4135-90C4-EB8E97E98BB2}"/>
    <dgm:cxn modelId="{E40E1F46-29ED-4FD8-9884-21FAD6E27EF7}" type="presOf" srcId="{0C88CFDE-E5AD-4497-BF56-31909ADE2A8E}" destId="{D08B1253-FD3F-4ABA-AAC6-3BBA48F00D7D}" srcOrd="0" destOrd="0" presId="urn:microsoft.com/office/officeart/2005/8/layout/cycle2"/>
    <dgm:cxn modelId="{AF1FCB58-5C15-413E-9FEF-933A00505EA5}" type="presOf" srcId="{B0B7B4F6-370D-4433-AD30-5D09FB3C2F0E}" destId="{7973F3E6-AA64-4D7D-99A2-ED4BD3326700}" srcOrd="0" destOrd="0" presId="urn:microsoft.com/office/officeart/2005/8/layout/cycle2"/>
    <dgm:cxn modelId="{BAB68E5A-528A-44E9-B84B-408877326C92}" type="presOf" srcId="{500CF8D4-D78D-4E4E-BE9C-FAEF25929E69}" destId="{1E5E675F-0185-491D-BEC6-0AC6EB82CD4B}" srcOrd="1" destOrd="0" presId="urn:microsoft.com/office/officeart/2005/8/layout/cycle2"/>
    <dgm:cxn modelId="{5E256C5D-296C-43DA-A681-1BE6530A3FD6}" type="presOf" srcId="{4974D34A-2D12-423D-B171-23ACF1187796}" destId="{7A424D44-8725-4F6F-9DE4-BED40AE7A8B2}" srcOrd="0" destOrd="0" presId="urn:microsoft.com/office/officeart/2005/8/layout/cycle2"/>
    <dgm:cxn modelId="{9C110772-938C-4FED-BA88-8591BF907541}" srcId="{B0B7B4F6-370D-4433-AD30-5D09FB3C2F0E}" destId="{CF812F7E-6B3F-4C7E-8BE3-DBD820BCE27F}" srcOrd="1" destOrd="0" parTransId="{BF38104F-2D11-480B-AF9E-7FC7CE99940C}" sibTransId="{D8A8AEF3-D5CC-422F-AA01-7A4BEDA91614}"/>
    <dgm:cxn modelId="{5AA4DF89-352B-4E24-9722-E7FFFE5204D0}" srcId="{B0B7B4F6-370D-4433-AD30-5D09FB3C2F0E}" destId="{4974D34A-2D12-423D-B171-23ACF1187796}" srcOrd="0" destOrd="0" parTransId="{BAF04A05-BD66-4167-B0AA-06B96F123BD9}" sibTransId="{67108FB6-77C9-4024-84B9-8283B105F989}"/>
    <dgm:cxn modelId="{1050869C-4480-4401-B01E-2A4C04BF561D}" type="presOf" srcId="{C52E029E-7F10-46E9-9A29-579167E1AB12}" destId="{F815CB2A-87A4-4043-884F-6438D5BFAFE8}" srcOrd="0" destOrd="0" presId="urn:microsoft.com/office/officeart/2005/8/layout/cycle2"/>
    <dgm:cxn modelId="{14513DBB-FE36-4780-8E93-C4711D346C2D}" type="presOf" srcId="{AEDDE045-0161-4D37-8EC1-CE1346C4E85C}" destId="{296328BA-2F0C-4B4C-A6C0-C1912C8B6D33}" srcOrd="0" destOrd="0" presId="urn:microsoft.com/office/officeart/2005/8/layout/cycle2"/>
    <dgm:cxn modelId="{8342DDBD-F063-459E-B057-289DAB1DE0F2}" srcId="{B0B7B4F6-370D-4433-AD30-5D09FB3C2F0E}" destId="{AEDDE045-0161-4D37-8EC1-CE1346C4E85C}" srcOrd="4" destOrd="0" parTransId="{002AA08E-CD04-465E-B9E6-982133664D99}" sibTransId="{0C88CFDE-E5AD-4497-BF56-31909ADE2A8E}"/>
    <dgm:cxn modelId="{FC75C1C8-AFEA-43D0-AC40-E688DA84AF53}" type="presOf" srcId="{729AE55C-491D-4135-90C4-EB8E97E98BB2}" destId="{76177BE7-DB11-41E7-9933-DF750AB4368D}" srcOrd="0" destOrd="0" presId="urn:microsoft.com/office/officeart/2005/8/layout/cycle2"/>
    <dgm:cxn modelId="{E44C70CE-57CD-4262-A8A6-87BBCCF75ED2}" type="presOf" srcId="{67108FB6-77C9-4024-84B9-8283B105F989}" destId="{463BDC0D-F7B1-4AF6-AC61-C153549C7DFB}" srcOrd="1" destOrd="0" presId="urn:microsoft.com/office/officeart/2005/8/layout/cycle2"/>
    <dgm:cxn modelId="{85CB4ED9-64EC-40E5-B7BC-0F93716353F1}" type="presOf" srcId="{500CF8D4-D78D-4E4E-BE9C-FAEF25929E69}" destId="{84F3054D-1A87-4432-916D-ACC6370FACDB}" srcOrd="0" destOrd="0" presId="urn:microsoft.com/office/officeart/2005/8/layout/cycle2"/>
    <dgm:cxn modelId="{117979E8-2CFC-4A8C-8E4B-F86B044C770A}" srcId="{B0B7B4F6-370D-4433-AD30-5D09FB3C2F0E}" destId="{ED6051EB-7F6B-40F6-A638-A6144EC806D7}" srcOrd="3" destOrd="0" parTransId="{1CD1274D-10AC-406A-B5A1-DF2167B14301}" sibTransId="{500CF8D4-D78D-4E4E-BE9C-FAEF25929E69}"/>
    <dgm:cxn modelId="{1B2C1274-236D-46CA-B86B-1BA7D1960346}" type="presParOf" srcId="{7973F3E6-AA64-4D7D-99A2-ED4BD3326700}" destId="{7A424D44-8725-4F6F-9DE4-BED40AE7A8B2}" srcOrd="0" destOrd="0" presId="urn:microsoft.com/office/officeart/2005/8/layout/cycle2"/>
    <dgm:cxn modelId="{F87BFE17-F0BD-4D4F-A3D8-AFBA6671B8E6}" type="presParOf" srcId="{7973F3E6-AA64-4D7D-99A2-ED4BD3326700}" destId="{24DCFC0C-34BB-4E9F-AB65-83614EC28329}" srcOrd="1" destOrd="0" presId="urn:microsoft.com/office/officeart/2005/8/layout/cycle2"/>
    <dgm:cxn modelId="{8AFBBE1D-1A75-4F37-AB04-A3A2C99BA170}" type="presParOf" srcId="{24DCFC0C-34BB-4E9F-AB65-83614EC28329}" destId="{463BDC0D-F7B1-4AF6-AC61-C153549C7DFB}" srcOrd="0" destOrd="0" presId="urn:microsoft.com/office/officeart/2005/8/layout/cycle2"/>
    <dgm:cxn modelId="{3FB05465-CC06-4726-8920-FC81A09F4243}" type="presParOf" srcId="{7973F3E6-AA64-4D7D-99A2-ED4BD3326700}" destId="{A6106D4A-5484-44A7-9EFE-9D4F56A25203}" srcOrd="2" destOrd="0" presId="urn:microsoft.com/office/officeart/2005/8/layout/cycle2"/>
    <dgm:cxn modelId="{817B6E8B-9191-4BF1-96B3-087979A2D909}" type="presParOf" srcId="{7973F3E6-AA64-4D7D-99A2-ED4BD3326700}" destId="{605F24DB-4B88-43AD-A475-3177C894A76C}" srcOrd="3" destOrd="0" presId="urn:microsoft.com/office/officeart/2005/8/layout/cycle2"/>
    <dgm:cxn modelId="{DA5C80A5-4813-47DC-BF9E-835E955E53F8}" type="presParOf" srcId="{605F24DB-4B88-43AD-A475-3177C894A76C}" destId="{4A049922-8771-4E08-9A56-FAB310AFBD92}" srcOrd="0" destOrd="0" presId="urn:microsoft.com/office/officeart/2005/8/layout/cycle2"/>
    <dgm:cxn modelId="{F94D8B33-0F50-4FC1-9693-54CA86DA9838}" type="presParOf" srcId="{7973F3E6-AA64-4D7D-99A2-ED4BD3326700}" destId="{F815CB2A-87A4-4043-884F-6438D5BFAFE8}" srcOrd="4" destOrd="0" presId="urn:microsoft.com/office/officeart/2005/8/layout/cycle2"/>
    <dgm:cxn modelId="{E4273DF3-05D2-4E36-8B9B-4C4A5BBF72F6}" type="presParOf" srcId="{7973F3E6-AA64-4D7D-99A2-ED4BD3326700}" destId="{76177BE7-DB11-41E7-9933-DF750AB4368D}" srcOrd="5" destOrd="0" presId="urn:microsoft.com/office/officeart/2005/8/layout/cycle2"/>
    <dgm:cxn modelId="{2778F000-7250-4B8A-9224-BFB702541678}" type="presParOf" srcId="{76177BE7-DB11-41E7-9933-DF750AB4368D}" destId="{FEEF0131-0B75-437F-8D92-B3BA4337878F}" srcOrd="0" destOrd="0" presId="urn:microsoft.com/office/officeart/2005/8/layout/cycle2"/>
    <dgm:cxn modelId="{40F9C563-F796-4AD7-8B39-AB495A22BCA2}" type="presParOf" srcId="{7973F3E6-AA64-4D7D-99A2-ED4BD3326700}" destId="{B7B07A9F-7F8F-4E03-B4BE-6B680E17FBC1}" srcOrd="6" destOrd="0" presId="urn:microsoft.com/office/officeart/2005/8/layout/cycle2"/>
    <dgm:cxn modelId="{C7522F1F-8E93-47FA-8DA2-675F72AAAF25}" type="presParOf" srcId="{7973F3E6-AA64-4D7D-99A2-ED4BD3326700}" destId="{84F3054D-1A87-4432-916D-ACC6370FACDB}" srcOrd="7" destOrd="0" presId="urn:microsoft.com/office/officeart/2005/8/layout/cycle2"/>
    <dgm:cxn modelId="{F3081959-427F-4446-9DC3-7C8C8D1968E4}" type="presParOf" srcId="{84F3054D-1A87-4432-916D-ACC6370FACDB}" destId="{1E5E675F-0185-491D-BEC6-0AC6EB82CD4B}" srcOrd="0" destOrd="0" presId="urn:microsoft.com/office/officeart/2005/8/layout/cycle2"/>
    <dgm:cxn modelId="{F820EB1F-314F-4302-9550-331A127E1AD2}" type="presParOf" srcId="{7973F3E6-AA64-4D7D-99A2-ED4BD3326700}" destId="{296328BA-2F0C-4B4C-A6C0-C1912C8B6D33}" srcOrd="8" destOrd="0" presId="urn:microsoft.com/office/officeart/2005/8/layout/cycle2"/>
    <dgm:cxn modelId="{DBB4BF51-F384-4D61-BDB0-B5217FC64B46}" type="presParOf" srcId="{7973F3E6-AA64-4D7D-99A2-ED4BD3326700}" destId="{D08B1253-FD3F-4ABA-AAC6-3BBA48F00D7D}" srcOrd="9" destOrd="0" presId="urn:microsoft.com/office/officeart/2005/8/layout/cycle2"/>
    <dgm:cxn modelId="{73443553-CAF7-47E8-A947-664FBDEF863F}" type="presParOf" srcId="{D08B1253-FD3F-4ABA-AAC6-3BBA48F00D7D}" destId="{A10CF498-88AD-42BA-B2DA-93820FC6BE9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F1C953-683D-4088-B683-ED0026710479}" type="doc">
      <dgm:prSet loTypeId="urn:microsoft.com/office/officeart/2005/8/layout/cycle2" loCatId="cycle" qsTypeId="urn:microsoft.com/office/officeart/2005/8/quickstyle/3d2#1" qsCatId="3D" csTypeId="urn:microsoft.com/office/officeart/2005/8/colors/colorful1#3" csCatId="colorful" phldr="1"/>
      <dgm:spPr/>
      <dgm:t>
        <a:bodyPr/>
        <a:lstStyle/>
        <a:p>
          <a:endParaRPr lang="en-US"/>
        </a:p>
      </dgm:t>
    </dgm:pt>
    <dgm:pt modelId="{3F00EE7C-C6BF-4788-B495-EBC2D1355610}">
      <dgm:prSet phldrT="[Text]"/>
      <dgm:spPr/>
      <dgm:t>
        <a:bodyPr/>
        <a:lstStyle/>
        <a:p>
          <a:r>
            <a:rPr lang="en-US" b="1" dirty="0"/>
            <a:t>Strategy</a:t>
          </a:r>
        </a:p>
      </dgm:t>
    </dgm:pt>
    <dgm:pt modelId="{0CA1898E-7CCC-4A37-B4A9-27F9058C1944}" type="parTrans" cxnId="{02BB1136-E784-453C-B453-B61987C800AE}">
      <dgm:prSet/>
      <dgm:spPr/>
      <dgm:t>
        <a:bodyPr/>
        <a:lstStyle/>
        <a:p>
          <a:endParaRPr lang="en-US" b="1"/>
        </a:p>
      </dgm:t>
    </dgm:pt>
    <dgm:pt modelId="{4351AA6A-6588-437F-9EF1-00B7587CD630}" type="sibTrans" cxnId="{02BB1136-E784-453C-B453-B61987C800AE}">
      <dgm:prSet/>
      <dgm:spPr/>
      <dgm:t>
        <a:bodyPr/>
        <a:lstStyle/>
        <a:p>
          <a:endParaRPr lang="en-US" b="1"/>
        </a:p>
      </dgm:t>
    </dgm:pt>
    <dgm:pt modelId="{BDDA0868-A651-4628-AB31-E7599A9965E7}">
      <dgm:prSet phldrT="[Text]"/>
      <dgm:spPr/>
      <dgm:t>
        <a:bodyPr/>
        <a:lstStyle/>
        <a:p>
          <a:r>
            <a:rPr lang="en-US" b="1" dirty="0" err="1"/>
            <a:t>Communi</a:t>
          </a:r>
          <a:r>
            <a:rPr lang="en-US" b="1" dirty="0"/>
            <a:t>-</a:t>
          </a:r>
        </a:p>
        <a:p>
          <a:r>
            <a:rPr lang="en-US" b="1" dirty="0" err="1"/>
            <a:t>cations</a:t>
          </a:r>
          <a:endParaRPr lang="en-US" b="1" dirty="0"/>
        </a:p>
      </dgm:t>
    </dgm:pt>
    <dgm:pt modelId="{46EE4510-D58B-4B92-8E25-CCCFA2E5974D}" type="parTrans" cxnId="{AFFAF5DB-74F8-41F2-BB1D-81B2A9AE8579}">
      <dgm:prSet/>
      <dgm:spPr/>
      <dgm:t>
        <a:bodyPr/>
        <a:lstStyle/>
        <a:p>
          <a:endParaRPr lang="en-US" b="1"/>
        </a:p>
      </dgm:t>
    </dgm:pt>
    <dgm:pt modelId="{103F1819-1CB4-4050-9CD4-DC116FD69E7E}" type="sibTrans" cxnId="{AFFAF5DB-74F8-41F2-BB1D-81B2A9AE8579}">
      <dgm:prSet/>
      <dgm:spPr/>
      <dgm:t>
        <a:bodyPr/>
        <a:lstStyle/>
        <a:p>
          <a:endParaRPr lang="en-US" b="1"/>
        </a:p>
      </dgm:t>
    </dgm:pt>
    <dgm:pt modelId="{A6A0B341-5910-4101-87F9-FF5B1697CB52}">
      <dgm:prSet phldrT="[Text]"/>
      <dgm:spPr/>
      <dgm:t>
        <a:bodyPr/>
        <a:lstStyle/>
        <a:p>
          <a:r>
            <a:rPr lang="en-US" b="1" dirty="0"/>
            <a:t>Innovation</a:t>
          </a:r>
        </a:p>
      </dgm:t>
    </dgm:pt>
    <dgm:pt modelId="{1CAB2EE6-E4BD-42EF-8C0D-1FBB84A3A124}" type="parTrans" cxnId="{750F00FB-98AC-4E39-9590-75185B6D607B}">
      <dgm:prSet/>
      <dgm:spPr/>
      <dgm:t>
        <a:bodyPr/>
        <a:lstStyle/>
        <a:p>
          <a:endParaRPr lang="en-US" b="1"/>
        </a:p>
      </dgm:t>
    </dgm:pt>
    <dgm:pt modelId="{761DD8F7-7F86-4D69-9099-717780D5516F}" type="sibTrans" cxnId="{750F00FB-98AC-4E39-9590-75185B6D607B}">
      <dgm:prSet/>
      <dgm:spPr/>
      <dgm:t>
        <a:bodyPr/>
        <a:lstStyle/>
        <a:p>
          <a:endParaRPr lang="en-US" b="1"/>
        </a:p>
      </dgm:t>
    </dgm:pt>
    <dgm:pt modelId="{B220CC37-C9F5-4BBD-B2E3-0CD258B6BA5F}">
      <dgm:prSet phldrT="[Text]"/>
      <dgm:spPr/>
      <dgm:t>
        <a:bodyPr/>
        <a:lstStyle/>
        <a:p>
          <a:r>
            <a:rPr lang="en-US" b="1" dirty="0"/>
            <a:t>Technology</a:t>
          </a:r>
        </a:p>
      </dgm:t>
    </dgm:pt>
    <dgm:pt modelId="{D03F1CA6-853B-48B8-B6F7-106769F54046}" type="parTrans" cxnId="{414C510B-1727-4F67-A396-CF06BBDBC53A}">
      <dgm:prSet/>
      <dgm:spPr/>
      <dgm:t>
        <a:bodyPr/>
        <a:lstStyle/>
        <a:p>
          <a:endParaRPr lang="en-US" b="1"/>
        </a:p>
      </dgm:t>
    </dgm:pt>
    <dgm:pt modelId="{EF31C52F-CC56-40C5-9F18-B176E12DEEDF}" type="sibTrans" cxnId="{414C510B-1727-4F67-A396-CF06BBDBC53A}">
      <dgm:prSet/>
      <dgm:spPr/>
      <dgm:t>
        <a:bodyPr/>
        <a:lstStyle/>
        <a:p>
          <a:endParaRPr lang="en-US" b="1"/>
        </a:p>
      </dgm:t>
    </dgm:pt>
    <dgm:pt modelId="{94E70A04-9A22-4031-B248-B5A6171B22FD}">
      <dgm:prSet phldrT="[Text]"/>
      <dgm:spPr/>
      <dgm:t>
        <a:bodyPr/>
        <a:lstStyle/>
        <a:p>
          <a:r>
            <a:rPr lang="en-US" b="1" dirty="0"/>
            <a:t>Product / Service Dev.</a:t>
          </a:r>
        </a:p>
      </dgm:t>
    </dgm:pt>
    <dgm:pt modelId="{0C6198C0-BB0B-4356-8494-3F5A15345869}" type="parTrans" cxnId="{F7570D80-4405-4563-868E-9F16A23E7901}">
      <dgm:prSet/>
      <dgm:spPr/>
      <dgm:t>
        <a:bodyPr/>
        <a:lstStyle/>
        <a:p>
          <a:endParaRPr lang="en-US" b="1"/>
        </a:p>
      </dgm:t>
    </dgm:pt>
    <dgm:pt modelId="{33E6532D-93F0-4902-985C-AF286E07510C}" type="sibTrans" cxnId="{F7570D80-4405-4563-868E-9F16A23E7901}">
      <dgm:prSet/>
      <dgm:spPr/>
      <dgm:t>
        <a:bodyPr/>
        <a:lstStyle/>
        <a:p>
          <a:endParaRPr lang="en-US" b="1"/>
        </a:p>
      </dgm:t>
    </dgm:pt>
    <dgm:pt modelId="{497FEB9C-1F6E-4039-AFF9-8A8D025721CA}" type="pres">
      <dgm:prSet presAssocID="{D2F1C953-683D-4088-B683-ED0026710479}" presName="cycle" presStyleCnt="0">
        <dgm:presLayoutVars>
          <dgm:dir/>
          <dgm:resizeHandles val="exact"/>
        </dgm:presLayoutVars>
      </dgm:prSet>
      <dgm:spPr/>
    </dgm:pt>
    <dgm:pt modelId="{0523900B-3BC9-411A-BCB4-D4352CC3F35B}" type="pres">
      <dgm:prSet presAssocID="{3F00EE7C-C6BF-4788-B495-EBC2D1355610}" presName="node" presStyleLbl="node1" presStyleIdx="0" presStyleCnt="5">
        <dgm:presLayoutVars>
          <dgm:bulletEnabled val="1"/>
        </dgm:presLayoutVars>
      </dgm:prSet>
      <dgm:spPr/>
    </dgm:pt>
    <dgm:pt modelId="{A17E1B99-B19A-4C3E-8DE0-9CB2FBB8C7BB}" type="pres">
      <dgm:prSet presAssocID="{4351AA6A-6588-437F-9EF1-00B7587CD630}" presName="sibTrans" presStyleLbl="sibTrans2D1" presStyleIdx="0" presStyleCnt="5"/>
      <dgm:spPr/>
    </dgm:pt>
    <dgm:pt modelId="{962808C7-709D-402E-A89E-13878BD580BB}" type="pres">
      <dgm:prSet presAssocID="{4351AA6A-6588-437F-9EF1-00B7587CD630}" presName="connectorText" presStyleLbl="sibTrans2D1" presStyleIdx="0" presStyleCnt="5"/>
      <dgm:spPr/>
    </dgm:pt>
    <dgm:pt modelId="{86405B2D-B58C-4655-B231-296ECA2450B6}" type="pres">
      <dgm:prSet presAssocID="{BDDA0868-A651-4628-AB31-E7599A9965E7}" presName="node" presStyleLbl="node1" presStyleIdx="1" presStyleCnt="5">
        <dgm:presLayoutVars>
          <dgm:bulletEnabled val="1"/>
        </dgm:presLayoutVars>
      </dgm:prSet>
      <dgm:spPr/>
    </dgm:pt>
    <dgm:pt modelId="{53D2E0CE-9118-435C-87FD-550896A6B06B}" type="pres">
      <dgm:prSet presAssocID="{103F1819-1CB4-4050-9CD4-DC116FD69E7E}" presName="sibTrans" presStyleLbl="sibTrans2D1" presStyleIdx="1" presStyleCnt="5"/>
      <dgm:spPr/>
    </dgm:pt>
    <dgm:pt modelId="{12D5B357-3CEB-4155-9AE0-1960C9583127}" type="pres">
      <dgm:prSet presAssocID="{103F1819-1CB4-4050-9CD4-DC116FD69E7E}" presName="connectorText" presStyleLbl="sibTrans2D1" presStyleIdx="1" presStyleCnt="5"/>
      <dgm:spPr/>
    </dgm:pt>
    <dgm:pt modelId="{BB703441-137E-4A76-A2D8-4E06EDED0FB3}" type="pres">
      <dgm:prSet presAssocID="{A6A0B341-5910-4101-87F9-FF5B1697CB52}" presName="node" presStyleLbl="node1" presStyleIdx="2" presStyleCnt="5">
        <dgm:presLayoutVars>
          <dgm:bulletEnabled val="1"/>
        </dgm:presLayoutVars>
      </dgm:prSet>
      <dgm:spPr/>
    </dgm:pt>
    <dgm:pt modelId="{3D22E680-3FFC-4306-8C17-CD647D2D1482}" type="pres">
      <dgm:prSet presAssocID="{761DD8F7-7F86-4D69-9099-717780D5516F}" presName="sibTrans" presStyleLbl="sibTrans2D1" presStyleIdx="2" presStyleCnt="5"/>
      <dgm:spPr/>
    </dgm:pt>
    <dgm:pt modelId="{4FC36524-AA7A-430F-875C-FA53F5C6F193}" type="pres">
      <dgm:prSet presAssocID="{761DD8F7-7F86-4D69-9099-717780D5516F}" presName="connectorText" presStyleLbl="sibTrans2D1" presStyleIdx="2" presStyleCnt="5"/>
      <dgm:spPr/>
    </dgm:pt>
    <dgm:pt modelId="{DE0E4490-5B6B-4DF6-8003-41A40346987B}" type="pres">
      <dgm:prSet presAssocID="{B220CC37-C9F5-4BBD-B2E3-0CD258B6BA5F}" presName="node" presStyleLbl="node1" presStyleIdx="3" presStyleCnt="5">
        <dgm:presLayoutVars>
          <dgm:bulletEnabled val="1"/>
        </dgm:presLayoutVars>
      </dgm:prSet>
      <dgm:spPr/>
    </dgm:pt>
    <dgm:pt modelId="{6AD31225-DADC-4704-BF21-50E72B0837E2}" type="pres">
      <dgm:prSet presAssocID="{EF31C52F-CC56-40C5-9F18-B176E12DEEDF}" presName="sibTrans" presStyleLbl="sibTrans2D1" presStyleIdx="3" presStyleCnt="5"/>
      <dgm:spPr/>
    </dgm:pt>
    <dgm:pt modelId="{DBC1EB23-2485-420A-A20B-7EB22A44C549}" type="pres">
      <dgm:prSet presAssocID="{EF31C52F-CC56-40C5-9F18-B176E12DEEDF}" presName="connectorText" presStyleLbl="sibTrans2D1" presStyleIdx="3" presStyleCnt="5"/>
      <dgm:spPr/>
    </dgm:pt>
    <dgm:pt modelId="{3473AB72-C731-4197-97DD-DB412536D07B}" type="pres">
      <dgm:prSet presAssocID="{94E70A04-9A22-4031-B248-B5A6171B22FD}" presName="node" presStyleLbl="node1" presStyleIdx="4" presStyleCnt="5">
        <dgm:presLayoutVars>
          <dgm:bulletEnabled val="1"/>
        </dgm:presLayoutVars>
      </dgm:prSet>
      <dgm:spPr/>
    </dgm:pt>
    <dgm:pt modelId="{1B587B91-C2E4-40AC-8B45-43B723A1E6C7}" type="pres">
      <dgm:prSet presAssocID="{33E6532D-93F0-4902-985C-AF286E07510C}" presName="sibTrans" presStyleLbl="sibTrans2D1" presStyleIdx="4" presStyleCnt="5"/>
      <dgm:spPr/>
    </dgm:pt>
    <dgm:pt modelId="{D8A58FF5-BF02-4C3D-9EF9-BA7F9A8F4613}" type="pres">
      <dgm:prSet presAssocID="{33E6532D-93F0-4902-985C-AF286E07510C}" presName="connectorText" presStyleLbl="sibTrans2D1" presStyleIdx="4" presStyleCnt="5"/>
      <dgm:spPr/>
    </dgm:pt>
  </dgm:ptLst>
  <dgm:cxnLst>
    <dgm:cxn modelId="{15D2C802-0993-46EC-8C9B-12851452CD49}" type="presOf" srcId="{4351AA6A-6588-437F-9EF1-00B7587CD630}" destId="{962808C7-709D-402E-A89E-13878BD580BB}" srcOrd="1" destOrd="0" presId="urn:microsoft.com/office/officeart/2005/8/layout/cycle2"/>
    <dgm:cxn modelId="{414C510B-1727-4F67-A396-CF06BBDBC53A}" srcId="{D2F1C953-683D-4088-B683-ED0026710479}" destId="{B220CC37-C9F5-4BBD-B2E3-0CD258B6BA5F}" srcOrd="3" destOrd="0" parTransId="{D03F1CA6-853B-48B8-B6F7-106769F54046}" sibTransId="{EF31C52F-CC56-40C5-9F18-B176E12DEEDF}"/>
    <dgm:cxn modelId="{9AB6180D-A307-4B13-A42E-6CAC821FC5EB}" type="presOf" srcId="{A6A0B341-5910-4101-87F9-FF5B1697CB52}" destId="{BB703441-137E-4A76-A2D8-4E06EDED0FB3}" srcOrd="0" destOrd="0" presId="urn:microsoft.com/office/officeart/2005/8/layout/cycle2"/>
    <dgm:cxn modelId="{9A64CD22-79E9-4631-A100-0D51425D959A}" type="presOf" srcId="{EF31C52F-CC56-40C5-9F18-B176E12DEEDF}" destId="{DBC1EB23-2485-420A-A20B-7EB22A44C549}" srcOrd="1" destOrd="0" presId="urn:microsoft.com/office/officeart/2005/8/layout/cycle2"/>
    <dgm:cxn modelId="{664A5028-52BC-44CA-A78C-610981B36857}" type="presOf" srcId="{103F1819-1CB4-4050-9CD4-DC116FD69E7E}" destId="{53D2E0CE-9118-435C-87FD-550896A6B06B}" srcOrd="0" destOrd="0" presId="urn:microsoft.com/office/officeart/2005/8/layout/cycle2"/>
    <dgm:cxn modelId="{02BB1136-E784-453C-B453-B61987C800AE}" srcId="{D2F1C953-683D-4088-B683-ED0026710479}" destId="{3F00EE7C-C6BF-4788-B495-EBC2D1355610}" srcOrd="0" destOrd="0" parTransId="{0CA1898E-7CCC-4A37-B4A9-27F9058C1944}" sibTransId="{4351AA6A-6588-437F-9EF1-00B7587CD630}"/>
    <dgm:cxn modelId="{0AB41263-7BF1-4A08-AC76-24D944DE59D2}" type="presOf" srcId="{D2F1C953-683D-4088-B683-ED0026710479}" destId="{497FEB9C-1F6E-4039-AFF9-8A8D025721CA}" srcOrd="0" destOrd="0" presId="urn:microsoft.com/office/officeart/2005/8/layout/cycle2"/>
    <dgm:cxn modelId="{16BA6965-CE53-4142-971B-9D2D7CCDED2B}" type="presOf" srcId="{94E70A04-9A22-4031-B248-B5A6171B22FD}" destId="{3473AB72-C731-4197-97DD-DB412536D07B}" srcOrd="0" destOrd="0" presId="urn:microsoft.com/office/officeart/2005/8/layout/cycle2"/>
    <dgm:cxn modelId="{8F498468-1912-4A4F-90FA-B236ACD5E4F7}" type="presOf" srcId="{EF31C52F-CC56-40C5-9F18-B176E12DEEDF}" destId="{6AD31225-DADC-4704-BF21-50E72B0837E2}" srcOrd="0" destOrd="0" presId="urn:microsoft.com/office/officeart/2005/8/layout/cycle2"/>
    <dgm:cxn modelId="{6971816F-7798-4B68-8949-3C7986B0F9FE}" type="presOf" srcId="{3F00EE7C-C6BF-4788-B495-EBC2D1355610}" destId="{0523900B-3BC9-411A-BCB4-D4352CC3F35B}" srcOrd="0" destOrd="0" presId="urn:microsoft.com/office/officeart/2005/8/layout/cycle2"/>
    <dgm:cxn modelId="{F7570D80-4405-4563-868E-9F16A23E7901}" srcId="{D2F1C953-683D-4088-B683-ED0026710479}" destId="{94E70A04-9A22-4031-B248-B5A6171B22FD}" srcOrd="4" destOrd="0" parTransId="{0C6198C0-BB0B-4356-8494-3F5A15345869}" sibTransId="{33E6532D-93F0-4902-985C-AF286E07510C}"/>
    <dgm:cxn modelId="{5CD16781-35D9-4DA8-A266-08ECBFBC8D67}" type="presOf" srcId="{33E6532D-93F0-4902-985C-AF286E07510C}" destId="{D8A58FF5-BF02-4C3D-9EF9-BA7F9A8F4613}" srcOrd="1" destOrd="0" presId="urn:microsoft.com/office/officeart/2005/8/layout/cycle2"/>
    <dgm:cxn modelId="{40AB9286-033D-47E0-A60A-408EDEC9D125}" type="presOf" srcId="{761DD8F7-7F86-4D69-9099-717780D5516F}" destId="{3D22E680-3FFC-4306-8C17-CD647D2D1482}" srcOrd="0" destOrd="0" presId="urn:microsoft.com/office/officeart/2005/8/layout/cycle2"/>
    <dgm:cxn modelId="{9914AA9F-5960-4260-BB99-246439AE80D0}" type="presOf" srcId="{B220CC37-C9F5-4BBD-B2E3-0CD258B6BA5F}" destId="{DE0E4490-5B6B-4DF6-8003-41A40346987B}" srcOrd="0" destOrd="0" presId="urn:microsoft.com/office/officeart/2005/8/layout/cycle2"/>
    <dgm:cxn modelId="{9C1044C8-3E2A-4335-AEC0-041843638083}" type="presOf" srcId="{4351AA6A-6588-437F-9EF1-00B7587CD630}" destId="{A17E1B99-B19A-4C3E-8DE0-9CB2FBB8C7BB}" srcOrd="0" destOrd="0" presId="urn:microsoft.com/office/officeart/2005/8/layout/cycle2"/>
    <dgm:cxn modelId="{10E6B7DB-6D2D-4B9A-B0BA-3039095FDCE2}" type="presOf" srcId="{BDDA0868-A651-4628-AB31-E7599A9965E7}" destId="{86405B2D-B58C-4655-B231-296ECA2450B6}" srcOrd="0" destOrd="0" presId="urn:microsoft.com/office/officeart/2005/8/layout/cycle2"/>
    <dgm:cxn modelId="{AFFAF5DB-74F8-41F2-BB1D-81B2A9AE8579}" srcId="{D2F1C953-683D-4088-B683-ED0026710479}" destId="{BDDA0868-A651-4628-AB31-E7599A9965E7}" srcOrd="1" destOrd="0" parTransId="{46EE4510-D58B-4B92-8E25-CCCFA2E5974D}" sibTransId="{103F1819-1CB4-4050-9CD4-DC116FD69E7E}"/>
    <dgm:cxn modelId="{7D6985E5-CC06-4837-9C9A-64B526DEBC2F}" type="presOf" srcId="{33E6532D-93F0-4902-985C-AF286E07510C}" destId="{1B587B91-C2E4-40AC-8B45-43B723A1E6C7}" srcOrd="0" destOrd="0" presId="urn:microsoft.com/office/officeart/2005/8/layout/cycle2"/>
    <dgm:cxn modelId="{9516FDED-48F5-45E0-8B69-571721938930}" type="presOf" srcId="{103F1819-1CB4-4050-9CD4-DC116FD69E7E}" destId="{12D5B357-3CEB-4155-9AE0-1960C9583127}" srcOrd="1" destOrd="0" presId="urn:microsoft.com/office/officeart/2005/8/layout/cycle2"/>
    <dgm:cxn modelId="{C9507AF7-15B3-40BA-BCA3-50BE28B6CA59}" type="presOf" srcId="{761DD8F7-7F86-4D69-9099-717780D5516F}" destId="{4FC36524-AA7A-430F-875C-FA53F5C6F193}" srcOrd="1" destOrd="0" presId="urn:microsoft.com/office/officeart/2005/8/layout/cycle2"/>
    <dgm:cxn modelId="{750F00FB-98AC-4E39-9590-75185B6D607B}" srcId="{D2F1C953-683D-4088-B683-ED0026710479}" destId="{A6A0B341-5910-4101-87F9-FF5B1697CB52}" srcOrd="2" destOrd="0" parTransId="{1CAB2EE6-E4BD-42EF-8C0D-1FBB84A3A124}" sibTransId="{761DD8F7-7F86-4D69-9099-717780D5516F}"/>
    <dgm:cxn modelId="{CD5B10E4-1B88-4EEB-87F0-425D67707F7B}" type="presParOf" srcId="{497FEB9C-1F6E-4039-AFF9-8A8D025721CA}" destId="{0523900B-3BC9-411A-BCB4-D4352CC3F35B}" srcOrd="0" destOrd="0" presId="urn:microsoft.com/office/officeart/2005/8/layout/cycle2"/>
    <dgm:cxn modelId="{80F4081E-C239-4DE0-AAAA-BFEF445DBE81}" type="presParOf" srcId="{497FEB9C-1F6E-4039-AFF9-8A8D025721CA}" destId="{A17E1B99-B19A-4C3E-8DE0-9CB2FBB8C7BB}" srcOrd="1" destOrd="0" presId="urn:microsoft.com/office/officeart/2005/8/layout/cycle2"/>
    <dgm:cxn modelId="{CAE85F36-1741-40E4-9F0D-5865B89B99E7}" type="presParOf" srcId="{A17E1B99-B19A-4C3E-8DE0-9CB2FBB8C7BB}" destId="{962808C7-709D-402E-A89E-13878BD580BB}" srcOrd="0" destOrd="0" presId="urn:microsoft.com/office/officeart/2005/8/layout/cycle2"/>
    <dgm:cxn modelId="{4A7258F4-4811-4E9B-AB62-043EE4B52ABB}" type="presParOf" srcId="{497FEB9C-1F6E-4039-AFF9-8A8D025721CA}" destId="{86405B2D-B58C-4655-B231-296ECA2450B6}" srcOrd="2" destOrd="0" presId="urn:microsoft.com/office/officeart/2005/8/layout/cycle2"/>
    <dgm:cxn modelId="{24C2DDCD-C481-4C9F-84F9-7D76C6F31C58}" type="presParOf" srcId="{497FEB9C-1F6E-4039-AFF9-8A8D025721CA}" destId="{53D2E0CE-9118-435C-87FD-550896A6B06B}" srcOrd="3" destOrd="0" presId="urn:microsoft.com/office/officeart/2005/8/layout/cycle2"/>
    <dgm:cxn modelId="{DDB527F8-BC33-43BF-AE87-D2EF67A7000F}" type="presParOf" srcId="{53D2E0CE-9118-435C-87FD-550896A6B06B}" destId="{12D5B357-3CEB-4155-9AE0-1960C9583127}" srcOrd="0" destOrd="0" presId="urn:microsoft.com/office/officeart/2005/8/layout/cycle2"/>
    <dgm:cxn modelId="{94B1744E-23DF-4ABE-B200-682D38B00B1E}" type="presParOf" srcId="{497FEB9C-1F6E-4039-AFF9-8A8D025721CA}" destId="{BB703441-137E-4A76-A2D8-4E06EDED0FB3}" srcOrd="4" destOrd="0" presId="urn:microsoft.com/office/officeart/2005/8/layout/cycle2"/>
    <dgm:cxn modelId="{4CBAB915-3CD8-4808-A13D-01639317D22D}" type="presParOf" srcId="{497FEB9C-1F6E-4039-AFF9-8A8D025721CA}" destId="{3D22E680-3FFC-4306-8C17-CD647D2D1482}" srcOrd="5" destOrd="0" presId="urn:microsoft.com/office/officeart/2005/8/layout/cycle2"/>
    <dgm:cxn modelId="{56503D09-6E38-4B18-AC21-273370761F40}" type="presParOf" srcId="{3D22E680-3FFC-4306-8C17-CD647D2D1482}" destId="{4FC36524-AA7A-430F-875C-FA53F5C6F193}" srcOrd="0" destOrd="0" presId="urn:microsoft.com/office/officeart/2005/8/layout/cycle2"/>
    <dgm:cxn modelId="{57011B4D-C05A-4BCE-8710-139AC9509513}" type="presParOf" srcId="{497FEB9C-1F6E-4039-AFF9-8A8D025721CA}" destId="{DE0E4490-5B6B-4DF6-8003-41A40346987B}" srcOrd="6" destOrd="0" presId="urn:microsoft.com/office/officeart/2005/8/layout/cycle2"/>
    <dgm:cxn modelId="{2F2E964F-0BFA-452D-A636-BF7737B679FE}" type="presParOf" srcId="{497FEB9C-1F6E-4039-AFF9-8A8D025721CA}" destId="{6AD31225-DADC-4704-BF21-50E72B0837E2}" srcOrd="7" destOrd="0" presId="urn:microsoft.com/office/officeart/2005/8/layout/cycle2"/>
    <dgm:cxn modelId="{2C53D399-0B10-4A23-BEAF-0F243E35C088}" type="presParOf" srcId="{6AD31225-DADC-4704-BF21-50E72B0837E2}" destId="{DBC1EB23-2485-420A-A20B-7EB22A44C549}" srcOrd="0" destOrd="0" presId="urn:microsoft.com/office/officeart/2005/8/layout/cycle2"/>
    <dgm:cxn modelId="{8B60E5B5-E37E-4210-967B-9ABF5FAD4DFA}" type="presParOf" srcId="{497FEB9C-1F6E-4039-AFF9-8A8D025721CA}" destId="{3473AB72-C731-4197-97DD-DB412536D07B}" srcOrd="8" destOrd="0" presId="urn:microsoft.com/office/officeart/2005/8/layout/cycle2"/>
    <dgm:cxn modelId="{9862F378-13EF-4BE7-84FF-A7D20E66404F}" type="presParOf" srcId="{497FEB9C-1F6E-4039-AFF9-8A8D025721CA}" destId="{1B587B91-C2E4-40AC-8B45-43B723A1E6C7}" srcOrd="9" destOrd="0" presId="urn:microsoft.com/office/officeart/2005/8/layout/cycle2"/>
    <dgm:cxn modelId="{43D006A4-3CCA-4DD7-8A20-9ED04297AFD4}" type="presParOf" srcId="{1B587B91-C2E4-40AC-8B45-43B723A1E6C7}" destId="{D8A58FF5-BF02-4C3D-9EF9-BA7F9A8F461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24D44-8725-4F6F-9DE4-BED40AE7A8B2}">
      <dsp:nvSpPr>
        <dsp:cNvPr id="0" name=""/>
        <dsp:cNvSpPr/>
      </dsp:nvSpPr>
      <dsp:spPr>
        <a:xfrm>
          <a:off x="623961" y="198"/>
          <a:ext cx="276076" cy="27607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64391" y="40628"/>
        <a:ext cx="195216" cy="195216"/>
      </dsp:txXfrm>
    </dsp:sp>
    <dsp:sp modelId="{24DCFC0C-34BB-4E9F-AB65-83614EC28329}">
      <dsp:nvSpPr>
        <dsp:cNvPr id="0" name=""/>
        <dsp:cNvSpPr/>
      </dsp:nvSpPr>
      <dsp:spPr>
        <a:xfrm rot="2160000">
          <a:off x="891313" y="212260"/>
          <a:ext cx="73391" cy="931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3415" y="224424"/>
        <a:ext cx="51374" cy="55905"/>
      </dsp:txXfrm>
    </dsp:sp>
    <dsp:sp modelId="{A6106D4A-5484-44A7-9EFE-9D4F56A25203}">
      <dsp:nvSpPr>
        <dsp:cNvPr id="0" name=""/>
        <dsp:cNvSpPr/>
      </dsp:nvSpPr>
      <dsp:spPr>
        <a:xfrm>
          <a:off x="959340" y="243864"/>
          <a:ext cx="276076" cy="276076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999770" y="284294"/>
        <a:ext cx="195216" cy="195216"/>
      </dsp:txXfrm>
    </dsp:sp>
    <dsp:sp modelId="{605F24DB-4B88-43AD-A475-3177C894A76C}">
      <dsp:nvSpPr>
        <dsp:cNvPr id="0" name=""/>
        <dsp:cNvSpPr/>
      </dsp:nvSpPr>
      <dsp:spPr>
        <a:xfrm rot="6480000">
          <a:off x="997272" y="530470"/>
          <a:ext cx="73391" cy="931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1011682" y="538635"/>
        <a:ext cx="51374" cy="55905"/>
      </dsp:txXfrm>
    </dsp:sp>
    <dsp:sp modelId="{F815CB2A-87A4-4043-884F-6438D5BFAFE8}">
      <dsp:nvSpPr>
        <dsp:cNvPr id="0" name=""/>
        <dsp:cNvSpPr/>
      </dsp:nvSpPr>
      <dsp:spPr>
        <a:xfrm>
          <a:off x="831237" y="638125"/>
          <a:ext cx="276076" cy="276076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871667" y="678555"/>
        <a:ext cx="195216" cy="195216"/>
      </dsp:txXfrm>
    </dsp:sp>
    <dsp:sp modelId="{76177BE7-DB11-41E7-9933-DF750AB4368D}">
      <dsp:nvSpPr>
        <dsp:cNvPr id="0" name=""/>
        <dsp:cNvSpPr/>
      </dsp:nvSpPr>
      <dsp:spPr>
        <a:xfrm rot="10800000">
          <a:off x="727381" y="729575"/>
          <a:ext cx="73391" cy="931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749398" y="748210"/>
        <a:ext cx="51374" cy="55905"/>
      </dsp:txXfrm>
    </dsp:sp>
    <dsp:sp modelId="{B7B07A9F-7F8F-4E03-B4BE-6B680E17FBC1}">
      <dsp:nvSpPr>
        <dsp:cNvPr id="0" name=""/>
        <dsp:cNvSpPr/>
      </dsp:nvSpPr>
      <dsp:spPr>
        <a:xfrm>
          <a:off x="416686" y="638125"/>
          <a:ext cx="276076" cy="27607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57116" y="678555"/>
        <a:ext cx="195216" cy="195216"/>
      </dsp:txXfrm>
    </dsp:sp>
    <dsp:sp modelId="{84F3054D-1A87-4432-916D-ACC6370FACDB}">
      <dsp:nvSpPr>
        <dsp:cNvPr id="0" name=""/>
        <dsp:cNvSpPr/>
      </dsp:nvSpPr>
      <dsp:spPr>
        <a:xfrm rot="15120000">
          <a:off x="454619" y="534420"/>
          <a:ext cx="73391" cy="931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69029" y="563525"/>
        <a:ext cx="51374" cy="55905"/>
      </dsp:txXfrm>
    </dsp:sp>
    <dsp:sp modelId="{296328BA-2F0C-4B4C-A6C0-C1912C8B6D33}">
      <dsp:nvSpPr>
        <dsp:cNvPr id="0" name=""/>
        <dsp:cNvSpPr/>
      </dsp:nvSpPr>
      <dsp:spPr>
        <a:xfrm>
          <a:off x="288583" y="243864"/>
          <a:ext cx="276076" cy="276076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29013" y="284294"/>
        <a:ext cx="195216" cy="195216"/>
      </dsp:txXfrm>
    </dsp:sp>
    <dsp:sp modelId="{D08B1253-FD3F-4ABA-AAC6-3BBA48F00D7D}">
      <dsp:nvSpPr>
        <dsp:cNvPr id="0" name=""/>
        <dsp:cNvSpPr/>
      </dsp:nvSpPr>
      <dsp:spPr>
        <a:xfrm rot="19440000">
          <a:off x="555934" y="214702"/>
          <a:ext cx="73391" cy="931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8036" y="239808"/>
        <a:ext cx="51374" cy="559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24D44-8725-4F6F-9DE4-BED40AE7A8B2}">
      <dsp:nvSpPr>
        <dsp:cNvPr id="0" name=""/>
        <dsp:cNvSpPr/>
      </dsp:nvSpPr>
      <dsp:spPr>
        <a:xfrm>
          <a:off x="403277" y="136"/>
          <a:ext cx="184044" cy="18404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30230" y="27089"/>
        <a:ext cx="130138" cy="130138"/>
      </dsp:txXfrm>
    </dsp:sp>
    <dsp:sp modelId="{24DCFC0C-34BB-4E9F-AB65-83614EC28329}">
      <dsp:nvSpPr>
        <dsp:cNvPr id="0" name=""/>
        <dsp:cNvSpPr/>
      </dsp:nvSpPr>
      <dsp:spPr>
        <a:xfrm rot="2160000">
          <a:off x="581506" y="141509"/>
          <a:ext cx="48929" cy="621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2908" y="149618"/>
        <a:ext cx="34250" cy="37269"/>
      </dsp:txXfrm>
    </dsp:sp>
    <dsp:sp modelId="{A6106D4A-5484-44A7-9EFE-9D4F56A25203}">
      <dsp:nvSpPr>
        <dsp:cNvPr id="0" name=""/>
        <dsp:cNvSpPr/>
      </dsp:nvSpPr>
      <dsp:spPr>
        <a:xfrm>
          <a:off x="626861" y="162579"/>
          <a:ext cx="184044" cy="18404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653814" y="189532"/>
        <a:ext cx="130138" cy="130138"/>
      </dsp:txXfrm>
    </dsp:sp>
    <dsp:sp modelId="{605F24DB-4B88-43AD-A475-3177C894A76C}">
      <dsp:nvSpPr>
        <dsp:cNvPr id="0" name=""/>
        <dsp:cNvSpPr/>
      </dsp:nvSpPr>
      <dsp:spPr>
        <a:xfrm rot="6480000">
          <a:off x="652146" y="353647"/>
          <a:ext cx="48929" cy="621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661754" y="359090"/>
        <a:ext cx="34250" cy="37269"/>
      </dsp:txXfrm>
    </dsp:sp>
    <dsp:sp modelId="{F815CB2A-87A4-4043-884F-6438D5BFAFE8}">
      <dsp:nvSpPr>
        <dsp:cNvPr id="0" name=""/>
        <dsp:cNvSpPr/>
      </dsp:nvSpPr>
      <dsp:spPr>
        <a:xfrm>
          <a:off x="541460" y="425418"/>
          <a:ext cx="184044" cy="18404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68413" y="452371"/>
        <a:ext cx="130138" cy="130138"/>
      </dsp:txXfrm>
    </dsp:sp>
    <dsp:sp modelId="{76177BE7-DB11-41E7-9933-DF750AB4368D}">
      <dsp:nvSpPr>
        <dsp:cNvPr id="0" name=""/>
        <dsp:cNvSpPr/>
      </dsp:nvSpPr>
      <dsp:spPr>
        <a:xfrm rot="10800000">
          <a:off x="472219" y="486383"/>
          <a:ext cx="48929" cy="621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486898" y="498806"/>
        <a:ext cx="34250" cy="37269"/>
      </dsp:txXfrm>
    </dsp:sp>
    <dsp:sp modelId="{B7B07A9F-7F8F-4E03-B4BE-6B680E17FBC1}">
      <dsp:nvSpPr>
        <dsp:cNvPr id="0" name=""/>
        <dsp:cNvSpPr/>
      </dsp:nvSpPr>
      <dsp:spPr>
        <a:xfrm>
          <a:off x="265095" y="425418"/>
          <a:ext cx="184044" cy="18404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92048" y="452371"/>
        <a:ext cx="130138" cy="130138"/>
      </dsp:txXfrm>
    </dsp:sp>
    <dsp:sp modelId="{84F3054D-1A87-4432-916D-ACC6370FACDB}">
      <dsp:nvSpPr>
        <dsp:cNvPr id="0" name=""/>
        <dsp:cNvSpPr/>
      </dsp:nvSpPr>
      <dsp:spPr>
        <a:xfrm rot="15120000">
          <a:off x="290379" y="356281"/>
          <a:ext cx="48929" cy="621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299987" y="375684"/>
        <a:ext cx="34250" cy="37269"/>
      </dsp:txXfrm>
    </dsp:sp>
    <dsp:sp modelId="{296328BA-2F0C-4B4C-A6C0-C1912C8B6D33}">
      <dsp:nvSpPr>
        <dsp:cNvPr id="0" name=""/>
        <dsp:cNvSpPr/>
      </dsp:nvSpPr>
      <dsp:spPr>
        <a:xfrm>
          <a:off x="179693" y="162579"/>
          <a:ext cx="184044" cy="184044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06646" y="189532"/>
        <a:ext cx="130138" cy="130138"/>
      </dsp:txXfrm>
    </dsp:sp>
    <dsp:sp modelId="{D08B1253-FD3F-4ABA-AAC6-3BBA48F00D7D}">
      <dsp:nvSpPr>
        <dsp:cNvPr id="0" name=""/>
        <dsp:cNvSpPr/>
      </dsp:nvSpPr>
      <dsp:spPr>
        <a:xfrm rot="19440000">
          <a:off x="357922" y="143137"/>
          <a:ext cx="48929" cy="621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24" y="159874"/>
        <a:ext cx="34250" cy="372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3900B-3BC9-411A-BCB4-D4352CC3F35B}">
      <dsp:nvSpPr>
        <dsp:cNvPr id="0" name=""/>
        <dsp:cNvSpPr/>
      </dsp:nvSpPr>
      <dsp:spPr>
        <a:xfrm>
          <a:off x="2875452" y="642"/>
          <a:ext cx="1488095" cy="148809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Strategy</a:t>
          </a:r>
        </a:p>
      </dsp:txBody>
      <dsp:txXfrm>
        <a:off x="3093378" y="218568"/>
        <a:ext cx="1052243" cy="1052243"/>
      </dsp:txXfrm>
    </dsp:sp>
    <dsp:sp modelId="{A17E1B99-B19A-4C3E-8DE0-9CB2FBB8C7BB}">
      <dsp:nvSpPr>
        <dsp:cNvPr id="0" name=""/>
        <dsp:cNvSpPr/>
      </dsp:nvSpPr>
      <dsp:spPr>
        <a:xfrm rot="2160000">
          <a:off x="4316492" y="1143636"/>
          <a:ext cx="395483" cy="502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>
        <a:off x="4327822" y="1209213"/>
        <a:ext cx="276838" cy="301340"/>
      </dsp:txXfrm>
    </dsp:sp>
    <dsp:sp modelId="{86405B2D-B58C-4655-B231-296ECA2450B6}">
      <dsp:nvSpPr>
        <dsp:cNvPr id="0" name=""/>
        <dsp:cNvSpPr/>
      </dsp:nvSpPr>
      <dsp:spPr>
        <a:xfrm>
          <a:off x="4683031" y="1313925"/>
          <a:ext cx="1488095" cy="148809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Communi</a:t>
          </a:r>
          <a:r>
            <a:rPr lang="en-US" sz="1700" b="1" kern="1200" dirty="0"/>
            <a:t>-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cations</a:t>
          </a:r>
          <a:endParaRPr lang="en-US" sz="1700" b="1" kern="1200" dirty="0"/>
        </a:p>
      </dsp:txBody>
      <dsp:txXfrm>
        <a:off x="4900957" y="1531851"/>
        <a:ext cx="1052243" cy="1052243"/>
      </dsp:txXfrm>
    </dsp:sp>
    <dsp:sp modelId="{53D2E0CE-9118-435C-87FD-550896A6B06B}">
      <dsp:nvSpPr>
        <dsp:cNvPr id="0" name=""/>
        <dsp:cNvSpPr/>
      </dsp:nvSpPr>
      <dsp:spPr>
        <a:xfrm rot="6480000">
          <a:off x="4887579" y="2858680"/>
          <a:ext cx="395483" cy="502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 rot="10800000">
        <a:off x="4965233" y="2902707"/>
        <a:ext cx="276838" cy="301340"/>
      </dsp:txXfrm>
    </dsp:sp>
    <dsp:sp modelId="{BB703441-137E-4A76-A2D8-4E06EDED0FB3}">
      <dsp:nvSpPr>
        <dsp:cNvPr id="0" name=""/>
        <dsp:cNvSpPr/>
      </dsp:nvSpPr>
      <dsp:spPr>
        <a:xfrm>
          <a:off x="3992597" y="3438862"/>
          <a:ext cx="1488095" cy="148809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Innovation</a:t>
          </a:r>
        </a:p>
      </dsp:txBody>
      <dsp:txXfrm>
        <a:off x="4210523" y="3656788"/>
        <a:ext cx="1052243" cy="1052243"/>
      </dsp:txXfrm>
    </dsp:sp>
    <dsp:sp modelId="{3D22E680-3FFC-4306-8C17-CD647D2D1482}">
      <dsp:nvSpPr>
        <dsp:cNvPr id="0" name=""/>
        <dsp:cNvSpPr/>
      </dsp:nvSpPr>
      <dsp:spPr>
        <a:xfrm rot="10800000">
          <a:off x="3432951" y="3931793"/>
          <a:ext cx="395483" cy="502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 rot="10800000">
        <a:off x="3551596" y="4032239"/>
        <a:ext cx="276838" cy="301340"/>
      </dsp:txXfrm>
    </dsp:sp>
    <dsp:sp modelId="{DE0E4490-5B6B-4DF6-8003-41A40346987B}">
      <dsp:nvSpPr>
        <dsp:cNvPr id="0" name=""/>
        <dsp:cNvSpPr/>
      </dsp:nvSpPr>
      <dsp:spPr>
        <a:xfrm>
          <a:off x="1758307" y="3438862"/>
          <a:ext cx="1488095" cy="148809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Technology</a:t>
          </a:r>
        </a:p>
      </dsp:txBody>
      <dsp:txXfrm>
        <a:off x="1976233" y="3656788"/>
        <a:ext cx="1052243" cy="1052243"/>
      </dsp:txXfrm>
    </dsp:sp>
    <dsp:sp modelId="{6AD31225-DADC-4704-BF21-50E72B0837E2}">
      <dsp:nvSpPr>
        <dsp:cNvPr id="0" name=""/>
        <dsp:cNvSpPr/>
      </dsp:nvSpPr>
      <dsp:spPr>
        <a:xfrm rot="15120000">
          <a:off x="1962854" y="2879970"/>
          <a:ext cx="395483" cy="502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 rot="10800000">
        <a:off x="2040508" y="3036835"/>
        <a:ext cx="276838" cy="301340"/>
      </dsp:txXfrm>
    </dsp:sp>
    <dsp:sp modelId="{3473AB72-C731-4197-97DD-DB412536D07B}">
      <dsp:nvSpPr>
        <dsp:cNvPr id="0" name=""/>
        <dsp:cNvSpPr/>
      </dsp:nvSpPr>
      <dsp:spPr>
        <a:xfrm>
          <a:off x="1067873" y="1313925"/>
          <a:ext cx="1488095" cy="1488095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Product / Service Dev.</a:t>
          </a:r>
        </a:p>
      </dsp:txBody>
      <dsp:txXfrm>
        <a:off x="1285799" y="1531851"/>
        <a:ext cx="1052243" cy="1052243"/>
      </dsp:txXfrm>
    </dsp:sp>
    <dsp:sp modelId="{1B587B91-C2E4-40AC-8B45-43B723A1E6C7}">
      <dsp:nvSpPr>
        <dsp:cNvPr id="0" name=""/>
        <dsp:cNvSpPr/>
      </dsp:nvSpPr>
      <dsp:spPr>
        <a:xfrm rot="19440000">
          <a:off x="2508913" y="1156794"/>
          <a:ext cx="395483" cy="5022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/>
        </a:p>
      </dsp:txBody>
      <dsp:txXfrm>
        <a:off x="2520243" y="1292109"/>
        <a:ext cx="276838" cy="301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0"/>
            <a:ext cx="1905000" cy="6858000"/>
          </a:xfrm>
          <a:prstGeom prst="rect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6200000" scaled="0"/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00200" y="0"/>
            <a:ext cx="7543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12" name="Diagram 11"/>
          <p:cNvGraphicFramePr/>
          <p:nvPr userDrawn="1"/>
        </p:nvGraphicFramePr>
        <p:xfrm>
          <a:off x="2590800" y="457200"/>
          <a:ext cx="1524000" cy="91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/>
          <p:cNvSpPr txBox="1"/>
          <p:nvPr userDrawn="1"/>
        </p:nvSpPr>
        <p:spPr>
          <a:xfrm>
            <a:off x="3962400" y="609600"/>
            <a:ext cx="2895600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Evanston</a:t>
            </a:r>
            <a:r>
              <a:rPr lang="en-US" b="1" baseline="0" dirty="0"/>
              <a:t> Business Consortium</a:t>
            </a:r>
            <a:endParaRPr lang="en-US" b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10" name="Diagram 9"/>
          <p:cNvGraphicFramePr/>
          <p:nvPr userDrawn="1"/>
        </p:nvGraphicFramePr>
        <p:xfrm>
          <a:off x="228600" y="76200"/>
          <a:ext cx="990600" cy="60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 userDrawn="1"/>
        </p:nvSpPr>
        <p:spPr>
          <a:xfrm>
            <a:off x="1219200" y="147935"/>
            <a:ext cx="1882140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Grey Hair Management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3/19/19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47800" y="2133600"/>
            <a:ext cx="7239000" cy="1470025"/>
          </a:xfrm>
        </p:spPr>
        <p:txBody>
          <a:bodyPr/>
          <a:lstStyle/>
          <a:p>
            <a:pPr eaLnBrk="1" hangingPunct="1"/>
            <a:r>
              <a:rPr lang="en-US" b="1" dirty="0"/>
              <a:t>Socio-Economic</a:t>
            </a:r>
            <a:br>
              <a:rPr lang="en-US" b="1" dirty="0"/>
            </a:br>
            <a:r>
              <a:rPr lang="en-US" b="1" dirty="0"/>
              <a:t>Business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3600" y="4343400"/>
            <a:ext cx="60465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Pay </a:t>
            </a:r>
            <a:r>
              <a:rPr lang="en-US" sz="5400" b="1" cap="all" spc="0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iT</a:t>
            </a:r>
            <a:r>
              <a:rPr lang="en-US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Forward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 it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Credits are awarded for folks who provide their time &amp; knowledge to fellow members.</a:t>
            </a:r>
          </a:p>
          <a:p>
            <a:r>
              <a:rPr lang="en-US" dirty="0"/>
              <a:t>Debits are assigned for folks who consume time &amp; knowledge from fellow members.</a:t>
            </a:r>
          </a:p>
          <a:p>
            <a:r>
              <a:rPr lang="en-US" dirty="0"/>
              <a:t>A Debit-balance is acceptable for startups or folks in transition. </a:t>
            </a:r>
          </a:p>
          <a:p>
            <a:r>
              <a:rPr lang="en-US" dirty="0"/>
              <a:t>Folks with significant credit balances should be recognized by the members and local chambers.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Platforming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0" y="4800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0" y="4800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Marketing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800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Comm</a:t>
            </a:r>
            <a:endParaRPr lang="en-US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4572000" y="54864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54864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Entrepre-neurs</a:t>
            </a:r>
            <a:endParaRPr lang="en-US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0" y="41148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41148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Legal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33800" y="3962400"/>
            <a:ext cx="4953000" cy="0"/>
          </a:xfrm>
          <a:prstGeom prst="line">
            <a:avLst/>
          </a:prstGeom>
          <a:ln w="349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24200" y="14478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Getting your first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3622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Entering New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574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Growing Your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8600" y="26670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Repurposing Your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7400" y="23622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Creating a Transition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16764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Improving Your Messaging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400" y="13716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Measuring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17526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Building Your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2054423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Protecting Your 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600" y="2971800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Bringing Aboard New Talent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600" y="2816423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Deciding When to Get Help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9800" y="31242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Incorporating New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352800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Generating Ideas for Improving Your Products &amp;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0" y="35052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Collaborating with Members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609600" y="1905000"/>
            <a:ext cx="1524000" cy="914400"/>
          </a:xfrm>
          <a:prstGeom prst="wedgeRoundRectCallout">
            <a:avLst>
              <a:gd name="adj1" fmla="val 60649"/>
              <a:gd name="adj2" fmla="val -25000"/>
              <a:gd name="adj3" fmla="val 16667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Here’s what we can provide</a:t>
            </a:r>
          </a:p>
        </p:txBody>
      </p:sp>
      <p:sp>
        <p:nvSpPr>
          <p:cNvPr id="32" name="Rounded Rectangular Callout 31"/>
          <p:cNvSpPr/>
          <p:nvPr/>
        </p:nvSpPr>
        <p:spPr>
          <a:xfrm>
            <a:off x="609600" y="4495800"/>
            <a:ext cx="1524000" cy="914400"/>
          </a:xfrm>
          <a:prstGeom prst="wedgeRoundRectCallout">
            <a:avLst>
              <a:gd name="adj1" fmla="val 60649"/>
              <a:gd name="adj2" fmla="val -25000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Here’s what we can leverage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Community Hubs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990600" y="1397000"/>
          <a:ext cx="72390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0600" y="2145268"/>
            <a:ext cx="1600200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Mentoring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05000"/>
            <a:ext cx="1600200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Coaching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507468"/>
            <a:ext cx="1600200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Service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4659868"/>
            <a:ext cx="1600200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Skill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&amp; Improve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which areas we can develop hubs for collaborative offerings to help the community and individual business owners.</a:t>
            </a:r>
          </a:p>
          <a:p>
            <a:r>
              <a:rPr lang="en-US" dirty="0"/>
              <a:t>Identify roles for unemployed individuals to contribute and gain visibility.</a:t>
            </a:r>
          </a:p>
          <a:p>
            <a:r>
              <a:rPr lang="en-US" dirty="0"/>
              <a:t>Identify opportunities to assist small business owners &amp; early stage entrepreneurs. 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5257800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Not an incubator…only offering guiding &amp; mentoring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Expand to Other Communities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371600"/>
            <a:ext cx="3209930" cy="221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905000"/>
            <a:ext cx="3209930" cy="221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3962400"/>
            <a:ext cx="3209930" cy="221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1905000" y="2390001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Evanston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99601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Naperville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495300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Others…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8609</TotalTime>
  <Words>223</Words>
  <Application>Microsoft Macintosh PowerPoint</Application>
  <PresentationFormat>On-screen Show (4:3)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VEG</vt:lpstr>
      <vt:lpstr>Socio-Economic Business Model</vt:lpstr>
      <vt:lpstr>Pay it Forward</vt:lpstr>
      <vt:lpstr>Platforming Value</vt:lpstr>
      <vt:lpstr>Create Community Hubs</vt:lpstr>
      <vt:lpstr>Learn &amp; Improve the Model</vt:lpstr>
      <vt:lpstr>Expand to Other Communities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171</cp:revision>
  <dcterms:created xsi:type="dcterms:W3CDTF">2009-06-09T11:36:35Z</dcterms:created>
  <dcterms:modified xsi:type="dcterms:W3CDTF">2019-03-19T17:46:39Z</dcterms:modified>
</cp:coreProperties>
</file>