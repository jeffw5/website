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diagrams/layout5.xml" ContentType="application/vnd.openxmlformats-officedocument.drawingml.diagramLayout+xml"/>
  <Override PartName="/ppt/notesSlides/notesSlide23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8"/>
  </p:notesMasterIdLst>
  <p:handoutMasterIdLst>
    <p:handoutMasterId r:id="rId29"/>
  </p:handoutMasterIdLst>
  <p:sldIdLst>
    <p:sldId id="257" r:id="rId2"/>
    <p:sldId id="259" r:id="rId3"/>
    <p:sldId id="271" r:id="rId4"/>
    <p:sldId id="278" r:id="rId5"/>
    <p:sldId id="280" r:id="rId6"/>
    <p:sldId id="264" r:id="rId7"/>
    <p:sldId id="268" r:id="rId8"/>
    <p:sldId id="281" r:id="rId9"/>
    <p:sldId id="282" r:id="rId10"/>
    <p:sldId id="295" r:id="rId11"/>
    <p:sldId id="296" r:id="rId12"/>
    <p:sldId id="297" r:id="rId13"/>
    <p:sldId id="298" r:id="rId14"/>
    <p:sldId id="285" r:id="rId15"/>
    <p:sldId id="286" r:id="rId16"/>
    <p:sldId id="288" r:id="rId17"/>
    <p:sldId id="289" r:id="rId18"/>
    <p:sldId id="302" r:id="rId19"/>
    <p:sldId id="290" r:id="rId20"/>
    <p:sldId id="299" r:id="rId21"/>
    <p:sldId id="300" r:id="rId22"/>
    <p:sldId id="301" r:id="rId23"/>
    <p:sldId id="270" r:id="rId24"/>
    <p:sldId id="303" r:id="rId25"/>
    <p:sldId id="304" r:id="rId26"/>
    <p:sldId id="305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F5A85B-EBE5-423D-ADBE-FC29F68C4B53}" type="doc">
      <dgm:prSet loTypeId="urn:microsoft.com/office/officeart/2005/8/layout/pyramid2" loCatId="pyramid" qsTypeId="urn:microsoft.com/office/officeart/2005/8/quickstyle/3d2" qsCatId="3D" csTypeId="urn:microsoft.com/office/officeart/2005/8/colors/colorful1" csCatId="colorful" phldr="1"/>
      <dgm:spPr/>
    </dgm:pt>
    <dgm:pt modelId="{8FAD1B17-379C-4181-BEA9-ECB09895F19B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Members</a:t>
          </a:r>
          <a:endParaRPr lang="en-US" dirty="0"/>
        </a:p>
      </dgm:t>
    </dgm:pt>
    <dgm:pt modelId="{CDC67D7C-6B83-4016-BB6F-6A43CD80889C}" type="parTrans" cxnId="{B5C19BF7-F98C-4782-B5D1-0CAA68F777DE}">
      <dgm:prSet/>
      <dgm:spPr/>
      <dgm:t>
        <a:bodyPr/>
        <a:lstStyle/>
        <a:p>
          <a:endParaRPr lang="en-US"/>
        </a:p>
      </dgm:t>
    </dgm:pt>
    <dgm:pt modelId="{A322AE39-47ED-40CA-BCF7-D76F7BDB7456}" type="sibTrans" cxnId="{B5C19BF7-F98C-4782-B5D1-0CAA68F777DE}">
      <dgm:prSet/>
      <dgm:spPr/>
      <dgm:t>
        <a:bodyPr/>
        <a:lstStyle/>
        <a:p>
          <a:endParaRPr lang="en-US"/>
        </a:p>
      </dgm:t>
    </dgm:pt>
    <dgm:pt modelId="{A383FE16-DA5A-4140-AC98-48407D82F4CA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Clergy, Staff, &amp; Leadership</a:t>
          </a:r>
          <a:endParaRPr lang="en-US" dirty="0"/>
        </a:p>
      </dgm:t>
    </dgm:pt>
    <dgm:pt modelId="{49160EE6-9DAB-4643-9F3B-02091DD79840}" type="parTrans" cxnId="{1A79EB4E-B94B-4F88-A1DF-17549C84EC91}">
      <dgm:prSet/>
      <dgm:spPr/>
      <dgm:t>
        <a:bodyPr/>
        <a:lstStyle/>
        <a:p>
          <a:endParaRPr lang="en-US"/>
        </a:p>
      </dgm:t>
    </dgm:pt>
    <dgm:pt modelId="{9A115B3A-DBDD-45BB-9BDD-DA5E8A712610}" type="sibTrans" cxnId="{1A79EB4E-B94B-4F88-A1DF-17549C84EC91}">
      <dgm:prSet/>
      <dgm:spPr/>
      <dgm:t>
        <a:bodyPr/>
        <a:lstStyle/>
        <a:p>
          <a:endParaRPr lang="en-US"/>
        </a:p>
      </dgm:t>
    </dgm:pt>
    <dgm:pt modelId="{635C8953-A73A-4C01-A3D0-7CA3FEFCD1EC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Congregations &amp; Partners</a:t>
          </a:r>
          <a:endParaRPr lang="en-US" dirty="0"/>
        </a:p>
      </dgm:t>
    </dgm:pt>
    <dgm:pt modelId="{BAF4D2DE-1000-4146-8E4C-B803EC1DFCF1}" type="parTrans" cxnId="{BDE54572-00CD-4863-B673-4A1E362017A1}">
      <dgm:prSet/>
      <dgm:spPr/>
      <dgm:t>
        <a:bodyPr/>
        <a:lstStyle/>
        <a:p>
          <a:endParaRPr lang="en-US"/>
        </a:p>
      </dgm:t>
    </dgm:pt>
    <dgm:pt modelId="{B35C2351-0B65-4876-863F-F125B816CC5D}" type="sibTrans" cxnId="{BDE54572-00CD-4863-B673-4A1E362017A1}">
      <dgm:prSet/>
      <dgm:spPr/>
      <dgm:t>
        <a:bodyPr/>
        <a:lstStyle/>
        <a:p>
          <a:endParaRPr lang="en-US"/>
        </a:p>
      </dgm:t>
    </dgm:pt>
    <dgm:pt modelId="{4137E4C6-FBE7-4CBE-80BB-F97ED6A92A7A}" type="pres">
      <dgm:prSet presAssocID="{44F5A85B-EBE5-423D-ADBE-FC29F68C4B53}" presName="compositeShape" presStyleCnt="0">
        <dgm:presLayoutVars>
          <dgm:dir/>
          <dgm:resizeHandles/>
        </dgm:presLayoutVars>
      </dgm:prSet>
      <dgm:spPr/>
    </dgm:pt>
    <dgm:pt modelId="{115CA9F5-87F2-4C82-9EB6-35D827643299}" type="pres">
      <dgm:prSet presAssocID="{44F5A85B-EBE5-423D-ADBE-FC29F68C4B53}" presName="pyramid" presStyleLbl="node1" presStyleIdx="0" presStyleCnt="1" custLinFactNeighborX="14963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gm:spPr>
    </dgm:pt>
    <dgm:pt modelId="{19FF9038-71B1-408E-B166-C321807EBB0B}" type="pres">
      <dgm:prSet presAssocID="{44F5A85B-EBE5-423D-ADBE-FC29F68C4B53}" presName="theList" presStyleCnt="0"/>
      <dgm:spPr/>
    </dgm:pt>
    <dgm:pt modelId="{BEA2BFCA-40A2-4D40-A09B-D3D3F97289BB}" type="pres">
      <dgm:prSet presAssocID="{8FAD1B17-379C-4181-BEA9-ECB09895F19B}" presName="aNode" presStyleLbl="fgAcc1" presStyleIdx="0" presStyleCnt="3" custScaleX="88289" custScaleY="31946" custLinFactNeighborX="19996" custLinFactNeighborY="862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AEE437-41DF-4CF8-85EC-ADFDD9879CCA}" type="pres">
      <dgm:prSet presAssocID="{8FAD1B17-379C-4181-BEA9-ECB09895F19B}" presName="aSpace" presStyleCnt="0"/>
      <dgm:spPr/>
    </dgm:pt>
    <dgm:pt modelId="{F1B25623-14DC-4043-90DF-5012362B5C2B}" type="pres">
      <dgm:prSet presAssocID="{A383FE16-DA5A-4140-AC98-48407D82F4CA}" presName="aNode" presStyleLbl="fgAcc1" presStyleIdx="1" presStyleCnt="3" custScaleX="88289" custScaleY="31946" custLinFactNeighborX="16648" custLinFactNeighborY="283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5F7906-1621-452B-AE7A-DBE1DFBD23F7}" type="pres">
      <dgm:prSet presAssocID="{A383FE16-DA5A-4140-AC98-48407D82F4CA}" presName="aSpace" presStyleCnt="0"/>
      <dgm:spPr/>
    </dgm:pt>
    <dgm:pt modelId="{8E31717C-3031-4865-AE62-31F0489609A2}" type="pres">
      <dgm:prSet presAssocID="{635C8953-A73A-4C01-A3D0-7CA3FEFCD1EC}" presName="aNode" presStyleLbl="fgAcc1" presStyleIdx="2" presStyleCnt="3" custScaleX="88289" custScaleY="31946" custLinFactNeighborX="16648" custLinFactNeighborY="-283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075DAC-7596-4E74-B3EC-66E9D78E0FBF}" type="pres">
      <dgm:prSet presAssocID="{635C8953-A73A-4C01-A3D0-7CA3FEFCD1EC}" presName="aSpace" presStyleCnt="0"/>
      <dgm:spPr/>
    </dgm:pt>
  </dgm:ptLst>
  <dgm:cxnLst>
    <dgm:cxn modelId="{1703DB1F-2624-440A-BA79-F8F86CB143F4}" type="presOf" srcId="{44F5A85B-EBE5-423D-ADBE-FC29F68C4B53}" destId="{4137E4C6-FBE7-4CBE-80BB-F97ED6A92A7A}" srcOrd="0" destOrd="0" presId="urn:microsoft.com/office/officeart/2005/8/layout/pyramid2"/>
    <dgm:cxn modelId="{4E88772A-23C1-4027-B922-49ACCE9B6577}" type="presOf" srcId="{8FAD1B17-379C-4181-BEA9-ECB09895F19B}" destId="{BEA2BFCA-40A2-4D40-A09B-D3D3F97289BB}" srcOrd="0" destOrd="0" presId="urn:microsoft.com/office/officeart/2005/8/layout/pyramid2"/>
    <dgm:cxn modelId="{BDE54572-00CD-4863-B673-4A1E362017A1}" srcId="{44F5A85B-EBE5-423D-ADBE-FC29F68C4B53}" destId="{635C8953-A73A-4C01-A3D0-7CA3FEFCD1EC}" srcOrd="2" destOrd="0" parTransId="{BAF4D2DE-1000-4146-8E4C-B803EC1DFCF1}" sibTransId="{B35C2351-0B65-4876-863F-F125B816CC5D}"/>
    <dgm:cxn modelId="{83A91F56-4713-4C4C-A0FB-4C2DF2BFB1B1}" type="presOf" srcId="{635C8953-A73A-4C01-A3D0-7CA3FEFCD1EC}" destId="{8E31717C-3031-4865-AE62-31F0489609A2}" srcOrd="0" destOrd="0" presId="urn:microsoft.com/office/officeart/2005/8/layout/pyramid2"/>
    <dgm:cxn modelId="{281BCB28-2AB9-4725-9301-CE78E44FF8A6}" type="presOf" srcId="{A383FE16-DA5A-4140-AC98-48407D82F4CA}" destId="{F1B25623-14DC-4043-90DF-5012362B5C2B}" srcOrd="0" destOrd="0" presId="urn:microsoft.com/office/officeart/2005/8/layout/pyramid2"/>
    <dgm:cxn modelId="{1A79EB4E-B94B-4F88-A1DF-17549C84EC91}" srcId="{44F5A85B-EBE5-423D-ADBE-FC29F68C4B53}" destId="{A383FE16-DA5A-4140-AC98-48407D82F4CA}" srcOrd="1" destOrd="0" parTransId="{49160EE6-9DAB-4643-9F3B-02091DD79840}" sibTransId="{9A115B3A-DBDD-45BB-9BDD-DA5E8A712610}"/>
    <dgm:cxn modelId="{B5C19BF7-F98C-4782-B5D1-0CAA68F777DE}" srcId="{44F5A85B-EBE5-423D-ADBE-FC29F68C4B53}" destId="{8FAD1B17-379C-4181-BEA9-ECB09895F19B}" srcOrd="0" destOrd="0" parTransId="{CDC67D7C-6B83-4016-BB6F-6A43CD80889C}" sibTransId="{A322AE39-47ED-40CA-BCF7-D76F7BDB7456}"/>
    <dgm:cxn modelId="{CF4D30A8-8C75-451F-896E-4419C0DDC972}" type="presParOf" srcId="{4137E4C6-FBE7-4CBE-80BB-F97ED6A92A7A}" destId="{115CA9F5-87F2-4C82-9EB6-35D827643299}" srcOrd="0" destOrd="0" presId="urn:microsoft.com/office/officeart/2005/8/layout/pyramid2"/>
    <dgm:cxn modelId="{AB4A6942-1190-40A0-8E3E-C0D284DF8F1E}" type="presParOf" srcId="{4137E4C6-FBE7-4CBE-80BB-F97ED6A92A7A}" destId="{19FF9038-71B1-408E-B166-C321807EBB0B}" srcOrd="1" destOrd="0" presId="urn:microsoft.com/office/officeart/2005/8/layout/pyramid2"/>
    <dgm:cxn modelId="{E56C655A-DB3C-45F5-9131-7AB10AA1BA32}" type="presParOf" srcId="{19FF9038-71B1-408E-B166-C321807EBB0B}" destId="{BEA2BFCA-40A2-4D40-A09B-D3D3F97289BB}" srcOrd="0" destOrd="0" presId="urn:microsoft.com/office/officeart/2005/8/layout/pyramid2"/>
    <dgm:cxn modelId="{2C6CF69B-0BF0-4A56-9C0A-85B14498D814}" type="presParOf" srcId="{19FF9038-71B1-408E-B166-C321807EBB0B}" destId="{1AAEE437-41DF-4CF8-85EC-ADFDD9879CCA}" srcOrd="1" destOrd="0" presId="urn:microsoft.com/office/officeart/2005/8/layout/pyramid2"/>
    <dgm:cxn modelId="{FB82CA06-9651-4EB3-B72A-955B065A928C}" type="presParOf" srcId="{19FF9038-71B1-408E-B166-C321807EBB0B}" destId="{F1B25623-14DC-4043-90DF-5012362B5C2B}" srcOrd="2" destOrd="0" presId="urn:microsoft.com/office/officeart/2005/8/layout/pyramid2"/>
    <dgm:cxn modelId="{3CF290D0-CD97-4F0A-B80F-D6F92CB60C7C}" type="presParOf" srcId="{19FF9038-71B1-408E-B166-C321807EBB0B}" destId="{5B5F7906-1621-452B-AE7A-DBE1DFBD23F7}" srcOrd="3" destOrd="0" presId="urn:microsoft.com/office/officeart/2005/8/layout/pyramid2"/>
    <dgm:cxn modelId="{8B193080-156A-4727-9F84-FC799F4CEC68}" type="presParOf" srcId="{19FF9038-71B1-408E-B166-C321807EBB0B}" destId="{8E31717C-3031-4865-AE62-31F0489609A2}" srcOrd="4" destOrd="0" presId="urn:microsoft.com/office/officeart/2005/8/layout/pyramid2"/>
    <dgm:cxn modelId="{2A19F980-D0FE-4061-B3BC-3367C15E429E}" type="presParOf" srcId="{19FF9038-71B1-408E-B166-C321807EBB0B}" destId="{24075DAC-7596-4E74-B3EC-66E9D78E0FBF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D096B8BC-414B-4514-9CCC-5987B4A3BA6B}" type="presOf" srcId="{39749F21-8792-4349-A6A7-BF01EB94F789}" destId="{0B61870B-E2AE-47B9-90BE-64D52B77842D}" srcOrd="0" destOrd="0" presId="urn:microsoft.com/office/officeart/2005/8/layout/funnel1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59A64B9D-E14E-419F-8337-A536F7417EA8}" type="presOf" srcId="{42874977-2580-429E-9A3F-5B0A5A2948AF}" destId="{F96B2562-BEBF-42CE-9FF0-1BBD38426426}" srcOrd="0" destOrd="0" presId="urn:microsoft.com/office/officeart/2005/8/layout/funnel1"/>
    <dgm:cxn modelId="{055B0361-3798-48F9-A023-21425D366F05}" type="presOf" srcId="{973D7B39-D5D2-4B89-A3E7-1C0B9FD794DD}" destId="{3260B18C-0F12-415C-B2B5-B0D612D38936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2B0BF3B9-20E9-41FE-99A8-192D0E1CD3FD}" type="presOf" srcId="{CAE624CA-334A-4EB5-BD8E-55849449CB58}" destId="{1700B4C8-12E4-4D00-876C-94377F786E85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B5F84F73-E6AF-426F-A23F-DB502CA12CB3}" type="presOf" srcId="{E20769C5-73DC-4E8A-913F-24C08F2848CC}" destId="{D7B10E75-58CC-4807-BD47-EBDD0F301C5F}" srcOrd="0" destOrd="0" presId="urn:microsoft.com/office/officeart/2005/8/layout/funnel1"/>
    <dgm:cxn modelId="{5175B6BB-4629-4AB9-95D2-DFDC4B046446}" type="presParOf" srcId="{D7B10E75-58CC-4807-BD47-EBDD0F301C5F}" destId="{E1C58007-ADFE-400C-A7E7-0C16929F4834}" srcOrd="0" destOrd="0" presId="urn:microsoft.com/office/officeart/2005/8/layout/funnel1"/>
    <dgm:cxn modelId="{50B5267E-B91B-4317-9788-D6CF541155DD}" type="presParOf" srcId="{D7B10E75-58CC-4807-BD47-EBDD0F301C5F}" destId="{BE474BB7-A5E2-4490-A567-03B382957073}" srcOrd="1" destOrd="0" presId="urn:microsoft.com/office/officeart/2005/8/layout/funnel1"/>
    <dgm:cxn modelId="{BCF2493E-1420-486F-A6F1-2EEB9634F172}" type="presParOf" srcId="{D7B10E75-58CC-4807-BD47-EBDD0F301C5F}" destId="{0B61870B-E2AE-47B9-90BE-64D52B77842D}" srcOrd="2" destOrd="0" presId="urn:microsoft.com/office/officeart/2005/8/layout/funnel1"/>
    <dgm:cxn modelId="{37834A21-DFB6-4ED8-84F5-D262706D946E}" type="presParOf" srcId="{D7B10E75-58CC-4807-BD47-EBDD0F301C5F}" destId="{3260B18C-0F12-415C-B2B5-B0D612D38936}" srcOrd="3" destOrd="0" presId="urn:microsoft.com/office/officeart/2005/8/layout/funnel1"/>
    <dgm:cxn modelId="{6C6B50F8-2FAB-4801-B87C-248E26248A37}" type="presParOf" srcId="{D7B10E75-58CC-4807-BD47-EBDD0F301C5F}" destId="{F96B2562-BEBF-42CE-9FF0-1BBD38426426}" srcOrd="4" destOrd="0" presId="urn:microsoft.com/office/officeart/2005/8/layout/funnel1"/>
    <dgm:cxn modelId="{4AE07033-3495-491D-9E9B-890FD9BDD343}" type="presParOf" srcId="{D7B10E75-58CC-4807-BD47-EBDD0F301C5F}" destId="{1700B4C8-12E4-4D00-876C-94377F786E85}" srcOrd="5" destOrd="0" presId="urn:microsoft.com/office/officeart/2005/8/layout/funnel1"/>
    <dgm:cxn modelId="{0B41D6D8-3FFE-4F89-AD9A-437794B9C1EA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8536EBD-998D-4392-B4AF-03C7F613D670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7B9B7B7D-933B-4A7F-BA40-0D30118F9CC6}" type="presOf" srcId="{F75D5E40-C0EA-4FAA-9275-3C70938E00EE}" destId="{EDBBB759-F01A-4C3B-A1A8-D2C8F1E5A578}" srcOrd="0" destOrd="0" presId="urn:microsoft.com/office/officeart/2005/8/layout/hProcess9"/>
    <dgm:cxn modelId="{80B51136-D51F-4C7F-9744-E5FD1567DF66}" type="presOf" srcId="{673AE5C1-39E1-47D6-9713-8CA9BE6EA1DA}" destId="{F6218397-5286-4BF9-91BC-3A8217C085AF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739828A6-3E4B-4CE3-9E32-A7818A0B5A00}" type="presOf" srcId="{56F0B946-F863-43B5-9AE7-3ED2571CC1F7}" destId="{D195289F-4E10-4B57-8C58-6BB3CB9CCF4B}" srcOrd="0" destOrd="0" presId="urn:microsoft.com/office/officeart/2005/8/layout/hProcess9"/>
    <dgm:cxn modelId="{84C55E7A-CFC5-4931-B857-9548F537263C}" type="presParOf" srcId="{F6218397-5286-4BF9-91BC-3A8217C085AF}" destId="{57B6F08F-F180-42E5-86EE-1F47EC70A8B7}" srcOrd="0" destOrd="0" presId="urn:microsoft.com/office/officeart/2005/8/layout/hProcess9"/>
    <dgm:cxn modelId="{99FE36EF-51DC-4C30-A3CE-91FDA65770EB}" type="presParOf" srcId="{F6218397-5286-4BF9-91BC-3A8217C085AF}" destId="{ED339E6A-99DE-44B5-8942-676116993976}" srcOrd="1" destOrd="0" presId="urn:microsoft.com/office/officeart/2005/8/layout/hProcess9"/>
    <dgm:cxn modelId="{FBE032F4-19C3-4F1D-A1F2-81993DBC91C5}" type="presParOf" srcId="{ED339E6A-99DE-44B5-8942-676116993976}" destId="{D195289F-4E10-4B57-8C58-6BB3CB9CCF4B}" srcOrd="0" destOrd="0" presId="urn:microsoft.com/office/officeart/2005/8/layout/hProcess9"/>
    <dgm:cxn modelId="{C05818EE-0A1A-4BAE-80AD-68B613762F6F}" type="presParOf" srcId="{ED339E6A-99DE-44B5-8942-676116993976}" destId="{B5A6657B-DFA9-42AD-BD72-82BAEBF8B87E}" srcOrd="1" destOrd="0" presId="urn:microsoft.com/office/officeart/2005/8/layout/hProcess9"/>
    <dgm:cxn modelId="{9DCD4039-5FBA-4599-9C98-BBA241F08ACC}" type="presParOf" srcId="{ED339E6A-99DE-44B5-8942-676116993976}" destId="{EDBBB759-F01A-4C3B-A1A8-D2C8F1E5A578}" srcOrd="2" destOrd="0" presId="urn:microsoft.com/office/officeart/2005/8/layout/hProcess9"/>
    <dgm:cxn modelId="{6B7BB4B0-D73F-413F-8F5C-7FB85FCB9309}" type="presParOf" srcId="{ED339E6A-99DE-44B5-8942-676116993976}" destId="{7E687DF4-201B-4FB8-B89C-9863D30313FA}" srcOrd="3" destOrd="0" presId="urn:microsoft.com/office/officeart/2005/8/layout/hProcess9"/>
    <dgm:cxn modelId="{0452CADB-DE76-4744-871C-E9B3957BE3C0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JRF</a:t>
          </a:r>
        </a:p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Board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6D6D062-0F29-43D9-A253-0507B9B54260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Program</a:t>
          </a:r>
        </a:p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7C26E61-7C43-4524-969A-B9D6B39E873C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Program</a:t>
          </a:r>
        </a:p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Director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CB74BBB-3EE8-44FD-A2C5-EDE672357893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6AB42C8-AEDA-4139-81B8-5FC1925CA6AF}" type="par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3AEE817-2EE2-4BF2-8D01-F209A6DC03B8}" type="sib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  <dgm:t>
        <a:bodyPr/>
        <a:lstStyle/>
        <a:p>
          <a:endParaRPr lang="en-US"/>
        </a:p>
      </dgm:t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  <dgm:t>
        <a:bodyPr/>
        <a:lstStyle/>
        <a:p>
          <a:endParaRPr lang="en-US"/>
        </a:p>
      </dgm:t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  <dgm:t>
        <a:bodyPr/>
        <a:lstStyle/>
        <a:p>
          <a:endParaRPr lang="en-US"/>
        </a:p>
      </dgm:t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  <dgm:t>
        <a:bodyPr/>
        <a:lstStyle/>
        <a:p>
          <a:endParaRPr lang="en-US"/>
        </a:p>
      </dgm:t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  <dgm:t>
        <a:bodyPr/>
        <a:lstStyle/>
        <a:p>
          <a:endParaRPr lang="en-US"/>
        </a:p>
      </dgm:t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  <dgm:t>
        <a:bodyPr/>
        <a:lstStyle/>
        <a:p>
          <a:endParaRPr lang="en-US"/>
        </a:p>
      </dgm:t>
    </dgm:pt>
    <dgm:pt modelId="{C13C761C-FDB7-4C58-AC79-3E3F3AC41CE2}" type="pres">
      <dgm:prSet presAssocID="{56AB42C8-AEDA-4139-81B8-5FC1925CA6AF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49B62DDC-7D71-41F5-9961-87B79376FDAD}" type="pres">
      <dgm:prSet presAssocID="{56AB42C8-AEDA-4139-81B8-5FC1925CA6AF}" presName="connTx" presStyleLbl="parChTrans1D3" presStyleIdx="0" presStyleCnt="1"/>
      <dgm:spPr/>
      <dgm:t>
        <a:bodyPr/>
        <a:lstStyle/>
        <a:p>
          <a:endParaRPr lang="en-US"/>
        </a:p>
      </dgm:t>
    </dgm:pt>
    <dgm:pt modelId="{ED573D52-A02B-4D9D-A247-50B043364F41}" type="pres">
      <dgm:prSet presAssocID="{FCB74BBB-3EE8-44FD-A2C5-EDE672357893}" presName="root2" presStyleCnt="0"/>
      <dgm:spPr/>
      <dgm:t>
        <a:bodyPr/>
        <a:lstStyle/>
        <a:p>
          <a:endParaRPr lang="en-US"/>
        </a:p>
      </dgm:t>
    </dgm:pt>
    <dgm:pt modelId="{96ED2546-A8E8-44B4-A528-BEC1CDB84541}" type="pres">
      <dgm:prSet presAssocID="{FCB74BBB-3EE8-44FD-A2C5-EDE672357893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494E3-64B2-4E22-9A29-0CB9F464BB6B}" type="pres">
      <dgm:prSet presAssocID="{FCB74BBB-3EE8-44FD-A2C5-EDE672357893}" presName="level3hierChild" presStyleCnt="0"/>
      <dgm:spPr/>
      <dgm:t>
        <a:bodyPr/>
        <a:lstStyle/>
        <a:p>
          <a:endParaRPr lang="en-US"/>
        </a:p>
      </dgm:t>
    </dgm:pt>
  </dgm:ptLst>
  <dgm:cxnLst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B871724E-0551-45A5-AA28-DC4D64BF68A6}" srcId="{87C26E61-7C43-4524-969A-B9D6B39E873C}" destId="{FCB74BBB-3EE8-44FD-A2C5-EDE672357893}" srcOrd="0" destOrd="0" parTransId="{56AB42C8-AEDA-4139-81B8-5FC1925CA6AF}" sibTransId="{03AEE817-2EE2-4BF2-8D01-F209A6DC03B8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C73CD43E-405F-4BDA-AF1B-9B2F62DD260C}" type="presOf" srcId="{F6D6D062-0F29-43D9-A253-0507B9B54260}" destId="{9D95555D-5936-4E8D-ACCB-27506019A7EE}" srcOrd="0" destOrd="0" presId="urn:microsoft.com/office/officeart/2005/8/layout/hierarchy2"/>
    <dgm:cxn modelId="{0C3665DA-6E82-4A45-BB4F-872478519179}" type="presOf" srcId="{FCB74BBB-3EE8-44FD-A2C5-EDE672357893}" destId="{96ED2546-A8E8-44B4-A528-BEC1CDB84541}" srcOrd="0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F34A89BF-F66B-4C18-97F4-562F4C083F48}" type="presOf" srcId="{E399F8D2-F1BA-442F-8EEA-C8CE06BB4545}" destId="{42B6EB2E-4BDA-4467-A06D-099A8A52351F}" srcOrd="1" destOrd="0" presId="urn:microsoft.com/office/officeart/2005/8/layout/hierarchy2"/>
    <dgm:cxn modelId="{3763D32B-D59D-4BBC-92FE-D001C5C424E9}" type="presOf" srcId="{56AB42C8-AEDA-4139-81B8-5FC1925CA6AF}" destId="{49B62DDC-7D71-41F5-9961-87B79376FDAD}" srcOrd="1" destOrd="0" presId="urn:microsoft.com/office/officeart/2005/8/layout/hierarchy2"/>
    <dgm:cxn modelId="{4EA435AA-15B2-47D0-AD1D-D8BEAC277C53}" type="presOf" srcId="{E517D0C8-4150-4615-8887-6A0CD7D31349}" destId="{99221A49-23D2-46C3-8C8A-FB00E4F562BD}" srcOrd="0" destOrd="0" presId="urn:microsoft.com/office/officeart/2005/8/layout/hierarchy2"/>
    <dgm:cxn modelId="{70508D12-6DB6-482A-923D-41CF7AD3D256}" type="presOf" srcId="{E399F8D2-F1BA-442F-8EEA-C8CE06BB4545}" destId="{EDF96D6C-5518-4FC8-9121-428AD6D5675C}" srcOrd="0" destOrd="0" presId="urn:microsoft.com/office/officeart/2005/8/layout/hierarchy2"/>
    <dgm:cxn modelId="{D2532496-B995-4768-9445-96852BEE27B9}" type="presOf" srcId="{56AB42C8-AEDA-4139-81B8-5FC1925CA6AF}" destId="{C13C761C-FDB7-4C58-AC79-3E3F3AC41CE2}" srcOrd="0" destOrd="0" presId="urn:microsoft.com/office/officeart/2005/8/layout/hierarchy2"/>
    <dgm:cxn modelId="{62C2CEAD-F725-45A7-9422-470DB4A67FD1}" type="presOf" srcId="{B040E5C4-FC0F-4D0C-B085-E5BD63E46C39}" destId="{312713A3-9FC9-4430-A5B9-DDFD3D77C9B9}" srcOrd="0" destOrd="0" presId="urn:microsoft.com/office/officeart/2005/8/layout/hierarchy2"/>
    <dgm:cxn modelId="{09B75EA9-212E-4D7E-AF64-F2DCE068677A}" type="presOf" srcId="{EE35D43F-75DA-4C1D-B18E-0A2B36E11905}" destId="{5B588B2C-778A-4A6C-99ED-675214BD35D9}" srcOrd="0" destOrd="0" presId="urn:microsoft.com/office/officeart/2005/8/layout/hierarchy2"/>
    <dgm:cxn modelId="{3D32303D-CE24-40B3-8A71-E9FF946FFA5F}" type="presOf" srcId="{87C26E61-7C43-4524-969A-B9D6B39E873C}" destId="{A224596F-4C82-45EE-B45F-A7CF519EA4A8}" srcOrd="0" destOrd="0" presId="urn:microsoft.com/office/officeart/2005/8/layout/hierarchy2"/>
    <dgm:cxn modelId="{82C47A8D-1E5A-44F1-BFD9-9B4C27F9949A}" type="presOf" srcId="{E517D0C8-4150-4615-8887-6A0CD7D31349}" destId="{00B906A1-C230-4C7F-87C3-1BBBEDCFFADF}" srcOrd="1" destOrd="0" presId="urn:microsoft.com/office/officeart/2005/8/layout/hierarchy2"/>
    <dgm:cxn modelId="{772ABBA0-400F-4FD4-A52F-AE71D6889413}" type="presParOf" srcId="{312713A3-9FC9-4430-A5B9-DDFD3D77C9B9}" destId="{FD405BD8-4CAC-4A85-8136-A7B714B8B44F}" srcOrd="0" destOrd="0" presId="urn:microsoft.com/office/officeart/2005/8/layout/hierarchy2"/>
    <dgm:cxn modelId="{59B189E0-77BD-4427-A5F0-178C0184CA9B}" type="presParOf" srcId="{FD405BD8-4CAC-4A85-8136-A7B714B8B44F}" destId="{5B588B2C-778A-4A6C-99ED-675214BD35D9}" srcOrd="0" destOrd="0" presId="urn:microsoft.com/office/officeart/2005/8/layout/hierarchy2"/>
    <dgm:cxn modelId="{C9EB81C8-F84A-4C1D-B195-8F6BB6AD2C99}" type="presParOf" srcId="{FD405BD8-4CAC-4A85-8136-A7B714B8B44F}" destId="{61B9CA6D-C738-4D8C-B9B5-CE4BA2B80D25}" srcOrd="1" destOrd="0" presId="urn:microsoft.com/office/officeart/2005/8/layout/hierarchy2"/>
    <dgm:cxn modelId="{2620C523-953B-4B0B-BDE9-0D6E7AD37A54}" type="presParOf" srcId="{61B9CA6D-C738-4D8C-B9B5-CE4BA2B80D25}" destId="{99221A49-23D2-46C3-8C8A-FB00E4F562BD}" srcOrd="0" destOrd="0" presId="urn:microsoft.com/office/officeart/2005/8/layout/hierarchy2"/>
    <dgm:cxn modelId="{3651F946-821D-495A-933E-57622F0548CF}" type="presParOf" srcId="{99221A49-23D2-46C3-8C8A-FB00E4F562BD}" destId="{00B906A1-C230-4C7F-87C3-1BBBEDCFFADF}" srcOrd="0" destOrd="0" presId="urn:microsoft.com/office/officeart/2005/8/layout/hierarchy2"/>
    <dgm:cxn modelId="{3E226A6F-25E6-48C4-AAA6-45B13D690693}" type="presParOf" srcId="{61B9CA6D-C738-4D8C-B9B5-CE4BA2B80D25}" destId="{CA1923FC-CEC8-45A2-A2D1-C8E64F5B18BF}" srcOrd="1" destOrd="0" presId="urn:microsoft.com/office/officeart/2005/8/layout/hierarchy2"/>
    <dgm:cxn modelId="{133B783F-A53F-4B9E-B7DF-ABA5AED71235}" type="presParOf" srcId="{CA1923FC-CEC8-45A2-A2D1-C8E64F5B18BF}" destId="{9D95555D-5936-4E8D-ACCB-27506019A7EE}" srcOrd="0" destOrd="0" presId="urn:microsoft.com/office/officeart/2005/8/layout/hierarchy2"/>
    <dgm:cxn modelId="{99A7657A-EB98-4BA2-BCCE-3B18929705F0}" type="presParOf" srcId="{CA1923FC-CEC8-45A2-A2D1-C8E64F5B18BF}" destId="{BA122DA3-9E02-4995-A51F-037FD4C01B98}" srcOrd="1" destOrd="0" presId="urn:microsoft.com/office/officeart/2005/8/layout/hierarchy2"/>
    <dgm:cxn modelId="{F0C14B64-1B82-46ED-AB22-F6E41E53239E}" type="presParOf" srcId="{61B9CA6D-C738-4D8C-B9B5-CE4BA2B80D25}" destId="{EDF96D6C-5518-4FC8-9121-428AD6D5675C}" srcOrd="2" destOrd="0" presId="urn:microsoft.com/office/officeart/2005/8/layout/hierarchy2"/>
    <dgm:cxn modelId="{3298F4E3-F76D-40FC-8B6F-04739D917B5A}" type="presParOf" srcId="{EDF96D6C-5518-4FC8-9121-428AD6D5675C}" destId="{42B6EB2E-4BDA-4467-A06D-099A8A52351F}" srcOrd="0" destOrd="0" presId="urn:microsoft.com/office/officeart/2005/8/layout/hierarchy2"/>
    <dgm:cxn modelId="{39004076-5B37-4F46-A0BA-8182B74CADE4}" type="presParOf" srcId="{61B9CA6D-C738-4D8C-B9B5-CE4BA2B80D25}" destId="{FDD2A712-0D9E-4B6C-8BE6-93597BCF349B}" srcOrd="3" destOrd="0" presId="urn:microsoft.com/office/officeart/2005/8/layout/hierarchy2"/>
    <dgm:cxn modelId="{4E76DB62-7608-493C-B40E-AF8226189812}" type="presParOf" srcId="{FDD2A712-0D9E-4B6C-8BE6-93597BCF349B}" destId="{A224596F-4C82-45EE-B45F-A7CF519EA4A8}" srcOrd="0" destOrd="0" presId="urn:microsoft.com/office/officeart/2005/8/layout/hierarchy2"/>
    <dgm:cxn modelId="{89E541B4-0E8E-4F6A-AD0C-219F438D5B75}" type="presParOf" srcId="{FDD2A712-0D9E-4B6C-8BE6-93597BCF349B}" destId="{0CDE09AA-A28B-4F76-A741-B7DAC5CDB719}" srcOrd="1" destOrd="0" presId="urn:microsoft.com/office/officeart/2005/8/layout/hierarchy2"/>
    <dgm:cxn modelId="{C3C9F6DC-3454-44F0-ABE4-6BB351A5C2DC}" type="presParOf" srcId="{0CDE09AA-A28B-4F76-A741-B7DAC5CDB719}" destId="{C13C761C-FDB7-4C58-AC79-3E3F3AC41CE2}" srcOrd="0" destOrd="0" presId="urn:microsoft.com/office/officeart/2005/8/layout/hierarchy2"/>
    <dgm:cxn modelId="{C428C40A-595D-49E7-88CC-2FD55DC85BE0}" type="presParOf" srcId="{C13C761C-FDB7-4C58-AC79-3E3F3AC41CE2}" destId="{49B62DDC-7D71-41F5-9961-87B79376FDAD}" srcOrd="0" destOrd="0" presId="urn:microsoft.com/office/officeart/2005/8/layout/hierarchy2"/>
    <dgm:cxn modelId="{4AF24FC3-65D3-4F37-85B1-B29B4EF5F2F2}" type="presParOf" srcId="{0CDE09AA-A28B-4F76-A741-B7DAC5CDB719}" destId="{ED573D52-A02B-4D9D-A247-50B043364F41}" srcOrd="1" destOrd="0" presId="urn:microsoft.com/office/officeart/2005/8/layout/hierarchy2"/>
    <dgm:cxn modelId="{9845694B-C187-47E4-A4EE-6D545C878BB3}" type="presParOf" srcId="{ED573D52-A02B-4D9D-A247-50B043364F41}" destId="{96ED2546-A8E8-44B4-A528-BEC1CDB84541}" srcOrd="0" destOrd="0" presId="urn:microsoft.com/office/officeart/2005/8/layout/hierarchy2"/>
    <dgm:cxn modelId="{A146F0BC-1551-424D-8CD5-8D0B807D6DF4}" type="presParOf" srcId="{ED573D52-A02B-4D9D-A247-50B043364F41}" destId="{3DD494E3-64B2-4E22-9A29-0CB9F464BB6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39E264-0DF9-4CD6-8A27-DA35B8FDD46D}" type="doc">
      <dgm:prSet loTypeId="urn:microsoft.com/office/officeart/2005/8/layout/orgChart1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586BED-9214-4194-AC8F-622781CA997D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</a:t>
          </a:r>
        </a:p>
        <a:p>
          <a:r>
            <a:rPr lang="en-US" sz="1600" b="1" dirty="0" smtClean="0"/>
            <a:t>Reference Model</a:t>
          </a:r>
          <a:endParaRPr lang="en-US" sz="1600" b="1" dirty="0"/>
        </a:p>
      </dgm:t>
    </dgm:pt>
    <dgm:pt modelId="{CB13BFA4-7251-4D8B-8B00-24CA634BBEF8}" type="parTrans" cxnId="{4E20D41A-D76E-40DF-9B3D-196B71213D86}">
      <dgm:prSet/>
      <dgm:spPr/>
      <dgm:t>
        <a:bodyPr/>
        <a:lstStyle/>
        <a:p>
          <a:endParaRPr lang="en-US"/>
        </a:p>
      </dgm:t>
    </dgm:pt>
    <dgm:pt modelId="{9AE9CF3E-F97A-44C1-B197-FFB030192AFD}" type="sibTrans" cxnId="{4E20D41A-D76E-40DF-9B3D-196B71213D86}">
      <dgm:prSet/>
      <dgm:spPr/>
      <dgm:t>
        <a:bodyPr/>
        <a:lstStyle/>
        <a:p>
          <a:endParaRPr lang="en-US"/>
        </a:p>
      </dgm:t>
    </dgm:pt>
    <dgm:pt modelId="{7B17AD55-E82C-4161-9250-F380070AFC6C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Other Functional</a:t>
          </a:r>
        </a:p>
        <a:p>
          <a:r>
            <a:rPr lang="en-US" b="1" dirty="0" smtClean="0"/>
            <a:t> Jobs</a:t>
          </a:r>
          <a:endParaRPr lang="en-US" b="1" dirty="0"/>
        </a:p>
      </dgm:t>
    </dgm:pt>
    <dgm:pt modelId="{065E50EE-174F-4920-9465-73DB09355610}" type="parTrans" cxnId="{CAF2D9BF-40B9-42B4-B4C8-FC64C0D86F84}">
      <dgm:prSet/>
      <dgm:spPr/>
      <dgm:t>
        <a:bodyPr/>
        <a:lstStyle/>
        <a:p>
          <a:endParaRPr lang="en-US"/>
        </a:p>
      </dgm:t>
    </dgm:pt>
    <dgm:pt modelId="{40DBD420-6998-473D-B7F5-9CD81CBD9DEE}" type="sibTrans" cxnId="{CAF2D9BF-40B9-42B4-B4C8-FC64C0D86F84}">
      <dgm:prSet/>
      <dgm:spPr/>
      <dgm:t>
        <a:bodyPr/>
        <a:lstStyle/>
        <a:p>
          <a:endParaRPr lang="en-US"/>
        </a:p>
      </dgm:t>
    </dgm:pt>
    <dgm:pt modelId="{431528C5-CF53-4A1D-8A47-C98D931A5529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 smtClean="0"/>
            <a:t>Core Functional </a:t>
          </a:r>
        </a:p>
        <a:p>
          <a:r>
            <a:rPr lang="en-US" sz="2000" b="1" dirty="0" smtClean="0"/>
            <a:t>Job</a:t>
          </a:r>
          <a:endParaRPr lang="en-US" sz="2000" b="1" dirty="0"/>
        </a:p>
      </dgm:t>
    </dgm:pt>
    <dgm:pt modelId="{7AE75C9B-663A-49C3-9090-C9FE51505502}" type="parTrans" cxnId="{9E8D76B0-9EB3-4A5D-9420-E1ABE3077C9E}">
      <dgm:prSet/>
      <dgm:spPr/>
      <dgm:t>
        <a:bodyPr/>
        <a:lstStyle/>
        <a:p>
          <a:endParaRPr lang="en-US"/>
        </a:p>
      </dgm:t>
    </dgm:pt>
    <dgm:pt modelId="{39169872-41EB-4750-8E22-480A4523BF6E}" type="sibTrans" cxnId="{9E8D76B0-9EB3-4A5D-9420-E1ABE3077C9E}">
      <dgm:prSet/>
      <dgm:spPr/>
      <dgm:t>
        <a:bodyPr/>
        <a:lstStyle/>
        <a:p>
          <a:endParaRPr lang="en-US"/>
        </a:p>
      </dgm:t>
    </dgm:pt>
    <dgm:pt modelId="{3D967A41-F98C-4E19-BDD7-9112534878C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Functional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A3F111BD-055F-4B32-BD0A-D954171C59AC}" type="parTrans" cxnId="{6FE866AC-8ABF-44DC-904D-0FC67368C0C2}">
      <dgm:prSet/>
      <dgm:spPr/>
      <dgm:t>
        <a:bodyPr/>
        <a:lstStyle/>
        <a:p>
          <a:endParaRPr lang="en-US"/>
        </a:p>
      </dgm:t>
    </dgm:pt>
    <dgm:pt modelId="{7E4C214A-F2E5-4225-BC18-F161B2EADF5D}" type="sibTrans" cxnId="{6FE866AC-8ABF-44DC-904D-0FC67368C0C2}">
      <dgm:prSet/>
      <dgm:spPr/>
      <dgm:t>
        <a:bodyPr/>
        <a:lstStyle/>
        <a:p>
          <a:endParaRPr lang="en-US"/>
        </a:p>
      </dgm:t>
    </dgm:pt>
    <dgm:pt modelId="{5D11CCF1-D51D-4F67-858D-700810CFA9C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Supply Chain Jobs</a:t>
          </a:r>
          <a:endParaRPr lang="en-US" b="1" dirty="0"/>
        </a:p>
      </dgm:t>
    </dgm:pt>
    <dgm:pt modelId="{5073D332-4DAB-41B6-B1F9-668ABA637EEE}" type="parTrans" cxnId="{5A1542D7-C0CD-4E5F-9340-AB8A57DADC81}">
      <dgm:prSet/>
      <dgm:spPr/>
      <dgm:t>
        <a:bodyPr/>
        <a:lstStyle/>
        <a:p>
          <a:endParaRPr lang="en-US"/>
        </a:p>
      </dgm:t>
    </dgm:pt>
    <dgm:pt modelId="{EB30C690-F5EF-45B0-9512-C5C6D6E2B48F}" type="sibTrans" cxnId="{5A1542D7-C0CD-4E5F-9340-AB8A57DADC81}">
      <dgm:prSet/>
      <dgm:spPr/>
      <dgm:t>
        <a:bodyPr/>
        <a:lstStyle/>
        <a:p>
          <a:endParaRPr lang="en-US"/>
        </a:p>
      </dgm:t>
    </dgm:pt>
    <dgm:pt modelId="{ECC716B4-6A10-4A2A-AEB3-7A9FD558F8B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Spiritual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5511B73E-713F-4378-80E5-7B063801BD36}" type="parTrans" cxnId="{5D99D036-4309-49CF-B999-12C7DA4E1F45}">
      <dgm:prSet/>
      <dgm:spPr/>
      <dgm:t>
        <a:bodyPr/>
        <a:lstStyle/>
        <a:p>
          <a:endParaRPr lang="en-US"/>
        </a:p>
      </dgm:t>
    </dgm:pt>
    <dgm:pt modelId="{646CEDC9-F48D-4041-9BAE-A64010838C36}" type="sibTrans" cxnId="{5D99D036-4309-49CF-B999-12C7DA4E1F45}">
      <dgm:prSet/>
      <dgm:spPr/>
      <dgm:t>
        <a:bodyPr/>
        <a:lstStyle/>
        <a:p>
          <a:endParaRPr lang="en-US"/>
        </a:p>
      </dgm:t>
    </dgm:pt>
    <dgm:pt modelId="{BE530E60-1B3E-410F-A24C-1B7D9CFF6A6E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 Steps </a:t>
          </a:r>
        </a:p>
        <a:p>
          <a:r>
            <a:rPr lang="en-US" sz="1600" b="1" dirty="0" smtClean="0"/>
            <a:t>&amp; </a:t>
          </a:r>
        </a:p>
        <a:p>
          <a:r>
            <a:rPr lang="en-US" sz="1600" b="1" dirty="0" smtClean="0"/>
            <a:t>Outcomes</a:t>
          </a:r>
          <a:endParaRPr lang="en-US" sz="1600" b="1" dirty="0"/>
        </a:p>
      </dgm:t>
    </dgm:pt>
    <dgm:pt modelId="{D2692AC5-8A2F-46F0-A4C4-F3204574C0D3}" type="parTrans" cxnId="{EAE61506-A7A0-4487-BD82-66C46401E23D}">
      <dgm:prSet/>
      <dgm:spPr/>
      <dgm:t>
        <a:bodyPr/>
        <a:lstStyle/>
        <a:p>
          <a:endParaRPr lang="en-US"/>
        </a:p>
      </dgm:t>
    </dgm:pt>
    <dgm:pt modelId="{76169FE3-9F13-4D9F-AF05-7C68B9CE145F}" type="sibTrans" cxnId="{EAE61506-A7A0-4487-BD82-66C46401E23D}">
      <dgm:prSet/>
      <dgm:spPr/>
      <dgm:t>
        <a:bodyPr/>
        <a:lstStyle/>
        <a:p>
          <a:endParaRPr lang="en-US"/>
        </a:p>
      </dgm:t>
    </dgm:pt>
    <dgm:pt modelId="{9471224B-D570-4FA7-96E6-47CA7E920111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smtClean="0"/>
            <a:t>Emotional</a:t>
          </a:r>
        </a:p>
        <a:p>
          <a:r>
            <a:rPr lang="en-US" b="1" smtClean="0"/>
            <a:t>Jobs</a:t>
          </a:r>
          <a:endParaRPr lang="en-US" b="1" dirty="0"/>
        </a:p>
      </dgm:t>
    </dgm:pt>
    <dgm:pt modelId="{096283A5-E4F5-472C-AB85-A6D908DC7A01}" type="parTrans" cxnId="{519EA094-D41A-4F89-8C31-943B6159426B}">
      <dgm:prSet/>
      <dgm:spPr/>
      <dgm:t>
        <a:bodyPr/>
        <a:lstStyle/>
        <a:p>
          <a:endParaRPr lang="en-US"/>
        </a:p>
      </dgm:t>
    </dgm:pt>
    <dgm:pt modelId="{75B62956-B059-445C-959A-675850FAC671}" type="sibTrans" cxnId="{519EA094-D41A-4F89-8C31-943B6159426B}">
      <dgm:prSet/>
      <dgm:spPr/>
      <dgm:t>
        <a:bodyPr/>
        <a:lstStyle/>
        <a:p>
          <a:endParaRPr lang="en-US"/>
        </a:p>
      </dgm:t>
    </dgm:pt>
    <dgm:pt modelId="{9ECC99C0-7E2F-4674-98A5-133B8C559610}" type="pres">
      <dgm:prSet presAssocID="{0D39E264-0DF9-4CD6-8A27-DA35B8FDD4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0BB6833-E837-4AD7-A924-39B2755BDE69}" type="pres">
      <dgm:prSet presAssocID="{F9586BED-9214-4194-AC8F-622781CA997D}" presName="hierRoot1" presStyleCnt="0">
        <dgm:presLayoutVars>
          <dgm:hierBranch val="init"/>
        </dgm:presLayoutVars>
      </dgm:prSet>
      <dgm:spPr/>
    </dgm:pt>
    <dgm:pt modelId="{E8223295-FC7F-4533-8BB7-B950C2AADC02}" type="pres">
      <dgm:prSet presAssocID="{F9586BED-9214-4194-AC8F-622781CA997D}" presName="rootComposite1" presStyleCnt="0"/>
      <dgm:spPr/>
    </dgm:pt>
    <dgm:pt modelId="{50F76F5E-247A-4091-818E-AFA631A17791}" type="pres">
      <dgm:prSet presAssocID="{F9586BED-9214-4194-AC8F-622781CA997D}" presName="rootText1" presStyleLbl="node0" presStyleIdx="0" presStyleCnt="1" custScaleX="1441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E7CBA8-5725-4AF6-BCB8-9CC337D8551C}" type="pres">
      <dgm:prSet presAssocID="{F9586BED-9214-4194-AC8F-622781CA997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09C8070-8B32-4077-8020-9CBDB9B92152}" type="pres">
      <dgm:prSet presAssocID="{F9586BED-9214-4194-AC8F-622781CA997D}" presName="hierChild2" presStyleCnt="0"/>
      <dgm:spPr/>
    </dgm:pt>
    <dgm:pt modelId="{822E4991-88C5-4BB4-B3CD-D5E3DFD30906}" type="pres">
      <dgm:prSet presAssocID="{065E50EE-174F-4920-9465-73DB09355610}" presName="Name37" presStyleLbl="parChTrans1D2" presStyleIdx="0" presStyleCnt="4"/>
      <dgm:spPr/>
      <dgm:t>
        <a:bodyPr/>
        <a:lstStyle/>
        <a:p>
          <a:endParaRPr lang="en-US"/>
        </a:p>
      </dgm:t>
    </dgm:pt>
    <dgm:pt modelId="{33891FFC-1626-4895-9373-2FB1F3D01A94}" type="pres">
      <dgm:prSet presAssocID="{7B17AD55-E82C-4161-9250-F380070AFC6C}" presName="hierRoot2" presStyleCnt="0">
        <dgm:presLayoutVars>
          <dgm:hierBranch val="init"/>
        </dgm:presLayoutVars>
      </dgm:prSet>
      <dgm:spPr/>
    </dgm:pt>
    <dgm:pt modelId="{E2399519-62E8-4CD4-867D-D52D946484D6}" type="pres">
      <dgm:prSet presAssocID="{7B17AD55-E82C-4161-9250-F380070AFC6C}" presName="rootComposite" presStyleCnt="0"/>
      <dgm:spPr/>
    </dgm:pt>
    <dgm:pt modelId="{D0A31A71-B649-4AC6-8143-0AC510058062}" type="pres">
      <dgm:prSet presAssocID="{7B17AD55-E82C-4161-9250-F380070AFC6C}" presName="rootText" presStyleLbl="node2" presStyleIdx="0" presStyleCnt="4" custScaleX="1126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814280-2E56-4A87-9E52-FAC1E210F2D7}" type="pres">
      <dgm:prSet presAssocID="{7B17AD55-E82C-4161-9250-F380070AFC6C}" presName="rootConnector" presStyleLbl="node2" presStyleIdx="0" presStyleCnt="4"/>
      <dgm:spPr/>
      <dgm:t>
        <a:bodyPr/>
        <a:lstStyle/>
        <a:p>
          <a:endParaRPr lang="en-US"/>
        </a:p>
      </dgm:t>
    </dgm:pt>
    <dgm:pt modelId="{0771DB52-3CEB-400F-AC7A-B458B5358437}" type="pres">
      <dgm:prSet presAssocID="{7B17AD55-E82C-4161-9250-F380070AFC6C}" presName="hierChild4" presStyleCnt="0"/>
      <dgm:spPr/>
    </dgm:pt>
    <dgm:pt modelId="{3B55B403-1D7E-4286-A320-8654E0D1367D}" type="pres">
      <dgm:prSet presAssocID="{A3F111BD-055F-4B32-BD0A-D954171C59AC}" presName="Name37" presStyleLbl="parChTrans1D3" presStyleIdx="0" presStyleCnt="3"/>
      <dgm:spPr/>
      <dgm:t>
        <a:bodyPr/>
        <a:lstStyle/>
        <a:p>
          <a:endParaRPr lang="en-US"/>
        </a:p>
      </dgm:t>
    </dgm:pt>
    <dgm:pt modelId="{CEB7494B-1CD0-4C23-9A51-9319E52EEA62}" type="pres">
      <dgm:prSet presAssocID="{3D967A41-F98C-4E19-BDD7-9112534878CF}" presName="hierRoot2" presStyleCnt="0">
        <dgm:presLayoutVars>
          <dgm:hierBranch val="init"/>
        </dgm:presLayoutVars>
      </dgm:prSet>
      <dgm:spPr/>
    </dgm:pt>
    <dgm:pt modelId="{E45F30BC-8C14-4656-A79A-6CDC90A84F63}" type="pres">
      <dgm:prSet presAssocID="{3D967A41-F98C-4E19-BDD7-9112534878CF}" presName="rootComposite" presStyleCnt="0"/>
      <dgm:spPr/>
    </dgm:pt>
    <dgm:pt modelId="{ACE426A9-3789-403F-BF74-FD06D1AC14AD}" type="pres">
      <dgm:prSet presAssocID="{3D967A41-F98C-4E19-BDD7-9112534878CF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68281-0064-4411-9BD8-852208C1AE42}" type="pres">
      <dgm:prSet presAssocID="{3D967A41-F98C-4E19-BDD7-9112534878CF}" presName="rootConnector" presStyleLbl="node3" presStyleIdx="0" presStyleCnt="3"/>
      <dgm:spPr/>
      <dgm:t>
        <a:bodyPr/>
        <a:lstStyle/>
        <a:p>
          <a:endParaRPr lang="en-US"/>
        </a:p>
      </dgm:t>
    </dgm:pt>
    <dgm:pt modelId="{DC1DA5F6-C241-46AA-AF41-EE9EFCA88607}" type="pres">
      <dgm:prSet presAssocID="{3D967A41-F98C-4E19-BDD7-9112534878CF}" presName="hierChild4" presStyleCnt="0"/>
      <dgm:spPr/>
    </dgm:pt>
    <dgm:pt modelId="{91C128F8-4260-446D-9F19-8902769A58BA}" type="pres">
      <dgm:prSet presAssocID="{3D967A41-F98C-4E19-BDD7-9112534878CF}" presName="hierChild5" presStyleCnt="0"/>
      <dgm:spPr/>
    </dgm:pt>
    <dgm:pt modelId="{51D32821-656B-4848-AE34-3D7D37950E25}" type="pres">
      <dgm:prSet presAssocID="{5073D332-4DAB-41B6-B1F9-668ABA637EEE}" presName="Name37" presStyleLbl="parChTrans1D3" presStyleIdx="1" presStyleCnt="3"/>
      <dgm:spPr/>
      <dgm:t>
        <a:bodyPr/>
        <a:lstStyle/>
        <a:p>
          <a:endParaRPr lang="en-US"/>
        </a:p>
      </dgm:t>
    </dgm:pt>
    <dgm:pt modelId="{12798926-53D9-4CC3-B273-4ED901147BCA}" type="pres">
      <dgm:prSet presAssocID="{5D11CCF1-D51D-4F67-858D-700810CFA9CA}" presName="hierRoot2" presStyleCnt="0">
        <dgm:presLayoutVars>
          <dgm:hierBranch val="init"/>
        </dgm:presLayoutVars>
      </dgm:prSet>
      <dgm:spPr/>
    </dgm:pt>
    <dgm:pt modelId="{607BF48F-A524-4749-B286-C39878E0200F}" type="pres">
      <dgm:prSet presAssocID="{5D11CCF1-D51D-4F67-858D-700810CFA9CA}" presName="rootComposite" presStyleCnt="0"/>
      <dgm:spPr/>
    </dgm:pt>
    <dgm:pt modelId="{C74A82DD-C746-4C8D-B642-AD3A7E0F235C}" type="pres">
      <dgm:prSet presAssocID="{5D11CCF1-D51D-4F67-858D-700810CFA9CA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C22680-45AD-46F1-BD44-8525827000BB}" type="pres">
      <dgm:prSet presAssocID="{5D11CCF1-D51D-4F67-858D-700810CFA9CA}" presName="rootConnector" presStyleLbl="node3" presStyleIdx="1" presStyleCnt="3"/>
      <dgm:spPr/>
      <dgm:t>
        <a:bodyPr/>
        <a:lstStyle/>
        <a:p>
          <a:endParaRPr lang="en-US"/>
        </a:p>
      </dgm:t>
    </dgm:pt>
    <dgm:pt modelId="{706F7EDF-2304-41C9-AA5D-20A0B715A333}" type="pres">
      <dgm:prSet presAssocID="{5D11CCF1-D51D-4F67-858D-700810CFA9CA}" presName="hierChild4" presStyleCnt="0"/>
      <dgm:spPr/>
    </dgm:pt>
    <dgm:pt modelId="{DDF9A9F5-4FD5-44F4-B5BE-E71B0289505E}" type="pres">
      <dgm:prSet presAssocID="{5D11CCF1-D51D-4F67-858D-700810CFA9CA}" presName="hierChild5" presStyleCnt="0"/>
      <dgm:spPr/>
    </dgm:pt>
    <dgm:pt modelId="{8FACB7EA-3BCC-4430-B734-3943F039782C}" type="pres">
      <dgm:prSet presAssocID="{7B17AD55-E82C-4161-9250-F380070AFC6C}" presName="hierChild5" presStyleCnt="0"/>
      <dgm:spPr/>
    </dgm:pt>
    <dgm:pt modelId="{1A3B47FA-19BE-4C28-AA39-DEF6EE241C63}" type="pres">
      <dgm:prSet presAssocID="{7AE75C9B-663A-49C3-9090-C9FE51505502}" presName="Name37" presStyleLbl="parChTrans1D2" presStyleIdx="1" presStyleCnt="4"/>
      <dgm:spPr/>
      <dgm:t>
        <a:bodyPr/>
        <a:lstStyle/>
        <a:p>
          <a:endParaRPr lang="en-US"/>
        </a:p>
      </dgm:t>
    </dgm:pt>
    <dgm:pt modelId="{F0B3C45E-DFCE-4392-98FF-5E1983626D84}" type="pres">
      <dgm:prSet presAssocID="{431528C5-CF53-4A1D-8A47-C98D931A5529}" presName="hierRoot2" presStyleCnt="0">
        <dgm:presLayoutVars>
          <dgm:hierBranch val="init"/>
        </dgm:presLayoutVars>
      </dgm:prSet>
      <dgm:spPr/>
    </dgm:pt>
    <dgm:pt modelId="{437EB345-8B29-4DEF-9420-6B36B207D45D}" type="pres">
      <dgm:prSet presAssocID="{431528C5-CF53-4A1D-8A47-C98D931A5529}" presName="rootComposite" presStyleCnt="0"/>
      <dgm:spPr/>
    </dgm:pt>
    <dgm:pt modelId="{4D58F9F5-8C28-45E6-9400-5555E1334B27}" type="pres">
      <dgm:prSet presAssocID="{431528C5-CF53-4A1D-8A47-C98D931A5529}" presName="rootText" presStyleLbl="node2" presStyleIdx="1" presStyleCnt="4" custScaleX="163977" custScaleY="1420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9FB35C-C758-411D-B204-CE5F2211EE37}" type="pres">
      <dgm:prSet presAssocID="{431528C5-CF53-4A1D-8A47-C98D931A5529}" presName="rootConnector" presStyleLbl="node2" presStyleIdx="1" presStyleCnt="4"/>
      <dgm:spPr/>
      <dgm:t>
        <a:bodyPr/>
        <a:lstStyle/>
        <a:p>
          <a:endParaRPr lang="en-US"/>
        </a:p>
      </dgm:t>
    </dgm:pt>
    <dgm:pt modelId="{B719885C-F283-4167-8B0D-2CBFF01D28DA}" type="pres">
      <dgm:prSet presAssocID="{431528C5-CF53-4A1D-8A47-C98D931A5529}" presName="hierChild4" presStyleCnt="0"/>
      <dgm:spPr/>
    </dgm:pt>
    <dgm:pt modelId="{6C30AE64-1956-4B7D-A94D-2FAE3BA9506F}" type="pres">
      <dgm:prSet presAssocID="{D2692AC5-8A2F-46F0-A4C4-F3204574C0D3}" presName="Name37" presStyleLbl="parChTrans1D3" presStyleIdx="2" presStyleCnt="3"/>
      <dgm:spPr/>
      <dgm:t>
        <a:bodyPr/>
        <a:lstStyle/>
        <a:p>
          <a:endParaRPr lang="en-US"/>
        </a:p>
      </dgm:t>
    </dgm:pt>
    <dgm:pt modelId="{100DB131-4457-493F-81E8-EB5205AD16CA}" type="pres">
      <dgm:prSet presAssocID="{BE530E60-1B3E-410F-A24C-1B7D9CFF6A6E}" presName="hierRoot2" presStyleCnt="0">
        <dgm:presLayoutVars>
          <dgm:hierBranch val="init"/>
        </dgm:presLayoutVars>
      </dgm:prSet>
      <dgm:spPr/>
    </dgm:pt>
    <dgm:pt modelId="{98B10BFD-7514-43AC-9D4E-C155EFB881F4}" type="pres">
      <dgm:prSet presAssocID="{BE530E60-1B3E-410F-A24C-1B7D9CFF6A6E}" presName="rootComposite" presStyleCnt="0"/>
      <dgm:spPr/>
    </dgm:pt>
    <dgm:pt modelId="{9B60ACD1-DE0B-4559-9F80-60E1E1021922}" type="pres">
      <dgm:prSet presAssocID="{BE530E60-1B3E-410F-A24C-1B7D9CFF6A6E}" presName="rootText" presStyleLbl="node3" presStyleIdx="2" presStyleCnt="3" custScaleX="126039" custScaleY="1720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B3FE69-D520-45FE-AA02-F87FA12C5AB5}" type="pres">
      <dgm:prSet presAssocID="{BE530E60-1B3E-410F-A24C-1B7D9CFF6A6E}" presName="rootConnector" presStyleLbl="node3" presStyleIdx="2" presStyleCnt="3"/>
      <dgm:spPr/>
      <dgm:t>
        <a:bodyPr/>
        <a:lstStyle/>
        <a:p>
          <a:endParaRPr lang="en-US"/>
        </a:p>
      </dgm:t>
    </dgm:pt>
    <dgm:pt modelId="{B62F8601-53B3-4045-B73F-85CAB39BBBEF}" type="pres">
      <dgm:prSet presAssocID="{BE530E60-1B3E-410F-A24C-1B7D9CFF6A6E}" presName="hierChild4" presStyleCnt="0"/>
      <dgm:spPr/>
    </dgm:pt>
    <dgm:pt modelId="{292A2797-EBBB-496A-84BC-7ED3C2E84F11}" type="pres">
      <dgm:prSet presAssocID="{BE530E60-1B3E-410F-A24C-1B7D9CFF6A6E}" presName="hierChild5" presStyleCnt="0"/>
      <dgm:spPr/>
    </dgm:pt>
    <dgm:pt modelId="{DA116BA1-3618-402E-B34A-CC419B58EE47}" type="pres">
      <dgm:prSet presAssocID="{431528C5-CF53-4A1D-8A47-C98D931A5529}" presName="hierChild5" presStyleCnt="0"/>
      <dgm:spPr/>
    </dgm:pt>
    <dgm:pt modelId="{71FDE94A-3025-47B7-A06B-5A75B5552B9D}" type="pres">
      <dgm:prSet presAssocID="{096283A5-E4F5-472C-AB85-A6D908DC7A01}" presName="Name37" presStyleLbl="parChTrans1D2" presStyleIdx="2" presStyleCnt="4"/>
      <dgm:spPr/>
      <dgm:t>
        <a:bodyPr/>
        <a:lstStyle/>
        <a:p>
          <a:endParaRPr lang="en-US"/>
        </a:p>
      </dgm:t>
    </dgm:pt>
    <dgm:pt modelId="{EA19C4E3-BE8D-4BE0-B02B-90FAB8B21603}" type="pres">
      <dgm:prSet presAssocID="{9471224B-D570-4FA7-96E6-47CA7E920111}" presName="hierRoot2" presStyleCnt="0">
        <dgm:presLayoutVars>
          <dgm:hierBranch val="init"/>
        </dgm:presLayoutVars>
      </dgm:prSet>
      <dgm:spPr/>
    </dgm:pt>
    <dgm:pt modelId="{69D9EF19-D321-47AC-8207-56C717EE9CC6}" type="pres">
      <dgm:prSet presAssocID="{9471224B-D570-4FA7-96E6-47CA7E920111}" presName="rootComposite" presStyleCnt="0"/>
      <dgm:spPr/>
    </dgm:pt>
    <dgm:pt modelId="{97DC2324-5F33-495E-B6D2-8FC8CE891018}" type="pres">
      <dgm:prSet presAssocID="{9471224B-D570-4FA7-96E6-47CA7E920111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4E9BCC-0C5F-46C3-8BD5-DA5A31319FFC}" type="pres">
      <dgm:prSet presAssocID="{9471224B-D570-4FA7-96E6-47CA7E920111}" presName="rootConnector" presStyleLbl="node2" presStyleIdx="2" presStyleCnt="4"/>
      <dgm:spPr/>
      <dgm:t>
        <a:bodyPr/>
        <a:lstStyle/>
        <a:p>
          <a:endParaRPr lang="en-US"/>
        </a:p>
      </dgm:t>
    </dgm:pt>
    <dgm:pt modelId="{DE6BB657-62D1-4FF3-ACFB-F4746585946F}" type="pres">
      <dgm:prSet presAssocID="{9471224B-D570-4FA7-96E6-47CA7E920111}" presName="hierChild4" presStyleCnt="0"/>
      <dgm:spPr/>
    </dgm:pt>
    <dgm:pt modelId="{51CEDB48-D9D6-45EE-8557-C40980AE5D58}" type="pres">
      <dgm:prSet presAssocID="{9471224B-D570-4FA7-96E6-47CA7E920111}" presName="hierChild5" presStyleCnt="0"/>
      <dgm:spPr/>
    </dgm:pt>
    <dgm:pt modelId="{6A61DE18-CF37-4D60-A64A-55E13FF2975B}" type="pres">
      <dgm:prSet presAssocID="{5511B73E-713F-4378-80E5-7B063801BD36}" presName="Name37" presStyleLbl="parChTrans1D2" presStyleIdx="3" presStyleCnt="4"/>
      <dgm:spPr/>
      <dgm:t>
        <a:bodyPr/>
        <a:lstStyle/>
        <a:p>
          <a:endParaRPr lang="en-US"/>
        </a:p>
      </dgm:t>
    </dgm:pt>
    <dgm:pt modelId="{6E993BEC-7DFB-45C3-9798-4BB31CE7E6C5}" type="pres">
      <dgm:prSet presAssocID="{ECC716B4-6A10-4A2A-AEB3-7A9FD558F8BB}" presName="hierRoot2" presStyleCnt="0">
        <dgm:presLayoutVars>
          <dgm:hierBranch val="init"/>
        </dgm:presLayoutVars>
      </dgm:prSet>
      <dgm:spPr/>
    </dgm:pt>
    <dgm:pt modelId="{CB072911-CB3D-4BF9-8404-E5EAB77C7AD4}" type="pres">
      <dgm:prSet presAssocID="{ECC716B4-6A10-4A2A-AEB3-7A9FD558F8BB}" presName="rootComposite" presStyleCnt="0"/>
      <dgm:spPr/>
    </dgm:pt>
    <dgm:pt modelId="{14C86C81-4FE4-480E-980D-18C3FB76BE51}" type="pres">
      <dgm:prSet presAssocID="{ECC716B4-6A10-4A2A-AEB3-7A9FD558F8BB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1956E8-6F63-4F23-AAA1-F0949254C9B9}" type="pres">
      <dgm:prSet presAssocID="{ECC716B4-6A10-4A2A-AEB3-7A9FD558F8BB}" presName="rootConnector" presStyleLbl="node2" presStyleIdx="3" presStyleCnt="4"/>
      <dgm:spPr/>
      <dgm:t>
        <a:bodyPr/>
        <a:lstStyle/>
        <a:p>
          <a:endParaRPr lang="en-US"/>
        </a:p>
      </dgm:t>
    </dgm:pt>
    <dgm:pt modelId="{22C472F8-3949-4F17-B97E-C1ABB57575E1}" type="pres">
      <dgm:prSet presAssocID="{ECC716B4-6A10-4A2A-AEB3-7A9FD558F8BB}" presName="hierChild4" presStyleCnt="0"/>
      <dgm:spPr/>
    </dgm:pt>
    <dgm:pt modelId="{7155660C-8796-452C-9031-0CBDFACF2F19}" type="pres">
      <dgm:prSet presAssocID="{ECC716B4-6A10-4A2A-AEB3-7A9FD558F8BB}" presName="hierChild5" presStyleCnt="0"/>
      <dgm:spPr/>
    </dgm:pt>
    <dgm:pt modelId="{A1782A65-871C-4340-A494-1194FF5A5DC1}" type="pres">
      <dgm:prSet presAssocID="{F9586BED-9214-4194-AC8F-622781CA997D}" presName="hierChild3" presStyleCnt="0"/>
      <dgm:spPr/>
    </dgm:pt>
  </dgm:ptLst>
  <dgm:cxnLst>
    <dgm:cxn modelId="{ABDB75DD-F197-4F73-8C60-B314E8D8DD20}" type="presOf" srcId="{A3F111BD-055F-4B32-BD0A-D954171C59AC}" destId="{3B55B403-1D7E-4286-A320-8654E0D1367D}" srcOrd="0" destOrd="0" presId="urn:microsoft.com/office/officeart/2005/8/layout/orgChart1"/>
    <dgm:cxn modelId="{8369463B-C0B9-450F-9ECA-4A230B10E7B3}" type="presOf" srcId="{3D967A41-F98C-4E19-BDD7-9112534878CF}" destId="{ACE426A9-3789-403F-BF74-FD06D1AC14AD}" srcOrd="0" destOrd="0" presId="urn:microsoft.com/office/officeart/2005/8/layout/orgChart1"/>
    <dgm:cxn modelId="{4E20D41A-D76E-40DF-9B3D-196B71213D86}" srcId="{0D39E264-0DF9-4CD6-8A27-DA35B8FDD46D}" destId="{F9586BED-9214-4194-AC8F-622781CA997D}" srcOrd="0" destOrd="0" parTransId="{CB13BFA4-7251-4D8B-8B00-24CA634BBEF8}" sibTransId="{9AE9CF3E-F97A-44C1-B197-FFB030192AFD}"/>
    <dgm:cxn modelId="{2E2D802F-1D2B-4B4D-95A6-C2D011201082}" type="presOf" srcId="{5D11CCF1-D51D-4F67-858D-700810CFA9CA}" destId="{C74A82DD-C746-4C8D-B642-AD3A7E0F235C}" srcOrd="0" destOrd="0" presId="urn:microsoft.com/office/officeart/2005/8/layout/orgChart1"/>
    <dgm:cxn modelId="{C350DC7F-F744-47C8-B9D2-6AA2CA966F50}" type="presOf" srcId="{3D967A41-F98C-4E19-BDD7-9112534878CF}" destId="{FA868281-0064-4411-9BD8-852208C1AE42}" srcOrd="1" destOrd="0" presId="urn:microsoft.com/office/officeart/2005/8/layout/orgChart1"/>
    <dgm:cxn modelId="{D72146C1-1EC5-4FAB-9FFC-200B33E939C4}" type="presOf" srcId="{BE530E60-1B3E-410F-A24C-1B7D9CFF6A6E}" destId="{9B60ACD1-DE0B-4559-9F80-60E1E1021922}" srcOrd="0" destOrd="0" presId="urn:microsoft.com/office/officeart/2005/8/layout/orgChart1"/>
    <dgm:cxn modelId="{9E8D76B0-9EB3-4A5D-9420-E1ABE3077C9E}" srcId="{F9586BED-9214-4194-AC8F-622781CA997D}" destId="{431528C5-CF53-4A1D-8A47-C98D931A5529}" srcOrd="1" destOrd="0" parTransId="{7AE75C9B-663A-49C3-9090-C9FE51505502}" sibTransId="{39169872-41EB-4750-8E22-480A4523BF6E}"/>
    <dgm:cxn modelId="{2E6E5A67-060D-4937-A560-96E76F3C3F6F}" type="presOf" srcId="{BE530E60-1B3E-410F-A24C-1B7D9CFF6A6E}" destId="{A5B3FE69-D520-45FE-AA02-F87FA12C5AB5}" srcOrd="1" destOrd="0" presId="urn:microsoft.com/office/officeart/2005/8/layout/orgChart1"/>
    <dgm:cxn modelId="{519EA094-D41A-4F89-8C31-943B6159426B}" srcId="{F9586BED-9214-4194-AC8F-622781CA997D}" destId="{9471224B-D570-4FA7-96E6-47CA7E920111}" srcOrd="2" destOrd="0" parTransId="{096283A5-E4F5-472C-AB85-A6D908DC7A01}" sibTransId="{75B62956-B059-445C-959A-675850FAC671}"/>
    <dgm:cxn modelId="{43CF6AD4-583D-4E61-8A64-87DB79C3D179}" type="presOf" srcId="{ECC716B4-6A10-4A2A-AEB3-7A9FD558F8BB}" destId="{14C86C81-4FE4-480E-980D-18C3FB76BE51}" srcOrd="0" destOrd="0" presId="urn:microsoft.com/office/officeart/2005/8/layout/orgChart1"/>
    <dgm:cxn modelId="{CF04590F-8028-4101-B514-DC660966B019}" type="presOf" srcId="{5511B73E-713F-4378-80E5-7B063801BD36}" destId="{6A61DE18-CF37-4D60-A64A-55E13FF2975B}" srcOrd="0" destOrd="0" presId="urn:microsoft.com/office/officeart/2005/8/layout/orgChart1"/>
    <dgm:cxn modelId="{49D7FF64-3058-49F0-A5DB-84051CF1E9C6}" type="presOf" srcId="{7B17AD55-E82C-4161-9250-F380070AFC6C}" destId="{11814280-2E56-4A87-9E52-FAC1E210F2D7}" srcOrd="1" destOrd="0" presId="urn:microsoft.com/office/officeart/2005/8/layout/orgChart1"/>
    <dgm:cxn modelId="{063BC04B-6A70-458F-BDDB-36D1D4DBAF9A}" type="presOf" srcId="{096283A5-E4F5-472C-AB85-A6D908DC7A01}" destId="{71FDE94A-3025-47B7-A06B-5A75B5552B9D}" srcOrd="0" destOrd="0" presId="urn:microsoft.com/office/officeart/2005/8/layout/orgChart1"/>
    <dgm:cxn modelId="{E3A42263-1B9F-42C2-8465-0CBED4B4A910}" type="presOf" srcId="{431528C5-CF53-4A1D-8A47-C98D931A5529}" destId="{779FB35C-C758-411D-B204-CE5F2211EE37}" srcOrd="1" destOrd="0" presId="urn:microsoft.com/office/officeart/2005/8/layout/orgChart1"/>
    <dgm:cxn modelId="{A717C4F7-D167-4856-A50F-DDA4EB4DD22E}" type="presOf" srcId="{5073D332-4DAB-41B6-B1F9-668ABA637EEE}" destId="{51D32821-656B-4848-AE34-3D7D37950E25}" srcOrd="0" destOrd="0" presId="urn:microsoft.com/office/officeart/2005/8/layout/orgChart1"/>
    <dgm:cxn modelId="{11774063-4822-4551-B826-748A6FA387FF}" type="presOf" srcId="{9471224B-D570-4FA7-96E6-47CA7E920111}" destId="{97DC2324-5F33-495E-B6D2-8FC8CE891018}" srcOrd="0" destOrd="0" presId="urn:microsoft.com/office/officeart/2005/8/layout/orgChart1"/>
    <dgm:cxn modelId="{C516E4C9-6195-4AEE-B069-5251D321FE85}" type="presOf" srcId="{431528C5-CF53-4A1D-8A47-C98D931A5529}" destId="{4D58F9F5-8C28-45E6-9400-5555E1334B27}" srcOrd="0" destOrd="0" presId="urn:microsoft.com/office/officeart/2005/8/layout/orgChart1"/>
    <dgm:cxn modelId="{5A1542D7-C0CD-4E5F-9340-AB8A57DADC81}" srcId="{7B17AD55-E82C-4161-9250-F380070AFC6C}" destId="{5D11CCF1-D51D-4F67-858D-700810CFA9CA}" srcOrd="1" destOrd="0" parTransId="{5073D332-4DAB-41B6-B1F9-668ABA637EEE}" sibTransId="{EB30C690-F5EF-45B0-9512-C5C6D6E2B48F}"/>
    <dgm:cxn modelId="{EAE61506-A7A0-4487-BD82-66C46401E23D}" srcId="{431528C5-CF53-4A1D-8A47-C98D931A5529}" destId="{BE530E60-1B3E-410F-A24C-1B7D9CFF6A6E}" srcOrd="0" destOrd="0" parTransId="{D2692AC5-8A2F-46F0-A4C4-F3204574C0D3}" sibTransId="{76169FE3-9F13-4D9F-AF05-7C68B9CE145F}"/>
    <dgm:cxn modelId="{6FE866AC-8ABF-44DC-904D-0FC67368C0C2}" srcId="{7B17AD55-E82C-4161-9250-F380070AFC6C}" destId="{3D967A41-F98C-4E19-BDD7-9112534878CF}" srcOrd="0" destOrd="0" parTransId="{A3F111BD-055F-4B32-BD0A-D954171C59AC}" sibTransId="{7E4C214A-F2E5-4225-BC18-F161B2EADF5D}"/>
    <dgm:cxn modelId="{613360E1-7FB2-4DFD-B607-C1FD77E3AB46}" type="presOf" srcId="{065E50EE-174F-4920-9465-73DB09355610}" destId="{822E4991-88C5-4BB4-B3CD-D5E3DFD30906}" srcOrd="0" destOrd="0" presId="urn:microsoft.com/office/officeart/2005/8/layout/orgChart1"/>
    <dgm:cxn modelId="{9185126B-8799-4CB2-8B81-E1810F41FFE1}" type="presOf" srcId="{F9586BED-9214-4194-AC8F-622781CA997D}" destId="{50F76F5E-247A-4091-818E-AFA631A17791}" srcOrd="0" destOrd="0" presId="urn:microsoft.com/office/officeart/2005/8/layout/orgChart1"/>
    <dgm:cxn modelId="{5D99D036-4309-49CF-B999-12C7DA4E1F45}" srcId="{F9586BED-9214-4194-AC8F-622781CA997D}" destId="{ECC716B4-6A10-4A2A-AEB3-7A9FD558F8BB}" srcOrd="3" destOrd="0" parTransId="{5511B73E-713F-4378-80E5-7B063801BD36}" sibTransId="{646CEDC9-F48D-4041-9BAE-A64010838C36}"/>
    <dgm:cxn modelId="{530C5A35-E133-459C-9A34-B8CC3EAE53A1}" type="presOf" srcId="{7B17AD55-E82C-4161-9250-F380070AFC6C}" destId="{D0A31A71-B649-4AC6-8143-0AC510058062}" srcOrd="0" destOrd="0" presId="urn:microsoft.com/office/officeart/2005/8/layout/orgChart1"/>
    <dgm:cxn modelId="{F292125C-40CD-475B-85C9-D793FBAB11C0}" type="presOf" srcId="{ECC716B4-6A10-4A2A-AEB3-7A9FD558F8BB}" destId="{EB1956E8-6F63-4F23-AAA1-F0949254C9B9}" srcOrd="1" destOrd="0" presId="urn:microsoft.com/office/officeart/2005/8/layout/orgChart1"/>
    <dgm:cxn modelId="{CAF2D9BF-40B9-42B4-B4C8-FC64C0D86F84}" srcId="{F9586BED-9214-4194-AC8F-622781CA997D}" destId="{7B17AD55-E82C-4161-9250-F380070AFC6C}" srcOrd="0" destOrd="0" parTransId="{065E50EE-174F-4920-9465-73DB09355610}" sibTransId="{40DBD420-6998-473D-B7F5-9CD81CBD9DEE}"/>
    <dgm:cxn modelId="{3A98F75A-32BC-419A-8B47-D82CF8C89E43}" type="presOf" srcId="{D2692AC5-8A2F-46F0-A4C4-F3204574C0D3}" destId="{6C30AE64-1956-4B7D-A94D-2FAE3BA9506F}" srcOrd="0" destOrd="0" presId="urn:microsoft.com/office/officeart/2005/8/layout/orgChart1"/>
    <dgm:cxn modelId="{94C26369-DB62-4E6C-95BB-477D33FCB451}" type="presOf" srcId="{7AE75C9B-663A-49C3-9090-C9FE51505502}" destId="{1A3B47FA-19BE-4C28-AA39-DEF6EE241C63}" srcOrd="0" destOrd="0" presId="urn:microsoft.com/office/officeart/2005/8/layout/orgChart1"/>
    <dgm:cxn modelId="{4C21BF4C-1C11-44BC-99AF-437E5CABA98D}" type="presOf" srcId="{F9586BED-9214-4194-AC8F-622781CA997D}" destId="{08E7CBA8-5725-4AF6-BCB8-9CC337D8551C}" srcOrd="1" destOrd="0" presId="urn:microsoft.com/office/officeart/2005/8/layout/orgChart1"/>
    <dgm:cxn modelId="{799DD4B4-EDB3-48FF-ADB7-ED1DA241D7AE}" type="presOf" srcId="{5D11CCF1-D51D-4F67-858D-700810CFA9CA}" destId="{5AC22680-45AD-46F1-BD44-8525827000BB}" srcOrd="1" destOrd="0" presId="urn:microsoft.com/office/officeart/2005/8/layout/orgChart1"/>
    <dgm:cxn modelId="{32BCBF08-1119-43D7-A239-BAEAEE27B05E}" type="presOf" srcId="{0D39E264-0DF9-4CD6-8A27-DA35B8FDD46D}" destId="{9ECC99C0-7E2F-4674-98A5-133B8C559610}" srcOrd="0" destOrd="0" presId="urn:microsoft.com/office/officeart/2005/8/layout/orgChart1"/>
    <dgm:cxn modelId="{D535B326-1F4D-423A-98EA-F072B9A9CA9C}" type="presOf" srcId="{9471224B-D570-4FA7-96E6-47CA7E920111}" destId="{7B4E9BCC-0C5F-46C3-8BD5-DA5A31319FFC}" srcOrd="1" destOrd="0" presId="urn:microsoft.com/office/officeart/2005/8/layout/orgChart1"/>
    <dgm:cxn modelId="{F0323F58-AEC1-423F-A9CE-5F9ECB78FC17}" type="presParOf" srcId="{9ECC99C0-7E2F-4674-98A5-133B8C559610}" destId="{80BB6833-E837-4AD7-A924-39B2755BDE69}" srcOrd="0" destOrd="0" presId="urn:microsoft.com/office/officeart/2005/8/layout/orgChart1"/>
    <dgm:cxn modelId="{B82B5682-70BD-4A7A-ACDF-D41FDFB0E9ED}" type="presParOf" srcId="{80BB6833-E837-4AD7-A924-39B2755BDE69}" destId="{E8223295-FC7F-4533-8BB7-B950C2AADC02}" srcOrd="0" destOrd="0" presId="urn:microsoft.com/office/officeart/2005/8/layout/orgChart1"/>
    <dgm:cxn modelId="{380A62E9-D2BA-43C3-BBCE-DCB2A495110E}" type="presParOf" srcId="{E8223295-FC7F-4533-8BB7-B950C2AADC02}" destId="{50F76F5E-247A-4091-818E-AFA631A17791}" srcOrd="0" destOrd="0" presId="urn:microsoft.com/office/officeart/2005/8/layout/orgChart1"/>
    <dgm:cxn modelId="{15D16798-134E-4C71-A513-289066F1E5DF}" type="presParOf" srcId="{E8223295-FC7F-4533-8BB7-B950C2AADC02}" destId="{08E7CBA8-5725-4AF6-BCB8-9CC337D8551C}" srcOrd="1" destOrd="0" presId="urn:microsoft.com/office/officeart/2005/8/layout/orgChart1"/>
    <dgm:cxn modelId="{7B43EFC1-E682-4244-91F5-7F4E99835828}" type="presParOf" srcId="{80BB6833-E837-4AD7-A924-39B2755BDE69}" destId="{709C8070-8B32-4077-8020-9CBDB9B92152}" srcOrd="1" destOrd="0" presId="urn:microsoft.com/office/officeart/2005/8/layout/orgChart1"/>
    <dgm:cxn modelId="{C80CBC73-A5E2-4AC7-9AC1-EE94661E6373}" type="presParOf" srcId="{709C8070-8B32-4077-8020-9CBDB9B92152}" destId="{822E4991-88C5-4BB4-B3CD-D5E3DFD30906}" srcOrd="0" destOrd="0" presId="urn:microsoft.com/office/officeart/2005/8/layout/orgChart1"/>
    <dgm:cxn modelId="{920D5D6F-E0E5-4519-A042-CDC2470ED29E}" type="presParOf" srcId="{709C8070-8B32-4077-8020-9CBDB9B92152}" destId="{33891FFC-1626-4895-9373-2FB1F3D01A94}" srcOrd="1" destOrd="0" presId="urn:microsoft.com/office/officeart/2005/8/layout/orgChart1"/>
    <dgm:cxn modelId="{93489BFF-AAD6-4803-93C3-BFBE04830D81}" type="presParOf" srcId="{33891FFC-1626-4895-9373-2FB1F3D01A94}" destId="{E2399519-62E8-4CD4-867D-D52D946484D6}" srcOrd="0" destOrd="0" presId="urn:microsoft.com/office/officeart/2005/8/layout/orgChart1"/>
    <dgm:cxn modelId="{A3FB85DC-654D-4388-8C74-5387B87B494C}" type="presParOf" srcId="{E2399519-62E8-4CD4-867D-D52D946484D6}" destId="{D0A31A71-B649-4AC6-8143-0AC510058062}" srcOrd="0" destOrd="0" presId="urn:microsoft.com/office/officeart/2005/8/layout/orgChart1"/>
    <dgm:cxn modelId="{A7F69BEB-9464-4528-879B-BA3D3DCD12B8}" type="presParOf" srcId="{E2399519-62E8-4CD4-867D-D52D946484D6}" destId="{11814280-2E56-4A87-9E52-FAC1E210F2D7}" srcOrd="1" destOrd="0" presId="urn:microsoft.com/office/officeart/2005/8/layout/orgChart1"/>
    <dgm:cxn modelId="{E4C7DB9E-6A62-4D67-922B-48779B72884F}" type="presParOf" srcId="{33891FFC-1626-4895-9373-2FB1F3D01A94}" destId="{0771DB52-3CEB-400F-AC7A-B458B5358437}" srcOrd="1" destOrd="0" presId="urn:microsoft.com/office/officeart/2005/8/layout/orgChart1"/>
    <dgm:cxn modelId="{7175C4C0-6233-4E08-A81D-9995B4C38C7A}" type="presParOf" srcId="{0771DB52-3CEB-400F-AC7A-B458B5358437}" destId="{3B55B403-1D7E-4286-A320-8654E0D1367D}" srcOrd="0" destOrd="0" presId="urn:microsoft.com/office/officeart/2005/8/layout/orgChart1"/>
    <dgm:cxn modelId="{6B8078DC-78E0-4D53-B7D2-8A2CD1826A13}" type="presParOf" srcId="{0771DB52-3CEB-400F-AC7A-B458B5358437}" destId="{CEB7494B-1CD0-4C23-9A51-9319E52EEA62}" srcOrd="1" destOrd="0" presId="urn:microsoft.com/office/officeart/2005/8/layout/orgChart1"/>
    <dgm:cxn modelId="{6772036A-4DA4-4189-A387-75F853220C6F}" type="presParOf" srcId="{CEB7494B-1CD0-4C23-9A51-9319E52EEA62}" destId="{E45F30BC-8C14-4656-A79A-6CDC90A84F63}" srcOrd="0" destOrd="0" presId="urn:microsoft.com/office/officeart/2005/8/layout/orgChart1"/>
    <dgm:cxn modelId="{4FB0B423-22D6-4860-8750-5D2A8DA74FD1}" type="presParOf" srcId="{E45F30BC-8C14-4656-A79A-6CDC90A84F63}" destId="{ACE426A9-3789-403F-BF74-FD06D1AC14AD}" srcOrd="0" destOrd="0" presId="urn:microsoft.com/office/officeart/2005/8/layout/orgChart1"/>
    <dgm:cxn modelId="{8C6320D3-0CEF-4EE4-87AB-91AA5CEC73F4}" type="presParOf" srcId="{E45F30BC-8C14-4656-A79A-6CDC90A84F63}" destId="{FA868281-0064-4411-9BD8-852208C1AE42}" srcOrd="1" destOrd="0" presId="urn:microsoft.com/office/officeart/2005/8/layout/orgChart1"/>
    <dgm:cxn modelId="{D8CAF561-A131-4206-B530-E8CA24E4C108}" type="presParOf" srcId="{CEB7494B-1CD0-4C23-9A51-9319E52EEA62}" destId="{DC1DA5F6-C241-46AA-AF41-EE9EFCA88607}" srcOrd="1" destOrd="0" presId="urn:microsoft.com/office/officeart/2005/8/layout/orgChart1"/>
    <dgm:cxn modelId="{1FCA70A9-52C6-4394-8089-6601CC3BE697}" type="presParOf" srcId="{CEB7494B-1CD0-4C23-9A51-9319E52EEA62}" destId="{91C128F8-4260-446D-9F19-8902769A58BA}" srcOrd="2" destOrd="0" presId="urn:microsoft.com/office/officeart/2005/8/layout/orgChart1"/>
    <dgm:cxn modelId="{A34CD2D9-4740-4D57-A1ED-384D5268B785}" type="presParOf" srcId="{0771DB52-3CEB-400F-AC7A-B458B5358437}" destId="{51D32821-656B-4848-AE34-3D7D37950E25}" srcOrd="2" destOrd="0" presId="urn:microsoft.com/office/officeart/2005/8/layout/orgChart1"/>
    <dgm:cxn modelId="{3198654B-FEA2-4BE9-A557-DBBF8FA7B3E3}" type="presParOf" srcId="{0771DB52-3CEB-400F-AC7A-B458B5358437}" destId="{12798926-53D9-4CC3-B273-4ED901147BCA}" srcOrd="3" destOrd="0" presId="urn:microsoft.com/office/officeart/2005/8/layout/orgChart1"/>
    <dgm:cxn modelId="{9C9C4B2D-666B-4D94-A150-67C9AB698BD2}" type="presParOf" srcId="{12798926-53D9-4CC3-B273-4ED901147BCA}" destId="{607BF48F-A524-4749-B286-C39878E0200F}" srcOrd="0" destOrd="0" presId="urn:microsoft.com/office/officeart/2005/8/layout/orgChart1"/>
    <dgm:cxn modelId="{9E9924C3-29B1-4B6A-BD5D-1F281688B9B4}" type="presParOf" srcId="{607BF48F-A524-4749-B286-C39878E0200F}" destId="{C74A82DD-C746-4C8D-B642-AD3A7E0F235C}" srcOrd="0" destOrd="0" presId="urn:microsoft.com/office/officeart/2005/8/layout/orgChart1"/>
    <dgm:cxn modelId="{47AF28B2-FFAE-4532-8ADD-5330CEDBB14A}" type="presParOf" srcId="{607BF48F-A524-4749-B286-C39878E0200F}" destId="{5AC22680-45AD-46F1-BD44-8525827000BB}" srcOrd="1" destOrd="0" presId="urn:microsoft.com/office/officeart/2005/8/layout/orgChart1"/>
    <dgm:cxn modelId="{F800AA75-C1DD-4690-B328-E89EC95EDD95}" type="presParOf" srcId="{12798926-53D9-4CC3-B273-4ED901147BCA}" destId="{706F7EDF-2304-41C9-AA5D-20A0B715A333}" srcOrd="1" destOrd="0" presId="urn:microsoft.com/office/officeart/2005/8/layout/orgChart1"/>
    <dgm:cxn modelId="{6009A213-12CA-44DA-B3A2-8D7AC75F18D8}" type="presParOf" srcId="{12798926-53D9-4CC3-B273-4ED901147BCA}" destId="{DDF9A9F5-4FD5-44F4-B5BE-E71B0289505E}" srcOrd="2" destOrd="0" presId="urn:microsoft.com/office/officeart/2005/8/layout/orgChart1"/>
    <dgm:cxn modelId="{80A7515C-9A17-4896-9D89-E80A473793C4}" type="presParOf" srcId="{33891FFC-1626-4895-9373-2FB1F3D01A94}" destId="{8FACB7EA-3BCC-4430-B734-3943F039782C}" srcOrd="2" destOrd="0" presId="urn:microsoft.com/office/officeart/2005/8/layout/orgChart1"/>
    <dgm:cxn modelId="{31F37859-B62E-4478-AA36-FF2125476EC8}" type="presParOf" srcId="{709C8070-8B32-4077-8020-9CBDB9B92152}" destId="{1A3B47FA-19BE-4C28-AA39-DEF6EE241C63}" srcOrd="2" destOrd="0" presId="urn:microsoft.com/office/officeart/2005/8/layout/orgChart1"/>
    <dgm:cxn modelId="{4C4B540D-0DDC-413A-B372-1DD105904D81}" type="presParOf" srcId="{709C8070-8B32-4077-8020-9CBDB9B92152}" destId="{F0B3C45E-DFCE-4392-98FF-5E1983626D84}" srcOrd="3" destOrd="0" presId="urn:microsoft.com/office/officeart/2005/8/layout/orgChart1"/>
    <dgm:cxn modelId="{FA638673-2CED-43F6-BAA8-EA51219346BB}" type="presParOf" srcId="{F0B3C45E-DFCE-4392-98FF-5E1983626D84}" destId="{437EB345-8B29-4DEF-9420-6B36B207D45D}" srcOrd="0" destOrd="0" presId="urn:microsoft.com/office/officeart/2005/8/layout/orgChart1"/>
    <dgm:cxn modelId="{A44E540B-827F-48D1-8D71-8E68512A9334}" type="presParOf" srcId="{437EB345-8B29-4DEF-9420-6B36B207D45D}" destId="{4D58F9F5-8C28-45E6-9400-5555E1334B27}" srcOrd="0" destOrd="0" presId="urn:microsoft.com/office/officeart/2005/8/layout/orgChart1"/>
    <dgm:cxn modelId="{52EAB84B-9A37-4DF8-AB09-01B637836A87}" type="presParOf" srcId="{437EB345-8B29-4DEF-9420-6B36B207D45D}" destId="{779FB35C-C758-411D-B204-CE5F2211EE37}" srcOrd="1" destOrd="0" presId="urn:microsoft.com/office/officeart/2005/8/layout/orgChart1"/>
    <dgm:cxn modelId="{4AD89BFF-6BF0-4D0A-9D5F-D4F6EB741A1D}" type="presParOf" srcId="{F0B3C45E-DFCE-4392-98FF-5E1983626D84}" destId="{B719885C-F283-4167-8B0D-2CBFF01D28DA}" srcOrd="1" destOrd="0" presId="urn:microsoft.com/office/officeart/2005/8/layout/orgChart1"/>
    <dgm:cxn modelId="{E2CFA1A4-9BAD-477E-BAF4-577574F8A0CB}" type="presParOf" srcId="{B719885C-F283-4167-8B0D-2CBFF01D28DA}" destId="{6C30AE64-1956-4B7D-A94D-2FAE3BA9506F}" srcOrd="0" destOrd="0" presId="urn:microsoft.com/office/officeart/2005/8/layout/orgChart1"/>
    <dgm:cxn modelId="{1B3266C5-3075-4FCE-AAF4-1B60BCB303F7}" type="presParOf" srcId="{B719885C-F283-4167-8B0D-2CBFF01D28DA}" destId="{100DB131-4457-493F-81E8-EB5205AD16CA}" srcOrd="1" destOrd="0" presId="urn:microsoft.com/office/officeart/2005/8/layout/orgChart1"/>
    <dgm:cxn modelId="{21818172-C5E9-47B1-99FF-DA896C2FE147}" type="presParOf" srcId="{100DB131-4457-493F-81E8-EB5205AD16CA}" destId="{98B10BFD-7514-43AC-9D4E-C155EFB881F4}" srcOrd="0" destOrd="0" presId="urn:microsoft.com/office/officeart/2005/8/layout/orgChart1"/>
    <dgm:cxn modelId="{C0D0CCA7-14E1-42FE-95BD-DD853342FB9B}" type="presParOf" srcId="{98B10BFD-7514-43AC-9D4E-C155EFB881F4}" destId="{9B60ACD1-DE0B-4559-9F80-60E1E1021922}" srcOrd="0" destOrd="0" presId="urn:microsoft.com/office/officeart/2005/8/layout/orgChart1"/>
    <dgm:cxn modelId="{0972537B-2088-418D-A973-19CFFC710C97}" type="presParOf" srcId="{98B10BFD-7514-43AC-9D4E-C155EFB881F4}" destId="{A5B3FE69-D520-45FE-AA02-F87FA12C5AB5}" srcOrd="1" destOrd="0" presId="urn:microsoft.com/office/officeart/2005/8/layout/orgChart1"/>
    <dgm:cxn modelId="{0BAFFD7E-328D-4F0E-B24C-2D1EA9D68D12}" type="presParOf" srcId="{100DB131-4457-493F-81E8-EB5205AD16CA}" destId="{B62F8601-53B3-4045-B73F-85CAB39BBBEF}" srcOrd="1" destOrd="0" presId="urn:microsoft.com/office/officeart/2005/8/layout/orgChart1"/>
    <dgm:cxn modelId="{68C0349C-EC97-4881-A305-235EAC92BFCC}" type="presParOf" srcId="{100DB131-4457-493F-81E8-EB5205AD16CA}" destId="{292A2797-EBBB-496A-84BC-7ED3C2E84F11}" srcOrd="2" destOrd="0" presId="urn:microsoft.com/office/officeart/2005/8/layout/orgChart1"/>
    <dgm:cxn modelId="{69099A1A-289F-4439-9E34-8FDF00C24560}" type="presParOf" srcId="{F0B3C45E-DFCE-4392-98FF-5E1983626D84}" destId="{DA116BA1-3618-402E-B34A-CC419B58EE47}" srcOrd="2" destOrd="0" presId="urn:microsoft.com/office/officeart/2005/8/layout/orgChart1"/>
    <dgm:cxn modelId="{9C5194CA-5398-4654-B39A-7D4AFD71BCE6}" type="presParOf" srcId="{709C8070-8B32-4077-8020-9CBDB9B92152}" destId="{71FDE94A-3025-47B7-A06B-5A75B5552B9D}" srcOrd="4" destOrd="0" presId="urn:microsoft.com/office/officeart/2005/8/layout/orgChart1"/>
    <dgm:cxn modelId="{245E941C-AFB2-4775-AD3B-63CFFB874BBA}" type="presParOf" srcId="{709C8070-8B32-4077-8020-9CBDB9B92152}" destId="{EA19C4E3-BE8D-4BE0-B02B-90FAB8B21603}" srcOrd="5" destOrd="0" presId="urn:microsoft.com/office/officeart/2005/8/layout/orgChart1"/>
    <dgm:cxn modelId="{5BA7E54A-C163-4CC8-83A5-F5FC12C5CF9E}" type="presParOf" srcId="{EA19C4E3-BE8D-4BE0-B02B-90FAB8B21603}" destId="{69D9EF19-D321-47AC-8207-56C717EE9CC6}" srcOrd="0" destOrd="0" presId="urn:microsoft.com/office/officeart/2005/8/layout/orgChart1"/>
    <dgm:cxn modelId="{350D4708-BE65-4C68-9F23-F65C31CD3D65}" type="presParOf" srcId="{69D9EF19-D321-47AC-8207-56C717EE9CC6}" destId="{97DC2324-5F33-495E-B6D2-8FC8CE891018}" srcOrd="0" destOrd="0" presId="urn:microsoft.com/office/officeart/2005/8/layout/orgChart1"/>
    <dgm:cxn modelId="{D648F3B5-59E4-495D-8F7D-C1C0E8673669}" type="presParOf" srcId="{69D9EF19-D321-47AC-8207-56C717EE9CC6}" destId="{7B4E9BCC-0C5F-46C3-8BD5-DA5A31319FFC}" srcOrd="1" destOrd="0" presId="urn:microsoft.com/office/officeart/2005/8/layout/orgChart1"/>
    <dgm:cxn modelId="{502B27D9-CCF5-4513-9AEC-AAEFEB5A2391}" type="presParOf" srcId="{EA19C4E3-BE8D-4BE0-B02B-90FAB8B21603}" destId="{DE6BB657-62D1-4FF3-ACFB-F4746585946F}" srcOrd="1" destOrd="0" presId="urn:microsoft.com/office/officeart/2005/8/layout/orgChart1"/>
    <dgm:cxn modelId="{CBF538F9-D5A3-41C7-BFCE-85C5C1E21883}" type="presParOf" srcId="{EA19C4E3-BE8D-4BE0-B02B-90FAB8B21603}" destId="{51CEDB48-D9D6-45EE-8557-C40980AE5D58}" srcOrd="2" destOrd="0" presId="urn:microsoft.com/office/officeart/2005/8/layout/orgChart1"/>
    <dgm:cxn modelId="{02D52A53-0D7C-4C59-AB53-0E8229EF0F21}" type="presParOf" srcId="{709C8070-8B32-4077-8020-9CBDB9B92152}" destId="{6A61DE18-CF37-4D60-A64A-55E13FF2975B}" srcOrd="6" destOrd="0" presId="urn:microsoft.com/office/officeart/2005/8/layout/orgChart1"/>
    <dgm:cxn modelId="{527F634C-1FAA-4598-BB8A-E40869E28F21}" type="presParOf" srcId="{709C8070-8B32-4077-8020-9CBDB9B92152}" destId="{6E993BEC-7DFB-45C3-9798-4BB31CE7E6C5}" srcOrd="7" destOrd="0" presId="urn:microsoft.com/office/officeart/2005/8/layout/orgChart1"/>
    <dgm:cxn modelId="{9FE70590-1278-44B7-9B2C-2643971D193C}" type="presParOf" srcId="{6E993BEC-7DFB-45C3-9798-4BB31CE7E6C5}" destId="{CB072911-CB3D-4BF9-8404-E5EAB77C7AD4}" srcOrd="0" destOrd="0" presId="urn:microsoft.com/office/officeart/2005/8/layout/orgChart1"/>
    <dgm:cxn modelId="{7949C5B6-8622-4C75-A01D-DD6A3F665F2C}" type="presParOf" srcId="{CB072911-CB3D-4BF9-8404-E5EAB77C7AD4}" destId="{14C86C81-4FE4-480E-980D-18C3FB76BE51}" srcOrd="0" destOrd="0" presId="urn:microsoft.com/office/officeart/2005/8/layout/orgChart1"/>
    <dgm:cxn modelId="{CFA4F49F-D82A-448D-B752-A6F81F8471BA}" type="presParOf" srcId="{CB072911-CB3D-4BF9-8404-E5EAB77C7AD4}" destId="{EB1956E8-6F63-4F23-AAA1-F0949254C9B9}" srcOrd="1" destOrd="0" presId="urn:microsoft.com/office/officeart/2005/8/layout/orgChart1"/>
    <dgm:cxn modelId="{D66AD200-2682-4E17-A7C1-907B82DFF6A0}" type="presParOf" srcId="{6E993BEC-7DFB-45C3-9798-4BB31CE7E6C5}" destId="{22C472F8-3949-4F17-B97E-C1ABB57575E1}" srcOrd="1" destOrd="0" presId="urn:microsoft.com/office/officeart/2005/8/layout/orgChart1"/>
    <dgm:cxn modelId="{84D04823-617E-46C8-8E7A-98D9ED1763B9}" type="presParOf" srcId="{6E993BEC-7DFB-45C3-9798-4BB31CE7E6C5}" destId="{7155660C-8796-452C-9031-0CBDFACF2F19}" srcOrd="2" destOrd="0" presId="urn:microsoft.com/office/officeart/2005/8/layout/orgChart1"/>
    <dgm:cxn modelId="{17A5F43B-DC1E-4EE3-9225-FC7D071A96F7}" type="presParOf" srcId="{80BB6833-E837-4AD7-A924-39B2755BDE69}" destId="{A1782A65-871C-4340-A494-1194FF5A5D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15CA9F5-87F2-4C82-9EB6-35D827643299}">
      <dsp:nvSpPr>
        <dsp:cNvPr id="0" name=""/>
        <dsp:cNvSpPr/>
      </dsp:nvSpPr>
      <dsp:spPr>
        <a:xfrm>
          <a:off x="1316373" y="0"/>
          <a:ext cx="5105400" cy="5105400"/>
        </a:xfrm>
        <a:prstGeom prst="triangle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</dsp:sp>
    <dsp:sp modelId="{BEA2BFCA-40A2-4D40-A09B-D3D3F97289BB}">
      <dsp:nvSpPr>
        <dsp:cNvPr id="0" name=""/>
        <dsp:cNvSpPr/>
      </dsp:nvSpPr>
      <dsp:spPr>
        <a:xfrm>
          <a:off x="3851920" y="842865"/>
          <a:ext cx="2929879" cy="97730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Members</a:t>
          </a:r>
          <a:endParaRPr lang="en-US" sz="2400" kern="1200" dirty="0"/>
        </a:p>
      </dsp:txBody>
      <dsp:txXfrm>
        <a:off x="3851920" y="842865"/>
        <a:ext cx="2929879" cy="977308"/>
      </dsp:txXfrm>
    </dsp:sp>
    <dsp:sp modelId="{F1B25623-14DC-4043-90DF-5012362B5C2B}">
      <dsp:nvSpPr>
        <dsp:cNvPr id="0" name=""/>
        <dsp:cNvSpPr/>
      </dsp:nvSpPr>
      <dsp:spPr>
        <a:xfrm>
          <a:off x="3851920" y="1981201"/>
          <a:ext cx="2929879" cy="97730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Clergy, Staff, &amp; Leadership</a:t>
          </a:r>
          <a:endParaRPr lang="en-US" sz="2400" kern="1200" dirty="0"/>
        </a:p>
      </dsp:txBody>
      <dsp:txXfrm>
        <a:off x="3851920" y="1981201"/>
        <a:ext cx="2929879" cy="977308"/>
      </dsp:txXfrm>
    </dsp:sp>
    <dsp:sp modelId="{8E31717C-3031-4865-AE62-31F0489609A2}">
      <dsp:nvSpPr>
        <dsp:cNvPr id="0" name=""/>
        <dsp:cNvSpPr/>
      </dsp:nvSpPr>
      <dsp:spPr>
        <a:xfrm>
          <a:off x="3851920" y="3124202"/>
          <a:ext cx="2929879" cy="977308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Congregations &amp; Partners</a:t>
          </a:r>
          <a:endParaRPr lang="en-US" sz="2400" kern="1200" dirty="0"/>
        </a:p>
      </dsp:txBody>
      <dsp:txXfrm>
        <a:off x="3851920" y="3124202"/>
        <a:ext cx="2929879" cy="977308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255" y="154849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JRF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Board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255" y="1548491"/>
        <a:ext cx="1883233" cy="941616"/>
      </dsp:txXfrm>
    </dsp:sp>
    <dsp:sp modelId="{99221A49-23D2-46C3-8C8A-FB00E4F562BD}">
      <dsp:nvSpPr>
        <dsp:cNvPr id="0" name=""/>
        <dsp:cNvSpPr/>
      </dsp:nvSpPr>
      <dsp:spPr>
        <a:xfrm rot="19457599">
          <a:off x="1799294" y="1727601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19457599">
        <a:off x="2239944" y="1725393"/>
        <a:ext cx="46384" cy="46384"/>
      </dsp:txXfrm>
    </dsp:sp>
    <dsp:sp modelId="{9D95555D-5936-4E8D-ACCB-27506019A7EE}">
      <dsp:nvSpPr>
        <dsp:cNvPr id="0" name=""/>
        <dsp:cNvSpPr/>
      </dsp:nvSpPr>
      <dsp:spPr>
        <a:xfrm>
          <a:off x="2639783" y="100706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Program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1007061"/>
        <a:ext cx="1883233" cy="941616"/>
      </dsp:txXfrm>
    </dsp:sp>
    <dsp:sp modelId="{EDF96D6C-5518-4FC8-9121-428AD6D5675C}">
      <dsp:nvSpPr>
        <dsp:cNvPr id="0" name=""/>
        <dsp:cNvSpPr/>
      </dsp:nvSpPr>
      <dsp:spPr>
        <a:xfrm rot="2142401">
          <a:off x="1799294" y="2269030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2142401">
        <a:off x="2239944" y="2266822"/>
        <a:ext cx="46384" cy="46384"/>
      </dsp:txXfrm>
    </dsp:sp>
    <dsp:sp modelId="{A224596F-4C82-45EE-B45F-A7CF519EA4A8}">
      <dsp:nvSpPr>
        <dsp:cNvPr id="0" name=""/>
        <dsp:cNvSpPr/>
      </dsp:nvSpPr>
      <dsp:spPr>
        <a:xfrm>
          <a:off x="2639783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Program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Director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2089921"/>
        <a:ext cx="1883233" cy="941616"/>
      </dsp:txXfrm>
    </dsp:sp>
    <dsp:sp modelId="{C13C761C-FDB7-4C58-AC79-3E3F3AC41CE2}">
      <dsp:nvSpPr>
        <dsp:cNvPr id="0" name=""/>
        <dsp:cNvSpPr/>
      </dsp:nvSpPr>
      <dsp:spPr>
        <a:xfrm>
          <a:off x="4523016" y="2539745"/>
          <a:ext cx="75329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753293" y="2098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880831" y="2541897"/>
        <a:ext cx="37664" cy="37664"/>
      </dsp:txXfrm>
    </dsp:sp>
    <dsp:sp modelId="{96ED2546-A8E8-44B4-A528-BEC1CDB84541}">
      <dsp:nvSpPr>
        <dsp:cNvPr id="0" name=""/>
        <dsp:cNvSpPr/>
      </dsp:nvSpPr>
      <dsp:spPr>
        <a:xfrm>
          <a:off x="5276310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276310" y="2089921"/>
        <a:ext cx="1883233" cy="94161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A61DE18-CF37-4D60-A64A-55E13FF2975B}">
      <dsp:nvSpPr>
        <dsp:cNvPr id="0" name=""/>
        <dsp:cNvSpPr/>
      </dsp:nvSpPr>
      <dsp:spPr>
        <a:xfrm>
          <a:off x="3505200" y="1435067"/>
          <a:ext cx="2872442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2872442" y="132536"/>
              </a:lnTo>
              <a:lnTo>
                <a:pt x="2872442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DE94A-3025-47B7-A06B-5A75B5552B9D}">
      <dsp:nvSpPr>
        <dsp:cNvPr id="0" name=""/>
        <dsp:cNvSpPr/>
      </dsp:nvSpPr>
      <dsp:spPr>
        <a:xfrm>
          <a:off x="3505200" y="1435067"/>
          <a:ext cx="1345121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1345121" y="132536"/>
              </a:lnTo>
              <a:lnTo>
                <a:pt x="1345121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0AE64-1956-4B7D-A94D-2FAE3BA9506F}">
      <dsp:nvSpPr>
        <dsp:cNvPr id="0" name=""/>
        <dsp:cNvSpPr/>
      </dsp:nvSpPr>
      <dsp:spPr>
        <a:xfrm>
          <a:off x="2091307" y="2596878"/>
          <a:ext cx="310469" cy="808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075"/>
              </a:lnTo>
              <a:lnTo>
                <a:pt x="310469" y="80807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B47FA-19BE-4C28-AA39-DEF6EE241C63}">
      <dsp:nvSpPr>
        <dsp:cNvPr id="0" name=""/>
        <dsp:cNvSpPr/>
      </dsp:nvSpPr>
      <dsp:spPr>
        <a:xfrm>
          <a:off x="2919226" y="1435067"/>
          <a:ext cx="585973" cy="265072"/>
        </a:xfrm>
        <a:custGeom>
          <a:avLst/>
          <a:gdLst/>
          <a:ahLst/>
          <a:cxnLst/>
          <a:rect l="0" t="0" r="0" b="0"/>
          <a:pathLst>
            <a:path>
              <a:moveTo>
                <a:pt x="585973" y="0"/>
              </a:moveTo>
              <a:lnTo>
                <a:pt x="585973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32821-656B-4848-AE34-3D7D37950E25}">
      <dsp:nvSpPr>
        <dsp:cNvPr id="0" name=""/>
        <dsp:cNvSpPr/>
      </dsp:nvSpPr>
      <dsp:spPr>
        <a:xfrm>
          <a:off x="143782" y="2331263"/>
          <a:ext cx="213224" cy="1476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6830"/>
              </a:lnTo>
              <a:lnTo>
                <a:pt x="213224" y="147683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5B403-1D7E-4286-A320-8654E0D1367D}">
      <dsp:nvSpPr>
        <dsp:cNvPr id="0" name=""/>
        <dsp:cNvSpPr/>
      </dsp:nvSpPr>
      <dsp:spPr>
        <a:xfrm>
          <a:off x="143782" y="2331263"/>
          <a:ext cx="213224" cy="580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634"/>
              </a:lnTo>
              <a:lnTo>
                <a:pt x="213224" y="580634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991-88C5-4BB4-B3CD-D5E3DFD30906}">
      <dsp:nvSpPr>
        <dsp:cNvPr id="0" name=""/>
        <dsp:cNvSpPr/>
      </dsp:nvSpPr>
      <dsp:spPr>
        <a:xfrm>
          <a:off x="712380" y="1435067"/>
          <a:ext cx="2792819" cy="265072"/>
        </a:xfrm>
        <a:custGeom>
          <a:avLst/>
          <a:gdLst/>
          <a:ahLst/>
          <a:cxnLst/>
          <a:rect l="0" t="0" r="0" b="0"/>
          <a:pathLst>
            <a:path>
              <a:moveTo>
                <a:pt x="2792819" y="0"/>
              </a:moveTo>
              <a:lnTo>
                <a:pt x="2792819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76F5E-247A-4091-818E-AFA631A17791}">
      <dsp:nvSpPr>
        <dsp:cNvPr id="0" name=""/>
        <dsp:cNvSpPr/>
      </dsp:nvSpPr>
      <dsp:spPr>
        <a:xfrm>
          <a:off x="2595428" y="803943"/>
          <a:ext cx="181954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Reference Model</a:t>
          </a:r>
          <a:endParaRPr lang="en-US" sz="1600" b="1" kern="1200" dirty="0"/>
        </a:p>
      </dsp:txBody>
      <dsp:txXfrm>
        <a:off x="2595428" y="803943"/>
        <a:ext cx="1819543" cy="631124"/>
      </dsp:txXfrm>
    </dsp:sp>
    <dsp:sp modelId="{D0A31A71-B649-4AC6-8143-0AC510058062}">
      <dsp:nvSpPr>
        <dsp:cNvPr id="0" name=""/>
        <dsp:cNvSpPr/>
      </dsp:nvSpPr>
      <dsp:spPr>
        <a:xfrm>
          <a:off x="1633" y="1700139"/>
          <a:ext cx="142149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Other Functional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 Jobs</a:t>
          </a:r>
          <a:endParaRPr lang="en-US" sz="1500" b="1" kern="1200" dirty="0"/>
        </a:p>
      </dsp:txBody>
      <dsp:txXfrm>
        <a:off x="1633" y="1700139"/>
        <a:ext cx="1421493" cy="631124"/>
      </dsp:txXfrm>
    </dsp:sp>
    <dsp:sp modelId="{ACE426A9-3789-403F-BF74-FD06D1AC14AD}">
      <dsp:nvSpPr>
        <dsp:cNvPr id="0" name=""/>
        <dsp:cNvSpPr/>
      </dsp:nvSpPr>
      <dsp:spPr>
        <a:xfrm>
          <a:off x="357006" y="2596336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Functional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357006" y="2596336"/>
        <a:ext cx="1262248" cy="631124"/>
      </dsp:txXfrm>
    </dsp:sp>
    <dsp:sp modelId="{C74A82DD-C746-4C8D-B642-AD3A7E0F235C}">
      <dsp:nvSpPr>
        <dsp:cNvPr id="0" name=""/>
        <dsp:cNvSpPr/>
      </dsp:nvSpPr>
      <dsp:spPr>
        <a:xfrm>
          <a:off x="357006" y="3492532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Supply Chain Jobs</a:t>
          </a:r>
          <a:endParaRPr lang="en-US" sz="1500" b="1" kern="1200" dirty="0"/>
        </a:p>
      </dsp:txBody>
      <dsp:txXfrm>
        <a:off x="357006" y="3492532"/>
        <a:ext cx="1262248" cy="631124"/>
      </dsp:txXfrm>
    </dsp:sp>
    <dsp:sp modelId="{4D58F9F5-8C28-45E6-9400-5555E1334B27}">
      <dsp:nvSpPr>
        <dsp:cNvPr id="0" name=""/>
        <dsp:cNvSpPr/>
      </dsp:nvSpPr>
      <dsp:spPr>
        <a:xfrm>
          <a:off x="1884327" y="1700139"/>
          <a:ext cx="2069797" cy="896739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Core Functional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Job</a:t>
          </a:r>
          <a:endParaRPr lang="en-US" sz="2000" b="1" kern="1200" dirty="0"/>
        </a:p>
      </dsp:txBody>
      <dsp:txXfrm>
        <a:off x="1884327" y="1700139"/>
        <a:ext cx="2069797" cy="896739"/>
      </dsp:txXfrm>
    </dsp:sp>
    <dsp:sp modelId="{9B60ACD1-DE0B-4559-9F80-60E1E1021922}">
      <dsp:nvSpPr>
        <dsp:cNvPr id="0" name=""/>
        <dsp:cNvSpPr/>
      </dsp:nvSpPr>
      <dsp:spPr>
        <a:xfrm>
          <a:off x="2401777" y="2861951"/>
          <a:ext cx="1590925" cy="1086007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 Steps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&amp;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Outcomes</a:t>
          </a:r>
          <a:endParaRPr lang="en-US" sz="1600" b="1" kern="1200" dirty="0"/>
        </a:p>
      </dsp:txBody>
      <dsp:txXfrm>
        <a:off x="2401777" y="2861951"/>
        <a:ext cx="1590925" cy="1086007"/>
      </dsp:txXfrm>
    </dsp:sp>
    <dsp:sp modelId="{97DC2324-5F33-495E-B6D2-8FC8CE891018}">
      <dsp:nvSpPr>
        <dsp:cNvPr id="0" name=""/>
        <dsp:cNvSpPr/>
      </dsp:nvSpPr>
      <dsp:spPr>
        <a:xfrm>
          <a:off x="421919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smtClean="0"/>
            <a:t>Emotional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smtClean="0"/>
            <a:t>Jobs</a:t>
          </a:r>
          <a:endParaRPr lang="en-US" sz="1500" b="1" kern="1200" dirty="0"/>
        </a:p>
      </dsp:txBody>
      <dsp:txXfrm>
        <a:off x="4219197" y="1700139"/>
        <a:ext cx="1262248" cy="631124"/>
      </dsp:txXfrm>
    </dsp:sp>
    <dsp:sp modelId="{14C86C81-4FE4-480E-980D-18C3FB76BE51}">
      <dsp:nvSpPr>
        <dsp:cNvPr id="0" name=""/>
        <dsp:cNvSpPr/>
      </dsp:nvSpPr>
      <dsp:spPr>
        <a:xfrm>
          <a:off x="574651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Spiritual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5746517" y="1700139"/>
        <a:ext cx="1262248" cy="631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3/3/2010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3/3/2010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24FB15-D4DD-42F5-8CEF-6AFF62F6DDF1}" type="slidenum">
              <a:rPr lang="en-US" smtClean="0">
                <a:latin typeface="Calibri" pitchFamily="34" charset="0"/>
              </a:rPr>
              <a:pPr/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F990C2-9215-447D-86B2-EA143E454FD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ffrey.wallk@enablingvalu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905000" y="3886200"/>
            <a:ext cx="6553200" cy="1752600"/>
          </a:xfrm>
        </p:spPr>
        <p:txBody>
          <a:bodyPr/>
          <a:lstStyle/>
          <a:p>
            <a:r>
              <a:rPr lang="en-US" b="1" i="1" dirty="0" smtClean="0">
                <a:solidFill>
                  <a:schemeClr val="bg1">
                    <a:lumMod val="50000"/>
                  </a:schemeClr>
                </a:solidFill>
              </a:rPr>
              <a:t>Program for improving the services provided by JRF congregations to their membership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cs typeface="Times New Roman" pitchFamily="18" charset="0"/>
              </a:rPr>
              <a:t>JRF Membership </a:t>
            </a:r>
            <a:br>
              <a:rPr lang="en-US" b="1" dirty="0" smtClean="0">
                <a:cs typeface="Times New Roman" pitchFamily="18" charset="0"/>
              </a:rPr>
            </a:br>
            <a:r>
              <a:rPr lang="en-US" b="1" dirty="0" smtClean="0">
                <a:cs typeface="Times New Roman" pitchFamily="18" charset="0"/>
              </a:rPr>
              <a:t>Focus Study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2667000"/>
            <a:ext cx="106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Char char="q"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b="1" i="1" dirty="0" smtClean="0">
              <a:solidFill>
                <a:schemeClr val="tx2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Implementing a value-driven measurement system for the Jewish Reconstructionist Federation that results in expanding membership, improving relevancy, and increasing revenue potential for its members and JRF.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Providing a unified vision for delivering sustainable value for members, congregations, and the entire </a:t>
            </a:r>
            <a:r>
              <a:rPr lang="en-US" sz="2800" b="1" dirty="0" err="1" smtClean="0">
                <a:solidFill>
                  <a:schemeClr val="accent1">
                    <a:lumMod val="50000"/>
                  </a:schemeClr>
                </a:solidFill>
              </a:rPr>
              <a:t>reconstructionist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 movement.</a:t>
            </a:r>
          </a:p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Driving innovation to deliver service &amp; products in new and creative ways.</a:t>
            </a:r>
          </a:p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Driving collaboration &amp; community involvement.</a:t>
            </a:r>
          </a:p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Developing a member-first orientation for JRF and its member organizations.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6" name="Cloud 5"/>
          <p:cNvSpPr/>
          <p:nvPr/>
        </p:nvSpPr>
        <p:spPr>
          <a:xfrm>
            <a:off x="609600" y="1447800"/>
            <a:ext cx="3048000" cy="1828800"/>
          </a:xfrm>
          <a:prstGeom prst="clou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590800" cy="95410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omic Sans MS" pitchFamily="66" charset="0"/>
              </a:rPr>
              <a:t>Escalating Costs</a:t>
            </a:r>
          </a:p>
        </p:txBody>
      </p:sp>
      <p:sp>
        <p:nvSpPr>
          <p:cNvPr id="9" name="Cloud 8"/>
          <p:cNvSpPr/>
          <p:nvPr/>
        </p:nvSpPr>
        <p:spPr>
          <a:xfrm>
            <a:off x="1066800" y="3886200"/>
            <a:ext cx="3048000" cy="1828800"/>
          </a:xfrm>
          <a:prstGeom prst="clou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9200" y="4101405"/>
            <a:ext cx="2590800" cy="138499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omic Sans MS" pitchFamily="66" charset="0"/>
              </a:rPr>
              <a:t>Silos of Funding Models</a:t>
            </a:r>
          </a:p>
        </p:txBody>
      </p:sp>
      <p:sp>
        <p:nvSpPr>
          <p:cNvPr id="11" name="Cloud 10"/>
          <p:cNvSpPr/>
          <p:nvPr/>
        </p:nvSpPr>
        <p:spPr>
          <a:xfrm>
            <a:off x="4572000" y="1828800"/>
            <a:ext cx="3048000" cy="1828800"/>
          </a:xfrm>
          <a:prstGeom prst="clou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24400" y="2209800"/>
            <a:ext cx="2590800" cy="95410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omic Sans MS" pitchFamily="66" charset="0"/>
              </a:rPr>
              <a:t>Dwindling Membership</a:t>
            </a:r>
          </a:p>
        </p:txBody>
      </p:sp>
      <p:sp>
        <p:nvSpPr>
          <p:cNvPr id="13" name="Cloud 12"/>
          <p:cNvSpPr/>
          <p:nvPr/>
        </p:nvSpPr>
        <p:spPr>
          <a:xfrm>
            <a:off x="5410200" y="3962400"/>
            <a:ext cx="3048000" cy="1828800"/>
          </a:xfrm>
          <a:prstGeom prst="clou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38800" y="4191000"/>
            <a:ext cx="2590800" cy="138499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omic Sans MS" pitchFamily="66" charset="0"/>
              </a:rPr>
              <a:t>How do we measure </a:t>
            </a:r>
          </a:p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omic Sans MS" pitchFamily="66" charset="0"/>
              </a:rPr>
              <a:t>value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Approach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66800" y="2401431"/>
            <a:ext cx="7010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Provide a way to measure value from the perspective of the customer:</a:t>
            </a:r>
          </a:p>
          <a:p>
            <a:endParaRPr lang="en-US" sz="2800" b="1" dirty="0" smtClean="0">
              <a:solidFill>
                <a:schemeClr val="accent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lvl="3"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The Members</a:t>
            </a:r>
          </a:p>
          <a:p>
            <a:pPr lvl="3"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The Organizations</a:t>
            </a:r>
          </a:p>
          <a:p>
            <a:pPr lvl="3"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The Local Community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Enhancing the Membership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</a:t>
            </a:r>
            <a:r>
              <a:rPr lang="en-US" sz="1400" dirty="0" smtClean="0"/>
              <a:t>Members </a:t>
            </a:r>
            <a:r>
              <a:rPr lang="en-US" sz="1400" dirty="0"/>
              <a:t>with a way to measure the value they should be receiving </a:t>
            </a:r>
            <a:r>
              <a:rPr lang="en-US" sz="1400" dirty="0" smtClean="0"/>
              <a:t>from their congregation.</a:t>
            </a:r>
            <a:endParaRPr lang="en-US" sz="1400" dirty="0"/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</a:t>
            </a:r>
            <a:r>
              <a:rPr lang="en-US" sz="1400" dirty="0" smtClean="0"/>
              <a:t>Congregational Leaders to </a:t>
            </a:r>
            <a:r>
              <a:rPr lang="en-US" sz="1400" dirty="0"/>
              <a:t>measure and optimize the value they deliver to </a:t>
            </a:r>
            <a:r>
              <a:rPr lang="en-US" sz="1400" dirty="0" smtClean="0"/>
              <a:t>Members.</a:t>
            </a:r>
            <a:endParaRPr lang="en-US" sz="1400" dirty="0"/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</a:t>
            </a:r>
            <a:r>
              <a:rPr lang="en-US" sz="1400" dirty="0" smtClean="0"/>
              <a:t>JRF to deliver optimized value for their organizations and overall membership.</a:t>
            </a:r>
            <a:endParaRPr lang="en-US" sz="1400" dirty="0"/>
          </a:p>
        </p:txBody>
      </p:sp>
      <p:graphicFrame>
        <p:nvGraphicFramePr>
          <p:cNvPr id="9" name="Diagram 8"/>
          <p:cNvGraphicFramePr/>
          <p:nvPr/>
        </p:nvGraphicFramePr>
        <p:xfrm>
          <a:off x="990600" y="1295400"/>
          <a:ext cx="6781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667000" y="5181600"/>
            <a:ext cx="2057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JRF</a:t>
            </a:r>
            <a:endParaRPr lang="en-US" sz="4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Enabling Value for Jewish </a:t>
            </a:r>
            <a:r>
              <a:rPr lang="en-US" dirty="0" err="1" smtClean="0">
                <a:ea typeface="ＭＳ Ｐゴシック" pitchFamily="34" charset="-128"/>
              </a:rPr>
              <a:t>Reconstructionism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Project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453213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Project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Developing New Products &amp; Services to drive membership.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JRF - 001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February 1</a:t>
                      </a:r>
                      <a:r>
                        <a:rPr kumimoji="0" lang="en-US" sz="1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2010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Sponsor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JRF Board of Directors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Director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Scope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and implement a customer focus framework for capturing and modeling metrics used to model the outcomes for customers and a set of metrics for which to benchmark the products &amp; services delivered by JRF and its member organizations.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Objectives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 a customer focus methodology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Define a complete list of jobs performed by members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repository of customer outcomes &amp; value metrics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process to prioritize and align the outcomes &amp; metrics with GAPS in products &amp; services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Timeline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Breakdown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weeks of planning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4-6 weeks of execution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study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study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week of presentation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(Planning)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 smtClean="0"/>
              <a:t>Definition</a:t>
            </a:r>
          </a:p>
          <a:p>
            <a:pPr lvl="1"/>
            <a:r>
              <a:rPr lang="en-US" sz="1800" dirty="0" smtClean="0"/>
              <a:t>Model a Job (reference model)</a:t>
            </a:r>
          </a:p>
          <a:p>
            <a:pPr lvl="1"/>
            <a:r>
              <a:rPr lang="en-US" sz="1800" dirty="0" smtClean="0"/>
              <a:t>Model the Domain </a:t>
            </a:r>
          </a:p>
          <a:p>
            <a:pPr lvl="1"/>
            <a:r>
              <a:rPr lang="en-US" sz="1800" dirty="0" smtClean="0"/>
              <a:t>Model the Job Ontology w/in the Domain</a:t>
            </a:r>
          </a:p>
          <a:p>
            <a:pPr lvl="0"/>
            <a:r>
              <a:rPr lang="en-US" sz="2000" dirty="0" smtClean="0"/>
              <a:t>Location </a:t>
            </a:r>
          </a:p>
          <a:p>
            <a:pPr lvl="1"/>
            <a:r>
              <a:rPr lang="en-US" sz="1800" dirty="0" smtClean="0"/>
              <a:t>Identify the sub-domain to study</a:t>
            </a:r>
          </a:p>
          <a:p>
            <a:pPr lvl="1"/>
            <a:r>
              <a:rPr lang="en-US" sz="1800" dirty="0" smtClean="0"/>
              <a:t>Select the Job(s) w/in the sub-domain to study</a:t>
            </a:r>
          </a:p>
          <a:p>
            <a:pPr lvl="0"/>
            <a:r>
              <a:rPr lang="en-US" sz="2000" dirty="0" smtClean="0"/>
              <a:t>Preparation</a:t>
            </a:r>
          </a:p>
          <a:p>
            <a:pPr lvl="1"/>
            <a:r>
              <a:rPr lang="en-US" sz="1800" dirty="0" smtClean="0"/>
              <a:t>Interview SMEs who have or do currently execute the job</a:t>
            </a:r>
          </a:p>
          <a:p>
            <a:pPr lvl="1"/>
            <a:r>
              <a:rPr lang="en-US" sz="1800" dirty="0" smtClean="0"/>
              <a:t>Draft the Job Reference Model for this instance (particular job)</a:t>
            </a:r>
          </a:p>
          <a:p>
            <a:pPr lvl="0"/>
            <a:r>
              <a:rPr lang="en-US" sz="2000" dirty="0" smtClean="0"/>
              <a:t>Confirmation</a:t>
            </a:r>
          </a:p>
          <a:p>
            <a:pPr lvl="1"/>
            <a:r>
              <a:rPr lang="en-US" sz="1800" dirty="0" smtClean="0"/>
              <a:t>Review the Domain Model</a:t>
            </a:r>
          </a:p>
          <a:p>
            <a:pPr lvl="1"/>
            <a:r>
              <a:rPr lang="en-US" sz="1800" dirty="0" smtClean="0"/>
              <a:t>Review the Job Ontology Model</a:t>
            </a:r>
          </a:p>
          <a:p>
            <a:pPr lvl="1"/>
            <a:r>
              <a:rPr lang="en-US" sz="1800" dirty="0" smtClean="0"/>
              <a:t>Review the Job Reference Model for this instance with SMEs</a:t>
            </a:r>
          </a:p>
          <a:p>
            <a:pPr lvl="1"/>
            <a:r>
              <a:rPr lang="en-US" sz="1800" dirty="0" smtClean="0"/>
              <a:t>Obtain feedback and iterate the above artifacts</a:t>
            </a:r>
          </a:p>
          <a:p>
            <a:pPr lvl="1"/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Qualitative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1</a:t>
            </a:r>
            <a:r>
              <a:rPr lang="en-US" sz="2000" dirty="0" smtClean="0"/>
              <a:t>)</a:t>
            </a:r>
          </a:p>
          <a:p>
            <a:pPr lvl="2"/>
            <a:r>
              <a:rPr lang="en-US" sz="1800" dirty="0" smtClean="0"/>
              <a:t>Interview designated job executors</a:t>
            </a:r>
          </a:p>
          <a:p>
            <a:pPr lvl="2"/>
            <a:r>
              <a:rPr lang="en-US" sz="1800" dirty="0" smtClean="0"/>
              <a:t>Capture notes from meetings</a:t>
            </a:r>
          </a:p>
          <a:p>
            <a:pPr lvl="2"/>
            <a:r>
              <a:rPr lang="en-US" sz="1800" dirty="0" smtClean="0"/>
              <a:t>Capture notes from observations</a:t>
            </a:r>
          </a:p>
          <a:p>
            <a:pPr lvl="2"/>
            <a:r>
              <a:rPr lang="en-US" sz="1800" dirty="0" smtClean="0"/>
              <a:t>Transform notes into desired outcomes</a:t>
            </a:r>
          </a:p>
          <a:p>
            <a:pPr lvl="2"/>
            <a:r>
              <a:rPr lang="en-US" sz="1800" dirty="0" smtClean="0"/>
              <a:t>Data Profiling, Cleansing, and Quality</a:t>
            </a:r>
          </a:p>
          <a:p>
            <a:pPr lvl="2"/>
            <a:r>
              <a:rPr lang="en-US" sz="1800" dirty="0" smtClean="0"/>
              <a:t>Verify Cleansed Listing of Desired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Quantitative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2</a:t>
            </a:r>
            <a:r>
              <a:rPr lang="en-US" sz="2000" dirty="0" smtClean="0"/>
              <a:t>)</a:t>
            </a:r>
            <a:endParaRPr lang="en-US" sz="1800" dirty="0" smtClean="0"/>
          </a:p>
          <a:p>
            <a:pPr lvl="2"/>
            <a:r>
              <a:rPr lang="en-US" sz="1600" dirty="0" smtClean="0"/>
              <a:t>Prepare a survey</a:t>
            </a:r>
          </a:p>
          <a:p>
            <a:pPr lvl="3"/>
            <a:r>
              <a:rPr lang="en-US" sz="1400" dirty="0" smtClean="0"/>
              <a:t>Prepare profiling questions</a:t>
            </a:r>
          </a:p>
          <a:p>
            <a:pPr lvl="3"/>
            <a:r>
              <a:rPr lang="en-US" sz="1400" dirty="0" smtClean="0"/>
              <a:t>Provide script for survey executor to read</a:t>
            </a:r>
          </a:p>
          <a:p>
            <a:pPr lvl="3"/>
            <a:r>
              <a:rPr lang="en-US" sz="1400" dirty="0" smtClean="0"/>
              <a:t>Prepare separate surveys using the desired outcomes </a:t>
            </a:r>
          </a:p>
          <a:p>
            <a:pPr lvl="4"/>
            <a:r>
              <a:rPr lang="en-US" sz="1400" dirty="0" smtClean="0"/>
              <a:t>Targeted to specific job executors</a:t>
            </a:r>
          </a:p>
          <a:p>
            <a:pPr lvl="4"/>
            <a:r>
              <a:rPr lang="en-US" sz="1400" dirty="0" smtClean="0"/>
              <a:t>Tailored for limited scope to reduce impacts from fatigue</a:t>
            </a:r>
          </a:p>
          <a:p>
            <a:pPr lvl="4"/>
            <a:r>
              <a:rPr lang="en-US" sz="1400" dirty="0" smtClean="0"/>
              <a:t>Capture 2 key metrics for each desired outcome (importance &amp; satisfaction)</a:t>
            </a:r>
          </a:p>
          <a:p>
            <a:pPr lvl="2"/>
            <a:r>
              <a:rPr lang="en-US" sz="1600" dirty="0" smtClean="0"/>
              <a:t>Identify sample list of survey candidates (job executors) </a:t>
            </a:r>
          </a:p>
          <a:p>
            <a:pPr lvl="2"/>
            <a:r>
              <a:rPr lang="en-US" sz="1600" dirty="0" smtClean="0"/>
              <a:t>Conduct Survey </a:t>
            </a:r>
          </a:p>
          <a:p>
            <a:pPr lvl="3"/>
            <a:r>
              <a:rPr lang="en-US" sz="1400" dirty="0" smtClean="0"/>
              <a:t>Ideally, should be 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party but must be done with anonymity </a:t>
            </a:r>
          </a:p>
          <a:p>
            <a:pPr lvl="3"/>
            <a:r>
              <a:rPr lang="en-US" sz="1400" dirty="0" smtClean="0"/>
              <a:t>Must capture profiling information</a:t>
            </a:r>
          </a:p>
          <a:p>
            <a:pPr lvl="3"/>
            <a:r>
              <a:rPr lang="en-US" sz="1400" dirty="0" smtClean="0"/>
              <a:t>Must be able to conduct survey over phone, electronically or via written response</a:t>
            </a:r>
          </a:p>
          <a:p>
            <a:pPr lvl="2"/>
            <a:r>
              <a:rPr lang="en-US" sz="1600" dirty="0" smtClean="0"/>
              <a:t>Data Cleansing</a:t>
            </a:r>
          </a:p>
          <a:p>
            <a:pPr lvl="2"/>
            <a:r>
              <a:rPr lang="en-US" sz="1600" dirty="0" smtClean="0"/>
              <a:t>Data Analysis (per Core Functional Job)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(Presentation)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Conclusion</a:t>
            </a:r>
          </a:p>
          <a:p>
            <a:pPr lvl="1"/>
            <a:r>
              <a:rPr lang="en-US" sz="2000" dirty="0" smtClean="0"/>
              <a:t>Thematic extraction from above analysis</a:t>
            </a:r>
          </a:p>
          <a:p>
            <a:pPr lvl="1"/>
            <a:r>
              <a:rPr lang="en-US" sz="2000" dirty="0" smtClean="0"/>
              <a:t>Focus only on the patterns impacting desired outcomes w/ highest opportunity</a:t>
            </a:r>
          </a:p>
          <a:p>
            <a:pPr lvl="1"/>
            <a:r>
              <a:rPr lang="en-US" sz="2000" dirty="0" smtClean="0"/>
              <a:t>Presentation of findings to the steering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4343400" cy="4830763"/>
          </a:xfrm>
        </p:spPr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Jeff Wallk</a:t>
            </a:r>
          </a:p>
          <a:p>
            <a:pPr lvl="1"/>
            <a:r>
              <a:rPr lang="en-US" sz="2000" dirty="0" smtClean="0"/>
              <a:t>JRF (Marketing) Dan Cedarbaum</a:t>
            </a:r>
          </a:p>
          <a:p>
            <a:pPr lvl="1"/>
            <a:r>
              <a:rPr lang="en-US" sz="2000" dirty="0" smtClean="0"/>
              <a:t>JRC (Evanston) President</a:t>
            </a:r>
          </a:p>
          <a:p>
            <a:pPr lvl="1"/>
            <a:r>
              <a:rPr lang="en-US" sz="2000" dirty="0" smtClean="0"/>
              <a:t>JRC (Evanston) Rabbi</a:t>
            </a:r>
          </a:p>
          <a:p>
            <a:pPr lvl="1"/>
            <a:r>
              <a:rPr lang="en-US" sz="2000" dirty="0" smtClean="0"/>
              <a:t>SH (Northbrook) President</a:t>
            </a:r>
          </a:p>
          <a:p>
            <a:pPr lvl="1"/>
            <a:r>
              <a:rPr lang="en-US" sz="2000" dirty="0" smtClean="0"/>
              <a:t>SH (Northbrook) Rabbi</a:t>
            </a:r>
          </a:p>
          <a:p>
            <a:pPr lvl="1"/>
            <a:r>
              <a:rPr lang="en-US" sz="2000" dirty="0" smtClean="0"/>
              <a:t>EHNTJC (Skokie) President</a:t>
            </a:r>
          </a:p>
          <a:p>
            <a:pPr lvl="1"/>
            <a:r>
              <a:rPr lang="en-US" sz="2000" dirty="0" smtClean="0"/>
              <a:t>EHNTJC (Skokie) Rabbi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95800" y="1295400"/>
            <a:ext cx="43434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Board of Directors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 smtClean="0">
                <a:latin typeface="+mn-lt"/>
                <a:ea typeface="ＭＳ Ｐゴシック" pitchFamily="-110" charset="-128"/>
              </a:rPr>
              <a:t>TBD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Project Team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Jeff Wallk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Volunteer 1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Volunteer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57800"/>
            <a:ext cx="6019800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631825" indent="-631825"/>
            <a:r>
              <a:rPr lang="en-US" b="1" dirty="0" smtClean="0"/>
              <a:t>Note:  Leaders from the congregations can also appoint a designee on their behalf.</a:t>
            </a:r>
            <a:endParaRPr 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Presentation of findings </a:t>
            </a:r>
          </a:p>
          <a:p>
            <a:pPr lvl="1"/>
            <a:r>
              <a:rPr lang="en-US" sz="2000" dirty="0" smtClean="0"/>
              <a:t>To Steering Committee</a:t>
            </a:r>
          </a:p>
          <a:p>
            <a:pPr lvl="1"/>
            <a:r>
              <a:rPr lang="en-US" sz="2000" dirty="0" smtClean="0"/>
              <a:t>To JRF Board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Future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543800" cy="4068763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en-US" sz="2800" dirty="0" smtClean="0"/>
              <a:t>Establishing an opportunity pipeline</a:t>
            </a:r>
          </a:p>
          <a:p>
            <a:r>
              <a:rPr lang="en-US" sz="2800" dirty="0" smtClean="0"/>
              <a:t>Transition ideas to innovation</a:t>
            </a:r>
          </a:p>
          <a:p>
            <a:r>
              <a:rPr lang="en-US" sz="2800" dirty="0" smtClean="0"/>
              <a:t>Institutionalize the customer focus program </a:t>
            </a:r>
          </a:p>
          <a:p>
            <a:r>
              <a:rPr lang="en-US" sz="2800" dirty="0" smtClean="0"/>
              <a:t>Develop a growth strategy for JRF &amp; its congregations</a:t>
            </a:r>
          </a:p>
          <a:p>
            <a:r>
              <a:rPr lang="en-US" sz="2800" dirty="0" smtClean="0"/>
              <a:t>Develop a roadmap of products &amp; services to address the opportunities</a:t>
            </a:r>
          </a:p>
          <a:p>
            <a:endParaRPr lang="en-US" sz="28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 few definitions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methodology is based on a perspective of measuring the desired outcomes that an individual would like to achieve within the context of a particular "job" that he/she is trying to get done. </a:t>
            </a:r>
          </a:p>
          <a:p>
            <a:r>
              <a:rPr lang="en-US" dirty="0" smtClean="0"/>
              <a:t>A job is quite simply a definition of what people are actually trying to "get done“.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job is comprised of a common set of activities (steps if you will) which involve planning, preparing, executing, monitoring, adjusting, and completing the work to be done.</a:t>
            </a:r>
          </a:p>
          <a:p>
            <a:r>
              <a:rPr lang="en-US" dirty="0" smtClean="0"/>
              <a:t>A person trying to complete these steps has a set of desired outcomes they wish to achieve for each step in the job.  We call these outcomes and they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Model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job model is an attempt to identify the relationships between the core job that a person is performing and all the other jobs that can influence the outcomes for the job:</a:t>
            </a:r>
          </a:p>
          <a:p>
            <a:pPr lvl="1"/>
            <a:r>
              <a:rPr lang="en-US" dirty="0" smtClean="0"/>
              <a:t>Direct &amp; indirect functional jobs</a:t>
            </a:r>
          </a:p>
          <a:p>
            <a:pPr lvl="1"/>
            <a:r>
              <a:rPr lang="en-US" dirty="0" smtClean="0"/>
              <a:t>Supply chain jobs </a:t>
            </a:r>
          </a:p>
          <a:p>
            <a:pPr lvl="1"/>
            <a:r>
              <a:rPr lang="en-US" dirty="0" smtClean="0"/>
              <a:t>Emotional &amp; Spiritual Jobs</a:t>
            </a:r>
          </a:p>
          <a:p>
            <a:pPr lvl="1"/>
            <a:endParaRPr lang="en-US" sz="1200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2400" b="1" dirty="0" smtClean="0">
                <a:solidFill>
                  <a:schemeClr val="tx2"/>
                </a:solidFill>
              </a:rPr>
              <a:t>All of these can be captured initially &amp; measured eventually (depending on the scope of the study)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Job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1397000"/>
          <a:ext cx="70104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638800" y="4343400"/>
            <a:ext cx="2057400" cy="990600"/>
          </a:xfrm>
          <a:prstGeom prst="wedgeRoundRectCallout">
            <a:avLst>
              <a:gd name="adj1" fmla="val -76715"/>
              <a:gd name="adj2" fmla="val -20305"/>
              <a:gd name="adj3" fmla="val 16667"/>
            </a:avLst>
          </a:prstGeom>
          <a:solidFill>
            <a:srgbClr val="FFC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customer value is measured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Prepared by</a:t>
            </a:r>
          </a:p>
          <a:p>
            <a:r>
              <a:rPr lang="en-US" dirty="0" smtClean="0">
                <a:ea typeface="ＭＳ Ｐゴシック" pitchFamily="34" charset="-128"/>
              </a:rPr>
              <a:t>Jeffrey Wallk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0685-1496-41A7-8D7C-6CE4810F3A23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Data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600200"/>
            <a:ext cx="7142163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981200" y="3200401"/>
            <a:ext cx="144780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 smtClean="0"/>
              <a:t>Actual outcomes and metrics are masked for privacy</a:t>
            </a:r>
            <a:endParaRPr lang="en-US" sz="14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Analysis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295400"/>
            <a:ext cx="7391399" cy="501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ular Callout 4"/>
          <p:cNvSpPr/>
          <p:nvPr/>
        </p:nvSpPr>
        <p:spPr>
          <a:xfrm>
            <a:off x="6629400" y="3048000"/>
            <a:ext cx="1981200" cy="838200"/>
          </a:xfrm>
          <a:prstGeom prst="wedgeRoundRectCallout">
            <a:avLst>
              <a:gd name="adj1" fmla="val -20833"/>
              <a:gd name="adj2" fmla="val 73088"/>
              <a:gd name="adj3" fmla="val 16667"/>
            </a:avLst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This is where opportunity exists to add value for members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828800" y="2133600"/>
            <a:ext cx="6477000" cy="3276600"/>
          </a:xfrm>
        </p:spPr>
        <p:txBody>
          <a:bodyPr/>
          <a:lstStyle/>
          <a:p>
            <a:pPr algn="l"/>
            <a:r>
              <a:rPr lang="en-US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you are interested in obtaining more information about our services, please visit us online or contact us directly.</a:t>
            </a:r>
          </a:p>
          <a:p>
            <a:pPr algn="l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Online: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www.enablingvalue.com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 (847) 261-IDEA</a:t>
            </a: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Email:  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jeffrey.wallk@enablingvalue.com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7017</TotalTime>
  <Words>1171</Words>
  <Application>Microsoft Office PowerPoint</Application>
  <PresentationFormat>On-screen Show (4:3)</PresentationFormat>
  <Paragraphs>260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VEG</vt:lpstr>
      <vt:lpstr>JRF Membership  Focus Study</vt:lpstr>
      <vt:lpstr>Proposal</vt:lpstr>
      <vt:lpstr>Deliverables</vt:lpstr>
      <vt:lpstr>Challenges</vt:lpstr>
      <vt:lpstr>The Approach</vt:lpstr>
      <vt:lpstr>Enhancing the Membership Model</vt:lpstr>
      <vt:lpstr>Enabling Value for Jewish Reconstructionism</vt:lpstr>
      <vt:lpstr>Slide 8</vt:lpstr>
      <vt:lpstr>Project Charter</vt:lpstr>
      <vt:lpstr>Methodology (Planning)</vt:lpstr>
      <vt:lpstr>Methodology (Execution)</vt:lpstr>
      <vt:lpstr>Methodology (Execution)</vt:lpstr>
      <vt:lpstr>Methodology (Presentation)</vt:lpstr>
      <vt:lpstr>Program Governance</vt:lpstr>
      <vt:lpstr>Staffing Plan</vt:lpstr>
      <vt:lpstr>Key Milestones &amp; Deliverables</vt:lpstr>
      <vt:lpstr>Future Deliverables</vt:lpstr>
      <vt:lpstr>A few definitions</vt:lpstr>
      <vt:lpstr>What is a Job ?</vt:lpstr>
      <vt:lpstr>What are Outcomes ?</vt:lpstr>
      <vt:lpstr>What is a Job Model ?</vt:lpstr>
      <vt:lpstr>The Job Model</vt:lpstr>
      <vt:lpstr>Thank You</vt:lpstr>
      <vt:lpstr>Quantitative Data from Study</vt:lpstr>
      <vt:lpstr>Quantitative Analysis from Study</vt:lpstr>
      <vt:lpstr>Slide 26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113</cp:revision>
  <dcterms:created xsi:type="dcterms:W3CDTF">2009-06-09T11:36:35Z</dcterms:created>
  <dcterms:modified xsi:type="dcterms:W3CDTF">2010-03-03T21:01:52Z</dcterms:modified>
</cp:coreProperties>
</file>