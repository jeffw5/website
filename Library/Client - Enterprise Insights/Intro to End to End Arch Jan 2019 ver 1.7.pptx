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229" r:id="rId1"/>
  </p:sldMasterIdLst>
  <p:notesMasterIdLst>
    <p:notesMasterId r:id="rId24"/>
  </p:notesMasterIdLst>
  <p:handoutMasterIdLst>
    <p:handoutMasterId r:id="rId25"/>
  </p:handoutMasterIdLst>
  <p:sldIdLst>
    <p:sldId id="294" r:id="rId2"/>
    <p:sldId id="329" r:id="rId3"/>
    <p:sldId id="382" r:id="rId4"/>
    <p:sldId id="297" r:id="rId5"/>
    <p:sldId id="302" r:id="rId6"/>
    <p:sldId id="379" r:id="rId7"/>
    <p:sldId id="384" r:id="rId8"/>
    <p:sldId id="306" r:id="rId9"/>
    <p:sldId id="331" r:id="rId10"/>
    <p:sldId id="342" r:id="rId11"/>
    <p:sldId id="387" r:id="rId12"/>
    <p:sldId id="388" r:id="rId13"/>
    <p:sldId id="308" r:id="rId14"/>
    <p:sldId id="386" r:id="rId15"/>
    <p:sldId id="325" r:id="rId16"/>
    <p:sldId id="338" r:id="rId17"/>
    <p:sldId id="288" r:id="rId18"/>
    <p:sldId id="289" r:id="rId19"/>
    <p:sldId id="383" r:id="rId20"/>
    <p:sldId id="385" r:id="rId21"/>
    <p:sldId id="373" r:id="rId22"/>
    <p:sldId id="304" r:id="rId2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9CC93D-E52E-4D84-901B-11D7331DD495}">
          <p14:sldIdLst>
            <p14:sldId id="294"/>
            <p14:sldId id="329"/>
            <p14:sldId id="382"/>
            <p14:sldId id="297"/>
            <p14:sldId id="302"/>
            <p14:sldId id="379"/>
            <p14:sldId id="384"/>
            <p14:sldId id="306"/>
            <p14:sldId id="331"/>
            <p14:sldId id="342"/>
            <p14:sldId id="387"/>
            <p14:sldId id="388"/>
            <p14:sldId id="308"/>
            <p14:sldId id="386"/>
            <p14:sldId id="325"/>
            <p14:sldId id="338"/>
            <p14:sldId id="288"/>
            <p14:sldId id="289"/>
            <p14:sldId id="383"/>
            <p14:sldId id="385"/>
            <p14:sldId id="37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202"/>
    <a:srgbClr val="006600"/>
    <a:srgbClr val="00CC99"/>
    <a:srgbClr val="009ED6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5042" autoAdjust="0"/>
  </p:normalViewPr>
  <p:slideViewPr>
    <p:cSldViewPr>
      <p:cViewPr varScale="1">
        <p:scale>
          <a:sx n="107" d="100"/>
          <a:sy n="107" d="100"/>
        </p:scale>
        <p:origin x="192" y="2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732"/>
    </p:cViewPr>
  </p:sorterViewPr>
  <p:notesViewPr>
    <p:cSldViewPr>
      <p:cViewPr varScale="1">
        <p:scale>
          <a:sx n="65" d="100"/>
          <a:sy n="65" d="100"/>
        </p:scale>
        <p:origin x="-1548" y="-10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A14CFF-4B01-4849-BEDB-0A7D6C1E9B30}" type="doc">
      <dgm:prSet loTypeId="urn:microsoft.com/office/officeart/2005/8/layout/process1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030ACEB-EE65-4A88-A334-9D898F5BA96F}">
      <dgm:prSet phldrT="[Text]" custT="1"/>
      <dgm:spPr/>
      <dgm:t>
        <a:bodyPr/>
        <a:lstStyle/>
        <a:p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External Perspective</a:t>
          </a:r>
        </a:p>
      </dgm:t>
    </dgm:pt>
    <dgm:pt modelId="{CAA5FC14-D2B0-4A88-B7EE-40447DE650F9}" type="parTrans" cxnId="{6248D5A3-ACAA-4126-A383-1DD13542283C}">
      <dgm:prSet/>
      <dgm:spPr/>
      <dgm:t>
        <a:bodyPr/>
        <a:lstStyle/>
        <a:p>
          <a:endParaRPr lang="en-US" sz="2000"/>
        </a:p>
      </dgm:t>
    </dgm:pt>
    <dgm:pt modelId="{D51A6777-C9E5-45C7-B7D4-9E4D7EB6EF90}" type="sibTrans" cxnId="{6248D5A3-ACAA-4126-A383-1DD13542283C}">
      <dgm:prSet custT="1"/>
      <dgm:spPr/>
      <dgm:t>
        <a:bodyPr/>
        <a:lstStyle/>
        <a:p>
          <a:endParaRPr lang="en-US" sz="1400" dirty="0"/>
        </a:p>
      </dgm:t>
    </dgm:pt>
    <dgm:pt modelId="{F4C40D5B-18F9-4482-8DD1-DA07F5170815}">
      <dgm:prSet phldrT="[Text]" custT="1"/>
      <dgm:spPr/>
      <dgm:t>
        <a:bodyPr/>
        <a:lstStyle/>
        <a:p>
          <a:r>
            <a:rPr lang="en-US" sz="1400" dirty="0"/>
            <a:t>This architecture contains Everything that is going on outside the enterprise, the landscape  with possible impact on the enterprise, the ecosystem of the business</a:t>
          </a:r>
        </a:p>
      </dgm:t>
    </dgm:pt>
    <dgm:pt modelId="{A08776FA-2D6F-4807-B943-6D4441701A3E}" type="parTrans" cxnId="{C7BD7C01-8E19-41C2-84B1-AC793D9910A7}">
      <dgm:prSet/>
      <dgm:spPr/>
      <dgm:t>
        <a:bodyPr/>
        <a:lstStyle/>
        <a:p>
          <a:endParaRPr lang="en-US" sz="2000"/>
        </a:p>
      </dgm:t>
    </dgm:pt>
    <dgm:pt modelId="{A8C7BDE2-BDF5-4888-B982-4DDD1B31B7D6}" type="sibTrans" cxnId="{C7BD7C01-8E19-41C2-84B1-AC793D9910A7}">
      <dgm:prSet/>
      <dgm:spPr/>
      <dgm:t>
        <a:bodyPr/>
        <a:lstStyle/>
        <a:p>
          <a:endParaRPr lang="en-US" sz="2000"/>
        </a:p>
      </dgm:t>
    </dgm:pt>
    <dgm:pt modelId="{FB31253D-BC67-4756-B05D-24ECA2DF8DEF}">
      <dgm:prSet phldrT="[Text]" custT="1"/>
      <dgm:spPr/>
      <dgm:t>
        <a:bodyPr/>
        <a:lstStyle/>
        <a:p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Business Perspective</a:t>
          </a:r>
        </a:p>
      </dgm:t>
    </dgm:pt>
    <dgm:pt modelId="{2499097D-4C46-44F6-A029-8184F31CA805}" type="parTrans" cxnId="{26A18529-E3E6-4743-8B1F-5861B34E7D0E}">
      <dgm:prSet/>
      <dgm:spPr/>
      <dgm:t>
        <a:bodyPr/>
        <a:lstStyle/>
        <a:p>
          <a:endParaRPr lang="en-US" sz="2000"/>
        </a:p>
      </dgm:t>
    </dgm:pt>
    <dgm:pt modelId="{8B101BA7-4F20-4B8C-BAA1-310C375B3C26}" type="sibTrans" cxnId="{26A18529-E3E6-4743-8B1F-5861B34E7D0E}">
      <dgm:prSet custT="1"/>
      <dgm:spPr/>
      <dgm:t>
        <a:bodyPr/>
        <a:lstStyle/>
        <a:p>
          <a:endParaRPr lang="en-US" sz="1400" dirty="0"/>
        </a:p>
      </dgm:t>
    </dgm:pt>
    <dgm:pt modelId="{8A281696-BF91-4195-B6F6-25343A95D0AD}">
      <dgm:prSet phldrT="[Text]" custT="1"/>
      <dgm:spPr/>
      <dgm:t>
        <a:bodyPr/>
        <a:lstStyle/>
        <a:p>
          <a:r>
            <a:rPr lang="en-US" sz="1400" dirty="0"/>
            <a:t>This architecture contains All the options, decisions, considerations, assumptions that go into deciding on the direction of the enterprise as it responds to the landscape</a:t>
          </a:r>
        </a:p>
      </dgm:t>
    </dgm:pt>
    <dgm:pt modelId="{B35F88E4-01E1-4DA5-8E77-9635A984DF0D}" type="parTrans" cxnId="{91270C3C-BF7A-4A2F-AC2E-B5DFFDCF1B7B}">
      <dgm:prSet/>
      <dgm:spPr/>
      <dgm:t>
        <a:bodyPr/>
        <a:lstStyle/>
        <a:p>
          <a:endParaRPr lang="en-US" sz="2000"/>
        </a:p>
      </dgm:t>
    </dgm:pt>
    <dgm:pt modelId="{3030D7ED-A0D2-411F-BED1-D66086BEE543}" type="sibTrans" cxnId="{91270C3C-BF7A-4A2F-AC2E-B5DFFDCF1B7B}">
      <dgm:prSet/>
      <dgm:spPr/>
      <dgm:t>
        <a:bodyPr/>
        <a:lstStyle/>
        <a:p>
          <a:endParaRPr lang="en-US" sz="2000"/>
        </a:p>
      </dgm:t>
    </dgm:pt>
    <dgm:pt modelId="{73FCD81D-82F4-47AC-81CE-6EE5E5AD2D68}">
      <dgm:prSet phldrT="[Text]" custT="1"/>
      <dgm:spPr/>
      <dgm:t>
        <a:bodyPr/>
        <a:lstStyle/>
        <a:p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Perspective</a:t>
          </a:r>
        </a:p>
      </dgm:t>
    </dgm:pt>
    <dgm:pt modelId="{B911F4C2-B7CD-4FD7-BF20-1C88E8175C5D}" type="parTrans" cxnId="{D1C7406D-46C3-4C7A-A3AD-58E54306BD11}">
      <dgm:prSet/>
      <dgm:spPr/>
      <dgm:t>
        <a:bodyPr/>
        <a:lstStyle/>
        <a:p>
          <a:endParaRPr lang="en-US" sz="2000"/>
        </a:p>
      </dgm:t>
    </dgm:pt>
    <dgm:pt modelId="{6B9858A1-99C8-469B-979D-FE91730BD897}" type="sibTrans" cxnId="{D1C7406D-46C3-4C7A-A3AD-58E54306BD11}">
      <dgm:prSet custT="1"/>
      <dgm:spPr/>
      <dgm:t>
        <a:bodyPr/>
        <a:lstStyle/>
        <a:p>
          <a:endParaRPr lang="en-US" sz="1400" dirty="0"/>
        </a:p>
      </dgm:t>
    </dgm:pt>
    <dgm:pt modelId="{CD0F3687-25F9-4FF7-A44F-3555138F8860}">
      <dgm:prSet phldrT="[Text]" custT="1"/>
      <dgm:spPr/>
      <dgm:t>
        <a:bodyPr/>
        <a:lstStyle/>
        <a:p>
          <a:r>
            <a:rPr lang="en-US" sz="1400" dirty="0"/>
            <a:t>This architecture contains all the operational capabilities, resources, assets, skills, intellectual property needed to carry out the direction.</a:t>
          </a:r>
        </a:p>
      </dgm:t>
    </dgm:pt>
    <dgm:pt modelId="{CF045746-ECE6-4147-96B6-1BC72DF2F968}" type="parTrans" cxnId="{12965AA2-90F7-408F-9725-6E8823FA941D}">
      <dgm:prSet/>
      <dgm:spPr/>
      <dgm:t>
        <a:bodyPr/>
        <a:lstStyle/>
        <a:p>
          <a:endParaRPr lang="en-US" sz="2000"/>
        </a:p>
      </dgm:t>
    </dgm:pt>
    <dgm:pt modelId="{FDD45535-3B21-4AB4-96DD-7F5EAE52C80C}" type="sibTrans" cxnId="{12965AA2-90F7-408F-9725-6E8823FA941D}">
      <dgm:prSet/>
      <dgm:spPr/>
      <dgm:t>
        <a:bodyPr/>
        <a:lstStyle/>
        <a:p>
          <a:endParaRPr lang="en-US" sz="2000"/>
        </a:p>
      </dgm:t>
    </dgm:pt>
    <dgm:pt modelId="{6876F48C-9895-44C3-94BF-4C22C8C5938E}">
      <dgm:prSet phldrT="[Text]" custT="1"/>
      <dgm:spPr/>
      <dgm:t>
        <a:bodyPr/>
        <a:lstStyle/>
        <a:p>
          <a:r>
            <a: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Perspective</a:t>
          </a:r>
        </a:p>
      </dgm:t>
    </dgm:pt>
    <dgm:pt modelId="{53FCF4C4-8673-4718-9880-293F8E583575}" type="parTrans" cxnId="{55297A97-FEC6-4C68-A61A-CEF8B5F11C8E}">
      <dgm:prSet/>
      <dgm:spPr/>
      <dgm:t>
        <a:bodyPr/>
        <a:lstStyle/>
        <a:p>
          <a:endParaRPr lang="en-US" sz="2000"/>
        </a:p>
      </dgm:t>
    </dgm:pt>
    <dgm:pt modelId="{53F42362-87B4-4706-A468-950860BBFE3A}" type="sibTrans" cxnId="{55297A97-FEC6-4C68-A61A-CEF8B5F11C8E}">
      <dgm:prSet/>
      <dgm:spPr/>
      <dgm:t>
        <a:bodyPr/>
        <a:lstStyle/>
        <a:p>
          <a:endParaRPr lang="en-US" sz="2000"/>
        </a:p>
      </dgm:t>
    </dgm:pt>
    <dgm:pt modelId="{A8009A5F-B442-4971-B4D5-F078BEEFA7E4}">
      <dgm:prSet phldrT="[Text]" custT="1"/>
      <dgm:spPr/>
      <dgm:t>
        <a:bodyPr/>
        <a:lstStyle/>
        <a:p>
          <a:r>
            <a:rPr lang="en-US" sz="1400" dirty="0"/>
            <a:t>The enterprise architecture contains All the assets needed to execute the what is put in place by the business architecture, the operational view.</a:t>
          </a:r>
        </a:p>
      </dgm:t>
    </dgm:pt>
    <dgm:pt modelId="{78853D1F-6C0A-4DB7-AFE3-19A8F0E22399}" type="parTrans" cxnId="{70C22DE3-6CC5-45D5-9FB7-C4AC8EDAFC42}">
      <dgm:prSet/>
      <dgm:spPr/>
      <dgm:t>
        <a:bodyPr/>
        <a:lstStyle/>
        <a:p>
          <a:endParaRPr lang="en-US" sz="2000"/>
        </a:p>
      </dgm:t>
    </dgm:pt>
    <dgm:pt modelId="{9EC20FA2-8B14-4E42-A4D8-D6F19D0F4185}" type="sibTrans" cxnId="{70C22DE3-6CC5-45D5-9FB7-C4AC8EDAFC42}">
      <dgm:prSet/>
      <dgm:spPr/>
      <dgm:t>
        <a:bodyPr/>
        <a:lstStyle/>
        <a:p>
          <a:endParaRPr lang="en-US" sz="2000"/>
        </a:p>
      </dgm:t>
    </dgm:pt>
    <dgm:pt modelId="{AFC0A1AB-493F-4F0B-A4BD-A3A4C1E5FF5C}" type="pres">
      <dgm:prSet presAssocID="{5FA14CFF-4B01-4849-BEDB-0A7D6C1E9B30}" presName="Name0" presStyleCnt="0">
        <dgm:presLayoutVars>
          <dgm:dir/>
          <dgm:resizeHandles val="exact"/>
        </dgm:presLayoutVars>
      </dgm:prSet>
      <dgm:spPr/>
    </dgm:pt>
    <dgm:pt modelId="{B83ABDD2-23CD-40CF-AA93-4A5A55724586}" type="pres">
      <dgm:prSet presAssocID="{8030ACEB-EE65-4A88-A334-9D898F5BA96F}" presName="node" presStyleLbl="node1" presStyleIdx="0" presStyleCnt="4">
        <dgm:presLayoutVars>
          <dgm:bulletEnabled val="1"/>
        </dgm:presLayoutVars>
      </dgm:prSet>
      <dgm:spPr/>
    </dgm:pt>
    <dgm:pt modelId="{C88B0742-2CF5-4320-85E0-35E2E3E60492}" type="pres">
      <dgm:prSet presAssocID="{D51A6777-C9E5-45C7-B7D4-9E4D7EB6EF90}" presName="sibTrans" presStyleLbl="sibTrans2D1" presStyleIdx="0" presStyleCnt="3"/>
      <dgm:spPr/>
    </dgm:pt>
    <dgm:pt modelId="{3AEEAEA1-BC1B-41DA-B89D-E85CE2C683CD}" type="pres">
      <dgm:prSet presAssocID="{D51A6777-C9E5-45C7-B7D4-9E4D7EB6EF90}" presName="connectorText" presStyleLbl="sibTrans2D1" presStyleIdx="0" presStyleCnt="3"/>
      <dgm:spPr/>
    </dgm:pt>
    <dgm:pt modelId="{AF652744-7BC1-4AAD-A530-6A958F37903D}" type="pres">
      <dgm:prSet presAssocID="{FB31253D-BC67-4756-B05D-24ECA2DF8DEF}" presName="node" presStyleLbl="node1" presStyleIdx="1" presStyleCnt="4">
        <dgm:presLayoutVars>
          <dgm:bulletEnabled val="1"/>
        </dgm:presLayoutVars>
      </dgm:prSet>
      <dgm:spPr/>
    </dgm:pt>
    <dgm:pt modelId="{C514B721-3F36-4C86-ADE6-2BA2E7F307B6}" type="pres">
      <dgm:prSet presAssocID="{8B101BA7-4F20-4B8C-BAA1-310C375B3C26}" presName="sibTrans" presStyleLbl="sibTrans2D1" presStyleIdx="1" presStyleCnt="3"/>
      <dgm:spPr/>
    </dgm:pt>
    <dgm:pt modelId="{C48C5A77-38E3-40FB-AE78-422D180107C1}" type="pres">
      <dgm:prSet presAssocID="{8B101BA7-4F20-4B8C-BAA1-310C375B3C26}" presName="connectorText" presStyleLbl="sibTrans2D1" presStyleIdx="1" presStyleCnt="3"/>
      <dgm:spPr/>
    </dgm:pt>
    <dgm:pt modelId="{48A5F19E-CF87-4B2C-B2A2-A812DB53BDAE}" type="pres">
      <dgm:prSet presAssocID="{73FCD81D-82F4-47AC-81CE-6EE5E5AD2D68}" presName="node" presStyleLbl="node1" presStyleIdx="2" presStyleCnt="4">
        <dgm:presLayoutVars>
          <dgm:bulletEnabled val="1"/>
        </dgm:presLayoutVars>
      </dgm:prSet>
      <dgm:spPr/>
    </dgm:pt>
    <dgm:pt modelId="{3D99E35E-DAFC-4D43-AFE5-CF641643BBC1}" type="pres">
      <dgm:prSet presAssocID="{6B9858A1-99C8-469B-979D-FE91730BD897}" presName="sibTrans" presStyleLbl="sibTrans2D1" presStyleIdx="2" presStyleCnt="3"/>
      <dgm:spPr/>
    </dgm:pt>
    <dgm:pt modelId="{A503D680-AD2F-498C-974E-52B1FED9B4E9}" type="pres">
      <dgm:prSet presAssocID="{6B9858A1-99C8-469B-979D-FE91730BD897}" presName="connectorText" presStyleLbl="sibTrans2D1" presStyleIdx="2" presStyleCnt="3"/>
      <dgm:spPr/>
    </dgm:pt>
    <dgm:pt modelId="{ADA555A7-A5B6-486C-B698-0D4F19A71ADD}" type="pres">
      <dgm:prSet presAssocID="{6876F48C-9895-44C3-94BF-4C22C8C5938E}" presName="node" presStyleLbl="node1" presStyleIdx="3" presStyleCnt="4">
        <dgm:presLayoutVars>
          <dgm:bulletEnabled val="1"/>
        </dgm:presLayoutVars>
      </dgm:prSet>
      <dgm:spPr/>
    </dgm:pt>
  </dgm:ptLst>
  <dgm:cxnLst>
    <dgm:cxn modelId="{C7BD7C01-8E19-41C2-84B1-AC793D9910A7}" srcId="{8030ACEB-EE65-4A88-A334-9D898F5BA96F}" destId="{F4C40D5B-18F9-4482-8DD1-DA07F5170815}" srcOrd="0" destOrd="0" parTransId="{A08776FA-2D6F-4807-B943-6D4441701A3E}" sibTransId="{A8C7BDE2-BDF5-4888-B982-4DDD1B31B7D6}"/>
    <dgm:cxn modelId="{45253808-F034-4139-869D-D6F64789AE28}" type="presOf" srcId="{F4C40D5B-18F9-4482-8DD1-DA07F5170815}" destId="{B83ABDD2-23CD-40CF-AA93-4A5A55724586}" srcOrd="0" destOrd="1" presId="urn:microsoft.com/office/officeart/2005/8/layout/process1"/>
    <dgm:cxn modelId="{DB97E410-9DD2-44D6-A07E-77F6674B72D2}" type="presOf" srcId="{73FCD81D-82F4-47AC-81CE-6EE5E5AD2D68}" destId="{48A5F19E-CF87-4B2C-B2A2-A812DB53BDAE}" srcOrd="0" destOrd="0" presId="urn:microsoft.com/office/officeart/2005/8/layout/process1"/>
    <dgm:cxn modelId="{10D54D21-4578-452D-9CD5-F3B3B062149F}" type="presOf" srcId="{8B101BA7-4F20-4B8C-BAA1-310C375B3C26}" destId="{C514B721-3F36-4C86-ADE6-2BA2E7F307B6}" srcOrd="0" destOrd="0" presId="urn:microsoft.com/office/officeart/2005/8/layout/process1"/>
    <dgm:cxn modelId="{26A18529-E3E6-4743-8B1F-5861B34E7D0E}" srcId="{5FA14CFF-4B01-4849-BEDB-0A7D6C1E9B30}" destId="{FB31253D-BC67-4756-B05D-24ECA2DF8DEF}" srcOrd="1" destOrd="0" parTransId="{2499097D-4C46-44F6-A029-8184F31CA805}" sibTransId="{8B101BA7-4F20-4B8C-BAA1-310C375B3C26}"/>
    <dgm:cxn modelId="{91270C3C-BF7A-4A2F-AC2E-B5DFFDCF1B7B}" srcId="{FB31253D-BC67-4756-B05D-24ECA2DF8DEF}" destId="{8A281696-BF91-4195-B6F6-25343A95D0AD}" srcOrd="0" destOrd="0" parTransId="{B35F88E4-01E1-4DA5-8E77-9635A984DF0D}" sibTransId="{3030D7ED-A0D2-411F-BED1-D66086BEE543}"/>
    <dgm:cxn modelId="{D730464D-F484-4726-B279-55BAE98EF155}" type="presOf" srcId="{5FA14CFF-4B01-4849-BEDB-0A7D6C1E9B30}" destId="{AFC0A1AB-493F-4F0B-A4BD-A3A4C1E5FF5C}" srcOrd="0" destOrd="0" presId="urn:microsoft.com/office/officeart/2005/8/layout/process1"/>
    <dgm:cxn modelId="{95D69F62-467C-475E-9B7A-B5B7E1FD503A}" type="presOf" srcId="{D51A6777-C9E5-45C7-B7D4-9E4D7EB6EF90}" destId="{3AEEAEA1-BC1B-41DA-B89D-E85CE2C683CD}" srcOrd="1" destOrd="0" presId="urn:microsoft.com/office/officeart/2005/8/layout/process1"/>
    <dgm:cxn modelId="{D1C7406D-46C3-4C7A-A3AD-58E54306BD11}" srcId="{5FA14CFF-4B01-4849-BEDB-0A7D6C1E9B30}" destId="{73FCD81D-82F4-47AC-81CE-6EE5E5AD2D68}" srcOrd="2" destOrd="0" parTransId="{B911F4C2-B7CD-4FD7-BF20-1C88E8175C5D}" sibTransId="{6B9858A1-99C8-469B-979D-FE91730BD897}"/>
    <dgm:cxn modelId="{78634376-384D-4AC0-A034-66ABA0AB0E3B}" type="presOf" srcId="{8030ACEB-EE65-4A88-A334-9D898F5BA96F}" destId="{B83ABDD2-23CD-40CF-AA93-4A5A55724586}" srcOrd="0" destOrd="0" presId="urn:microsoft.com/office/officeart/2005/8/layout/process1"/>
    <dgm:cxn modelId="{038D888A-01E2-4F17-86AD-1DD1A63DF4A9}" type="presOf" srcId="{CD0F3687-25F9-4FF7-A44F-3555138F8860}" destId="{48A5F19E-CF87-4B2C-B2A2-A812DB53BDAE}" srcOrd="0" destOrd="1" presId="urn:microsoft.com/office/officeart/2005/8/layout/process1"/>
    <dgm:cxn modelId="{55297A97-FEC6-4C68-A61A-CEF8B5F11C8E}" srcId="{5FA14CFF-4B01-4849-BEDB-0A7D6C1E9B30}" destId="{6876F48C-9895-44C3-94BF-4C22C8C5938E}" srcOrd="3" destOrd="0" parTransId="{53FCF4C4-8673-4718-9880-293F8E583575}" sibTransId="{53F42362-87B4-4706-A468-950860BBFE3A}"/>
    <dgm:cxn modelId="{7B547A9C-4F99-43D8-BB8B-D81AC036D485}" type="presOf" srcId="{8A281696-BF91-4195-B6F6-25343A95D0AD}" destId="{AF652744-7BC1-4AAD-A530-6A958F37903D}" srcOrd="0" destOrd="1" presId="urn:microsoft.com/office/officeart/2005/8/layout/process1"/>
    <dgm:cxn modelId="{12965AA2-90F7-408F-9725-6E8823FA941D}" srcId="{73FCD81D-82F4-47AC-81CE-6EE5E5AD2D68}" destId="{CD0F3687-25F9-4FF7-A44F-3555138F8860}" srcOrd="0" destOrd="0" parTransId="{CF045746-ECE6-4147-96B6-1BC72DF2F968}" sibTransId="{FDD45535-3B21-4AB4-96DD-7F5EAE52C80C}"/>
    <dgm:cxn modelId="{D6DFC3A2-6D2C-4150-9F90-2DE677B99ACD}" type="presOf" srcId="{6876F48C-9895-44C3-94BF-4C22C8C5938E}" destId="{ADA555A7-A5B6-486C-B698-0D4F19A71ADD}" srcOrd="0" destOrd="0" presId="urn:microsoft.com/office/officeart/2005/8/layout/process1"/>
    <dgm:cxn modelId="{EC0124A3-B713-4E54-8F3E-D8F00BF042A7}" type="presOf" srcId="{8B101BA7-4F20-4B8C-BAA1-310C375B3C26}" destId="{C48C5A77-38E3-40FB-AE78-422D180107C1}" srcOrd="1" destOrd="0" presId="urn:microsoft.com/office/officeart/2005/8/layout/process1"/>
    <dgm:cxn modelId="{6248D5A3-ACAA-4126-A383-1DD13542283C}" srcId="{5FA14CFF-4B01-4849-BEDB-0A7D6C1E9B30}" destId="{8030ACEB-EE65-4A88-A334-9D898F5BA96F}" srcOrd="0" destOrd="0" parTransId="{CAA5FC14-D2B0-4A88-B7EE-40447DE650F9}" sibTransId="{D51A6777-C9E5-45C7-B7D4-9E4D7EB6EF90}"/>
    <dgm:cxn modelId="{2668F2B1-7FD3-48CC-A8D2-4A0AFFA30F02}" type="presOf" srcId="{6B9858A1-99C8-469B-979D-FE91730BD897}" destId="{A503D680-AD2F-498C-974E-52B1FED9B4E9}" srcOrd="1" destOrd="0" presId="urn:microsoft.com/office/officeart/2005/8/layout/process1"/>
    <dgm:cxn modelId="{0EF80FC6-F7D9-4F40-8BFF-8CD546DA85DE}" type="presOf" srcId="{FB31253D-BC67-4756-B05D-24ECA2DF8DEF}" destId="{AF652744-7BC1-4AAD-A530-6A958F37903D}" srcOrd="0" destOrd="0" presId="urn:microsoft.com/office/officeart/2005/8/layout/process1"/>
    <dgm:cxn modelId="{DE153EC8-76E1-45DA-9C67-2ECF124E8C8D}" type="presOf" srcId="{A8009A5F-B442-4971-B4D5-F078BEEFA7E4}" destId="{ADA555A7-A5B6-486C-B698-0D4F19A71ADD}" srcOrd="0" destOrd="1" presId="urn:microsoft.com/office/officeart/2005/8/layout/process1"/>
    <dgm:cxn modelId="{EE77B1D6-5F0A-43C2-AD58-A3CE6A065A7E}" type="presOf" srcId="{6B9858A1-99C8-469B-979D-FE91730BD897}" destId="{3D99E35E-DAFC-4D43-AFE5-CF641643BBC1}" srcOrd="0" destOrd="0" presId="urn:microsoft.com/office/officeart/2005/8/layout/process1"/>
    <dgm:cxn modelId="{70C22DE3-6CC5-45D5-9FB7-C4AC8EDAFC42}" srcId="{6876F48C-9895-44C3-94BF-4C22C8C5938E}" destId="{A8009A5F-B442-4971-B4D5-F078BEEFA7E4}" srcOrd="0" destOrd="0" parTransId="{78853D1F-6C0A-4DB7-AFE3-19A8F0E22399}" sibTransId="{9EC20FA2-8B14-4E42-A4D8-D6F19D0F4185}"/>
    <dgm:cxn modelId="{1CFF6BF4-9297-4514-8929-77F1CF1DD1B5}" type="presOf" srcId="{D51A6777-C9E5-45C7-B7D4-9E4D7EB6EF90}" destId="{C88B0742-2CF5-4320-85E0-35E2E3E60492}" srcOrd="0" destOrd="0" presId="urn:microsoft.com/office/officeart/2005/8/layout/process1"/>
    <dgm:cxn modelId="{54B754FB-37EC-40E1-AC4A-CBC24102DCEB}" type="presParOf" srcId="{AFC0A1AB-493F-4F0B-A4BD-A3A4C1E5FF5C}" destId="{B83ABDD2-23CD-40CF-AA93-4A5A55724586}" srcOrd="0" destOrd="0" presId="urn:microsoft.com/office/officeart/2005/8/layout/process1"/>
    <dgm:cxn modelId="{8211DE3B-A215-476C-AD9D-2718CB1013B1}" type="presParOf" srcId="{AFC0A1AB-493F-4F0B-A4BD-A3A4C1E5FF5C}" destId="{C88B0742-2CF5-4320-85E0-35E2E3E60492}" srcOrd="1" destOrd="0" presId="urn:microsoft.com/office/officeart/2005/8/layout/process1"/>
    <dgm:cxn modelId="{8E9366BE-8DBB-4712-B7FB-AC28D8ACC946}" type="presParOf" srcId="{C88B0742-2CF5-4320-85E0-35E2E3E60492}" destId="{3AEEAEA1-BC1B-41DA-B89D-E85CE2C683CD}" srcOrd="0" destOrd="0" presId="urn:microsoft.com/office/officeart/2005/8/layout/process1"/>
    <dgm:cxn modelId="{986F652C-8CB3-4002-9513-5FFB638000F3}" type="presParOf" srcId="{AFC0A1AB-493F-4F0B-A4BD-A3A4C1E5FF5C}" destId="{AF652744-7BC1-4AAD-A530-6A958F37903D}" srcOrd="2" destOrd="0" presId="urn:microsoft.com/office/officeart/2005/8/layout/process1"/>
    <dgm:cxn modelId="{46E20FBE-AC06-4E32-ADAD-561B386E964F}" type="presParOf" srcId="{AFC0A1AB-493F-4F0B-A4BD-A3A4C1E5FF5C}" destId="{C514B721-3F36-4C86-ADE6-2BA2E7F307B6}" srcOrd="3" destOrd="0" presId="urn:microsoft.com/office/officeart/2005/8/layout/process1"/>
    <dgm:cxn modelId="{5386BC51-8574-429A-9C61-1B1E9C667511}" type="presParOf" srcId="{C514B721-3F36-4C86-ADE6-2BA2E7F307B6}" destId="{C48C5A77-38E3-40FB-AE78-422D180107C1}" srcOrd="0" destOrd="0" presId="urn:microsoft.com/office/officeart/2005/8/layout/process1"/>
    <dgm:cxn modelId="{B8E864DD-42CF-45B8-B7A3-6282B5B43844}" type="presParOf" srcId="{AFC0A1AB-493F-4F0B-A4BD-A3A4C1E5FF5C}" destId="{48A5F19E-CF87-4B2C-B2A2-A812DB53BDAE}" srcOrd="4" destOrd="0" presId="urn:microsoft.com/office/officeart/2005/8/layout/process1"/>
    <dgm:cxn modelId="{FACD1876-A30F-4EFB-9C2B-09E4268EE3CC}" type="presParOf" srcId="{AFC0A1AB-493F-4F0B-A4BD-A3A4C1E5FF5C}" destId="{3D99E35E-DAFC-4D43-AFE5-CF641643BBC1}" srcOrd="5" destOrd="0" presId="urn:microsoft.com/office/officeart/2005/8/layout/process1"/>
    <dgm:cxn modelId="{14BE8D6C-A510-4394-97B7-EA1927F1FA7C}" type="presParOf" srcId="{3D99E35E-DAFC-4D43-AFE5-CF641643BBC1}" destId="{A503D680-AD2F-498C-974E-52B1FED9B4E9}" srcOrd="0" destOrd="0" presId="urn:microsoft.com/office/officeart/2005/8/layout/process1"/>
    <dgm:cxn modelId="{5E5C3AAA-136F-454A-93D7-DD143ACECBC2}" type="presParOf" srcId="{AFC0A1AB-493F-4F0B-A4BD-A3A4C1E5FF5C}" destId="{ADA555A7-A5B6-486C-B698-0D4F19A71AD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A14CFF-4B01-4849-BEDB-0A7D6C1E9B30}" type="doc">
      <dgm:prSet loTypeId="urn:microsoft.com/office/officeart/2005/8/layout/chevron1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030ACEB-EE65-4A88-A334-9D898F5BA96F}">
      <dgm:prSet phldrT="[Text]"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Landscape Architecture</a:t>
          </a:r>
        </a:p>
      </dgm:t>
    </dgm:pt>
    <dgm:pt modelId="{CAA5FC14-D2B0-4A88-B7EE-40447DE650F9}" type="parTrans" cxnId="{6248D5A3-ACAA-4126-A383-1DD13542283C}">
      <dgm:prSet/>
      <dgm:spPr/>
      <dgm:t>
        <a:bodyPr/>
        <a:lstStyle/>
        <a:p>
          <a:endParaRPr lang="en-US"/>
        </a:p>
      </dgm:t>
    </dgm:pt>
    <dgm:pt modelId="{D51A6777-C9E5-45C7-B7D4-9E4D7EB6EF90}" type="sibTrans" cxnId="{6248D5A3-ACAA-4126-A383-1DD13542283C}">
      <dgm:prSet/>
      <dgm:spPr/>
      <dgm:t>
        <a:bodyPr/>
        <a:lstStyle/>
        <a:p>
          <a:endParaRPr lang="en-US"/>
        </a:p>
      </dgm:t>
    </dgm:pt>
    <dgm:pt modelId="{F4C40D5B-18F9-4482-8DD1-DA07F5170815}">
      <dgm:prSet phldrT="[Text]"/>
      <dgm:spPr/>
      <dgm:t>
        <a:bodyPr/>
        <a:lstStyle/>
        <a:p>
          <a:r>
            <a:rPr lang="en-US" dirty="0"/>
            <a:t>Ranking of Markets</a:t>
          </a:r>
        </a:p>
      </dgm:t>
    </dgm:pt>
    <dgm:pt modelId="{A08776FA-2D6F-4807-B943-6D4441701A3E}" type="parTrans" cxnId="{C7BD7C01-8E19-41C2-84B1-AC793D9910A7}">
      <dgm:prSet/>
      <dgm:spPr/>
      <dgm:t>
        <a:bodyPr/>
        <a:lstStyle/>
        <a:p>
          <a:endParaRPr lang="en-US"/>
        </a:p>
      </dgm:t>
    </dgm:pt>
    <dgm:pt modelId="{A8C7BDE2-BDF5-4888-B982-4DDD1B31B7D6}" type="sibTrans" cxnId="{C7BD7C01-8E19-41C2-84B1-AC793D9910A7}">
      <dgm:prSet/>
      <dgm:spPr/>
      <dgm:t>
        <a:bodyPr/>
        <a:lstStyle/>
        <a:p>
          <a:endParaRPr lang="en-US"/>
        </a:p>
      </dgm:t>
    </dgm:pt>
    <dgm:pt modelId="{FB31253D-BC67-4756-B05D-24ECA2DF8DEF}">
      <dgm:prSet phldrT="[Text]"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Architecture</a:t>
          </a:r>
        </a:p>
      </dgm:t>
    </dgm:pt>
    <dgm:pt modelId="{2499097D-4C46-44F6-A029-8184F31CA805}" type="parTrans" cxnId="{26A18529-E3E6-4743-8B1F-5861B34E7D0E}">
      <dgm:prSet/>
      <dgm:spPr/>
      <dgm:t>
        <a:bodyPr/>
        <a:lstStyle/>
        <a:p>
          <a:endParaRPr lang="en-US"/>
        </a:p>
      </dgm:t>
    </dgm:pt>
    <dgm:pt modelId="{8B101BA7-4F20-4B8C-BAA1-310C375B3C26}" type="sibTrans" cxnId="{26A18529-E3E6-4743-8B1F-5861B34E7D0E}">
      <dgm:prSet/>
      <dgm:spPr/>
      <dgm:t>
        <a:bodyPr/>
        <a:lstStyle/>
        <a:p>
          <a:endParaRPr lang="en-US"/>
        </a:p>
      </dgm:t>
    </dgm:pt>
    <dgm:pt modelId="{8A281696-BF91-4195-B6F6-25343A95D0AD}">
      <dgm:prSet phldrT="[Text]"/>
      <dgm:spPr/>
      <dgm:t>
        <a:bodyPr/>
        <a:lstStyle/>
        <a:p>
          <a:r>
            <a:rPr lang="en-US" dirty="0"/>
            <a:t>Market-to-Product High Impact Relationships</a:t>
          </a:r>
        </a:p>
      </dgm:t>
    </dgm:pt>
    <dgm:pt modelId="{B35F88E4-01E1-4DA5-8E77-9635A984DF0D}" type="parTrans" cxnId="{91270C3C-BF7A-4A2F-AC2E-B5DFFDCF1B7B}">
      <dgm:prSet/>
      <dgm:spPr/>
      <dgm:t>
        <a:bodyPr/>
        <a:lstStyle/>
        <a:p>
          <a:endParaRPr lang="en-US"/>
        </a:p>
      </dgm:t>
    </dgm:pt>
    <dgm:pt modelId="{3030D7ED-A0D2-411F-BED1-D66086BEE543}" type="sibTrans" cxnId="{91270C3C-BF7A-4A2F-AC2E-B5DFFDCF1B7B}">
      <dgm:prSet/>
      <dgm:spPr/>
      <dgm:t>
        <a:bodyPr/>
        <a:lstStyle/>
        <a:p>
          <a:endParaRPr lang="en-US"/>
        </a:p>
      </dgm:t>
    </dgm:pt>
    <dgm:pt modelId="{73FCD81D-82F4-47AC-81CE-6EE5E5AD2D68}">
      <dgm:prSet phldrT="[Text]"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Architecture</a:t>
          </a:r>
        </a:p>
      </dgm:t>
    </dgm:pt>
    <dgm:pt modelId="{B911F4C2-B7CD-4FD7-BF20-1C88E8175C5D}" type="parTrans" cxnId="{D1C7406D-46C3-4C7A-A3AD-58E54306BD11}">
      <dgm:prSet/>
      <dgm:spPr/>
      <dgm:t>
        <a:bodyPr/>
        <a:lstStyle/>
        <a:p>
          <a:endParaRPr lang="en-US"/>
        </a:p>
      </dgm:t>
    </dgm:pt>
    <dgm:pt modelId="{6B9858A1-99C8-469B-979D-FE91730BD897}" type="sibTrans" cxnId="{D1C7406D-46C3-4C7A-A3AD-58E54306BD11}">
      <dgm:prSet/>
      <dgm:spPr/>
      <dgm:t>
        <a:bodyPr/>
        <a:lstStyle/>
        <a:p>
          <a:endParaRPr lang="en-US"/>
        </a:p>
      </dgm:t>
    </dgm:pt>
    <dgm:pt modelId="{CD0F3687-25F9-4FF7-A44F-3555138F8860}">
      <dgm:prSet phldrT="[Text]"/>
      <dgm:spPr/>
      <dgm:t>
        <a:bodyPr/>
        <a:lstStyle/>
        <a:p>
          <a:r>
            <a:rPr lang="en-US" dirty="0"/>
            <a:t>Focus areas for: Market – Capabilities</a:t>
          </a:r>
        </a:p>
      </dgm:t>
    </dgm:pt>
    <dgm:pt modelId="{CF045746-ECE6-4147-96B6-1BC72DF2F968}" type="parTrans" cxnId="{12965AA2-90F7-408F-9725-6E8823FA941D}">
      <dgm:prSet/>
      <dgm:spPr/>
      <dgm:t>
        <a:bodyPr/>
        <a:lstStyle/>
        <a:p>
          <a:endParaRPr lang="en-US"/>
        </a:p>
      </dgm:t>
    </dgm:pt>
    <dgm:pt modelId="{FDD45535-3B21-4AB4-96DD-7F5EAE52C80C}" type="sibTrans" cxnId="{12965AA2-90F7-408F-9725-6E8823FA941D}">
      <dgm:prSet/>
      <dgm:spPr/>
      <dgm:t>
        <a:bodyPr/>
        <a:lstStyle/>
        <a:p>
          <a:endParaRPr lang="en-US"/>
        </a:p>
      </dgm:t>
    </dgm:pt>
    <dgm:pt modelId="{6876F48C-9895-44C3-94BF-4C22C8C5938E}">
      <dgm:prSet phldrT="[Text]"/>
      <dgm:spPr/>
      <dgm:t>
        <a:bodyPr/>
        <a:lstStyle/>
        <a:p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Architecture</a:t>
          </a:r>
        </a:p>
      </dgm:t>
    </dgm:pt>
    <dgm:pt modelId="{53FCF4C4-8673-4718-9880-293F8E583575}" type="parTrans" cxnId="{55297A97-FEC6-4C68-A61A-CEF8B5F11C8E}">
      <dgm:prSet/>
      <dgm:spPr/>
      <dgm:t>
        <a:bodyPr/>
        <a:lstStyle/>
        <a:p>
          <a:endParaRPr lang="en-US"/>
        </a:p>
      </dgm:t>
    </dgm:pt>
    <dgm:pt modelId="{53F42362-87B4-4706-A468-950860BBFE3A}" type="sibTrans" cxnId="{55297A97-FEC6-4C68-A61A-CEF8B5F11C8E}">
      <dgm:prSet/>
      <dgm:spPr/>
      <dgm:t>
        <a:bodyPr/>
        <a:lstStyle/>
        <a:p>
          <a:endParaRPr lang="en-US"/>
        </a:p>
      </dgm:t>
    </dgm:pt>
    <dgm:pt modelId="{A8009A5F-B442-4971-B4D5-F078BEEFA7E4}">
      <dgm:prSet phldrT="[Text]"/>
      <dgm:spPr/>
      <dgm:t>
        <a:bodyPr/>
        <a:lstStyle/>
        <a:p>
          <a:r>
            <a:rPr lang="en-US" dirty="0"/>
            <a:t>High-Impact Ranking of Market – Processes</a:t>
          </a:r>
        </a:p>
      </dgm:t>
    </dgm:pt>
    <dgm:pt modelId="{78853D1F-6C0A-4DB7-AFE3-19A8F0E22399}" type="parTrans" cxnId="{70C22DE3-6CC5-45D5-9FB7-C4AC8EDAFC42}">
      <dgm:prSet/>
      <dgm:spPr/>
      <dgm:t>
        <a:bodyPr/>
        <a:lstStyle/>
        <a:p>
          <a:endParaRPr lang="en-US"/>
        </a:p>
      </dgm:t>
    </dgm:pt>
    <dgm:pt modelId="{9EC20FA2-8B14-4E42-A4D8-D6F19D0F4185}" type="sibTrans" cxnId="{70C22DE3-6CC5-45D5-9FB7-C4AC8EDAFC42}">
      <dgm:prSet/>
      <dgm:spPr/>
      <dgm:t>
        <a:bodyPr/>
        <a:lstStyle/>
        <a:p>
          <a:endParaRPr lang="en-US"/>
        </a:p>
      </dgm:t>
    </dgm:pt>
    <dgm:pt modelId="{7BA44573-EC6A-41D8-8996-8CAB5E899425}">
      <dgm:prSet phldrT="[Text]"/>
      <dgm:spPr/>
      <dgm:t>
        <a:bodyPr/>
        <a:lstStyle/>
        <a:p>
          <a:r>
            <a:rPr lang="en-US" dirty="0"/>
            <a:t>Landscape Sensitivity of markets</a:t>
          </a:r>
        </a:p>
      </dgm:t>
    </dgm:pt>
    <dgm:pt modelId="{0F41995C-97FB-4230-AD42-3E6C32C040E6}" type="parTrans" cxnId="{7AF217E8-E053-420C-A84B-C5E1A25E66C8}">
      <dgm:prSet/>
      <dgm:spPr/>
      <dgm:t>
        <a:bodyPr/>
        <a:lstStyle/>
        <a:p>
          <a:endParaRPr lang="en-US"/>
        </a:p>
      </dgm:t>
    </dgm:pt>
    <dgm:pt modelId="{19A81118-04AA-473A-9A74-F96C1CF04AD3}" type="sibTrans" cxnId="{7AF217E8-E053-420C-A84B-C5E1A25E66C8}">
      <dgm:prSet/>
      <dgm:spPr/>
      <dgm:t>
        <a:bodyPr/>
        <a:lstStyle/>
        <a:p>
          <a:endParaRPr lang="en-US"/>
        </a:p>
      </dgm:t>
    </dgm:pt>
    <dgm:pt modelId="{CED3DE7A-621E-4CBA-89EA-136060E4BCB3}">
      <dgm:prSet phldrT="[Text]"/>
      <dgm:spPr/>
      <dgm:t>
        <a:bodyPr/>
        <a:lstStyle/>
        <a:p>
          <a:r>
            <a:rPr lang="en-US" dirty="0"/>
            <a:t>Landscape scope</a:t>
          </a:r>
        </a:p>
      </dgm:t>
    </dgm:pt>
    <dgm:pt modelId="{678EC0F4-32E2-4133-84DB-5BF5841A71DC}" type="parTrans" cxnId="{8CD24890-BC69-42DB-9865-73535A124EC7}">
      <dgm:prSet/>
      <dgm:spPr/>
      <dgm:t>
        <a:bodyPr/>
        <a:lstStyle/>
        <a:p>
          <a:endParaRPr lang="en-US"/>
        </a:p>
      </dgm:t>
    </dgm:pt>
    <dgm:pt modelId="{8792F9C0-D7F9-436E-BDA1-9C8ABF4A8A02}" type="sibTrans" cxnId="{8CD24890-BC69-42DB-9865-73535A124EC7}">
      <dgm:prSet/>
      <dgm:spPr/>
      <dgm:t>
        <a:bodyPr/>
        <a:lstStyle/>
        <a:p>
          <a:endParaRPr lang="en-US"/>
        </a:p>
      </dgm:t>
    </dgm:pt>
    <dgm:pt modelId="{3C7EF76B-BEC6-45A7-B187-2437C1677A64}">
      <dgm:prSet phldrT="[Text]"/>
      <dgm:spPr/>
      <dgm:t>
        <a:bodyPr/>
        <a:lstStyle/>
        <a:p>
          <a:r>
            <a:rPr lang="en-US" dirty="0"/>
            <a:t>Market – Value Streams</a:t>
          </a:r>
        </a:p>
      </dgm:t>
    </dgm:pt>
    <dgm:pt modelId="{4AE7FF21-8E94-4BA8-93D4-E985CF6EF35C}" type="parTrans" cxnId="{AE4E0345-4ED3-4626-9F61-54F49306180E}">
      <dgm:prSet/>
      <dgm:spPr/>
      <dgm:t>
        <a:bodyPr/>
        <a:lstStyle/>
        <a:p>
          <a:endParaRPr lang="en-US"/>
        </a:p>
      </dgm:t>
    </dgm:pt>
    <dgm:pt modelId="{8B007FF4-3391-4E38-9048-3D4DB2D99311}" type="sibTrans" cxnId="{AE4E0345-4ED3-4626-9F61-54F49306180E}">
      <dgm:prSet/>
      <dgm:spPr/>
      <dgm:t>
        <a:bodyPr/>
        <a:lstStyle/>
        <a:p>
          <a:endParaRPr lang="en-US"/>
        </a:p>
      </dgm:t>
    </dgm:pt>
    <dgm:pt modelId="{B23913F1-A3E2-4735-90CC-BD02032CB38D}">
      <dgm:prSet phldrT="[Text]"/>
      <dgm:spPr/>
      <dgm:t>
        <a:bodyPr/>
        <a:lstStyle/>
        <a:p>
          <a:r>
            <a:rPr lang="en-US" dirty="0"/>
            <a:t>Market – Applications</a:t>
          </a:r>
        </a:p>
      </dgm:t>
    </dgm:pt>
    <dgm:pt modelId="{44941381-8417-4C51-AD09-EA2FBA41CAFB}" type="parTrans" cxnId="{D0C52D42-06C0-406B-81CB-378A5A233D38}">
      <dgm:prSet/>
      <dgm:spPr/>
      <dgm:t>
        <a:bodyPr/>
        <a:lstStyle/>
        <a:p>
          <a:endParaRPr lang="en-US"/>
        </a:p>
      </dgm:t>
    </dgm:pt>
    <dgm:pt modelId="{9ABEF6A2-2857-4881-8F65-E5D0EC72D23C}" type="sibTrans" cxnId="{D0C52D42-06C0-406B-81CB-378A5A233D38}">
      <dgm:prSet/>
      <dgm:spPr/>
      <dgm:t>
        <a:bodyPr/>
        <a:lstStyle/>
        <a:p>
          <a:endParaRPr lang="en-US"/>
        </a:p>
      </dgm:t>
    </dgm:pt>
    <dgm:pt modelId="{555FE7FE-A91A-452B-B692-3D9292A28B21}">
      <dgm:prSet phldrT="[Text]"/>
      <dgm:spPr/>
      <dgm:t>
        <a:bodyPr/>
        <a:lstStyle/>
        <a:p>
          <a:r>
            <a:rPr lang="en-US" dirty="0"/>
            <a:t>Market - Databases</a:t>
          </a:r>
        </a:p>
      </dgm:t>
    </dgm:pt>
    <dgm:pt modelId="{009E1966-94C4-4FEE-B2FC-41861132E711}" type="parTrans" cxnId="{4FF9B068-45CD-41E1-966A-AB6CBE74CE10}">
      <dgm:prSet/>
      <dgm:spPr/>
      <dgm:t>
        <a:bodyPr/>
        <a:lstStyle/>
        <a:p>
          <a:endParaRPr lang="en-US"/>
        </a:p>
      </dgm:t>
    </dgm:pt>
    <dgm:pt modelId="{285D4418-BE3E-4CEF-A427-ABA0DA5B9B5F}" type="sibTrans" cxnId="{4FF9B068-45CD-41E1-966A-AB6CBE74CE10}">
      <dgm:prSet/>
      <dgm:spPr/>
      <dgm:t>
        <a:bodyPr/>
        <a:lstStyle/>
        <a:p>
          <a:endParaRPr lang="en-US"/>
        </a:p>
      </dgm:t>
    </dgm:pt>
    <dgm:pt modelId="{F3543778-B5AC-41B9-90EA-80543C147125}" type="pres">
      <dgm:prSet presAssocID="{5FA14CFF-4B01-4849-BEDB-0A7D6C1E9B30}" presName="Name0" presStyleCnt="0">
        <dgm:presLayoutVars>
          <dgm:dir/>
          <dgm:animLvl val="lvl"/>
          <dgm:resizeHandles val="exact"/>
        </dgm:presLayoutVars>
      </dgm:prSet>
      <dgm:spPr/>
    </dgm:pt>
    <dgm:pt modelId="{2F807837-A3B1-4989-B2B9-485B53003884}" type="pres">
      <dgm:prSet presAssocID="{8030ACEB-EE65-4A88-A334-9D898F5BA96F}" presName="composite" presStyleCnt="0"/>
      <dgm:spPr/>
    </dgm:pt>
    <dgm:pt modelId="{51596C9E-6877-4097-8B03-99C6259D8A0D}" type="pres">
      <dgm:prSet presAssocID="{8030ACEB-EE65-4A88-A334-9D898F5BA96F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8766B0F-1D0A-400E-8BF8-3E87A58AC502}" type="pres">
      <dgm:prSet presAssocID="{8030ACEB-EE65-4A88-A334-9D898F5BA96F}" presName="desTx" presStyleLbl="revTx" presStyleIdx="0" presStyleCnt="4">
        <dgm:presLayoutVars>
          <dgm:bulletEnabled val="1"/>
        </dgm:presLayoutVars>
      </dgm:prSet>
      <dgm:spPr/>
    </dgm:pt>
    <dgm:pt modelId="{B427522F-718B-4529-A81D-E60ACBC32DFE}" type="pres">
      <dgm:prSet presAssocID="{D51A6777-C9E5-45C7-B7D4-9E4D7EB6EF90}" presName="space" presStyleCnt="0"/>
      <dgm:spPr/>
    </dgm:pt>
    <dgm:pt modelId="{67E71ACF-69E9-4C62-8A6E-5E0FFB8F1E0B}" type="pres">
      <dgm:prSet presAssocID="{FB31253D-BC67-4756-B05D-24ECA2DF8DEF}" presName="composite" presStyleCnt="0"/>
      <dgm:spPr/>
    </dgm:pt>
    <dgm:pt modelId="{9F3A5442-1F78-40DB-BCA9-11F57E11EEC2}" type="pres">
      <dgm:prSet presAssocID="{FB31253D-BC67-4756-B05D-24ECA2DF8DEF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55AA30A-CBDF-408E-9994-998C02C2107E}" type="pres">
      <dgm:prSet presAssocID="{FB31253D-BC67-4756-B05D-24ECA2DF8DEF}" presName="desTx" presStyleLbl="revTx" presStyleIdx="1" presStyleCnt="4">
        <dgm:presLayoutVars>
          <dgm:bulletEnabled val="1"/>
        </dgm:presLayoutVars>
      </dgm:prSet>
      <dgm:spPr/>
    </dgm:pt>
    <dgm:pt modelId="{6DAE5CAC-AA21-4F84-AA52-23BEEB8C26B5}" type="pres">
      <dgm:prSet presAssocID="{8B101BA7-4F20-4B8C-BAA1-310C375B3C26}" presName="space" presStyleCnt="0"/>
      <dgm:spPr/>
    </dgm:pt>
    <dgm:pt modelId="{CFE5AF0A-B509-401F-BF4F-1381CABBD750}" type="pres">
      <dgm:prSet presAssocID="{73FCD81D-82F4-47AC-81CE-6EE5E5AD2D68}" presName="composite" presStyleCnt="0"/>
      <dgm:spPr/>
    </dgm:pt>
    <dgm:pt modelId="{4D65CB13-CA82-4CBF-B1F4-5A33046C1726}" type="pres">
      <dgm:prSet presAssocID="{73FCD81D-82F4-47AC-81CE-6EE5E5AD2D68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2D78540-7CD2-4D23-B825-F4C6E848E2EB}" type="pres">
      <dgm:prSet presAssocID="{73FCD81D-82F4-47AC-81CE-6EE5E5AD2D68}" presName="desTx" presStyleLbl="revTx" presStyleIdx="2" presStyleCnt="4">
        <dgm:presLayoutVars>
          <dgm:bulletEnabled val="1"/>
        </dgm:presLayoutVars>
      </dgm:prSet>
      <dgm:spPr/>
    </dgm:pt>
    <dgm:pt modelId="{19EC97C3-133A-4D88-9A38-44F6E7C2DB16}" type="pres">
      <dgm:prSet presAssocID="{6B9858A1-99C8-469B-979D-FE91730BD897}" presName="space" presStyleCnt="0"/>
      <dgm:spPr/>
    </dgm:pt>
    <dgm:pt modelId="{044254D5-E036-459E-8536-46C966CFD925}" type="pres">
      <dgm:prSet presAssocID="{6876F48C-9895-44C3-94BF-4C22C8C5938E}" presName="composite" presStyleCnt="0"/>
      <dgm:spPr/>
    </dgm:pt>
    <dgm:pt modelId="{AD6AEDE4-0A46-4E84-9187-FA507DD83197}" type="pres">
      <dgm:prSet presAssocID="{6876F48C-9895-44C3-94BF-4C22C8C5938E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D140F68B-6281-48F8-A268-523CEFEBAE7C}" type="pres">
      <dgm:prSet presAssocID="{6876F48C-9895-44C3-94BF-4C22C8C5938E}" presName="desTx" presStyleLbl="revTx" presStyleIdx="3" presStyleCnt="4">
        <dgm:presLayoutVars>
          <dgm:bulletEnabled val="1"/>
        </dgm:presLayoutVars>
      </dgm:prSet>
      <dgm:spPr/>
    </dgm:pt>
  </dgm:ptLst>
  <dgm:cxnLst>
    <dgm:cxn modelId="{C7BD7C01-8E19-41C2-84B1-AC793D9910A7}" srcId="{8030ACEB-EE65-4A88-A334-9D898F5BA96F}" destId="{F4C40D5B-18F9-4482-8DD1-DA07F5170815}" srcOrd="0" destOrd="0" parTransId="{A08776FA-2D6F-4807-B943-6D4441701A3E}" sibTransId="{A8C7BDE2-BDF5-4888-B982-4DDD1B31B7D6}"/>
    <dgm:cxn modelId="{E173AE01-3AD3-4367-B2E4-F02079D0B3B1}" type="presOf" srcId="{F4C40D5B-18F9-4482-8DD1-DA07F5170815}" destId="{78766B0F-1D0A-400E-8BF8-3E87A58AC502}" srcOrd="0" destOrd="0" presId="urn:microsoft.com/office/officeart/2005/8/layout/chevron1"/>
    <dgm:cxn modelId="{20D31E12-6FC5-4454-AB2F-4903CF76E4A1}" type="presOf" srcId="{3C7EF76B-BEC6-45A7-B187-2437C1677A64}" destId="{92D78540-7CD2-4D23-B825-F4C6E848E2EB}" srcOrd="0" destOrd="1" presId="urn:microsoft.com/office/officeart/2005/8/layout/chevron1"/>
    <dgm:cxn modelId="{51CB2D29-9AC1-4971-B716-3098879FB6C1}" type="presOf" srcId="{8030ACEB-EE65-4A88-A334-9D898F5BA96F}" destId="{51596C9E-6877-4097-8B03-99C6259D8A0D}" srcOrd="0" destOrd="0" presId="urn:microsoft.com/office/officeart/2005/8/layout/chevron1"/>
    <dgm:cxn modelId="{26A18529-E3E6-4743-8B1F-5861B34E7D0E}" srcId="{5FA14CFF-4B01-4849-BEDB-0A7D6C1E9B30}" destId="{FB31253D-BC67-4756-B05D-24ECA2DF8DEF}" srcOrd="1" destOrd="0" parTransId="{2499097D-4C46-44F6-A029-8184F31CA805}" sibTransId="{8B101BA7-4F20-4B8C-BAA1-310C375B3C26}"/>
    <dgm:cxn modelId="{91270C3C-BF7A-4A2F-AC2E-B5DFFDCF1B7B}" srcId="{FB31253D-BC67-4756-B05D-24ECA2DF8DEF}" destId="{8A281696-BF91-4195-B6F6-25343A95D0AD}" srcOrd="0" destOrd="0" parTransId="{B35F88E4-01E1-4DA5-8E77-9635A984DF0D}" sibTransId="{3030D7ED-A0D2-411F-BED1-D66086BEE543}"/>
    <dgm:cxn modelId="{D0C52D42-06C0-406B-81CB-378A5A233D38}" srcId="{6876F48C-9895-44C3-94BF-4C22C8C5938E}" destId="{B23913F1-A3E2-4735-90CC-BD02032CB38D}" srcOrd="1" destOrd="0" parTransId="{44941381-8417-4C51-AD09-EA2FBA41CAFB}" sibTransId="{9ABEF6A2-2857-4881-8F65-E5D0EC72D23C}"/>
    <dgm:cxn modelId="{AE4E0345-4ED3-4626-9F61-54F49306180E}" srcId="{73FCD81D-82F4-47AC-81CE-6EE5E5AD2D68}" destId="{3C7EF76B-BEC6-45A7-B187-2437C1677A64}" srcOrd="1" destOrd="0" parTransId="{4AE7FF21-8E94-4BA8-93D4-E985CF6EF35C}" sibTransId="{8B007FF4-3391-4E38-9048-3D4DB2D99311}"/>
    <dgm:cxn modelId="{E96BC446-ACD5-410E-9222-CDE50A422116}" type="presOf" srcId="{73FCD81D-82F4-47AC-81CE-6EE5E5AD2D68}" destId="{4D65CB13-CA82-4CBF-B1F4-5A33046C1726}" srcOrd="0" destOrd="0" presId="urn:microsoft.com/office/officeart/2005/8/layout/chevron1"/>
    <dgm:cxn modelId="{7EB15651-93C6-4649-9331-1BD781ABA2DD}" type="presOf" srcId="{B23913F1-A3E2-4735-90CC-BD02032CB38D}" destId="{D140F68B-6281-48F8-A268-523CEFEBAE7C}" srcOrd="0" destOrd="1" presId="urn:microsoft.com/office/officeart/2005/8/layout/chevron1"/>
    <dgm:cxn modelId="{4FF9B068-45CD-41E1-966A-AB6CBE74CE10}" srcId="{6876F48C-9895-44C3-94BF-4C22C8C5938E}" destId="{555FE7FE-A91A-452B-B692-3D9292A28B21}" srcOrd="2" destOrd="0" parTransId="{009E1966-94C4-4FEE-B2FC-41861132E711}" sibTransId="{285D4418-BE3E-4CEF-A427-ABA0DA5B9B5F}"/>
    <dgm:cxn modelId="{F880A66B-488D-4037-989A-22C5005E5DDD}" type="presOf" srcId="{CD0F3687-25F9-4FF7-A44F-3555138F8860}" destId="{92D78540-7CD2-4D23-B825-F4C6E848E2EB}" srcOrd="0" destOrd="0" presId="urn:microsoft.com/office/officeart/2005/8/layout/chevron1"/>
    <dgm:cxn modelId="{D1C7406D-46C3-4C7A-A3AD-58E54306BD11}" srcId="{5FA14CFF-4B01-4849-BEDB-0A7D6C1E9B30}" destId="{73FCD81D-82F4-47AC-81CE-6EE5E5AD2D68}" srcOrd="2" destOrd="0" parTransId="{B911F4C2-B7CD-4FD7-BF20-1C88E8175C5D}" sibTransId="{6B9858A1-99C8-469B-979D-FE91730BD897}"/>
    <dgm:cxn modelId="{514E2483-E013-48C5-BD77-9A6873008A58}" type="presOf" srcId="{A8009A5F-B442-4971-B4D5-F078BEEFA7E4}" destId="{D140F68B-6281-48F8-A268-523CEFEBAE7C}" srcOrd="0" destOrd="0" presId="urn:microsoft.com/office/officeart/2005/8/layout/chevron1"/>
    <dgm:cxn modelId="{8CD24890-BC69-42DB-9865-73535A124EC7}" srcId="{8030ACEB-EE65-4A88-A334-9D898F5BA96F}" destId="{CED3DE7A-621E-4CBA-89EA-136060E4BCB3}" srcOrd="2" destOrd="0" parTransId="{678EC0F4-32E2-4133-84DB-5BF5841A71DC}" sibTransId="{8792F9C0-D7F9-436E-BDA1-9C8ABF4A8A02}"/>
    <dgm:cxn modelId="{55297A97-FEC6-4C68-A61A-CEF8B5F11C8E}" srcId="{5FA14CFF-4B01-4849-BEDB-0A7D6C1E9B30}" destId="{6876F48C-9895-44C3-94BF-4C22C8C5938E}" srcOrd="3" destOrd="0" parTransId="{53FCF4C4-8673-4718-9880-293F8E583575}" sibTransId="{53F42362-87B4-4706-A468-950860BBFE3A}"/>
    <dgm:cxn modelId="{1FEEB59B-4AA4-42CB-AAB5-400638ECE1D1}" type="presOf" srcId="{555FE7FE-A91A-452B-B692-3D9292A28B21}" destId="{D140F68B-6281-48F8-A268-523CEFEBAE7C}" srcOrd="0" destOrd="2" presId="urn:microsoft.com/office/officeart/2005/8/layout/chevron1"/>
    <dgm:cxn modelId="{12965AA2-90F7-408F-9725-6E8823FA941D}" srcId="{73FCD81D-82F4-47AC-81CE-6EE5E5AD2D68}" destId="{CD0F3687-25F9-4FF7-A44F-3555138F8860}" srcOrd="0" destOrd="0" parTransId="{CF045746-ECE6-4147-96B6-1BC72DF2F968}" sibTransId="{FDD45535-3B21-4AB4-96DD-7F5EAE52C80C}"/>
    <dgm:cxn modelId="{6248D5A3-ACAA-4126-A383-1DD13542283C}" srcId="{5FA14CFF-4B01-4849-BEDB-0A7D6C1E9B30}" destId="{8030ACEB-EE65-4A88-A334-9D898F5BA96F}" srcOrd="0" destOrd="0" parTransId="{CAA5FC14-D2B0-4A88-B7EE-40447DE650F9}" sibTransId="{D51A6777-C9E5-45C7-B7D4-9E4D7EB6EF90}"/>
    <dgm:cxn modelId="{65AF77A7-468B-41BA-AD15-41E70154AE55}" type="presOf" srcId="{7BA44573-EC6A-41D8-8996-8CAB5E899425}" destId="{78766B0F-1D0A-400E-8BF8-3E87A58AC502}" srcOrd="0" destOrd="1" presId="urn:microsoft.com/office/officeart/2005/8/layout/chevron1"/>
    <dgm:cxn modelId="{BC631FB2-4F9E-4AF2-BF63-7011D6009CC7}" type="presOf" srcId="{CED3DE7A-621E-4CBA-89EA-136060E4BCB3}" destId="{78766B0F-1D0A-400E-8BF8-3E87A58AC502}" srcOrd="0" destOrd="2" presId="urn:microsoft.com/office/officeart/2005/8/layout/chevron1"/>
    <dgm:cxn modelId="{67EAF8B7-0B35-48AE-B19A-79ACED8F2B8C}" type="presOf" srcId="{6876F48C-9895-44C3-94BF-4C22C8C5938E}" destId="{AD6AEDE4-0A46-4E84-9187-FA507DD83197}" srcOrd="0" destOrd="0" presId="urn:microsoft.com/office/officeart/2005/8/layout/chevron1"/>
    <dgm:cxn modelId="{6E8F00C2-1E07-4904-A276-38CE66C45297}" type="presOf" srcId="{8A281696-BF91-4195-B6F6-25343A95D0AD}" destId="{155AA30A-CBDF-408E-9994-998C02C2107E}" srcOrd="0" destOrd="0" presId="urn:microsoft.com/office/officeart/2005/8/layout/chevron1"/>
    <dgm:cxn modelId="{70C22DE3-6CC5-45D5-9FB7-C4AC8EDAFC42}" srcId="{6876F48C-9895-44C3-94BF-4C22C8C5938E}" destId="{A8009A5F-B442-4971-B4D5-F078BEEFA7E4}" srcOrd="0" destOrd="0" parTransId="{78853D1F-6C0A-4DB7-AFE3-19A8F0E22399}" sibTransId="{9EC20FA2-8B14-4E42-A4D8-D6F19D0F4185}"/>
    <dgm:cxn modelId="{7AF217E8-E053-420C-A84B-C5E1A25E66C8}" srcId="{8030ACEB-EE65-4A88-A334-9D898F5BA96F}" destId="{7BA44573-EC6A-41D8-8996-8CAB5E899425}" srcOrd="1" destOrd="0" parTransId="{0F41995C-97FB-4230-AD42-3E6C32C040E6}" sibTransId="{19A81118-04AA-473A-9A74-F96C1CF04AD3}"/>
    <dgm:cxn modelId="{19D0BBE9-E904-497E-B118-3F5B665BCF21}" type="presOf" srcId="{FB31253D-BC67-4756-B05D-24ECA2DF8DEF}" destId="{9F3A5442-1F78-40DB-BCA9-11F57E11EEC2}" srcOrd="0" destOrd="0" presId="urn:microsoft.com/office/officeart/2005/8/layout/chevron1"/>
    <dgm:cxn modelId="{639EB1ED-E45D-4665-9D27-CEE2BB5B1DC2}" type="presOf" srcId="{5FA14CFF-4B01-4849-BEDB-0A7D6C1E9B30}" destId="{F3543778-B5AC-41B9-90EA-80543C147125}" srcOrd="0" destOrd="0" presId="urn:microsoft.com/office/officeart/2005/8/layout/chevron1"/>
    <dgm:cxn modelId="{E1AF15A3-5EB2-438C-98E6-E34E5949E1DC}" type="presParOf" srcId="{F3543778-B5AC-41B9-90EA-80543C147125}" destId="{2F807837-A3B1-4989-B2B9-485B53003884}" srcOrd="0" destOrd="0" presId="urn:microsoft.com/office/officeart/2005/8/layout/chevron1"/>
    <dgm:cxn modelId="{16647EBA-EAED-499D-91B0-F51E28F50174}" type="presParOf" srcId="{2F807837-A3B1-4989-B2B9-485B53003884}" destId="{51596C9E-6877-4097-8B03-99C6259D8A0D}" srcOrd="0" destOrd="0" presId="urn:microsoft.com/office/officeart/2005/8/layout/chevron1"/>
    <dgm:cxn modelId="{48C72F76-EACF-47F1-AC2F-C77FF1210EAE}" type="presParOf" srcId="{2F807837-A3B1-4989-B2B9-485B53003884}" destId="{78766B0F-1D0A-400E-8BF8-3E87A58AC502}" srcOrd="1" destOrd="0" presId="urn:microsoft.com/office/officeart/2005/8/layout/chevron1"/>
    <dgm:cxn modelId="{A1CA9F06-AE60-4E6A-B1AC-D4284B44EB30}" type="presParOf" srcId="{F3543778-B5AC-41B9-90EA-80543C147125}" destId="{B427522F-718B-4529-A81D-E60ACBC32DFE}" srcOrd="1" destOrd="0" presId="urn:microsoft.com/office/officeart/2005/8/layout/chevron1"/>
    <dgm:cxn modelId="{16903A38-DB7E-4296-8D32-D67BED48C857}" type="presParOf" srcId="{F3543778-B5AC-41B9-90EA-80543C147125}" destId="{67E71ACF-69E9-4C62-8A6E-5E0FFB8F1E0B}" srcOrd="2" destOrd="0" presId="urn:microsoft.com/office/officeart/2005/8/layout/chevron1"/>
    <dgm:cxn modelId="{3D31DCA0-9D50-4F7F-8455-19777B638379}" type="presParOf" srcId="{67E71ACF-69E9-4C62-8A6E-5E0FFB8F1E0B}" destId="{9F3A5442-1F78-40DB-BCA9-11F57E11EEC2}" srcOrd="0" destOrd="0" presId="urn:microsoft.com/office/officeart/2005/8/layout/chevron1"/>
    <dgm:cxn modelId="{4C7DC5F7-B221-42BF-841D-8D8880BE63E0}" type="presParOf" srcId="{67E71ACF-69E9-4C62-8A6E-5E0FFB8F1E0B}" destId="{155AA30A-CBDF-408E-9994-998C02C2107E}" srcOrd="1" destOrd="0" presId="urn:microsoft.com/office/officeart/2005/8/layout/chevron1"/>
    <dgm:cxn modelId="{8DCAC787-197C-44EF-8F64-0F6D4D9F760D}" type="presParOf" srcId="{F3543778-B5AC-41B9-90EA-80543C147125}" destId="{6DAE5CAC-AA21-4F84-AA52-23BEEB8C26B5}" srcOrd="3" destOrd="0" presId="urn:microsoft.com/office/officeart/2005/8/layout/chevron1"/>
    <dgm:cxn modelId="{F65E314B-8BC9-492F-96B1-FC4B868C8CDB}" type="presParOf" srcId="{F3543778-B5AC-41B9-90EA-80543C147125}" destId="{CFE5AF0A-B509-401F-BF4F-1381CABBD750}" srcOrd="4" destOrd="0" presId="urn:microsoft.com/office/officeart/2005/8/layout/chevron1"/>
    <dgm:cxn modelId="{BCE807A1-D722-4C48-A07E-5EBEF456D136}" type="presParOf" srcId="{CFE5AF0A-B509-401F-BF4F-1381CABBD750}" destId="{4D65CB13-CA82-4CBF-B1F4-5A33046C1726}" srcOrd="0" destOrd="0" presId="urn:microsoft.com/office/officeart/2005/8/layout/chevron1"/>
    <dgm:cxn modelId="{233A932F-C222-4F90-8CCE-D41B6BED5145}" type="presParOf" srcId="{CFE5AF0A-B509-401F-BF4F-1381CABBD750}" destId="{92D78540-7CD2-4D23-B825-F4C6E848E2EB}" srcOrd="1" destOrd="0" presId="urn:microsoft.com/office/officeart/2005/8/layout/chevron1"/>
    <dgm:cxn modelId="{54410DF6-69F2-4365-A5B2-4BC793B454B1}" type="presParOf" srcId="{F3543778-B5AC-41B9-90EA-80543C147125}" destId="{19EC97C3-133A-4D88-9A38-44F6E7C2DB16}" srcOrd="5" destOrd="0" presId="urn:microsoft.com/office/officeart/2005/8/layout/chevron1"/>
    <dgm:cxn modelId="{DA13042C-C356-42B2-BD43-FBCA29CF1CA5}" type="presParOf" srcId="{F3543778-B5AC-41B9-90EA-80543C147125}" destId="{044254D5-E036-459E-8536-46C966CFD925}" srcOrd="6" destOrd="0" presId="urn:microsoft.com/office/officeart/2005/8/layout/chevron1"/>
    <dgm:cxn modelId="{CE7D340A-561D-4975-9D5B-7E84CD214AE2}" type="presParOf" srcId="{044254D5-E036-459E-8536-46C966CFD925}" destId="{AD6AEDE4-0A46-4E84-9187-FA507DD83197}" srcOrd="0" destOrd="0" presId="urn:microsoft.com/office/officeart/2005/8/layout/chevron1"/>
    <dgm:cxn modelId="{8E255CFF-E23F-4598-B2FE-7B18BCF121F4}" type="presParOf" srcId="{044254D5-E036-459E-8536-46C966CFD925}" destId="{D140F68B-6281-48F8-A268-523CEFEBAE7C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055723-8652-471A-831F-552F3DF2A243}" type="doc">
      <dgm:prSet loTypeId="urn:microsoft.com/office/officeart/2005/8/layout/target1" loCatId="relationship" qsTypeId="urn:microsoft.com/office/officeart/2005/8/quickstyle/simple1" qsCatId="simple" csTypeId="urn:microsoft.com/office/officeart/2005/8/colors/colorful4" csCatId="colorful" phldr="1"/>
      <dgm:spPr/>
    </dgm:pt>
    <dgm:pt modelId="{50C81FF7-7D68-4F2F-BA0A-04FF4B74B6F9}">
      <dgm:prSet phldrT="[Text]" custT="1"/>
      <dgm:spPr/>
      <dgm:t>
        <a:bodyPr/>
        <a:lstStyle/>
        <a:p>
          <a:r>
            <a: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(IT) Architecture   </a:t>
          </a:r>
        </a:p>
      </dgm:t>
    </dgm:pt>
    <dgm:pt modelId="{BB3D8898-A709-4949-9ACC-14917331F259}" type="parTrans" cxnId="{4A00C741-86FE-4223-A00B-0964FFA834AA}">
      <dgm:prSet/>
      <dgm:spPr/>
      <dgm:t>
        <a:bodyPr/>
        <a:lstStyle/>
        <a:p>
          <a:endParaRPr lang="en-US"/>
        </a:p>
      </dgm:t>
    </dgm:pt>
    <dgm:pt modelId="{E9BA0C50-3DCF-4B1E-A2EF-EEF4E05060BB}" type="sibTrans" cxnId="{4A00C741-86FE-4223-A00B-0964FFA834AA}">
      <dgm:prSet/>
      <dgm:spPr/>
      <dgm:t>
        <a:bodyPr/>
        <a:lstStyle/>
        <a:p>
          <a:endParaRPr lang="en-US"/>
        </a:p>
      </dgm:t>
    </dgm:pt>
    <dgm:pt modelId="{6E8F8B60-80D6-4447-8FD1-B5B83CD3902C}">
      <dgm:prSet phldrT="[Text]" custT="1"/>
      <dgm:spPr/>
      <dgm:t>
        <a:bodyPr/>
        <a:lstStyle/>
        <a:p>
          <a:r>
            <a:rPr lang="en-US" sz="2000" b="1" dirty="0">
              <a:solidFill>
                <a:srgbClr val="0066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Architecture</a:t>
          </a:r>
        </a:p>
      </dgm:t>
    </dgm:pt>
    <dgm:pt modelId="{50957E61-3EBF-4F0C-A5B2-FCCD8936C039}" type="parTrans" cxnId="{3C53A261-4E22-4FF6-92F2-5D9342706E90}">
      <dgm:prSet/>
      <dgm:spPr/>
      <dgm:t>
        <a:bodyPr/>
        <a:lstStyle/>
        <a:p>
          <a:endParaRPr lang="en-US"/>
        </a:p>
      </dgm:t>
    </dgm:pt>
    <dgm:pt modelId="{78AEF7B2-AF1E-4876-949F-3978AEFA2C2F}" type="sibTrans" cxnId="{3C53A261-4E22-4FF6-92F2-5D9342706E90}">
      <dgm:prSet/>
      <dgm:spPr/>
      <dgm:t>
        <a:bodyPr/>
        <a:lstStyle/>
        <a:p>
          <a:endParaRPr lang="en-US"/>
        </a:p>
      </dgm:t>
    </dgm:pt>
    <dgm:pt modelId="{360E738F-B309-4F87-8BD6-9249E3750BFC}">
      <dgm:prSet phldrT="[Text]" custT="1"/>
      <dgm:spPr/>
      <dgm:t>
        <a:bodyPr/>
        <a:lstStyle/>
        <a:p>
          <a:r>
            <a:rPr lang="en-US" sz="2000" b="1" dirty="0">
              <a:solidFill>
                <a:srgbClr val="0066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Business Architecture</a:t>
          </a:r>
        </a:p>
      </dgm:t>
    </dgm:pt>
    <dgm:pt modelId="{B6806219-8A1E-43D2-B888-66A80E14656A}" type="parTrans" cxnId="{C1E89493-C1AF-41ED-A8A2-2E602DD290DC}">
      <dgm:prSet/>
      <dgm:spPr/>
      <dgm:t>
        <a:bodyPr/>
        <a:lstStyle/>
        <a:p>
          <a:endParaRPr lang="en-US"/>
        </a:p>
      </dgm:t>
    </dgm:pt>
    <dgm:pt modelId="{672ADA54-41A6-40A8-A885-74C9EA1006C9}" type="sibTrans" cxnId="{C1E89493-C1AF-41ED-A8A2-2E602DD290DC}">
      <dgm:prSet/>
      <dgm:spPr/>
      <dgm:t>
        <a:bodyPr/>
        <a:lstStyle/>
        <a:p>
          <a:endParaRPr lang="en-US"/>
        </a:p>
      </dgm:t>
    </dgm:pt>
    <dgm:pt modelId="{05F4911E-6FFD-4023-B9F5-58856D9D0566}">
      <dgm:prSet phldrT="[Text]" custT="1"/>
      <dgm:spPr/>
      <dgm:t>
        <a:bodyPr/>
        <a:lstStyle/>
        <a:p>
          <a:r>
            <a: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Environment/ Landscape/ Ecosystem Architecture</a:t>
          </a:r>
        </a:p>
      </dgm:t>
    </dgm:pt>
    <dgm:pt modelId="{5301DB59-07BE-4A86-B2FD-67F0937DBDBD}" type="parTrans" cxnId="{6F18EE15-D87E-4576-9C40-3A1D9BF0815C}">
      <dgm:prSet/>
      <dgm:spPr/>
      <dgm:t>
        <a:bodyPr/>
        <a:lstStyle/>
        <a:p>
          <a:endParaRPr lang="en-US"/>
        </a:p>
      </dgm:t>
    </dgm:pt>
    <dgm:pt modelId="{F2332C44-48FD-4CA4-9E18-822641D5225A}" type="sibTrans" cxnId="{6F18EE15-D87E-4576-9C40-3A1D9BF0815C}">
      <dgm:prSet/>
      <dgm:spPr/>
      <dgm:t>
        <a:bodyPr/>
        <a:lstStyle/>
        <a:p>
          <a:endParaRPr lang="en-US"/>
        </a:p>
      </dgm:t>
    </dgm:pt>
    <dgm:pt modelId="{D24C5B01-BEF2-4A6D-97C9-3E94FE041D33}" type="pres">
      <dgm:prSet presAssocID="{50055723-8652-471A-831F-552F3DF2A243}" presName="composite" presStyleCnt="0">
        <dgm:presLayoutVars>
          <dgm:chMax val="5"/>
          <dgm:dir/>
          <dgm:resizeHandles val="exact"/>
        </dgm:presLayoutVars>
      </dgm:prSet>
      <dgm:spPr/>
    </dgm:pt>
    <dgm:pt modelId="{3BA68D7C-BDC2-494B-8902-0111A2613489}" type="pres">
      <dgm:prSet presAssocID="{50C81FF7-7D68-4F2F-BA0A-04FF4B74B6F9}" presName="circle1" presStyleLbl="lnNode1" presStyleIdx="0" presStyleCnt="4" custScaleX="118333" custScaleY="113333"/>
      <dgm:spPr/>
    </dgm:pt>
    <dgm:pt modelId="{CE28AFB6-247B-45AA-8B96-356522FDC378}" type="pres">
      <dgm:prSet presAssocID="{50C81FF7-7D68-4F2F-BA0A-04FF4B74B6F9}" presName="text1" presStyleLbl="revTx" presStyleIdx="0" presStyleCnt="4" custScaleX="125946" custLinFactNeighborX="10113">
        <dgm:presLayoutVars>
          <dgm:bulletEnabled val="1"/>
        </dgm:presLayoutVars>
      </dgm:prSet>
      <dgm:spPr/>
    </dgm:pt>
    <dgm:pt modelId="{0D2606F6-7B00-4534-A141-029F252F0589}" type="pres">
      <dgm:prSet presAssocID="{50C81FF7-7D68-4F2F-BA0A-04FF4B74B6F9}" presName="line1" presStyleLbl="callout" presStyleIdx="0" presStyleCnt="8" custLinFactY="-100000" custLinFactNeighborY="-179914"/>
      <dgm:spPr/>
    </dgm:pt>
    <dgm:pt modelId="{F27893B8-FB9B-4BF7-A09A-B942766087A0}" type="pres">
      <dgm:prSet presAssocID="{50C81FF7-7D68-4F2F-BA0A-04FF4B74B6F9}" presName="d1" presStyleLbl="callout" presStyleIdx="1" presStyleCnt="8" custScaleX="102498" custScaleY="105966"/>
      <dgm:spPr>
        <a:ln>
          <a:headEnd type="none" w="med" len="med"/>
          <a:tailEnd type="arrow" w="med" len="med"/>
        </a:ln>
      </dgm:spPr>
    </dgm:pt>
    <dgm:pt modelId="{E39B9511-936D-4829-86C2-9BED3A63E9E4}" type="pres">
      <dgm:prSet presAssocID="{6E8F8B60-80D6-4447-8FD1-B5B83CD3902C}" presName="circle2" presStyleLbl="lnNode1" presStyleIdx="1" presStyleCnt="4" custScaleX="118333" custScaleY="113333"/>
      <dgm:spPr/>
    </dgm:pt>
    <dgm:pt modelId="{96324C6D-524E-468C-9545-4F9C3653087A}" type="pres">
      <dgm:prSet presAssocID="{6E8F8B60-80D6-4447-8FD1-B5B83CD3902C}" presName="text2" presStyleLbl="revTx" presStyleIdx="1" presStyleCnt="4" custLinFactNeighborX="10113">
        <dgm:presLayoutVars>
          <dgm:bulletEnabled val="1"/>
        </dgm:presLayoutVars>
      </dgm:prSet>
      <dgm:spPr/>
    </dgm:pt>
    <dgm:pt modelId="{1FDE728C-993A-4BDD-8537-0D6DF52081C9}" type="pres">
      <dgm:prSet presAssocID="{6E8F8B60-80D6-4447-8FD1-B5B83CD3902C}" presName="line2" presStyleLbl="callout" presStyleIdx="2" presStyleCnt="8"/>
      <dgm:spPr/>
    </dgm:pt>
    <dgm:pt modelId="{4D141BA0-2AD6-42D7-86E1-25DED5187DC1}" type="pres">
      <dgm:prSet presAssocID="{6E8F8B60-80D6-4447-8FD1-B5B83CD3902C}" presName="d2" presStyleLbl="callout" presStyleIdx="3" presStyleCnt="8"/>
      <dgm:spPr>
        <a:ln>
          <a:headEnd type="none" w="med" len="med"/>
          <a:tailEnd type="arrow" w="med" len="med"/>
        </a:ln>
      </dgm:spPr>
    </dgm:pt>
    <dgm:pt modelId="{8C096D5F-D13B-4D55-BB9E-F73B44CB7062}" type="pres">
      <dgm:prSet presAssocID="{360E738F-B309-4F87-8BD6-9249E3750BFC}" presName="circle3" presStyleLbl="lnNode1" presStyleIdx="2" presStyleCnt="4" custScaleX="118333" custScaleY="113333"/>
      <dgm:spPr/>
    </dgm:pt>
    <dgm:pt modelId="{82EAD18B-248C-4B21-9CA0-48F1E03A22A2}" type="pres">
      <dgm:prSet presAssocID="{360E738F-B309-4F87-8BD6-9249E3750BFC}" presName="text3" presStyleLbl="revTx" presStyleIdx="2" presStyleCnt="4" custLinFactNeighborX="10113">
        <dgm:presLayoutVars>
          <dgm:bulletEnabled val="1"/>
        </dgm:presLayoutVars>
      </dgm:prSet>
      <dgm:spPr/>
    </dgm:pt>
    <dgm:pt modelId="{CBB59072-3C83-45AA-8FB9-66634893CF37}" type="pres">
      <dgm:prSet presAssocID="{360E738F-B309-4F87-8BD6-9249E3750BFC}" presName="line3" presStyleLbl="callout" presStyleIdx="4" presStyleCnt="8" custLinFactNeighborX="40454" custLinFactNeighborY="3"/>
      <dgm:spPr/>
    </dgm:pt>
    <dgm:pt modelId="{705F0B10-07D0-4FDC-8629-1760C79912AA}" type="pres">
      <dgm:prSet presAssocID="{360E738F-B309-4F87-8BD6-9249E3750BFC}" presName="d3" presStyleLbl="callout" presStyleIdx="5" presStyleCnt="8" custLinFactNeighborX="15209"/>
      <dgm:spPr>
        <a:ln>
          <a:headEnd type="none" w="med" len="med"/>
          <a:tailEnd type="arrow" w="med" len="med"/>
        </a:ln>
      </dgm:spPr>
    </dgm:pt>
    <dgm:pt modelId="{99AE8195-E5D0-44A8-A64F-8ADE9D4A1A00}" type="pres">
      <dgm:prSet presAssocID="{05F4911E-6FFD-4023-B9F5-58856D9D0566}" presName="circle4" presStyleLbl="lnNode1" presStyleIdx="3" presStyleCnt="4" custScaleX="118333" custScaleY="113333"/>
      <dgm:spPr/>
    </dgm:pt>
    <dgm:pt modelId="{4D2D74D7-6F66-4397-A175-E37FFB0F88CD}" type="pres">
      <dgm:prSet presAssocID="{05F4911E-6FFD-4023-B9F5-58856D9D0566}" presName="text4" presStyleLbl="revTx" presStyleIdx="3" presStyleCnt="4" custScaleX="117353" custLinFactNeighborX="14551" custLinFactNeighborY="22824">
        <dgm:presLayoutVars>
          <dgm:bulletEnabled val="1"/>
        </dgm:presLayoutVars>
      </dgm:prSet>
      <dgm:spPr/>
    </dgm:pt>
    <dgm:pt modelId="{74C980F9-A6B3-4090-93DF-2E2675568618}" type="pres">
      <dgm:prSet presAssocID="{05F4911E-6FFD-4023-B9F5-58856D9D0566}" presName="line4" presStyleLbl="callout" presStyleIdx="6" presStyleCnt="8" custLinFactNeighborX="57751" custLinFactNeighborY="3"/>
      <dgm:spPr/>
    </dgm:pt>
    <dgm:pt modelId="{E19223D4-502F-4897-A3F3-4D974E94B659}" type="pres">
      <dgm:prSet presAssocID="{05F4911E-6FFD-4023-B9F5-58856D9D0566}" presName="d4" presStyleLbl="callout" presStyleIdx="7" presStyleCnt="8" custLinFactNeighborX="31071"/>
      <dgm:spPr>
        <a:ln>
          <a:headEnd type="none" w="med" len="med"/>
          <a:tailEnd type="arrow" w="med" len="med"/>
        </a:ln>
      </dgm:spPr>
    </dgm:pt>
  </dgm:ptLst>
  <dgm:cxnLst>
    <dgm:cxn modelId="{6F18EE15-D87E-4576-9C40-3A1D9BF0815C}" srcId="{50055723-8652-471A-831F-552F3DF2A243}" destId="{05F4911E-6FFD-4023-B9F5-58856D9D0566}" srcOrd="3" destOrd="0" parTransId="{5301DB59-07BE-4A86-B2FD-67F0937DBDBD}" sibTransId="{F2332C44-48FD-4CA4-9E18-822641D5225A}"/>
    <dgm:cxn modelId="{4A00C741-86FE-4223-A00B-0964FFA834AA}" srcId="{50055723-8652-471A-831F-552F3DF2A243}" destId="{50C81FF7-7D68-4F2F-BA0A-04FF4B74B6F9}" srcOrd="0" destOrd="0" parTransId="{BB3D8898-A709-4949-9ACC-14917331F259}" sibTransId="{E9BA0C50-3DCF-4B1E-A2EF-EEF4E05060BB}"/>
    <dgm:cxn modelId="{3C53A261-4E22-4FF6-92F2-5D9342706E90}" srcId="{50055723-8652-471A-831F-552F3DF2A243}" destId="{6E8F8B60-80D6-4447-8FD1-B5B83CD3902C}" srcOrd="1" destOrd="0" parTransId="{50957E61-3EBF-4F0C-A5B2-FCCD8936C039}" sibTransId="{78AEF7B2-AF1E-4876-949F-3978AEFA2C2F}"/>
    <dgm:cxn modelId="{EB408082-4B8B-4D98-A0BD-45DE182D69DC}" type="presOf" srcId="{360E738F-B309-4F87-8BD6-9249E3750BFC}" destId="{82EAD18B-248C-4B21-9CA0-48F1E03A22A2}" srcOrd="0" destOrd="0" presId="urn:microsoft.com/office/officeart/2005/8/layout/target1"/>
    <dgm:cxn modelId="{C1E89493-C1AF-41ED-A8A2-2E602DD290DC}" srcId="{50055723-8652-471A-831F-552F3DF2A243}" destId="{360E738F-B309-4F87-8BD6-9249E3750BFC}" srcOrd="2" destOrd="0" parTransId="{B6806219-8A1E-43D2-B888-66A80E14656A}" sibTransId="{672ADA54-41A6-40A8-A885-74C9EA1006C9}"/>
    <dgm:cxn modelId="{8EE89BAD-0CD5-4607-9AFE-F2DF2DBA1322}" type="presOf" srcId="{50C81FF7-7D68-4F2F-BA0A-04FF4B74B6F9}" destId="{CE28AFB6-247B-45AA-8B96-356522FDC378}" srcOrd="0" destOrd="0" presId="urn:microsoft.com/office/officeart/2005/8/layout/target1"/>
    <dgm:cxn modelId="{325491AF-AF0E-4B9C-99B0-D108FD2C6230}" type="presOf" srcId="{6E8F8B60-80D6-4447-8FD1-B5B83CD3902C}" destId="{96324C6D-524E-468C-9545-4F9C3653087A}" srcOrd="0" destOrd="0" presId="urn:microsoft.com/office/officeart/2005/8/layout/target1"/>
    <dgm:cxn modelId="{C31ED0E0-E93E-4E7C-85E6-6FD70FC96B49}" type="presOf" srcId="{50055723-8652-471A-831F-552F3DF2A243}" destId="{D24C5B01-BEF2-4A6D-97C9-3E94FE041D33}" srcOrd="0" destOrd="0" presId="urn:microsoft.com/office/officeart/2005/8/layout/target1"/>
    <dgm:cxn modelId="{629F53EF-21CA-4677-A423-9CBC64F72853}" type="presOf" srcId="{05F4911E-6FFD-4023-B9F5-58856D9D0566}" destId="{4D2D74D7-6F66-4397-A175-E37FFB0F88CD}" srcOrd="0" destOrd="0" presId="urn:microsoft.com/office/officeart/2005/8/layout/target1"/>
    <dgm:cxn modelId="{068F7BC0-BE50-47DF-A646-358CA9C5436C}" type="presParOf" srcId="{D24C5B01-BEF2-4A6D-97C9-3E94FE041D33}" destId="{3BA68D7C-BDC2-494B-8902-0111A2613489}" srcOrd="0" destOrd="0" presId="urn:microsoft.com/office/officeart/2005/8/layout/target1"/>
    <dgm:cxn modelId="{3E8B2CBB-BD48-4E1D-9D0C-EAFE139262CE}" type="presParOf" srcId="{D24C5B01-BEF2-4A6D-97C9-3E94FE041D33}" destId="{CE28AFB6-247B-45AA-8B96-356522FDC378}" srcOrd="1" destOrd="0" presId="urn:microsoft.com/office/officeart/2005/8/layout/target1"/>
    <dgm:cxn modelId="{B3BA7750-87E9-432D-80DF-8F6D70BE2C9C}" type="presParOf" srcId="{D24C5B01-BEF2-4A6D-97C9-3E94FE041D33}" destId="{0D2606F6-7B00-4534-A141-029F252F0589}" srcOrd="2" destOrd="0" presId="urn:microsoft.com/office/officeart/2005/8/layout/target1"/>
    <dgm:cxn modelId="{85B3C946-DE28-4B1C-93F9-0699ED7C3C96}" type="presParOf" srcId="{D24C5B01-BEF2-4A6D-97C9-3E94FE041D33}" destId="{F27893B8-FB9B-4BF7-A09A-B942766087A0}" srcOrd="3" destOrd="0" presId="urn:microsoft.com/office/officeart/2005/8/layout/target1"/>
    <dgm:cxn modelId="{33AB6407-6651-430E-8252-2CDDF37DF1FA}" type="presParOf" srcId="{D24C5B01-BEF2-4A6D-97C9-3E94FE041D33}" destId="{E39B9511-936D-4829-86C2-9BED3A63E9E4}" srcOrd="4" destOrd="0" presId="urn:microsoft.com/office/officeart/2005/8/layout/target1"/>
    <dgm:cxn modelId="{B6B49EDA-DE6B-48C7-A7AF-301AC1654C8D}" type="presParOf" srcId="{D24C5B01-BEF2-4A6D-97C9-3E94FE041D33}" destId="{96324C6D-524E-468C-9545-4F9C3653087A}" srcOrd="5" destOrd="0" presId="urn:microsoft.com/office/officeart/2005/8/layout/target1"/>
    <dgm:cxn modelId="{EA56A7A6-C363-4417-9D3E-524A79134E15}" type="presParOf" srcId="{D24C5B01-BEF2-4A6D-97C9-3E94FE041D33}" destId="{1FDE728C-993A-4BDD-8537-0D6DF52081C9}" srcOrd="6" destOrd="0" presId="urn:microsoft.com/office/officeart/2005/8/layout/target1"/>
    <dgm:cxn modelId="{9FAD46A2-3D78-47D2-8686-2ED15D112F7C}" type="presParOf" srcId="{D24C5B01-BEF2-4A6D-97C9-3E94FE041D33}" destId="{4D141BA0-2AD6-42D7-86E1-25DED5187DC1}" srcOrd="7" destOrd="0" presId="urn:microsoft.com/office/officeart/2005/8/layout/target1"/>
    <dgm:cxn modelId="{4C7125EF-9014-408D-BB88-CFCEF9E41528}" type="presParOf" srcId="{D24C5B01-BEF2-4A6D-97C9-3E94FE041D33}" destId="{8C096D5F-D13B-4D55-BB9E-F73B44CB7062}" srcOrd="8" destOrd="0" presId="urn:microsoft.com/office/officeart/2005/8/layout/target1"/>
    <dgm:cxn modelId="{B4D086BD-3EF7-49DF-A2B2-70717396676A}" type="presParOf" srcId="{D24C5B01-BEF2-4A6D-97C9-3E94FE041D33}" destId="{82EAD18B-248C-4B21-9CA0-48F1E03A22A2}" srcOrd="9" destOrd="0" presId="urn:microsoft.com/office/officeart/2005/8/layout/target1"/>
    <dgm:cxn modelId="{D743FE3D-E473-413C-9528-813CAC5D78C0}" type="presParOf" srcId="{D24C5B01-BEF2-4A6D-97C9-3E94FE041D33}" destId="{CBB59072-3C83-45AA-8FB9-66634893CF37}" srcOrd="10" destOrd="0" presId="urn:microsoft.com/office/officeart/2005/8/layout/target1"/>
    <dgm:cxn modelId="{AC81CA79-C597-45A4-8A0F-7C090EDF74D1}" type="presParOf" srcId="{D24C5B01-BEF2-4A6D-97C9-3E94FE041D33}" destId="{705F0B10-07D0-4FDC-8629-1760C79912AA}" srcOrd="11" destOrd="0" presId="urn:microsoft.com/office/officeart/2005/8/layout/target1"/>
    <dgm:cxn modelId="{19023C36-F247-4A43-8702-1B31F79B25AA}" type="presParOf" srcId="{D24C5B01-BEF2-4A6D-97C9-3E94FE041D33}" destId="{99AE8195-E5D0-44A8-A64F-8ADE9D4A1A00}" srcOrd="12" destOrd="0" presId="urn:microsoft.com/office/officeart/2005/8/layout/target1"/>
    <dgm:cxn modelId="{3FABD20B-DE0F-48A1-9B8C-DFB62936CABC}" type="presParOf" srcId="{D24C5B01-BEF2-4A6D-97C9-3E94FE041D33}" destId="{4D2D74D7-6F66-4397-A175-E37FFB0F88CD}" srcOrd="13" destOrd="0" presId="urn:microsoft.com/office/officeart/2005/8/layout/target1"/>
    <dgm:cxn modelId="{CBB59A57-495E-4224-8AC7-278648F02913}" type="presParOf" srcId="{D24C5B01-BEF2-4A6D-97C9-3E94FE041D33}" destId="{74C980F9-A6B3-4090-93DF-2E2675568618}" srcOrd="14" destOrd="0" presId="urn:microsoft.com/office/officeart/2005/8/layout/target1"/>
    <dgm:cxn modelId="{DCFD979B-3A0B-4881-9164-B38C11AFE721}" type="presParOf" srcId="{D24C5B01-BEF2-4A6D-97C9-3E94FE041D33}" destId="{E19223D4-502F-4897-A3F3-4D974E94B659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B1A70A-DCB5-49A2-B89A-EE5003B05DE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79BF00-A988-4386-BF9C-286BCDD7C39C}">
      <dgm:prSet custT="1"/>
      <dgm:spPr/>
      <dgm:t>
        <a:bodyPr/>
        <a:lstStyle/>
        <a:p>
          <a:pPr rtl="0"/>
          <a:r>
            <a:rPr lang="en-US" sz="1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Comparative analytics </a:t>
          </a:r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to deal with consolidation, merger and acquisition</a:t>
          </a:r>
        </a:p>
      </dgm:t>
    </dgm:pt>
    <dgm:pt modelId="{507FA077-FA40-4ACE-91D4-70671F5F7ACC}" type="parTrans" cxnId="{9BE8F81E-91C9-4CB2-9569-9B68F3A970CF}">
      <dgm:prSet/>
      <dgm:spPr/>
      <dgm:t>
        <a:bodyPr/>
        <a:lstStyle/>
        <a:p>
          <a:endParaRPr lang="en-US"/>
        </a:p>
      </dgm:t>
    </dgm:pt>
    <dgm:pt modelId="{80C49768-0879-49AB-8EB2-8359A87D48FB}" type="sibTrans" cxnId="{9BE8F81E-91C9-4CB2-9569-9B68F3A970CF}">
      <dgm:prSet/>
      <dgm:spPr/>
      <dgm:t>
        <a:bodyPr/>
        <a:lstStyle/>
        <a:p>
          <a:endParaRPr lang="en-US"/>
        </a:p>
      </dgm:t>
    </dgm:pt>
    <dgm:pt modelId="{89C31470-6A12-4BD0-A4F6-F6AACD816D15}">
      <dgm:prSet custT="1"/>
      <dgm:spPr/>
      <dgm:t>
        <a:bodyPr/>
        <a:lstStyle/>
        <a:p>
          <a:pPr rtl="0"/>
          <a:r>
            <a:rPr lang="en-US" sz="1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Ranking analytics </a:t>
          </a:r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similar to what is used for impact to identify options</a:t>
          </a:r>
        </a:p>
      </dgm:t>
    </dgm:pt>
    <dgm:pt modelId="{49A714BE-6A8D-4EFA-95DC-F9F415AC9E92}" type="parTrans" cxnId="{17982650-5F91-4B0B-8D08-02CFAAEB27F8}">
      <dgm:prSet/>
      <dgm:spPr/>
      <dgm:t>
        <a:bodyPr/>
        <a:lstStyle/>
        <a:p>
          <a:endParaRPr lang="en-US"/>
        </a:p>
      </dgm:t>
    </dgm:pt>
    <dgm:pt modelId="{F150ECA0-D95F-47D1-8FF2-B414DA80E83D}" type="sibTrans" cxnId="{17982650-5F91-4B0B-8D08-02CFAAEB27F8}">
      <dgm:prSet/>
      <dgm:spPr/>
      <dgm:t>
        <a:bodyPr/>
        <a:lstStyle/>
        <a:p>
          <a:endParaRPr lang="en-US"/>
        </a:p>
      </dgm:t>
    </dgm:pt>
    <dgm:pt modelId="{51707448-B8AC-4777-A2E1-559059923BA8}">
      <dgm:prSet custT="1"/>
      <dgm:spPr/>
      <dgm:t>
        <a:bodyPr/>
        <a:lstStyle/>
        <a:p>
          <a:pPr rtl="0"/>
          <a:r>
            <a:rPr lang="en-US" sz="1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Best fit </a:t>
          </a:r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for matching attributes along with components of the architecture </a:t>
          </a:r>
        </a:p>
      </dgm:t>
    </dgm:pt>
    <dgm:pt modelId="{EEABCED0-580D-4B5C-82A2-74C47F84F95E}" type="parTrans" cxnId="{5D7323D1-7F9A-41D2-86A6-95EC1355DB81}">
      <dgm:prSet/>
      <dgm:spPr/>
      <dgm:t>
        <a:bodyPr/>
        <a:lstStyle/>
        <a:p>
          <a:endParaRPr lang="en-US"/>
        </a:p>
      </dgm:t>
    </dgm:pt>
    <dgm:pt modelId="{9FB491F8-0526-4B00-80DF-5398E9E4895C}" type="sibTrans" cxnId="{5D7323D1-7F9A-41D2-86A6-95EC1355DB81}">
      <dgm:prSet/>
      <dgm:spPr/>
      <dgm:t>
        <a:bodyPr/>
        <a:lstStyle/>
        <a:p>
          <a:endParaRPr lang="en-US"/>
        </a:p>
      </dgm:t>
    </dgm:pt>
    <dgm:pt modelId="{1A299F2B-C53B-4DBA-9BEA-8B26D4A181B1}">
      <dgm:prSet custT="1"/>
      <dgm:spPr/>
      <dgm:t>
        <a:bodyPr/>
        <a:lstStyle/>
        <a:p>
          <a:pPr rtl="0"/>
          <a:r>
            <a:rPr lang="en-US" sz="1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Affinity analysis </a:t>
          </a:r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to group things</a:t>
          </a:r>
        </a:p>
      </dgm:t>
    </dgm:pt>
    <dgm:pt modelId="{EBE964E3-B9DC-440C-A46D-725B03A10308}" type="parTrans" cxnId="{EE5CFDEB-3B83-4CB9-8093-FB84CBEF3285}">
      <dgm:prSet/>
      <dgm:spPr/>
      <dgm:t>
        <a:bodyPr/>
        <a:lstStyle/>
        <a:p>
          <a:endParaRPr lang="en-US"/>
        </a:p>
      </dgm:t>
    </dgm:pt>
    <dgm:pt modelId="{A8B2DB87-5EB7-4330-BABB-9D8F1DD847B4}" type="sibTrans" cxnId="{EE5CFDEB-3B83-4CB9-8093-FB84CBEF3285}">
      <dgm:prSet/>
      <dgm:spPr/>
      <dgm:t>
        <a:bodyPr/>
        <a:lstStyle/>
        <a:p>
          <a:endParaRPr lang="en-US"/>
        </a:p>
      </dgm:t>
    </dgm:pt>
    <dgm:pt modelId="{BE4C31C3-22A9-446B-A80F-29BC979E71FA}">
      <dgm:prSet custT="1"/>
      <dgm:spPr/>
      <dgm:t>
        <a:bodyPr/>
        <a:lstStyle/>
        <a:p>
          <a:pPr rtl="0"/>
          <a:r>
            <a:rPr lang="en-US" sz="1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Predictive analytics </a:t>
          </a:r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with clustering to identify hidden relationships for deployment </a:t>
          </a:r>
        </a:p>
      </dgm:t>
    </dgm:pt>
    <dgm:pt modelId="{A5E19B86-2C1B-4A6A-8845-76959ED92E04}" type="parTrans" cxnId="{E1FD214A-35BD-4EC5-8E49-E32CBFAC0D9D}">
      <dgm:prSet/>
      <dgm:spPr/>
      <dgm:t>
        <a:bodyPr/>
        <a:lstStyle/>
        <a:p>
          <a:endParaRPr lang="en-US"/>
        </a:p>
      </dgm:t>
    </dgm:pt>
    <dgm:pt modelId="{28A8B6E8-A694-4ECB-BF23-028CC40A803C}" type="sibTrans" cxnId="{E1FD214A-35BD-4EC5-8E49-E32CBFAC0D9D}">
      <dgm:prSet/>
      <dgm:spPr/>
      <dgm:t>
        <a:bodyPr/>
        <a:lstStyle/>
        <a:p>
          <a:endParaRPr lang="en-US"/>
        </a:p>
      </dgm:t>
    </dgm:pt>
    <dgm:pt modelId="{14BBF43B-D5E2-4F64-A047-C5E1A8D5578A}">
      <dgm:prSet custT="1"/>
      <dgm:spPr/>
      <dgm:t>
        <a:bodyPr/>
        <a:lstStyle/>
        <a:p>
          <a:pPr rtl="0"/>
          <a:r>
            <a:rPr lang="en-US" sz="1800" b="1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Impact analysis </a:t>
          </a:r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for linkage between architecture perspectives</a:t>
          </a:r>
        </a:p>
      </dgm:t>
    </dgm:pt>
    <dgm:pt modelId="{7822136D-59F7-4209-A68E-E64BA3B333EB}" type="parTrans" cxnId="{90139F27-E230-4E75-8F39-9A7634CD5D14}">
      <dgm:prSet/>
      <dgm:spPr/>
      <dgm:t>
        <a:bodyPr/>
        <a:lstStyle/>
        <a:p>
          <a:endParaRPr lang="en-US"/>
        </a:p>
      </dgm:t>
    </dgm:pt>
    <dgm:pt modelId="{13FC7539-DA42-4C42-A4A4-9CCCC99FBA08}" type="sibTrans" cxnId="{90139F27-E230-4E75-8F39-9A7634CD5D14}">
      <dgm:prSet/>
      <dgm:spPr/>
      <dgm:t>
        <a:bodyPr/>
        <a:lstStyle/>
        <a:p>
          <a:endParaRPr lang="en-US"/>
        </a:p>
      </dgm:t>
    </dgm:pt>
    <dgm:pt modelId="{ADC732A8-3DF6-4365-A193-6D02E4FFFEE4}" type="pres">
      <dgm:prSet presAssocID="{71B1A70A-DCB5-49A2-B89A-EE5003B05DE1}" presName="linear" presStyleCnt="0">
        <dgm:presLayoutVars>
          <dgm:dir/>
          <dgm:animLvl val="lvl"/>
          <dgm:resizeHandles val="exact"/>
        </dgm:presLayoutVars>
      </dgm:prSet>
      <dgm:spPr/>
    </dgm:pt>
    <dgm:pt modelId="{586AF3EF-9F14-4EB8-A509-C764C982440B}" type="pres">
      <dgm:prSet presAssocID="{14BBF43B-D5E2-4F64-A047-C5E1A8D5578A}" presName="parentLin" presStyleCnt="0"/>
      <dgm:spPr/>
    </dgm:pt>
    <dgm:pt modelId="{79FC72B1-D23F-425E-9167-28C70FB1E94E}" type="pres">
      <dgm:prSet presAssocID="{14BBF43B-D5E2-4F64-A047-C5E1A8D5578A}" presName="parentLeftMargin" presStyleLbl="node1" presStyleIdx="0" presStyleCnt="6"/>
      <dgm:spPr/>
    </dgm:pt>
    <dgm:pt modelId="{1F845E39-8FE2-4351-AB92-D380714D55BF}" type="pres">
      <dgm:prSet presAssocID="{14BBF43B-D5E2-4F64-A047-C5E1A8D5578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52EB789-18AC-4069-A9D9-3281774E73A7}" type="pres">
      <dgm:prSet presAssocID="{14BBF43B-D5E2-4F64-A047-C5E1A8D5578A}" presName="negativeSpace" presStyleCnt="0"/>
      <dgm:spPr/>
    </dgm:pt>
    <dgm:pt modelId="{2943CD2B-508A-4308-A615-8B6B474DE244}" type="pres">
      <dgm:prSet presAssocID="{14BBF43B-D5E2-4F64-A047-C5E1A8D5578A}" presName="childText" presStyleLbl="conFgAcc1" presStyleIdx="0" presStyleCnt="6">
        <dgm:presLayoutVars>
          <dgm:bulletEnabled val="1"/>
        </dgm:presLayoutVars>
      </dgm:prSet>
      <dgm:spPr/>
    </dgm:pt>
    <dgm:pt modelId="{983DC6A9-BFF5-4D53-AD7A-1B32D410FC24}" type="pres">
      <dgm:prSet presAssocID="{13FC7539-DA42-4C42-A4A4-9CCCC99FBA08}" presName="spaceBetweenRectangles" presStyleCnt="0"/>
      <dgm:spPr/>
    </dgm:pt>
    <dgm:pt modelId="{C23E34C4-F6C7-43BE-B172-B52F57486324}" type="pres">
      <dgm:prSet presAssocID="{D679BF00-A988-4386-BF9C-286BCDD7C39C}" presName="parentLin" presStyleCnt="0"/>
      <dgm:spPr/>
    </dgm:pt>
    <dgm:pt modelId="{449AC8F0-6E49-4A03-A4EF-6EE0D8C04929}" type="pres">
      <dgm:prSet presAssocID="{D679BF00-A988-4386-BF9C-286BCDD7C39C}" presName="parentLeftMargin" presStyleLbl="node1" presStyleIdx="0" presStyleCnt="6"/>
      <dgm:spPr/>
    </dgm:pt>
    <dgm:pt modelId="{2FA9641A-CECE-4120-9A9B-71909B8A1906}" type="pres">
      <dgm:prSet presAssocID="{D679BF00-A988-4386-BF9C-286BCDD7C39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E9DBB35-338B-4B65-9031-E2C2738869A3}" type="pres">
      <dgm:prSet presAssocID="{D679BF00-A988-4386-BF9C-286BCDD7C39C}" presName="negativeSpace" presStyleCnt="0"/>
      <dgm:spPr/>
    </dgm:pt>
    <dgm:pt modelId="{CEDE9F4E-04F9-456D-B0FF-67A6C260E6FA}" type="pres">
      <dgm:prSet presAssocID="{D679BF00-A988-4386-BF9C-286BCDD7C39C}" presName="childText" presStyleLbl="conFgAcc1" presStyleIdx="1" presStyleCnt="6">
        <dgm:presLayoutVars>
          <dgm:bulletEnabled val="1"/>
        </dgm:presLayoutVars>
      </dgm:prSet>
      <dgm:spPr/>
    </dgm:pt>
    <dgm:pt modelId="{15ED6C53-DFD8-4A55-8D73-360314211C0C}" type="pres">
      <dgm:prSet presAssocID="{80C49768-0879-49AB-8EB2-8359A87D48FB}" presName="spaceBetweenRectangles" presStyleCnt="0"/>
      <dgm:spPr/>
    </dgm:pt>
    <dgm:pt modelId="{0F9A6F1C-9D7D-48F7-B560-0136A3C42847}" type="pres">
      <dgm:prSet presAssocID="{89C31470-6A12-4BD0-A4F6-F6AACD816D15}" presName="parentLin" presStyleCnt="0"/>
      <dgm:spPr/>
    </dgm:pt>
    <dgm:pt modelId="{6A756346-E878-48C6-B15C-D8826753311E}" type="pres">
      <dgm:prSet presAssocID="{89C31470-6A12-4BD0-A4F6-F6AACD816D15}" presName="parentLeftMargin" presStyleLbl="node1" presStyleIdx="1" presStyleCnt="6"/>
      <dgm:spPr/>
    </dgm:pt>
    <dgm:pt modelId="{9087F881-CF9A-422F-BF57-DDF3176592CF}" type="pres">
      <dgm:prSet presAssocID="{89C31470-6A12-4BD0-A4F6-F6AACD816D1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2971D7E-2902-413E-BE72-79D7113C2A3D}" type="pres">
      <dgm:prSet presAssocID="{89C31470-6A12-4BD0-A4F6-F6AACD816D15}" presName="negativeSpace" presStyleCnt="0"/>
      <dgm:spPr/>
    </dgm:pt>
    <dgm:pt modelId="{1E31AAAF-EFB6-4794-8E74-BA97ED84DF2F}" type="pres">
      <dgm:prSet presAssocID="{89C31470-6A12-4BD0-A4F6-F6AACD816D15}" presName="childText" presStyleLbl="conFgAcc1" presStyleIdx="2" presStyleCnt="6">
        <dgm:presLayoutVars>
          <dgm:bulletEnabled val="1"/>
        </dgm:presLayoutVars>
      </dgm:prSet>
      <dgm:spPr/>
    </dgm:pt>
    <dgm:pt modelId="{808848E5-6F7B-4F83-9375-08DDAAEB6BD1}" type="pres">
      <dgm:prSet presAssocID="{F150ECA0-D95F-47D1-8FF2-B414DA80E83D}" presName="spaceBetweenRectangles" presStyleCnt="0"/>
      <dgm:spPr/>
    </dgm:pt>
    <dgm:pt modelId="{D5BE4056-9728-40FF-B124-997A2847B03D}" type="pres">
      <dgm:prSet presAssocID="{51707448-B8AC-4777-A2E1-559059923BA8}" presName="parentLin" presStyleCnt="0"/>
      <dgm:spPr/>
    </dgm:pt>
    <dgm:pt modelId="{83B4C988-5519-4A4A-BFA4-9EB93AA94814}" type="pres">
      <dgm:prSet presAssocID="{51707448-B8AC-4777-A2E1-559059923BA8}" presName="parentLeftMargin" presStyleLbl="node1" presStyleIdx="2" presStyleCnt="6"/>
      <dgm:spPr/>
    </dgm:pt>
    <dgm:pt modelId="{1CC4311D-7DFB-436E-93CA-338AE36C8CCE}" type="pres">
      <dgm:prSet presAssocID="{51707448-B8AC-4777-A2E1-559059923BA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AA420C7-715C-445F-B77D-861CC675CD95}" type="pres">
      <dgm:prSet presAssocID="{51707448-B8AC-4777-A2E1-559059923BA8}" presName="negativeSpace" presStyleCnt="0"/>
      <dgm:spPr/>
    </dgm:pt>
    <dgm:pt modelId="{DF1AF7F8-7E56-4F53-86A6-23093247FB1B}" type="pres">
      <dgm:prSet presAssocID="{51707448-B8AC-4777-A2E1-559059923BA8}" presName="childText" presStyleLbl="conFgAcc1" presStyleIdx="3" presStyleCnt="6">
        <dgm:presLayoutVars>
          <dgm:bulletEnabled val="1"/>
        </dgm:presLayoutVars>
      </dgm:prSet>
      <dgm:spPr/>
    </dgm:pt>
    <dgm:pt modelId="{067D46D8-76CA-4BC9-BAE7-CFDD764DC735}" type="pres">
      <dgm:prSet presAssocID="{9FB491F8-0526-4B00-80DF-5398E9E4895C}" presName="spaceBetweenRectangles" presStyleCnt="0"/>
      <dgm:spPr/>
    </dgm:pt>
    <dgm:pt modelId="{3FB82EA0-9631-4D90-80BF-17BC79E25706}" type="pres">
      <dgm:prSet presAssocID="{1A299F2B-C53B-4DBA-9BEA-8B26D4A181B1}" presName="parentLin" presStyleCnt="0"/>
      <dgm:spPr/>
    </dgm:pt>
    <dgm:pt modelId="{DB605202-FB53-4F53-81D5-3E1BDA19A912}" type="pres">
      <dgm:prSet presAssocID="{1A299F2B-C53B-4DBA-9BEA-8B26D4A181B1}" presName="parentLeftMargin" presStyleLbl="node1" presStyleIdx="3" presStyleCnt="6"/>
      <dgm:spPr/>
    </dgm:pt>
    <dgm:pt modelId="{1100CB2E-A34D-4263-9034-EBA104B198BC}" type="pres">
      <dgm:prSet presAssocID="{1A299F2B-C53B-4DBA-9BEA-8B26D4A181B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AC4D308-F5D2-4924-9F6C-DA8039880F4B}" type="pres">
      <dgm:prSet presAssocID="{1A299F2B-C53B-4DBA-9BEA-8B26D4A181B1}" presName="negativeSpace" presStyleCnt="0"/>
      <dgm:spPr/>
    </dgm:pt>
    <dgm:pt modelId="{D6343248-2766-4373-8358-8873192CEE13}" type="pres">
      <dgm:prSet presAssocID="{1A299F2B-C53B-4DBA-9BEA-8B26D4A181B1}" presName="childText" presStyleLbl="conFgAcc1" presStyleIdx="4" presStyleCnt="6">
        <dgm:presLayoutVars>
          <dgm:bulletEnabled val="1"/>
        </dgm:presLayoutVars>
      </dgm:prSet>
      <dgm:spPr/>
    </dgm:pt>
    <dgm:pt modelId="{EE35FD44-E3AC-49EF-86A6-4DAC01F33388}" type="pres">
      <dgm:prSet presAssocID="{A8B2DB87-5EB7-4330-BABB-9D8F1DD847B4}" presName="spaceBetweenRectangles" presStyleCnt="0"/>
      <dgm:spPr/>
    </dgm:pt>
    <dgm:pt modelId="{B8096888-F887-4AC1-8D50-6290C7034B8C}" type="pres">
      <dgm:prSet presAssocID="{BE4C31C3-22A9-446B-A80F-29BC979E71FA}" presName="parentLin" presStyleCnt="0"/>
      <dgm:spPr/>
    </dgm:pt>
    <dgm:pt modelId="{164B7A50-70F2-4162-BA90-562D7F580887}" type="pres">
      <dgm:prSet presAssocID="{BE4C31C3-22A9-446B-A80F-29BC979E71FA}" presName="parentLeftMargin" presStyleLbl="node1" presStyleIdx="4" presStyleCnt="6"/>
      <dgm:spPr/>
    </dgm:pt>
    <dgm:pt modelId="{87B99524-1B45-484C-9B61-25034015D50F}" type="pres">
      <dgm:prSet presAssocID="{BE4C31C3-22A9-446B-A80F-29BC979E71FA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38D0934-5300-411C-9665-CF5866BF42DC}" type="pres">
      <dgm:prSet presAssocID="{BE4C31C3-22A9-446B-A80F-29BC979E71FA}" presName="negativeSpace" presStyleCnt="0"/>
      <dgm:spPr/>
    </dgm:pt>
    <dgm:pt modelId="{D2964CF2-68A0-49A5-9C2F-40104DE51603}" type="pres">
      <dgm:prSet presAssocID="{BE4C31C3-22A9-446B-A80F-29BC979E71FA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2BCF102-F376-4899-A9B0-9D08C7852667}" type="presOf" srcId="{14BBF43B-D5E2-4F64-A047-C5E1A8D5578A}" destId="{1F845E39-8FE2-4351-AB92-D380714D55BF}" srcOrd="1" destOrd="0" presId="urn:microsoft.com/office/officeart/2005/8/layout/list1"/>
    <dgm:cxn modelId="{5BC33D0B-1340-4B51-8295-2CBAF01D70C2}" type="presOf" srcId="{BE4C31C3-22A9-446B-A80F-29BC979E71FA}" destId="{87B99524-1B45-484C-9B61-25034015D50F}" srcOrd="1" destOrd="0" presId="urn:microsoft.com/office/officeart/2005/8/layout/list1"/>
    <dgm:cxn modelId="{6C9A9A1E-509F-40E7-A52D-6C46332B40A9}" type="presOf" srcId="{1A299F2B-C53B-4DBA-9BEA-8B26D4A181B1}" destId="{1100CB2E-A34D-4263-9034-EBA104B198BC}" srcOrd="1" destOrd="0" presId="urn:microsoft.com/office/officeart/2005/8/layout/list1"/>
    <dgm:cxn modelId="{9BE8F81E-91C9-4CB2-9569-9B68F3A970CF}" srcId="{71B1A70A-DCB5-49A2-B89A-EE5003B05DE1}" destId="{D679BF00-A988-4386-BF9C-286BCDD7C39C}" srcOrd="1" destOrd="0" parTransId="{507FA077-FA40-4ACE-91D4-70671F5F7ACC}" sibTransId="{80C49768-0879-49AB-8EB2-8359A87D48FB}"/>
    <dgm:cxn modelId="{0A44CB20-2423-4D01-B05A-0C32220440D1}" type="presOf" srcId="{51707448-B8AC-4777-A2E1-559059923BA8}" destId="{1CC4311D-7DFB-436E-93CA-338AE36C8CCE}" srcOrd="1" destOrd="0" presId="urn:microsoft.com/office/officeart/2005/8/layout/list1"/>
    <dgm:cxn modelId="{E6820323-A649-47B1-82E4-01B087B97191}" type="presOf" srcId="{1A299F2B-C53B-4DBA-9BEA-8B26D4A181B1}" destId="{DB605202-FB53-4F53-81D5-3E1BDA19A912}" srcOrd="0" destOrd="0" presId="urn:microsoft.com/office/officeart/2005/8/layout/list1"/>
    <dgm:cxn modelId="{90139F27-E230-4E75-8F39-9A7634CD5D14}" srcId="{71B1A70A-DCB5-49A2-B89A-EE5003B05DE1}" destId="{14BBF43B-D5E2-4F64-A047-C5E1A8D5578A}" srcOrd="0" destOrd="0" parTransId="{7822136D-59F7-4209-A68E-E64BA3B333EB}" sibTransId="{13FC7539-DA42-4C42-A4A4-9CCCC99FBA08}"/>
    <dgm:cxn modelId="{FF80173E-B5DB-4A5A-AEC4-F3056B8511C9}" type="presOf" srcId="{D679BF00-A988-4386-BF9C-286BCDD7C39C}" destId="{2FA9641A-CECE-4120-9A9B-71909B8A1906}" srcOrd="1" destOrd="0" presId="urn:microsoft.com/office/officeart/2005/8/layout/list1"/>
    <dgm:cxn modelId="{55FA1543-D490-4FFA-947C-1E43B49582AA}" type="presOf" srcId="{14BBF43B-D5E2-4F64-A047-C5E1A8D5578A}" destId="{79FC72B1-D23F-425E-9167-28C70FB1E94E}" srcOrd="0" destOrd="0" presId="urn:microsoft.com/office/officeart/2005/8/layout/list1"/>
    <dgm:cxn modelId="{65959D45-6D36-41AD-9BAB-FC1477705C00}" type="presOf" srcId="{71B1A70A-DCB5-49A2-B89A-EE5003B05DE1}" destId="{ADC732A8-3DF6-4365-A193-6D02E4FFFEE4}" srcOrd="0" destOrd="0" presId="urn:microsoft.com/office/officeart/2005/8/layout/list1"/>
    <dgm:cxn modelId="{B559EC45-A602-46A0-812D-0DD243AA3F91}" type="presOf" srcId="{D679BF00-A988-4386-BF9C-286BCDD7C39C}" destId="{449AC8F0-6E49-4A03-A4EF-6EE0D8C04929}" srcOrd="0" destOrd="0" presId="urn:microsoft.com/office/officeart/2005/8/layout/list1"/>
    <dgm:cxn modelId="{E1FD214A-35BD-4EC5-8E49-E32CBFAC0D9D}" srcId="{71B1A70A-DCB5-49A2-B89A-EE5003B05DE1}" destId="{BE4C31C3-22A9-446B-A80F-29BC979E71FA}" srcOrd="5" destOrd="0" parTransId="{A5E19B86-2C1B-4A6A-8845-76959ED92E04}" sibTransId="{28A8B6E8-A694-4ECB-BF23-028CC40A803C}"/>
    <dgm:cxn modelId="{17982650-5F91-4B0B-8D08-02CFAAEB27F8}" srcId="{71B1A70A-DCB5-49A2-B89A-EE5003B05DE1}" destId="{89C31470-6A12-4BD0-A4F6-F6AACD816D15}" srcOrd="2" destOrd="0" parTransId="{49A714BE-6A8D-4EFA-95DC-F9F415AC9E92}" sibTransId="{F150ECA0-D95F-47D1-8FF2-B414DA80E83D}"/>
    <dgm:cxn modelId="{D6486450-CDBE-48B0-902E-FC6A16D52634}" type="presOf" srcId="{89C31470-6A12-4BD0-A4F6-F6AACD816D15}" destId="{9087F881-CF9A-422F-BF57-DDF3176592CF}" srcOrd="1" destOrd="0" presId="urn:microsoft.com/office/officeart/2005/8/layout/list1"/>
    <dgm:cxn modelId="{572F9E94-50DC-4F26-864C-C80AE5CFEF29}" type="presOf" srcId="{51707448-B8AC-4777-A2E1-559059923BA8}" destId="{83B4C988-5519-4A4A-BFA4-9EB93AA94814}" srcOrd="0" destOrd="0" presId="urn:microsoft.com/office/officeart/2005/8/layout/list1"/>
    <dgm:cxn modelId="{A91F6AB9-52E6-4779-9CA4-44AA99D696B2}" type="presOf" srcId="{89C31470-6A12-4BD0-A4F6-F6AACD816D15}" destId="{6A756346-E878-48C6-B15C-D8826753311E}" srcOrd="0" destOrd="0" presId="urn:microsoft.com/office/officeart/2005/8/layout/list1"/>
    <dgm:cxn modelId="{C0FB74BF-9D8E-4BD7-BD24-36E7D4E1A020}" type="presOf" srcId="{BE4C31C3-22A9-446B-A80F-29BC979E71FA}" destId="{164B7A50-70F2-4162-BA90-562D7F580887}" srcOrd="0" destOrd="0" presId="urn:microsoft.com/office/officeart/2005/8/layout/list1"/>
    <dgm:cxn modelId="{5D7323D1-7F9A-41D2-86A6-95EC1355DB81}" srcId="{71B1A70A-DCB5-49A2-B89A-EE5003B05DE1}" destId="{51707448-B8AC-4777-A2E1-559059923BA8}" srcOrd="3" destOrd="0" parTransId="{EEABCED0-580D-4B5C-82A2-74C47F84F95E}" sibTransId="{9FB491F8-0526-4B00-80DF-5398E9E4895C}"/>
    <dgm:cxn modelId="{EE5CFDEB-3B83-4CB9-8093-FB84CBEF3285}" srcId="{71B1A70A-DCB5-49A2-B89A-EE5003B05DE1}" destId="{1A299F2B-C53B-4DBA-9BEA-8B26D4A181B1}" srcOrd="4" destOrd="0" parTransId="{EBE964E3-B9DC-440C-A46D-725B03A10308}" sibTransId="{A8B2DB87-5EB7-4330-BABB-9D8F1DD847B4}"/>
    <dgm:cxn modelId="{2E953B7E-B284-49AD-8DC3-D72DDC4CB4A3}" type="presParOf" srcId="{ADC732A8-3DF6-4365-A193-6D02E4FFFEE4}" destId="{586AF3EF-9F14-4EB8-A509-C764C982440B}" srcOrd="0" destOrd="0" presId="urn:microsoft.com/office/officeart/2005/8/layout/list1"/>
    <dgm:cxn modelId="{5D26FAEC-DDC7-4238-9370-3BEB8B39BA6C}" type="presParOf" srcId="{586AF3EF-9F14-4EB8-A509-C764C982440B}" destId="{79FC72B1-D23F-425E-9167-28C70FB1E94E}" srcOrd="0" destOrd="0" presId="urn:microsoft.com/office/officeart/2005/8/layout/list1"/>
    <dgm:cxn modelId="{BBA0A75E-27AD-487B-85A6-E7D50447EE7A}" type="presParOf" srcId="{586AF3EF-9F14-4EB8-A509-C764C982440B}" destId="{1F845E39-8FE2-4351-AB92-D380714D55BF}" srcOrd="1" destOrd="0" presId="urn:microsoft.com/office/officeart/2005/8/layout/list1"/>
    <dgm:cxn modelId="{93F86B35-BF09-40BF-B3AE-C165BE54DCE2}" type="presParOf" srcId="{ADC732A8-3DF6-4365-A193-6D02E4FFFEE4}" destId="{E52EB789-18AC-4069-A9D9-3281774E73A7}" srcOrd="1" destOrd="0" presId="urn:microsoft.com/office/officeart/2005/8/layout/list1"/>
    <dgm:cxn modelId="{392C923E-C2EE-436E-948C-FDB561B9E7F6}" type="presParOf" srcId="{ADC732A8-3DF6-4365-A193-6D02E4FFFEE4}" destId="{2943CD2B-508A-4308-A615-8B6B474DE244}" srcOrd="2" destOrd="0" presId="urn:microsoft.com/office/officeart/2005/8/layout/list1"/>
    <dgm:cxn modelId="{1E9E6604-33E3-42F9-ABF6-65DCDEE7E299}" type="presParOf" srcId="{ADC732A8-3DF6-4365-A193-6D02E4FFFEE4}" destId="{983DC6A9-BFF5-4D53-AD7A-1B32D410FC24}" srcOrd="3" destOrd="0" presId="urn:microsoft.com/office/officeart/2005/8/layout/list1"/>
    <dgm:cxn modelId="{08DCA8C2-5699-418F-837F-9F097B2C036D}" type="presParOf" srcId="{ADC732A8-3DF6-4365-A193-6D02E4FFFEE4}" destId="{C23E34C4-F6C7-43BE-B172-B52F57486324}" srcOrd="4" destOrd="0" presId="urn:microsoft.com/office/officeart/2005/8/layout/list1"/>
    <dgm:cxn modelId="{06DC45EA-AAB7-4F7D-BDDF-7BECCBD65715}" type="presParOf" srcId="{C23E34C4-F6C7-43BE-B172-B52F57486324}" destId="{449AC8F0-6E49-4A03-A4EF-6EE0D8C04929}" srcOrd="0" destOrd="0" presId="urn:microsoft.com/office/officeart/2005/8/layout/list1"/>
    <dgm:cxn modelId="{E9444E61-3052-4BAE-B8D8-53128275A199}" type="presParOf" srcId="{C23E34C4-F6C7-43BE-B172-B52F57486324}" destId="{2FA9641A-CECE-4120-9A9B-71909B8A1906}" srcOrd="1" destOrd="0" presId="urn:microsoft.com/office/officeart/2005/8/layout/list1"/>
    <dgm:cxn modelId="{AB52FCFB-2627-454B-BC3B-CDB13015F252}" type="presParOf" srcId="{ADC732A8-3DF6-4365-A193-6D02E4FFFEE4}" destId="{2E9DBB35-338B-4B65-9031-E2C2738869A3}" srcOrd="5" destOrd="0" presId="urn:microsoft.com/office/officeart/2005/8/layout/list1"/>
    <dgm:cxn modelId="{D6DA248C-F58D-4D9E-975C-777BACA18347}" type="presParOf" srcId="{ADC732A8-3DF6-4365-A193-6D02E4FFFEE4}" destId="{CEDE9F4E-04F9-456D-B0FF-67A6C260E6FA}" srcOrd="6" destOrd="0" presId="urn:microsoft.com/office/officeart/2005/8/layout/list1"/>
    <dgm:cxn modelId="{73D78159-EC1F-47D3-823B-AD33CA507F7C}" type="presParOf" srcId="{ADC732A8-3DF6-4365-A193-6D02E4FFFEE4}" destId="{15ED6C53-DFD8-4A55-8D73-360314211C0C}" srcOrd="7" destOrd="0" presId="urn:microsoft.com/office/officeart/2005/8/layout/list1"/>
    <dgm:cxn modelId="{E2F57297-A6B2-4B4E-9E67-292C9169CAEC}" type="presParOf" srcId="{ADC732A8-3DF6-4365-A193-6D02E4FFFEE4}" destId="{0F9A6F1C-9D7D-48F7-B560-0136A3C42847}" srcOrd="8" destOrd="0" presId="urn:microsoft.com/office/officeart/2005/8/layout/list1"/>
    <dgm:cxn modelId="{F09D0F4F-181F-4553-8E97-6FE9EFA16336}" type="presParOf" srcId="{0F9A6F1C-9D7D-48F7-B560-0136A3C42847}" destId="{6A756346-E878-48C6-B15C-D8826753311E}" srcOrd="0" destOrd="0" presId="urn:microsoft.com/office/officeart/2005/8/layout/list1"/>
    <dgm:cxn modelId="{AB0EFF33-97A1-4BF9-B3F9-46340232EF5C}" type="presParOf" srcId="{0F9A6F1C-9D7D-48F7-B560-0136A3C42847}" destId="{9087F881-CF9A-422F-BF57-DDF3176592CF}" srcOrd="1" destOrd="0" presId="urn:microsoft.com/office/officeart/2005/8/layout/list1"/>
    <dgm:cxn modelId="{B1930826-14F9-4F30-A3A3-8ED5C888D601}" type="presParOf" srcId="{ADC732A8-3DF6-4365-A193-6D02E4FFFEE4}" destId="{72971D7E-2902-413E-BE72-79D7113C2A3D}" srcOrd="9" destOrd="0" presId="urn:microsoft.com/office/officeart/2005/8/layout/list1"/>
    <dgm:cxn modelId="{A9720277-4512-4471-BA61-C70EB36DA2A6}" type="presParOf" srcId="{ADC732A8-3DF6-4365-A193-6D02E4FFFEE4}" destId="{1E31AAAF-EFB6-4794-8E74-BA97ED84DF2F}" srcOrd="10" destOrd="0" presId="urn:microsoft.com/office/officeart/2005/8/layout/list1"/>
    <dgm:cxn modelId="{B12CE68F-C7C1-4C88-8F93-E202FF8EE357}" type="presParOf" srcId="{ADC732A8-3DF6-4365-A193-6D02E4FFFEE4}" destId="{808848E5-6F7B-4F83-9375-08DDAAEB6BD1}" srcOrd="11" destOrd="0" presId="urn:microsoft.com/office/officeart/2005/8/layout/list1"/>
    <dgm:cxn modelId="{55467027-F86D-460F-A66C-9A720A942426}" type="presParOf" srcId="{ADC732A8-3DF6-4365-A193-6D02E4FFFEE4}" destId="{D5BE4056-9728-40FF-B124-997A2847B03D}" srcOrd="12" destOrd="0" presId="urn:microsoft.com/office/officeart/2005/8/layout/list1"/>
    <dgm:cxn modelId="{0F66DDB3-3558-4F18-AC72-1547ED7620DE}" type="presParOf" srcId="{D5BE4056-9728-40FF-B124-997A2847B03D}" destId="{83B4C988-5519-4A4A-BFA4-9EB93AA94814}" srcOrd="0" destOrd="0" presId="urn:microsoft.com/office/officeart/2005/8/layout/list1"/>
    <dgm:cxn modelId="{423D2595-DA87-43CB-A503-324E99B00606}" type="presParOf" srcId="{D5BE4056-9728-40FF-B124-997A2847B03D}" destId="{1CC4311D-7DFB-436E-93CA-338AE36C8CCE}" srcOrd="1" destOrd="0" presId="urn:microsoft.com/office/officeart/2005/8/layout/list1"/>
    <dgm:cxn modelId="{40605126-BCB5-4BBD-83FB-4A5E560EBB4A}" type="presParOf" srcId="{ADC732A8-3DF6-4365-A193-6D02E4FFFEE4}" destId="{7AA420C7-715C-445F-B77D-861CC675CD95}" srcOrd="13" destOrd="0" presId="urn:microsoft.com/office/officeart/2005/8/layout/list1"/>
    <dgm:cxn modelId="{BA79B959-D8BA-42E3-9B0D-253407B4A29A}" type="presParOf" srcId="{ADC732A8-3DF6-4365-A193-6D02E4FFFEE4}" destId="{DF1AF7F8-7E56-4F53-86A6-23093247FB1B}" srcOrd="14" destOrd="0" presId="urn:microsoft.com/office/officeart/2005/8/layout/list1"/>
    <dgm:cxn modelId="{841A439E-31F7-47DC-A5D7-854F5CFF35AA}" type="presParOf" srcId="{ADC732A8-3DF6-4365-A193-6D02E4FFFEE4}" destId="{067D46D8-76CA-4BC9-BAE7-CFDD764DC735}" srcOrd="15" destOrd="0" presId="urn:microsoft.com/office/officeart/2005/8/layout/list1"/>
    <dgm:cxn modelId="{ECD7459A-9194-4612-B217-53E5DA4A7CC2}" type="presParOf" srcId="{ADC732A8-3DF6-4365-A193-6D02E4FFFEE4}" destId="{3FB82EA0-9631-4D90-80BF-17BC79E25706}" srcOrd="16" destOrd="0" presId="urn:microsoft.com/office/officeart/2005/8/layout/list1"/>
    <dgm:cxn modelId="{8302083F-C359-44F6-AB44-704EC11EA83D}" type="presParOf" srcId="{3FB82EA0-9631-4D90-80BF-17BC79E25706}" destId="{DB605202-FB53-4F53-81D5-3E1BDA19A912}" srcOrd="0" destOrd="0" presId="urn:microsoft.com/office/officeart/2005/8/layout/list1"/>
    <dgm:cxn modelId="{1672A7E2-F3C7-43C0-906E-52F78B67DAF8}" type="presParOf" srcId="{3FB82EA0-9631-4D90-80BF-17BC79E25706}" destId="{1100CB2E-A34D-4263-9034-EBA104B198BC}" srcOrd="1" destOrd="0" presId="urn:microsoft.com/office/officeart/2005/8/layout/list1"/>
    <dgm:cxn modelId="{AA6E32F3-5E79-4739-AF9B-E6FFD2CDB2F0}" type="presParOf" srcId="{ADC732A8-3DF6-4365-A193-6D02E4FFFEE4}" destId="{EAC4D308-F5D2-4924-9F6C-DA8039880F4B}" srcOrd="17" destOrd="0" presId="urn:microsoft.com/office/officeart/2005/8/layout/list1"/>
    <dgm:cxn modelId="{5DD32CC5-BCED-471A-8062-DC032C61B10D}" type="presParOf" srcId="{ADC732A8-3DF6-4365-A193-6D02E4FFFEE4}" destId="{D6343248-2766-4373-8358-8873192CEE13}" srcOrd="18" destOrd="0" presId="urn:microsoft.com/office/officeart/2005/8/layout/list1"/>
    <dgm:cxn modelId="{B60481E6-A2FE-42D6-B1C2-F1904DE8B2E8}" type="presParOf" srcId="{ADC732A8-3DF6-4365-A193-6D02E4FFFEE4}" destId="{EE35FD44-E3AC-49EF-86A6-4DAC01F33388}" srcOrd="19" destOrd="0" presId="urn:microsoft.com/office/officeart/2005/8/layout/list1"/>
    <dgm:cxn modelId="{C5AF0F56-FE6A-455B-AD89-4BA19FE5B55C}" type="presParOf" srcId="{ADC732A8-3DF6-4365-A193-6D02E4FFFEE4}" destId="{B8096888-F887-4AC1-8D50-6290C7034B8C}" srcOrd="20" destOrd="0" presId="urn:microsoft.com/office/officeart/2005/8/layout/list1"/>
    <dgm:cxn modelId="{7547FD0E-F908-4AA2-AFFD-C87CD5F9B62C}" type="presParOf" srcId="{B8096888-F887-4AC1-8D50-6290C7034B8C}" destId="{164B7A50-70F2-4162-BA90-562D7F580887}" srcOrd="0" destOrd="0" presId="urn:microsoft.com/office/officeart/2005/8/layout/list1"/>
    <dgm:cxn modelId="{35986154-8A2B-42CB-8356-6D92279466A3}" type="presParOf" srcId="{B8096888-F887-4AC1-8D50-6290C7034B8C}" destId="{87B99524-1B45-484C-9B61-25034015D50F}" srcOrd="1" destOrd="0" presId="urn:microsoft.com/office/officeart/2005/8/layout/list1"/>
    <dgm:cxn modelId="{F138BCC6-3F62-48F2-ADDE-C97078EA76C3}" type="presParOf" srcId="{ADC732A8-3DF6-4365-A193-6D02E4FFFEE4}" destId="{738D0934-5300-411C-9665-CF5866BF42DC}" srcOrd="21" destOrd="0" presId="urn:microsoft.com/office/officeart/2005/8/layout/list1"/>
    <dgm:cxn modelId="{91E263E5-5E71-47DE-BD2A-C005AB155873}" type="presParOf" srcId="{ADC732A8-3DF6-4365-A193-6D02E4FFFEE4}" destId="{D2964CF2-68A0-49A5-9C2F-40104DE51603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6E117C-B6EC-4741-91B2-728F96D065C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EF1C14-7EDE-4A51-8DC3-D0B8A54E9255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Capture the items that make up the category…e.g. Technology Concerns</a:t>
          </a:r>
        </a:p>
      </dgm:t>
    </dgm:pt>
    <dgm:pt modelId="{17B3BD17-A11E-4F26-A645-DFE0465906BA}" type="parTrans" cxnId="{07579C1D-43CF-438E-8A15-DC36FF5680F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91DC75-9D9A-4E8C-8270-297A7137447C}" type="sibTrans" cxnId="{07579C1D-43CF-438E-8A15-DC36FF5680F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0B234F-802B-4A95-A5AA-0CA161AB48C0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Capture the linkage relationships to:</a:t>
          </a:r>
        </a:p>
      </dgm:t>
    </dgm:pt>
    <dgm:pt modelId="{E00AC003-901C-4D3C-9401-017D3AAA7E24}" type="parTrans" cxnId="{9E0A886B-6A15-4C40-9D6D-CDABBACE6A0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4916AD-63A5-4348-B279-CE6343875C84}" type="sibTrans" cxnId="{9E0A886B-6A15-4C40-9D6D-CDABBACE6A0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F7E24C-713F-4C61-8041-7EA02D747F96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Market, Strategy, Initiatives, Missions, Etc.</a:t>
          </a:r>
        </a:p>
      </dgm:t>
    </dgm:pt>
    <dgm:pt modelId="{5A938362-FF7C-40EC-93F3-1BD4DCFBBBC9}" type="parTrans" cxnId="{17ED475D-ABB3-443D-97BD-872EECDCBD0F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BEA460-D391-494E-8953-50AC55EEFA9F}" type="sibTrans" cxnId="{17ED475D-ABB3-443D-97BD-872EECDCBD0F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957928-64BE-4419-9323-001CEEE953C5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metrics for the target category</a:t>
          </a:r>
        </a:p>
      </dgm:t>
    </dgm:pt>
    <dgm:pt modelId="{AFF2BD3E-A255-4DF4-89B3-D55BE57B1C08}" type="parTrans" cxnId="{0F479640-CA49-43F5-BFE3-0AA5BBB0B45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C77C83-97EC-43F5-9DAA-DAA7271ADF75}" type="sibTrans" cxnId="{0F479640-CA49-43F5-BFE3-0AA5BBB0B45D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356FBA-7E1F-47BC-BF3E-C285F53D0661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Rank the items based on metrics</a:t>
          </a:r>
        </a:p>
      </dgm:t>
    </dgm:pt>
    <dgm:pt modelId="{EE7E30F9-8EBC-44E2-9420-F7A3CCC051E3}" type="parTrans" cxnId="{027A7876-5CFB-4D5C-B289-057048E08C6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26134E-B0AC-4B49-8A1E-522DC128C5F0}" type="sibTrans" cxnId="{027A7876-5CFB-4D5C-B289-057048E08C64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F58AED-6D7F-4523-AA5D-5FE4414DD9FC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Rank the items based on context (a measure of risk)</a:t>
          </a:r>
        </a:p>
      </dgm:t>
    </dgm:pt>
    <dgm:pt modelId="{AAACC513-C67B-41A8-A38A-F3CE9D0FEA35}" type="parTrans" cxnId="{904DEBC7-85FA-44C9-AAB5-77F770AAE53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FDA3F4-A34E-4DBC-99E4-A12AC9E9B904}" type="sibTrans" cxnId="{904DEBC7-85FA-44C9-AAB5-77F770AAE53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582D5A-4891-4DDF-99BC-8A14E278AC90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Create a 4 – box of assessment</a:t>
          </a:r>
        </a:p>
      </dgm:t>
    </dgm:pt>
    <dgm:pt modelId="{A79B3A7D-D9D9-4E0B-8E9A-4263698A14DE}" type="parTrans" cxnId="{1AC251AE-554B-4E3A-A4A1-FEFE7E5ECC4F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5C28F3-29BD-4D77-8CBD-EC921CDAB73C}" type="sibTrans" cxnId="{1AC251AE-554B-4E3A-A4A1-FEFE7E5ECC4F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BD953A-1737-44F0-8777-DAEDCBB363BF}" type="pres">
      <dgm:prSet presAssocID="{F16E117C-B6EC-4741-91B2-728F96D065CD}" presName="linear" presStyleCnt="0">
        <dgm:presLayoutVars>
          <dgm:animLvl val="lvl"/>
          <dgm:resizeHandles val="exact"/>
        </dgm:presLayoutVars>
      </dgm:prSet>
      <dgm:spPr/>
    </dgm:pt>
    <dgm:pt modelId="{8672A514-7BFE-42C5-B303-0607CC57B468}" type="pres">
      <dgm:prSet presAssocID="{76EF1C14-7EDE-4A51-8DC3-D0B8A54E925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2C892AD-5ED5-4DCA-893B-C10ECE64A686}" type="pres">
      <dgm:prSet presAssocID="{3D91DC75-9D9A-4E8C-8270-297A7137447C}" presName="spacer" presStyleCnt="0"/>
      <dgm:spPr/>
    </dgm:pt>
    <dgm:pt modelId="{EB937A67-660F-4E8B-8D8A-EAD5EC25F57C}" type="pres">
      <dgm:prSet presAssocID="{770B234F-802B-4A95-A5AA-0CA161AB48C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0849D86-2940-4A47-AC4D-BC363F8AA069}" type="pres">
      <dgm:prSet presAssocID="{770B234F-802B-4A95-A5AA-0CA161AB48C0}" presName="childText" presStyleLbl="revTx" presStyleIdx="0" presStyleCnt="1">
        <dgm:presLayoutVars>
          <dgm:bulletEnabled val="1"/>
        </dgm:presLayoutVars>
      </dgm:prSet>
      <dgm:spPr/>
    </dgm:pt>
    <dgm:pt modelId="{E8A09CFD-1271-42EB-87B9-B2319DE305F6}" type="pres">
      <dgm:prSet presAssocID="{5E957928-64BE-4419-9323-001CEEE953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5AA4258-8F35-467F-A6B3-4EF17FC9AFBB}" type="pres">
      <dgm:prSet presAssocID="{D4C77C83-97EC-43F5-9DAA-DAA7271ADF75}" presName="spacer" presStyleCnt="0"/>
      <dgm:spPr/>
    </dgm:pt>
    <dgm:pt modelId="{5E905681-2CDF-4BCF-8D49-17E61C5539D0}" type="pres">
      <dgm:prSet presAssocID="{A6356FBA-7E1F-47BC-BF3E-C285F53D066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D793BD8-CE1A-4D01-9598-037ED213CD73}" type="pres">
      <dgm:prSet presAssocID="{2E26134E-B0AC-4B49-8A1E-522DC128C5F0}" presName="spacer" presStyleCnt="0"/>
      <dgm:spPr/>
    </dgm:pt>
    <dgm:pt modelId="{1910E50D-34F7-4FB7-B510-16F51E692C2A}" type="pres">
      <dgm:prSet presAssocID="{54F58AED-6D7F-4523-AA5D-5FE4414DD9F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04F68F7-FBDB-44D8-BE19-4BCBFD8C2F97}" type="pres">
      <dgm:prSet presAssocID="{A8FDA3F4-A34E-4DBC-99E4-A12AC9E9B904}" presName="spacer" presStyleCnt="0"/>
      <dgm:spPr/>
    </dgm:pt>
    <dgm:pt modelId="{6FB91EA7-FE7E-4133-8BF3-7C0E7FFF006A}" type="pres">
      <dgm:prSet presAssocID="{E4582D5A-4891-4DDF-99BC-8A14E278AC9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8AB980C-4B3C-4F29-9BFE-EDF9CCBA6157}" type="presOf" srcId="{E4582D5A-4891-4DDF-99BC-8A14E278AC90}" destId="{6FB91EA7-FE7E-4133-8BF3-7C0E7FFF006A}" srcOrd="0" destOrd="0" presId="urn:microsoft.com/office/officeart/2005/8/layout/vList2"/>
    <dgm:cxn modelId="{09011F1B-92D6-486F-ACC2-FF1B7DD63FA9}" type="presOf" srcId="{770B234F-802B-4A95-A5AA-0CA161AB48C0}" destId="{EB937A67-660F-4E8B-8D8A-EAD5EC25F57C}" srcOrd="0" destOrd="0" presId="urn:microsoft.com/office/officeart/2005/8/layout/vList2"/>
    <dgm:cxn modelId="{07579C1D-43CF-438E-8A15-DC36FF5680F2}" srcId="{F16E117C-B6EC-4741-91B2-728F96D065CD}" destId="{76EF1C14-7EDE-4A51-8DC3-D0B8A54E9255}" srcOrd="0" destOrd="0" parTransId="{17B3BD17-A11E-4F26-A645-DFE0465906BA}" sibTransId="{3D91DC75-9D9A-4E8C-8270-297A7137447C}"/>
    <dgm:cxn modelId="{503AF925-14D0-41FE-88D7-0BD52ECD938A}" type="presOf" srcId="{E7F7E24C-713F-4C61-8041-7EA02D747F96}" destId="{10849D86-2940-4A47-AC4D-BC363F8AA069}" srcOrd="0" destOrd="0" presId="urn:microsoft.com/office/officeart/2005/8/layout/vList2"/>
    <dgm:cxn modelId="{A43B1D2A-2E18-4193-810C-CEF057F30C7C}" type="presOf" srcId="{5E957928-64BE-4419-9323-001CEEE953C5}" destId="{E8A09CFD-1271-42EB-87B9-B2319DE305F6}" srcOrd="0" destOrd="0" presId="urn:microsoft.com/office/officeart/2005/8/layout/vList2"/>
    <dgm:cxn modelId="{0F479640-CA49-43F5-BFE3-0AA5BBB0B45D}" srcId="{F16E117C-B6EC-4741-91B2-728F96D065CD}" destId="{5E957928-64BE-4419-9323-001CEEE953C5}" srcOrd="2" destOrd="0" parTransId="{AFF2BD3E-A255-4DF4-89B3-D55BE57B1C08}" sibTransId="{D4C77C83-97EC-43F5-9DAA-DAA7271ADF75}"/>
    <dgm:cxn modelId="{17ED475D-ABB3-443D-97BD-872EECDCBD0F}" srcId="{770B234F-802B-4A95-A5AA-0CA161AB48C0}" destId="{E7F7E24C-713F-4C61-8041-7EA02D747F96}" srcOrd="0" destOrd="0" parTransId="{5A938362-FF7C-40EC-93F3-1BD4DCFBBBC9}" sibTransId="{F5BEA460-D391-494E-8953-50AC55EEFA9F}"/>
    <dgm:cxn modelId="{0F64775D-9598-4596-9B03-23041AEE0524}" type="presOf" srcId="{F16E117C-B6EC-4741-91B2-728F96D065CD}" destId="{61BD953A-1737-44F0-8777-DAEDCBB363BF}" srcOrd="0" destOrd="0" presId="urn:microsoft.com/office/officeart/2005/8/layout/vList2"/>
    <dgm:cxn modelId="{9E0A886B-6A15-4C40-9D6D-CDABBACE6A01}" srcId="{F16E117C-B6EC-4741-91B2-728F96D065CD}" destId="{770B234F-802B-4A95-A5AA-0CA161AB48C0}" srcOrd="1" destOrd="0" parTransId="{E00AC003-901C-4D3C-9401-017D3AAA7E24}" sibTransId="{244916AD-63A5-4348-B279-CE6343875C84}"/>
    <dgm:cxn modelId="{027A7876-5CFB-4D5C-B289-057048E08C64}" srcId="{F16E117C-B6EC-4741-91B2-728F96D065CD}" destId="{A6356FBA-7E1F-47BC-BF3E-C285F53D0661}" srcOrd="3" destOrd="0" parTransId="{EE7E30F9-8EBC-44E2-9420-F7A3CCC051E3}" sibTransId="{2E26134E-B0AC-4B49-8A1E-522DC128C5F0}"/>
    <dgm:cxn modelId="{E671809E-DFE0-4F37-BD7C-A1872B26FD25}" type="presOf" srcId="{A6356FBA-7E1F-47BC-BF3E-C285F53D0661}" destId="{5E905681-2CDF-4BCF-8D49-17E61C5539D0}" srcOrd="0" destOrd="0" presId="urn:microsoft.com/office/officeart/2005/8/layout/vList2"/>
    <dgm:cxn modelId="{1AC251AE-554B-4E3A-A4A1-FEFE7E5ECC4F}" srcId="{F16E117C-B6EC-4741-91B2-728F96D065CD}" destId="{E4582D5A-4891-4DDF-99BC-8A14E278AC90}" srcOrd="5" destOrd="0" parTransId="{A79B3A7D-D9D9-4E0B-8E9A-4263698A14DE}" sibTransId="{C45C28F3-29BD-4D77-8CBD-EC921CDAB73C}"/>
    <dgm:cxn modelId="{C88BDAB7-2601-4E5C-97E3-C299D27CF333}" type="presOf" srcId="{76EF1C14-7EDE-4A51-8DC3-D0B8A54E9255}" destId="{8672A514-7BFE-42C5-B303-0607CC57B468}" srcOrd="0" destOrd="0" presId="urn:microsoft.com/office/officeart/2005/8/layout/vList2"/>
    <dgm:cxn modelId="{904DEBC7-85FA-44C9-AAB5-77F770AAE53B}" srcId="{F16E117C-B6EC-4741-91B2-728F96D065CD}" destId="{54F58AED-6D7F-4523-AA5D-5FE4414DD9FC}" srcOrd="4" destOrd="0" parTransId="{AAACC513-C67B-41A8-A38A-F3CE9D0FEA35}" sibTransId="{A8FDA3F4-A34E-4DBC-99E4-A12AC9E9B904}"/>
    <dgm:cxn modelId="{978146FB-11C7-4939-B862-107A7FB7A825}" type="presOf" srcId="{54F58AED-6D7F-4523-AA5D-5FE4414DD9FC}" destId="{1910E50D-34F7-4FB7-B510-16F51E692C2A}" srcOrd="0" destOrd="0" presId="urn:microsoft.com/office/officeart/2005/8/layout/vList2"/>
    <dgm:cxn modelId="{0F55595E-D706-46F6-A46A-AE34C04732B9}" type="presParOf" srcId="{61BD953A-1737-44F0-8777-DAEDCBB363BF}" destId="{8672A514-7BFE-42C5-B303-0607CC57B468}" srcOrd="0" destOrd="0" presId="urn:microsoft.com/office/officeart/2005/8/layout/vList2"/>
    <dgm:cxn modelId="{AD3AC3D2-7A1C-4F6A-82C2-0BA755F1B30E}" type="presParOf" srcId="{61BD953A-1737-44F0-8777-DAEDCBB363BF}" destId="{62C892AD-5ED5-4DCA-893B-C10ECE64A686}" srcOrd="1" destOrd="0" presId="urn:microsoft.com/office/officeart/2005/8/layout/vList2"/>
    <dgm:cxn modelId="{4DB66A8A-C7BA-445F-8718-A732049C0FEB}" type="presParOf" srcId="{61BD953A-1737-44F0-8777-DAEDCBB363BF}" destId="{EB937A67-660F-4E8B-8D8A-EAD5EC25F57C}" srcOrd="2" destOrd="0" presId="urn:microsoft.com/office/officeart/2005/8/layout/vList2"/>
    <dgm:cxn modelId="{F0420A0E-D6ED-4C02-A702-8EFB79F410EA}" type="presParOf" srcId="{61BD953A-1737-44F0-8777-DAEDCBB363BF}" destId="{10849D86-2940-4A47-AC4D-BC363F8AA069}" srcOrd="3" destOrd="0" presId="urn:microsoft.com/office/officeart/2005/8/layout/vList2"/>
    <dgm:cxn modelId="{E6A36943-1DAA-4A04-AD37-183A4A6A74E1}" type="presParOf" srcId="{61BD953A-1737-44F0-8777-DAEDCBB363BF}" destId="{E8A09CFD-1271-42EB-87B9-B2319DE305F6}" srcOrd="4" destOrd="0" presId="urn:microsoft.com/office/officeart/2005/8/layout/vList2"/>
    <dgm:cxn modelId="{45F7F0C0-788B-4BF9-A992-5F7515473B07}" type="presParOf" srcId="{61BD953A-1737-44F0-8777-DAEDCBB363BF}" destId="{F5AA4258-8F35-467F-A6B3-4EF17FC9AFBB}" srcOrd="5" destOrd="0" presId="urn:microsoft.com/office/officeart/2005/8/layout/vList2"/>
    <dgm:cxn modelId="{837BE4CB-24A9-439E-922E-72B73B4384D2}" type="presParOf" srcId="{61BD953A-1737-44F0-8777-DAEDCBB363BF}" destId="{5E905681-2CDF-4BCF-8D49-17E61C5539D0}" srcOrd="6" destOrd="0" presId="urn:microsoft.com/office/officeart/2005/8/layout/vList2"/>
    <dgm:cxn modelId="{A1990F64-9436-4BAB-B7FC-2F9CFDEE02BE}" type="presParOf" srcId="{61BD953A-1737-44F0-8777-DAEDCBB363BF}" destId="{CD793BD8-CE1A-4D01-9598-037ED213CD73}" srcOrd="7" destOrd="0" presId="urn:microsoft.com/office/officeart/2005/8/layout/vList2"/>
    <dgm:cxn modelId="{2FCDA424-F0C4-49C8-B1B0-CACBBB9E9E4A}" type="presParOf" srcId="{61BD953A-1737-44F0-8777-DAEDCBB363BF}" destId="{1910E50D-34F7-4FB7-B510-16F51E692C2A}" srcOrd="8" destOrd="0" presId="urn:microsoft.com/office/officeart/2005/8/layout/vList2"/>
    <dgm:cxn modelId="{B9F4FDD0-4534-4806-805A-4C254D9CAD86}" type="presParOf" srcId="{61BD953A-1737-44F0-8777-DAEDCBB363BF}" destId="{004F68F7-FBDB-44D8-BE19-4BCBFD8C2F97}" srcOrd="9" destOrd="0" presId="urn:microsoft.com/office/officeart/2005/8/layout/vList2"/>
    <dgm:cxn modelId="{497D6EF5-99CB-49E2-A3AE-D7EA0BA6572B}" type="presParOf" srcId="{61BD953A-1737-44F0-8777-DAEDCBB363BF}" destId="{6FB91EA7-FE7E-4133-8BF3-7C0E7FFF006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B1A70A-DCB5-49A2-B89A-EE5003B05DE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679BF00-A988-4386-BF9C-286BCDD7C39C}">
      <dgm:prSet custT="1"/>
      <dgm:spPr/>
      <dgm:t>
        <a:bodyPr/>
        <a:lstStyle/>
        <a:p>
          <a:pPr rtl="0"/>
          <a:r>
            <a: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Comparative analytics </a:t>
          </a:r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that deal with consolidation, merger and acquisition</a:t>
          </a:r>
        </a:p>
      </dgm:t>
    </dgm:pt>
    <dgm:pt modelId="{507FA077-FA40-4ACE-91D4-70671F5F7ACC}" type="parTrans" cxnId="{9BE8F81E-91C9-4CB2-9569-9B68F3A970CF}">
      <dgm:prSet/>
      <dgm:spPr/>
      <dgm:t>
        <a:bodyPr/>
        <a:lstStyle/>
        <a:p>
          <a:endParaRPr lang="en-US"/>
        </a:p>
      </dgm:t>
    </dgm:pt>
    <dgm:pt modelId="{80C49768-0879-49AB-8EB2-8359A87D48FB}" type="sibTrans" cxnId="{9BE8F81E-91C9-4CB2-9569-9B68F3A970CF}">
      <dgm:prSet/>
      <dgm:spPr/>
      <dgm:t>
        <a:bodyPr/>
        <a:lstStyle/>
        <a:p>
          <a:endParaRPr lang="en-US"/>
        </a:p>
      </dgm:t>
    </dgm:pt>
    <dgm:pt modelId="{89C31470-6A12-4BD0-A4F6-F6AACD816D15}">
      <dgm:prSet custT="1"/>
      <dgm:spPr/>
      <dgm:t>
        <a:bodyPr/>
        <a:lstStyle/>
        <a:p>
          <a:pPr rtl="0"/>
          <a:r>
            <a: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Ranking analytics </a:t>
          </a:r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similar to what was used for impact to identify options</a:t>
          </a:r>
        </a:p>
      </dgm:t>
    </dgm:pt>
    <dgm:pt modelId="{49A714BE-6A8D-4EFA-95DC-F9F415AC9E92}" type="parTrans" cxnId="{17982650-5F91-4B0B-8D08-02CFAAEB27F8}">
      <dgm:prSet/>
      <dgm:spPr/>
      <dgm:t>
        <a:bodyPr/>
        <a:lstStyle/>
        <a:p>
          <a:endParaRPr lang="en-US"/>
        </a:p>
      </dgm:t>
    </dgm:pt>
    <dgm:pt modelId="{F150ECA0-D95F-47D1-8FF2-B414DA80E83D}" type="sibTrans" cxnId="{17982650-5F91-4B0B-8D08-02CFAAEB27F8}">
      <dgm:prSet/>
      <dgm:spPr/>
      <dgm:t>
        <a:bodyPr/>
        <a:lstStyle/>
        <a:p>
          <a:endParaRPr lang="en-US"/>
        </a:p>
      </dgm:t>
    </dgm:pt>
    <dgm:pt modelId="{51707448-B8AC-4777-A2E1-559059923BA8}">
      <dgm:prSet custT="1"/>
      <dgm:spPr/>
      <dgm:t>
        <a:bodyPr/>
        <a:lstStyle/>
        <a:p>
          <a:pPr rtl="0"/>
          <a:r>
            <a: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Best fit </a:t>
          </a:r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for matching attributes along with components of the architecture </a:t>
          </a:r>
        </a:p>
      </dgm:t>
    </dgm:pt>
    <dgm:pt modelId="{EEABCED0-580D-4B5C-82A2-74C47F84F95E}" type="parTrans" cxnId="{5D7323D1-7F9A-41D2-86A6-95EC1355DB81}">
      <dgm:prSet/>
      <dgm:spPr/>
      <dgm:t>
        <a:bodyPr/>
        <a:lstStyle/>
        <a:p>
          <a:endParaRPr lang="en-US"/>
        </a:p>
      </dgm:t>
    </dgm:pt>
    <dgm:pt modelId="{9FB491F8-0526-4B00-80DF-5398E9E4895C}" type="sibTrans" cxnId="{5D7323D1-7F9A-41D2-86A6-95EC1355DB81}">
      <dgm:prSet/>
      <dgm:spPr/>
      <dgm:t>
        <a:bodyPr/>
        <a:lstStyle/>
        <a:p>
          <a:endParaRPr lang="en-US"/>
        </a:p>
      </dgm:t>
    </dgm:pt>
    <dgm:pt modelId="{1A299F2B-C53B-4DBA-9BEA-8B26D4A181B1}">
      <dgm:prSet custT="1"/>
      <dgm:spPr/>
      <dgm:t>
        <a:bodyPr/>
        <a:lstStyle/>
        <a:p>
          <a:pPr rtl="0"/>
          <a:r>
            <a: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Affinity analysis </a:t>
          </a:r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to group things</a:t>
          </a:r>
        </a:p>
      </dgm:t>
    </dgm:pt>
    <dgm:pt modelId="{EBE964E3-B9DC-440C-A46D-725B03A10308}" type="parTrans" cxnId="{EE5CFDEB-3B83-4CB9-8093-FB84CBEF3285}">
      <dgm:prSet/>
      <dgm:spPr/>
      <dgm:t>
        <a:bodyPr/>
        <a:lstStyle/>
        <a:p>
          <a:endParaRPr lang="en-US"/>
        </a:p>
      </dgm:t>
    </dgm:pt>
    <dgm:pt modelId="{A8B2DB87-5EB7-4330-BABB-9D8F1DD847B4}" type="sibTrans" cxnId="{EE5CFDEB-3B83-4CB9-8093-FB84CBEF3285}">
      <dgm:prSet/>
      <dgm:spPr/>
      <dgm:t>
        <a:bodyPr/>
        <a:lstStyle/>
        <a:p>
          <a:endParaRPr lang="en-US"/>
        </a:p>
      </dgm:t>
    </dgm:pt>
    <dgm:pt modelId="{BE4C31C3-22A9-446B-A80F-29BC979E71FA}">
      <dgm:prSet custT="1"/>
      <dgm:spPr/>
      <dgm:t>
        <a:bodyPr/>
        <a:lstStyle/>
        <a:p>
          <a:pPr rtl="0"/>
          <a:r>
            <a: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Predictive analytics </a:t>
          </a:r>
          <a:r>
            <a: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with clustering to identify hidden relationships for deployment </a:t>
          </a:r>
        </a:p>
      </dgm:t>
    </dgm:pt>
    <dgm:pt modelId="{A5E19B86-2C1B-4A6A-8845-76959ED92E04}" type="parTrans" cxnId="{E1FD214A-35BD-4EC5-8E49-E32CBFAC0D9D}">
      <dgm:prSet/>
      <dgm:spPr/>
      <dgm:t>
        <a:bodyPr/>
        <a:lstStyle/>
        <a:p>
          <a:endParaRPr lang="en-US"/>
        </a:p>
      </dgm:t>
    </dgm:pt>
    <dgm:pt modelId="{28A8B6E8-A694-4ECB-BF23-028CC40A803C}" type="sibTrans" cxnId="{E1FD214A-35BD-4EC5-8E49-E32CBFAC0D9D}">
      <dgm:prSet/>
      <dgm:spPr/>
      <dgm:t>
        <a:bodyPr/>
        <a:lstStyle/>
        <a:p>
          <a:endParaRPr lang="en-US"/>
        </a:p>
      </dgm:t>
    </dgm:pt>
    <dgm:pt modelId="{ADC732A8-3DF6-4365-A193-6D02E4FFFEE4}" type="pres">
      <dgm:prSet presAssocID="{71B1A70A-DCB5-49A2-B89A-EE5003B05DE1}" presName="linear" presStyleCnt="0">
        <dgm:presLayoutVars>
          <dgm:dir/>
          <dgm:animLvl val="lvl"/>
          <dgm:resizeHandles val="exact"/>
        </dgm:presLayoutVars>
      </dgm:prSet>
      <dgm:spPr/>
    </dgm:pt>
    <dgm:pt modelId="{C23E34C4-F6C7-43BE-B172-B52F57486324}" type="pres">
      <dgm:prSet presAssocID="{D679BF00-A988-4386-BF9C-286BCDD7C39C}" presName="parentLin" presStyleCnt="0"/>
      <dgm:spPr/>
    </dgm:pt>
    <dgm:pt modelId="{449AC8F0-6E49-4A03-A4EF-6EE0D8C04929}" type="pres">
      <dgm:prSet presAssocID="{D679BF00-A988-4386-BF9C-286BCDD7C39C}" presName="parentLeftMargin" presStyleLbl="node1" presStyleIdx="0" presStyleCnt="5"/>
      <dgm:spPr/>
    </dgm:pt>
    <dgm:pt modelId="{2FA9641A-CECE-4120-9A9B-71909B8A1906}" type="pres">
      <dgm:prSet presAssocID="{D679BF00-A988-4386-BF9C-286BCDD7C39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E9DBB35-338B-4B65-9031-E2C2738869A3}" type="pres">
      <dgm:prSet presAssocID="{D679BF00-A988-4386-BF9C-286BCDD7C39C}" presName="negativeSpace" presStyleCnt="0"/>
      <dgm:spPr/>
    </dgm:pt>
    <dgm:pt modelId="{CEDE9F4E-04F9-456D-B0FF-67A6C260E6FA}" type="pres">
      <dgm:prSet presAssocID="{D679BF00-A988-4386-BF9C-286BCDD7C39C}" presName="childText" presStyleLbl="conFgAcc1" presStyleIdx="0" presStyleCnt="5">
        <dgm:presLayoutVars>
          <dgm:bulletEnabled val="1"/>
        </dgm:presLayoutVars>
      </dgm:prSet>
      <dgm:spPr/>
    </dgm:pt>
    <dgm:pt modelId="{15ED6C53-DFD8-4A55-8D73-360314211C0C}" type="pres">
      <dgm:prSet presAssocID="{80C49768-0879-49AB-8EB2-8359A87D48FB}" presName="spaceBetweenRectangles" presStyleCnt="0"/>
      <dgm:spPr/>
    </dgm:pt>
    <dgm:pt modelId="{0F9A6F1C-9D7D-48F7-B560-0136A3C42847}" type="pres">
      <dgm:prSet presAssocID="{89C31470-6A12-4BD0-A4F6-F6AACD816D15}" presName="parentLin" presStyleCnt="0"/>
      <dgm:spPr/>
    </dgm:pt>
    <dgm:pt modelId="{6A756346-E878-48C6-B15C-D8826753311E}" type="pres">
      <dgm:prSet presAssocID="{89C31470-6A12-4BD0-A4F6-F6AACD816D15}" presName="parentLeftMargin" presStyleLbl="node1" presStyleIdx="0" presStyleCnt="5"/>
      <dgm:spPr/>
    </dgm:pt>
    <dgm:pt modelId="{9087F881-CF9A-422F-BF57-DDF3176592CF}" type="pres">
      <dgm:prSet presAssocID="{89C31470-6A12-4BD0-A4F6-F6AACD816D1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2971D7E-2902-413E-BE72-79D7113C2A3D}" type="pres">
      <dgm:prSet presAssocID="{89C31470-6A12-4BD0-A4F6-F6AACD816D15}" presName="negativeSpace" presStyleCnt="0"/>
      <dgm:spPr/>
    </dgm:pt>
    <dgm:pt modelId="{1E31AAAF-EFB6-4794-8E74-BA97ED84DF2F}" type="pres">
      <dgm:prSet presAssocID="{89C31470-6A12-4BD0-A4F6-F6AACD816D15}" presName="childText" presStyleLbl="conFgAcc1" presStyleIdx="1" presStyleCnt="5">
        <dgm:presLayoutVars>
          <dgm:bulletEnabled val="1"/>
        </dgm:presLayoutVars>
      </dgm:prSet>
      <dgm:spPr/>
    </dgm:pt>
    <dgm:pt modelId="{808848E5-6F7B-4F83-9375-08DDAAEB6BD1}" type="pres">
      <dgm:prSet presAssocID="{F150ECA0-D95F-47D1-8FF2-B414DA80E83D}" presName="spaceBetweenRectangles" presStyleCnt="0"/>
      <dgm:spPr/>
    </dgm:pt>
    <dgm:pt modelId="{D5BE4056-9728-40FF-B124-997A2847B03D}" type="pres">
      <dgm:prSet presAssocID="{51707448-B8AC-4777-A2E1-559059923BA8}" presName="parentLin" presStyleCnt="0"/>
      <dgm:spPr/>
    </dgm:pt>
    <dgm:pt modelId="{83B4C988-5519-4A4A-BFA4-9EB93AA94814}" type="pres">
      <dgm:prSet presAssocID="{51707448-B8AC-4777-A2E1-559059923BA8}" presName="parentLeftMargin" presStyleLbl="node1" presStyleIdx="1" presStyleCnt="5"/>
      <dgm:spPr/>
    </dgm:pt>
    <dgm:pt modelId="{1CC4311D-7DFB-436E-93CA-338AE36C8CCE}" type="pres">
      <dgm:prSet presAssocID="{51707448-B8AC-4777-A2E1-559059923B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AA420C7-715C-445F-B77D-861CC675CD95}" type="pres">
      <dgm:prSet presAssocID="{51707448-B8AC-4777-A2E1-559059923BA8}" presName="negativeSpace" presStyleCnt="0"/>
      <dgm:spPr/>
    </dgm:pt>
    <dgm:pt modelId="{DF1AF7F8-7E56-4F53-86A6-23093247FB1B}" type="pres">
      <dgm:prSet presAssocID="{51707448-B8AC-4777-A2E1-559059923BA8}" presName="childText" presStyleLbl="conFgAcc1" presStyleIdx="2" presStyleCnt="5">
        <dgm:presLayoutVars>
          <dgm:bulletEnabled val="1"/>
        </dgm:presLayoutVars>
      </dgm:prSet>
      <dgm:spPr/>
    </dgm:pt>
    <dgm:pt modelId="{067D46D8-76CA-4BC9-BAE7-CFDD764DC735}" type="pres">
      <dgm:prSet presAssocID="{9FB491F8-0526-4B00-80DF-5398E9E4895C}" presName="spaceBetweenRectangles" presStyleCnt="0"/>
      <dgm:spPr/>
    </dgm:pt>
    <dgm:pt modelId="{3FB82EA0-9631-4D90-80BF-17BC79E25706}" type="pres">
      <dgm:prSet presAssocID="{1A299F2B-C53B-4DBA-9BEA-8B26D4A181B1}" presName="parentLin" presStyleCnt="0"/>
      <dgm:spPr/>
    </dgm:pt>
    <dgm:pt modelId="{DB605202-FB53-4F53-81D5-3E1BDA19A912}" type="pres">
      <dgm:prSet presAssocID="{1A299F2B-C53B-4DBA-9BEA-8B26D4A181B1}" presName="parentLeftMargin" presStyleLbl="node1" presStyleIdx="2" presStyleCnt="5"/>
      <dgm:spPr/>
    </dgm:pt>
    <dgm:pt modelId="{1100CB2E-A34D-4263-9034-EBA104B198BC}" type="pres">
      <dgm:prSet presAssocID="{1A299F2B-C53B-4DBA-9BEA-8B26D4A181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AC4D308-F5D2-4924-9F6C-DA8039880F4B}" type="pres">
      <dgm:prSet presAssocID="{1A299F2B-C53B-4DBA-9BEA-8B26D4A181B1}" presName="negativeSpace" presStyleCnt="0"/>
      <dgm:spPr/>
    </dgm:pt>
    <dgm:pt modelId="{D6343248-2766-4373-8358-8873192CEE13}" type="pres">
      <dgm:prSet presAssocID="{1A299F2B-C53B-4DBA-9BEA-8B26D4A181B1}" presName="childText" presStyleLbl="conFgAcc1" presStyleIdx="3" presStyleCnt="5">
        <dgm:presLayoutVars>
          <dgm:bulletEnabled val="1"/>
        </dgm:presLayoutVars>
      </dgm:prSet>
      <dgm:spPr/>
    </dgm:pt>
    <dgm:pt modelId="{EE35FD44-E3AC-49EF-86A6-4DAC01F33388}" type="pres">
      <dgm:prSet presAssocID="{A8B2DB87-5EB7-4330-BABB-9D8F1DD847B4}" presName="spaceBetweenRectangles" presStyleCnt="0"/>
      <dgm:spPr/>
    </dgm:pt>
    <dgm:pt modelId="{B8096888-F887-4AC1-8D50-6290C7034B8C}" type="pres">
      <dgm:prSet presAssocID="{BE4C31C3-22A9-446B-A80F-29BC979E71FA}" presName="parentLin" presStyleCnt="0"/>
      <dgm:spPr/>
    </dgm:pt>
    <dgm:pt modelId="{164B7A50-70F2-4162-BA90-562D7F580887}" type="pres">
      <dgm:prSet presAssocID="{BE4C31C3-22A9-446B-A80F-29BC979E71FA}" presName="parentLeftMargin" presStyleLbl="node1" presStyleIdx="3" presStyleCnt="5"/>
      <dgm:spPr/>
    </dgm:pt>
    <dgm:pt modelId="{87B99524-1B45-484C-9B61-25034015D50F}" type="pres">
      <dgm:prSet presAssocID="{BE4C31C3-22A9-446B-A80F-29BC979E71F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738D0934-5300-411C-9665-CF5866BF42DC}" type="pres">
      <dgm:prSet presAssocID="{BE4C31C3-22A9-446B-A80F-29BC979E71FA}" presName="negativeSpace" presStyleCnt="0"/>
      <dgm:spPr/>
    </dgm:pt>
    <dgm:pt modelId="{D2964CF2-68A0-49A5-9C2F-40104DE51603}" type="pres">
      <dgm:prSet presAssocID="{BE4C31C3-22A9-446B-A80F-29BC979E71F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C0E240A-DC29-448B-888E-949D8490391E}" type="presOf" srcId="{51707448-B8AC-4777-A2E1-559059923BA8}" destId="{83B4C988-5519-4A4A-BFA4-9EB93AA94814}" srcOrd="0" destOrd="0" presId="urn:microsoft.com/office/officeart/2005/8/layout/list1"/>
    <dgm:cxn modelId="{13B93F0B-203A-4A08-8FAC-40E038277873}" type="presOf" srcId="{1A299F2B-C53B-4DBA-9BEA-8B26D4A181B1}" destId="{DB605202-FB53-4F53-81D5-3E1BDA19A912}" srcOrd="0" destOrd="0" presId="urn:microsoft.com/office/officeart/2005/8/layout/list1"/>
    <dgm:cxn modelId="{9BE8F81E-91C9-4CB2-9569-9B68F3A970CF}" srcId="{71B1A70A-DCB5-49A2-B89A-EE5003B05DE1}" destId="{D679BF00-A988-4386-BF9C-286BCDD7C39C}" srcOrd="0" destOrd="0" parTransId="{507FA077-FA40-4ACE-91D4-70671F5F7ACC}" sibTransId="{80C49768-0879-49AB-8EB2-8359A87D48FB}"/>
    <dgm:cxn modelId="{49917933-8097-4A37-8A65-ACB377880BF1}" type="presOf" srcId="{51707448-B8AC-4777-A2E1-559059923BA8}" destId="{1CC4311D-7DFB-436E-93CA-338AE36C8CCE}" srcOrd="1" destOrd="0" presId="urn:microsoft.com/office/officeart/2005/8/layout/list1"/>
    <dgm:cxn modelId="{E1FD214A-35BD-4EC5-8E49-E32CBFAC0D9D}" srcId="{71B1A70A-DCB5-49A2-B89A-EE5003B05DE1}" destId="{BE4C31C3-22A9-446B-A80F-29BC979E71FA}" srcOrd="4" destOrd="0" parTransId="{A5E19B86-2C1B-4A6A-8845-76959ED92E04}" sibTransId="{28A8B6E8-A694-4ECB-BF23-028CC40A803C}"/>
    <dgm:cxn modelId="{72860050-D5BD-40EC-8298-830CE7AE0428}" type="presOf" srcId="{D679BF00-A988-4386-BF9C-286BCDD7C39C}" destId="{449AC8F0-6E49-4A03-A4EF-6EE0D8C04929}" srcOrd="0" destOrd="0" presId="urn:microsoft.com/office/officeart/2005/8/layout/list1"/>
    <dgm:cxn modelId="{17982650-5F91-4B0B-8D08-02CFAAEB27F8}" srcId="{71B1A70A-DCB5-49A2-B89A-EE5003B05DE1}" destId="{89C31470-6A12-4BD0-A4F6-F6AACD816D15}" srcOrd="1" destOrd="0" parTransId="{49A714BE-6A8D-4EFA-95DC-F9F415AC9E92}" sibTransId="{F150ECA0-D95F-47D1-8FF2-B414DA80E83D}"/>
    <dgm:cxn modelId="{FE703955-8091-4109-8BB3-34BCBF12AC2E}" type="presOf" srcId="{1A299F2B-C53B-4DBA-9BEA-8B26D4A181B1}" destId="{1100CB2E-A34D-4263-9034-EBA104B198BC}" srcOrd="1" destOrd="0" presId="urn:microsoft.com/office/officeart/2005/8/layout/list1"/>
    <dgm:cxn modelId="{A6ABF7BF-B629-41F0-A930-FF9C10A612C5}" type="presOf" srcId="{71B1A70A-DCB5-49A2-B89A-EE5003B05DE1}" destId="{ADC732A8-3DF6-4365-A193-6D02E4FFFEE4}" srcOrd="0" destOrd="0" presId="urn:microsoft.com/office/officeart/2005/8/layout/list1"/>
    <dgm:cxn modelId="{82AB57C2-7CDC-491C-A3CC-F37A258BD064}" type="presOf" srcId="{89C31470-6A12-4BD0-A4F6-F6AACD816D15}" destId="{6A756346-E878-48C6-B15C-D8826753311E}" srcOrd="0" destOrd="0" presId="urn:microsoft.com/office/officeart/2005/8/layout/list1"/>
    <dgm:cxn modelId="{B1B18BC5-9341-4924-9354-15274399DE3E}" type="presOf" srcId="{BE4C31C3-22A9-446B-A80F-29BC979E71FA}" destId="{87B99524-1B45-484C-9B61-25034015D50F}" srcOrd="1" destOrd="0" presId="urn:microsoft.com/office/officeart/2005/8/layout/list1"/>
    <dgm:cxn modelId="{1E71AFCA-07E0-42B9-87F4-F50425E7F830}" type="presOf" srcId="{89C31470-6A12-4BD0-A4F6-F6AACD816D15}" destId="{9087F881-CF9A-422F-BF57-DDF3176592CF}" srcOrd="1" destOrd="0" presId="urn:microsoft.com/office/officeart/2005/8/layout/list1"/>
    <dgm:cxn modelId="{5D7323D1-7F9A-41D2-86A6-95EC1355DB81}" srcId="{71B1A70A-DCB5-49A2-B89A-EE5003B05DE1}" destId="{51707448-B8AC-4777-A2E1-559059923BA8}" srcOrd="2" destOrd="0" parTransId="{EEABCED0-580D-4B5C-82A2-74C47F84F95E}" sibTransId="{9FB491F8-0526-4B00-80DF-5398E9E4895C}"/>
    <dgm:cxn modelId="{F4465AE4-A705-4BA7-BE8E-F2D4A5DD918F}" type="presOf" srcId="{D679BF00-A988-4386-BF9C-286BCDD7C39C}" destId="{2FA9641A-CECE-4120-9A9B-71909B8A1906}" srcOrd="1" destOrd="0" presId="urn:microsoft.com/office/officeart/2005/8/layout/list1"/>
    <dgm:cxn modelId="{2855B1E5-EE50-47FB-9521-76A3112C61D3}" type="presOf" srcId="{BE4C31C3-22A9-446B-A80F-29BC979E71FA}" destId="{164B7A50-70F2-4162-BA90-562D7F580887}" srcOrd="0" destOrd="0" presId="urn:microsoft.com/office/officeart/2005/8/layout/list1"/>
    <dgm:cxn modelId="{EE5CFDEB-3B83-4CB9-8093-FB84CBEF3285}" srcId="{71B1A70A-DCB5-49A2-B89A-EE5003B05DE1}" destId="{1A299F2B-C53B-4DBA-9BEA-8B26D4A181B1}" srcOrd="3" destOrd="0" parTransId="{EBE964E3-B9DC-440C-A46D-725B03A10308}" sibTransId="{A8B2DB87-5EB7-4330-BABB-9D8F1DD847B4}"/>
    <dgm:cxn modelId="{FF5C9C15-6428-4300-AB94-580769B2382B}" type="presParOf" srcId="{ADC732A8-3DF6-4365-A193-6D02E4FFFEE4}" destId="{C23E34C4-F6C7-43BE-B172-B52F57486324}" srcOrd="0" destOrd="0" presId="urn:microsoft.com/office/officeart/2005/8/layout/list1"/>
    <dgm:cxn modelId="{D7414AC5-7F4B-4212-B3CC-1524E8642DA7}" type="presParOf" srcId="{C23E34C4-F6C7-43BE-B172-B52F57486324}" destId="{449AC8F0-6E49-4A03-A4EF-6EE0D8C04929}" srcOrd="0" destOrd="0" presId="urn:microsoft.com/office/officeart/2005/8/layout/list1"/>
    <dgm:cxn modelId="{0206F64E-BC9A-48F2-8544-395A561378EB}" type="presParOf" srcId="{C23E34C4-F6C7-43BE-B172-B52F57486324}" destId="{2FA9641A-CECE-4120-9A9B-71909B8A1906}" srcOrd="1" destOrd="0" presId="urn:microsoft.com/office/officeart/2005/8/layout/list1"/>
    <dgm:cxn modelId="{3A237D96-C5E2-466F-884C-A2AE9403743F}" type="presParOf" srcId="{ADC732A8-3DF6-4365-A193-6D02E4FFFEE4}" destId="{2E9DBB35-338B-4B65-9031-E2C2738869A3}" srcOrd="1" destOrd="0" presId="urn:microsoft.com/office/officeart/2005/8/layout/list1"/>
    <dgm:cxn modelId="{95E54C53-3BD3-449B-A621-84CEB916C449}" type="presParOf" srcId="{ADC732A8-3DF6-4365-A193-6D02E4FFFEE4}" destId="{CEDE9F4E-04F9-456D-B0FF-67A6C260E6FA}" srcOrd="2" destOrd="0" presId="urn:microsoft.com/office/officeart/2005/8/layout/list1"/>
    <dgm:cxn modelId="{443A25E1-8D12-4FE1-9602-BF5C2B71667D}" type="presParOf" srcId="{ADC732A8-3DF6-4365-A193-6D02E4FFFEE4}" destId="{15ED6C53-DFD8-4A55-8D73-360314211C0C}" srcOrd="3" destOrd="0" presId="urn:microsoft.com/office/officeart/2005/8/layout/list1"/>
    <dgm:cxn modelId="{B0D51A76-440F-4945-942F-5EA1A079FF6D}" type="presParOf" srcId="{ADC732A8-3DF6-4365-A193-6D02E4FFFEE4}" destId="{0F9A6F1C-9D7D-48F7-B560-0136A3C42847}" srcOrd="4" destOrd="0" presId="urn:microsoft.com/office/officeart/2005/8/layout/list1"/>
    <dgm:cxn modelId="{0BF7A231-B1C7-41E3-A83A-D7F93D049C65}" type="presParOf" srcId="{0F9A6F1C-9D7D-48F7-B560-0136A3C42847}" destId="{6A756346-E878-48C6-B15C-D8826753311E}" srcOrd="0" destOrd="0" presId="urn:microsoft.com/office/officeart/2005/8/layout/list1"/>
    <dgm:cxn modelId="{6BDA2598-1112-4842-9AA0-C3962C04DD44}" type="presParOf" srcId="{0F9A6F1C-9D7D-48F7-B560-0136A3C42847}" destId="{9087F881-CF9A-422F-BF57-DDF3176592CF}" srcOrd="1" destOrd="0" presId="urn:microsoft.com/office/officeart/2005/8/layout/list1"/>
    <dgm:cxn modelId="{198944E1-6D59-4D68-8BC7-44F426FCA0AE}" type="presParOf" srcId="{ADC732A8-3DF6-4365-A193-6D02E4FFFEE4}" destId="{72971D7E-2902-413E-BE72-79D7113C2A3D}" srcOrd="5" destOrd="0" presId="urn:microsoft.com/office/officeart/2005/8/layout/list1"/>
    <dgm:cxn modelId="{393E34AE-F3B8-4EF3-8EE1-C6106DA8B448}" type="presParOf" srcId="{ADC732A8-3DF6-4365-A193-6D02E4FFFEE4}" destId="{1E31AAAF-EFB6-4794-8E74-BA97ED84DF2F}" srcOrd="6" destOrd="0" presId="urn:microsoft.com/office/officeart/2005/8/layout/list1"/>
    <dgm:cxn modelId="{E77AA54B-5929-44A1-91A4-A4EEC018FC4B}" type="presParOf" srcId="{ADC732A8-3DF6-4365-A193-6D02E4FFFEE4}" destId="{808848E5-6F7B-4F83-9375-08DDAAEB6BD1}" srcOrd="7" destOrd="0" presId="urn:microsoft.com/office/officeart/2005/8/layout/list1"/>
    <dgm:cxn modelId="{3799D100-B1CF-4DF9-9968-A11EB03338DA}" type="presParOf" srcId="{ADC732A8-3DF6-4365-A193-6D02E4FFFEE4}" destId="{D5BE4056-9728-40FF-B124-997A2847B03D}" srcOrd="8" destOrd="0" presId="urn:microsoft.com/office/officeart/2005/8/layout/list1"/>
    <dgm:cxn modelId="{B24DBBE5-9F40-4E5D-96AA-438EF0966B94}" type="presParOf" srcId="{D5BE4056-9728-40FF-B124-997A2847B03D}" destId="{83B4C988-5519-4A4A-BFA4-9EB93AA94814}" srcOrd="0" destOrd="0" presId="urn:microsoft.com/office/officeart/2005/8/layout/list1"/>
    <dgm:cxn modelId="{D727C474-B48D-42C5-96E0-66C990BA50EF}" type="presParOf" srcId="{D5BE4056-9728-40FF-B124-997A2847B03D}" destId="{1CC4311D-7DFB-436E-93CA-338AE36C8CCE}" srcOrd="1" destOrd="0" presId="urn:microsoft.com/office/officeart/2005/8/layout/list1"/>
    <dgm:cxn modelId="{E6A244DA-20F9-4D9E-A80C-FA2D91B2DAAF}" type="presParOf" srcId="{ADC732A8-3DF6-4365-A193-6D02E4FFFEE4}" destId="{7AA420C7-715C-445F-B77D-861CC675CD95}" srcOrd="9" destOrd="0" presId="urn:microsoft.com/office/officeart/2005/8/layout/list1"/>
    <dgm:cxn modelId="{8C15925C-4431-4FED-A89E-B38BF591798E}" type="presParOf" srcId="{ADC732A8-3DF6-4365-A193-6D02E4FFFEE4}" destId="{DF1AF7F8-7E56-4F53-86A6-23093247FB1B}" srcOrd="10" destOrd="0" presId="urn:microsoft.com/office/officeart/2005/8/layout/list1"/>
    <dgm:cxn modelId="{E14784AB-972F-4D12-8EAD-DA14B9041113}" type="presParOf" srcId="{ADC732A8-3DF6-4365-A193-6D02E4FFFEE4}" destId="{067D46D8-76CA-4BC9-BAE7-CFDD764DC735}" srcOrd="11" destOrd="0" presId="urn:microsoft.com/office/officeart/2005/8/layout/list1"/>
    <dgm:cxn modelId="{B71BA386-CFE8-4E6C-913D-814D2C67BF57}" type="presParOf" srcId="{ADC732A8-3DF6-4365-A193-6D02E4FFFEE4}" destId="{3FB82EA0-9631-4D90-80BF-17BC79E25706}" srcOrd="12" destOrd="0" presId="urn:microsoft.com/office/officeart/2005/8/layout/list1"/>
    <dgm:cxn modelId="{78472B4C-5CAD-4C70-A650-6170DF4F2996}" type="presParOf" srcId="{3FB82EA0-9631-4D90-80BF-17BC79E25706}" destId="{DB605202-FB53-4F53-81D5-3E1BDA19A912}" srcOrd="0" destOrd="0" presId="urn:microsoft.com/office/officeart/2005/8/layout/list1"/>
    <dgm:cxn modelId="{28B12648-8EBA-4FAF-BDEC-FCA97478CC2D}" type="presParOf" srcId="{3FB82EA0-9631-4D90-80BF-17BC79E25706}" destId="{1100CB2E-A34D-4263-9034-EBA104B198BC}" srcOrd="1" destOrd="0" presId="urn:microsoft.com/office/officeart/2005/8/layout/list1"/>
    <dgm:cxn modelId="{50842045-2836-4BB1-B04F-CB2712436A27}" type="presParOf" srcId="{ADC732A8-3DF6-4365-A193-6D02E4FFFEE4}" destId="{EAC4D308-F5D2-4924-9F6C-DA8039880F4B}" srcOrd="13" destOrd="0" presId="urn:microsoft.com/office/officeart/2005/8/layout/list1"/>
    <dgm:cxn modelId="{583726AF-B0ED-4CB4-911C-040608B0F494}" type="presParOf" srcId="{ADC732A8-3DF6-4365-A193-6D02E4FFFEE4}" destId="{D6343248-2766-4373-8358-8873192CEE13}" srcOrd="14" destOrd="0" presId="urn:microsoft.com/office/officeart/2005/8/layout/list1"/>
    <dgm:cxn modelId="{BF02D291-48B0-4182-BD20-789068EC67C7}" type="presParOf" srcId="{ADC732A8-3DF6-4365-A193-6D02E4FFFEE4}" destId="{EE35FD44-E3AC-49EF-86A6-4DAC01F33388}" srcOrd="15" destOrd="0" presId="urn:microsoft.com/office/officeart/2005/8/layout/list1"/>
    <dgm:cxn modelId="{7126D542-EA22-4EB9-80AB-A28655D076C9}" type="presParOf" srcId="{ADC732A8-3DF6-4365-A193-6D02E4FFFEE4}" destId="{B8096888-F887-4AC1-8D50-6290C7034B8C}" srcOrd="16" destOrd="0" presId="urn:microsoft.com/office/officeart/2005/8/layout/list1"/>
    <dgm:cxn modelId="{D0403D73-2A10-4E6B-AD11-D2A16FC0A1B4}" type="presParOf" srcId="{B8096888-F887-4AC1-8D50-6290C7034B8C}" destId="{164B7A50-70F2-4162-BA90-562D7F580887}" srcOrd="0" destOrd="0" presId="urn:microsoft.com/office/officeart/2005/8/layout/list1"/>
    <dgm:cxn modelId="{DFE6AB68-DB6E-4D8D-BB6B-2E8F7C0CC04D}" type="presParOf" srcId="{B8096888-F887-4AC1-8D50-6290C7034B8C}" destId="{87B99524-1B45-484C-9B61-25034015D50F}" srcOrd="1" destOrd="0" presId="urn:microsoft.com/office/officeart/2005/8/layout/list1"/>
    <dgm:cxn modelId="{04C0F563-7D00-4F9B-9927-ADC4C20179FD}" type="presParOf" srcId="{ADC732A8-3DF6-4365-A193-6D02E4FFFEE4}" destId="{738D0934-5300-411C-9665-CF5866BF42DC}" srcOrd="17" destOrd="0" presId="urn:microsoft.com/office/officeart/2005/8/layout/list1"/>
    <dgm:cxn modelId="{39137075-89A9-48AA-9E74-ADD46237E895}" type="presParOf" srcId="{ADC732A8-3DF6-4365-A193-6D02E4FFFEE4}" destId="{D2964CF2-68A0-49A5-9C2F-40104DE5160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ABDD2-23CD-40CF-AA93-4A5A55724586}">
      <dsp:nvSpPr>
        <dsp:cNvPr id="0" name=""/>
        <dsp:cNvSpPr/>
      </dsp:nvSpPr>
      <dsp:spPr>
        <a:xfrm>
          <a:off x="3750" y="966644"/>
          <a:ext cx="1639788" cy="27358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External Perspective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This architecture contains Everything that is going on outside the enterprise, the landscape  with possible impact on the enterprise, the ecosystem of the business</a:t>
          </a:r>
        </a:p>
      </dsp:txBody>
      <dsp:txXfrm>
        <a:off x="51778" y="1014672"/>
        <a:ext cx="1543732" cy="2639810"/>
      </dsp:txXfrm>
    </dsp:sp>
    <dsp:sp modelId="{C88B0742-2CF5-4320-85E0-35E2E3E60492}">
      <dsp:nvSpPr>
        <dsp:cNvPr id="0" name=""/>
        <dsp:cNvSpPr/>
      </dsp:nvSpPr>
      <dsp:spPr>
        <a:xfrm>
          <a:off x="1807517" y="2131244"/>
          <a:ext cx="347635" cy="4066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1807517" y="2212577"/>
        <a:ext cx="243345" cy="244001"/>
      </dsp:txXfrm>
    </dsp:sp>
    <dsp:sp modelId="{AF652744-7BC1-4AAD-A530-6A958F37903D}">
      <dsp:nvSpPr>
        <dsp:cNvPr id="0" name=""/>
        <dsp:cNvSpPr/>
      </dsp:nvSpPr>
      <dsp:spPr>
        <a:xfrm>
          <a:off x="2299454" y="966644"/>
          <a:ext cx="1639788" cy="27358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3750088"/>
              <a:satOff val="-5627"/>
              <a:lumOff val="-91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Business Perspective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This architecture contains All the options, decisions, considerations, assumptions that go into deciding on the direction of the enterprise as it responds to the landscape</a:t>
          </a:r>
        </a:p>
      </dsp:txBody>
      <dsp:txXfrm>
        <a:off x="2347482" y="1014672"/>
        <a:ext cx="1543732" cy="2639810"/>
      </dsp:txXfrm>
    </dsp:sp>
    <dsp:sp modelId="{C514B721-3F36-4C86-ADE6-2BA2E7F307B6}">
      <dsp:nvSpPr>
        <dsp:cNvPr id="0" name=""/>
        <dsp:cNvSpPr/>
      </dsp:nvSpPr>
      <dsp:spPr>
        <a:xfrm>
          <a:off x="4103221" y="2131244"/>
          <a:ext cx="347635" cy="4066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5625132"/>
              <a:satOff val="-8440"/>
              <a:lumOff val="-1373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103221" y="2212577"/>
        <a:ext cx="243345" cy="244001"/>
      </dsp:txXfrm>
    </dsp:sp>
    <dsp:sp modelId="{48A5F19E-CF87-4B2C-B2A2-A812DB53BDAE}">
      <dsp:nvSpPr>
        <dsp:cNvPr id="0" name=""/>
        <dsp:cNvSpPr/>
      </dsp:nvSpPr>
      <dsp:spPr>
        <a:xfrm>
          <a:off x="4595157" y="966644"/>
          <a:ext cx="1639788" cy="27358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7500176"/>
              <a:satOff val="-11253"/>
              <a:lumOff val="-183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Perspective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This architecture contains all the operational capabilities, resources, assets, skills, intellectual property needed to carry out the direction.</a:t>
          </a:r>
        </a:p>
      </dsp:txBody>
      <dsp:txXfrm>
        <a:off x="4643185" y="1014672"/>
        <a:ext cx="1543732" cy="2639810"/>
      </dsp:txXfrm>
    </dsp:sp>
    <dsp:sp modelId="{3D99E35E-DAFC-4D43-AFE5-CF641643BBC1}">
      <dsp:nvSpPr>
        <dsp:cNvPr id="0" name=""/>
        <dsp:cNvSpPr/>
      </dsp:nvSpPr>
      <dsp:spPr>
        <a:xfrm>
          <a:off x="6398924" y="2131244"/>
          <a:ext cx="347635" cy="40666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11250264"/>
              <a:satOff val="-16880"/>
              <a:lumOff val="-274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6398924" y="2212577"/>
        <a:ext cx="243345" cy="244001"/>
      </dsp:txXfrm>
    </dsp:sp>
    <dsp:sp modelId="{ADA555A7-A5B6-486C-B698-0D4F19A71ADD}">
      <dsp:nvSpPr>
        <dsp:cNvPr id="0" name=""/>
        <dsp:cNvSpPr/>
      </dsp:nvSpPr>
      <dsp:spPr>
        <a:xfrm>
          <a:off x="6890861" y="966644"/>
          <a:ext cx="1639788" cy="27358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11250264"/>
              <a:satOff val="-16880"/>
              <a:lumOff val="-274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Perspective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enterprise architecture contains All the assets needed to execute the what is put in place by the business architecture, the operational view.</a:t>
          </a:r>
        </a:p>
      </dsp:txBody>
      <dsp:txXfrm>
        <a:off x="6938889" y="1014672"/>
        <a:ext cx="1543732" cy="2639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96C9E-6877-4097-8B03-99C6259D8A0D}">
      <dsp:nvSpPr>
        <dsp:cNvPr id="0" name=""/>
        <dsp:cNvSpPr/>
      </dsp:nvSpPr>
      <dsp:spPr>
        <a:xfrm>
          <a:off x="7293" y="1474028"/>
          <a:ext cx="2291953" cy="864000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0"/>
              <a:satOff val="0"/>
              <a:lumOff val="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Landscape Architecture</a:t>
          </a:r>
        </a:p>
      </dsp:txBody>
      <dsp:txXfrm>
        <a:off x="439293" y="1474028"/>
        <a:ext cx="1427953" cy="864000"/>
      </dsp:txXfrm>
    </dsp:sp>
    <dsp:sp modelId="{78766B0F-1D0A-400E-8BF8-3E87A58AC502}">
      <dsp:nvSpPr>
        <dsp:cNvPr id="0" name=""/>
        <dsp:cNvSpPr/>
      </dsp:nvSpPr>
      <dsp:spPr>
        <a:xfrm>
          <a:off x="7293" y="2446028"/>
          <a:ext cx="1833562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Ranking of Markets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Landscape Sensitivity of markets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Landscape scope</a:t>
          </a:r>
        </a:p>
      </dsp:txBody>
      <dsp:txXfrm>
        <a:off x="7293" y="2446028"/>
        <a:ext cx="1833562" cy="1282500"/>
      </dsp:txXfrm>
    </dsp:sp>
    <dsp:sp modelId="{9F3A5442-1F78-40DB-BCA9-11F57E11EEC2}">
      <dsp:nvSpPr>
        <dsp:cNvPr id="0" name=""/>
        <dsp:cNvSpPr/>
      </dsp:nvSpPr>
      <dsp:spPr>
        <a:xfrm>
          <a:off x="2083246" y="1474028"/>
          <a:ext cx="2291953" cy="864000"/>
        </a:xfrm>
        <a:prstGeom prst="chevron">
          <a:avLst/>
        </a:prstGeom>
        <a:gradFill rotWithShape="0">
          <a:gsLst>
            <a:gs pos="0">
              <a:schemeClr val="accent3">
                <a:hueOff val="3750088"/>
                <a:satOff val="-5627"/>
                <a:lumOff val="-91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3750088"/>
                <a:satOff val="-5627"/>
                <a:lumOff val="-91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3750088"/>
              <a:satOff val="-5627"/>
              <a:lumOff val="-91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Architecture</a:t>
          </a:r>
        </a:p>
      </dsp:txBody>
      <dsp:txXfrm>
        <a:off x="2515246" y="1474028"/>
        <a:ext cx="1427953" cy="864000"/>
      </dsp:txXfrm>
    </dsp:sp>
    <dsp:sp modelId="{155AA30A-CBDF-408E-9994-998C02C2107E}">
      <dsp:nvSpPr>
        <dsp:cNvPr id="0" name=""/>
        <dsp:cNvSpPr/>
      </dsp:nvSpPr>
      <dsp:spPr>
        <a:xfrm>
          <a:off x="2083246" y="2446028"/>
          <a:ext cx="1833562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Market-to-Product High Impact Relationships</a:t>
          </a:r>
        </a:p>
      </dsp:txBody>
      <dsp:txXfrm>
        <a:off x="2083246" y="2446028"/>
        <a:ext cx="1833562" cy="1282500"/>
      </dsp:txXfrm>
    </dsp:sp>
    <dsp:sp modelId="{4D65CB13-CA82-4CBF-B1F4-5A33046C1726}">
      <dsp:nvSpPr>
        <dsp:cNvPr id="0" name=""/>
        <dsp:cNvSpPr/>
      </dsp:nvSpPr>
      <dsp:spPr>
        <a:xfrm>
          <a:off x="4159200" y="1474028"/>
          <a:ext cx="2291953" cy="864000"/>
        </a:xfrm>
        <a:prstGeom prst="chevron">
          <a:avLst/>
        </a:prstGeom>
        <a:gradFill rotWithShape="0">
          <a:gsLst>
            <a:gs pos="0">
              <a:schemeClr val="accent3">
                <a:hueOff val="7500176"/>
                <a:satOff val="-11253"/>
                <a:lumOff val="-183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7500176"/>
                <a:satOff val="-11253"/>
                <a:lumOff val="-183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7500176"/>
              <a:satOff val="-11253"/>
              <a:lumOff val="-1830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Architecture</a:t>
          </a:r>
        </a:p>
      </dsp:txBody>
      <dsp:txXfrm>
        <a:off x="4591200" y="1474028"/>
        <a:ext cx="1427953" cy="864000"/>
      </dsp:txXfrm>
    </dsp:sp>
    <dsp:sp modelId="{92D78540-7CD2-4D23-B825-F4C6E848E2EB}">
      <dsp:nvSpPr>
        <dsp:cNvPr id="0" name=""/>
        <dsp:cNvSpPr/>
      </dsp:nvSpPr>
      <dsp:spPr>
        <a:xfrm>
          <a:off x="4159200" y="2446028"/>
          <a:ext cx="1833562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Focus areas for: Market – Capabilities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Market – Value Streams</a:t>
          </a:r>
        </a:p>
      </dsp:txBody>
      <dsp:txXfrm>
        <a:off x="4159200" y="2446028"/>
        <a:ext cx="1833562" cy="1282500"/>
      </dsp:txXfrm>
    </dsp:sp>
    <dsp:sp modelId="{AD6AEDE4-0A46-4E84-9187-FA507DD83197}">
      <dsp:nvSpPr>
        <dsp:cNvPr id="0" name=""/>
        <dsp:cNvSpPr/>
      </dsp:nvSpPr>
      <dsp:spPr>
        <a:xfrm>
          <a:off x="6235153" y="1474028"/>
          <a:ext cx="2291953" cy="864000"/>
        </a:xfrm>
        <a:prstGeom prst="chevron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76200" dist="25400" dir="5400000" algn="ct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contourW="12700" prstMaterial="flat">
          <a:bevelT w="38100" h="44450" prst="angle"/>
          <a:contourClr>
            <a:schemeClr val="accent3">
              <a:hueOff val="11250264"/>
              <a:satOff val="-16880"/>
              <a:lumOff val="-2745"/>
              <a:alphaOff val="0"/>
              <a:shade val="35000"/>
              <a:satMod val="16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Architecture</a:t>
          </a:r>
        </a:p>
      </dsp:txBody>
      <dsp:txXfrm>
        <a:off x="6667153" y="1474028"/>
        <a:ext cx="1427953" cy="864000"/>
      </dsp:txXfrm>
    </dsp:sp>
    <dsp:sp modelId="{D140F68B-6281-48F8-A268-523CEFEBAE7C}">
      <dsp:nvSpPr>
        <dsp:cNvPr id="0" name=""/>
        <dsp:cNvSpPr/>
      </dsp:nvSpPr>
      <dsp:spPr>
        <a:xfrm>
          <a:off x="6235153" y="2446028"/>
          <a:ext cx="1833562" cy="128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High-Impact Ranking of Market – Processes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Market – Applications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Market - Databases</a:t>
          </a:r>
        </a:p>
      </dsp:txBody>
      <dsp:txXfrm>
        <a:off x="6235153" y="2446028"/>
        <a:ext cx="1833562" cy="128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E8195-E5D0-44A8-A64F-8ADE9D4A1A00}">
      <dsp:nvSpPr>
        <dsp:cNvPr id="0" name=""/>
        <dsp:cNvSpPr/>
      </dsp:nvSpPr>
      <dsp:spPr>
        <a:xfrm>
          <a:off x="114498" y="867895"/>
          <a:ext cx="4401410" cy="4215435"/>
        </a:xfrm>
        <a:prstGeom prst="ellipse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96D5F-D13B-4D55-BB9E-F73B44CB7062}">
      <dsp:nvSpPr>
        <dsp:cNvPr id="0" name=""/>
        <dsp:cNvSpPr/>
      </dsp:nvSpPr>
      <dsp:spPr>
        <a:xfrm>
          <a:off x="743533" y="1470351"/>
          <a:ext cx="3143340" cy="3010523"/>
        </a:xfrm>
        <a:prstGeom prst="ellipse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B9511-936D-4829-86C2-9BED3A63E9E4}">
      <dsp:nvSpPr>
        <dsp:cNvPr id="0" name=""/>
        <dsp:cNvSpPr/>
      </dsp:nvSpPr>
      <dsp:spPr>
        <a:xfrm>
          <a:off x="1372201" y="2072456"/>
          <a:ext cx="1886004" cy="1806313"/>
        </a:xfrm>
        <a:prstGeom prst="ellipse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68D7C-BDC2-494B-8902-0111A2613489}">
      <dsp:nvSpPr>
        <dsp:cNvPr id="0" name=""/>
        <dsp:cNvSpPr/>
      </dsp:nvSpPr>
      <dsp:spPr>
        <a:xfrm>
          <a:off x="2000869" y="2674560"/>
          <a:ext cx="628668" cy="60210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8AFB6-247B-45AA-8B96-356522FDC378}">
      <dsp:nvSpPr>
        <dsp:cNvPr id="0" name=""/>
        <dsp:cNvSpPr/>
      </dsp:nvSpPr>
      <dsp:spPr>
        <a:xfrm>
          <a:off x="4668111" y="-123980"/>
          <a:ext cx="2342288" cy="889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Enterprise (IT) Architecture   </a:t>
          </a:r>
        </a:p>
      </dsp:txBody>
      <dsp:txXfrm>
        <a:off x="4668111" y="-123980"/>
        <a:ext cx="2342288" cy="889583"/>
      </dsp:txXfrm>
    </dsp:sp>
    <dsp:sp modelId="{0D2606F6-7B00-4534-A141-029F252F0589}">
      <dsp:nvSpPr>
        <dsp:cNvPr id="0" name=""/>
        <dsp:cNvSpPr/>
      </dsp:nvSpPr>
      <dsp:spPr>
        <a:xfrm>
          <a:off x="4329939" y="220042"/>
          <a:ext cx="46493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7893B8-FB9B-4BF7-A09A-B942766087A0}">
      <dsp:nvSpPr>
        <dsp:cNvPr id="0" name=""/>
        <dsp:cNvSpPr/>
      </dsp:nvSpPr>
      <dsp:spPr>
        <a:xfrm rot="5400000">
          <a:off x="1914439" y="588171"/>
          <a:ext cx="2785269" cy="2096834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rgbClr r="0" g="0" b="0"/>
          </a:solidFill>
          <a:prstDash val="solid"/>
          <a:headEnd type="none" w="med" len="med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24C6D-524E-468C-9545-4F9C3653087A}">
      <dsp:nvSpPr>
        <dsp:cNvPr id="0" name=""/>
        <dsp:cNvSpPr/>
      </dsp:nvSpPr>
      <dsp:spPr>
        <a:xfrm>
          <a:off x="4982956" y="765602"/>
          <a:ext cx="1859756" cy="889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66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Business Architecture</a:t>
          </a:r>
        </a:p>
      </dsp:txBody>
      <dsp:txXfrm>
        <a:off x="4982956" y="765602"/>
        <a:ext cx="1859756" cy="889583"/>
      </dsp:txXfrm>
    </dsp:sp>
    <dsp:sp modelId="{1FDE728C-993A-4BDD-8537-0D6DF52081C9}">
      <dsp:nvSpPr>
        <dsp:cNvPr id="0" name=""/>
        <dsp:cNvSpPr/>
      </dsp:nvSpPr>
      <dsp:spPr>
        <a:xfrm>
          <a:off x="4329939" y="1210394"/>
          <a:ext cx="46493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141BA0-2AD6-42D7-86E1-25DED5187DC1}">
      <dsp:nvSpPr>
        <dsp:cNvPr id="0" name=""/>
        <dsp:cNvSpPr/>
      </dsp:nvSpPr>
      <dsp:spPr>
        <a:xfrm rot="5400000">
          <a:off x="2447866" y="1488737"/>
          <a:ext cx="2158557" cy="1602489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rgbClr r="0" g="0" b="0"/>
          </a:solidFill>
          <a:prstDash val="solid"/>
          <a:headEnd type="none" w="med" len="med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EAD18B-248C-4B21-9CA0-48F1E03A22A2}">
      <dsp:nvSpPr>
        <dsp:cNvPr id="0" name=""/>
        <dsp:cNvSpPr/>
      </dsp:nvSpPr>
      <dsp:spPr>
        <a:xfrm>
          <a:off x="4982956" y="1655186"/>
          <a:ext cx="1859756" cy="889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66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Strategic Business Architecture</a:t>
          </a:r>
        </a:p>
      </dsp:txBody>
      <dsp:txXfrm>
        <a:off x="4982956" y="1655186"/>
        <a:ext cx="1859756" cy="889583"/>
      </dsp:txXfrm>
    </dsp:sp>
    <dsp:sp modelId="{CBB59072-3C83-45AA-8FB9-66634893CF37}">
      <dsp:nvSpPr>
        <dsp:cNvPr id="0" name=""/>
        <dsp:cNvSpPr/>
      </dsp:nvSpPr>
      <dsp:spPr>
        <a:xfrm>
          <a:off x="4518026" y="2099978"/>
          <a:ext cx="46493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5F0B10-07D0-4FDC-8629-1760C79912AA}">
      <dsp:nvSpPr>
        <dsp:cNvPr id="0" name=""/>
        <dsp:cNvSpPr/>
      </dsp:nvSpPr>
      <dsp:spPr>
        <a:xfrm rot="5400000">
          <a:off x="3076414" y="2304241"/>
          <a:ext cx="1646504" cy="1236737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rgbClr r="0" g="0" b="0"/>
          </a:solidFill>
          <a:prstDash val="solid"/>
          <a:headEnd type="none" w="med" len="med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2D74D7-6F66-4397-A175-E37FFB0F88CD}">
      <dsp:nvSpPr>
        <dsp:cNvPr id="0" name=""/>
        <dsp:cNvSpPr/>
      </dsp:nvSpPr>
      <dsp:spPr>
        <a:xfrm>
          <a:off x="4827920" y="2747808"/>
          <a:ext cx="2182479" cy="8895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Environment/ Landscape/ Ecosystem Architecture</a:t>
          </a:r>
        </a:p>
      </dsp:txBody>
      <dsp:txXfrm>
        <a:off x="4827920" y="2747808"/>
        <a:ext cx="2182479" cy="889583"/>
      </dsp:txXfrm>
    </dsp:sp>
    <dsp:sp modelId="{74C980F9-A6B3-4090-93DF-2E2675568618}">
      <dsp:nvSpPr>
        <dsp:cNvPr id="0" name=""/>
        <dsp:cNvSpPr/>
      </dsp:nvSpPr>
      <dsp:spPr>
        <a:xfrm>
          <a:off x="4598446" y="2989562"/>
          <a:ext cx="46493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223D4-502F-4897-A3F3-4D974E94B659}">
      <dsp:nvSpPr>
        <dsp:cNvPr id="0" name=""/>
        <dsp:cNvSpPr/>
      </dsp:nvSpPr>
      <dsp:spPr>
        <a:xfrm rot="5400000">
          <a:off x="3598330" y="3122967"/>
          <a:ext cx="1131723" cy="864166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rgbClr r="0" g="0" b="0"/>
          </a:solidFill>
          <a:prstDash val="solid"/>
          <a:headEnd type="none" w="med" len="med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3CD2B-508A-4308-A615-8B6B474DE244}">
      <dsp:nvSpPr>
        <dsp:cNvPr id="0" name=""/>
        <dsp:cNvSpPr/>
      </dsp:nvSpPr>
      <dsp:spPr>
        <a:xfrm>
          <a:off x="0" y="367651"/>
          <a:ext cx="799490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45E39-8FE2-4351-AB92-D380714D55BF}">
      <dsp:nvSpPr>
        <dsp:cNvPr id="0" name=""/>
        <dsp:cNvSpPr/>
      </dsp:nvSpPr>
      <dsp:spPr>
        <a:xfrm>
          <a:off x="399745" y="72451"/>
          <a:ext cx="5596433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Impact analysis </a:t>
          </a: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for linkage between architecture perspectives</a:t>
          </a:r>
        </a:p>
      </dsp:txBody>
      <dsp:txXfrm>
        <a:off x="428566" y="101272"/>
        <a:ext cx="5538791" cy="532758"/>
      </dsp:txXfrm>
    </dsp:sp>
    <dsp:sp modelId="{CEDE9F4E-04F9-456D-B0FF-67A6C260E6FA}">
      <dsp:nvSpPr>
        <dsp:cNvPr id="0" name=""/>
        <dsp:cNvSpPr/>
      </dsp:nvSpPr>
      <dsp:spPr>
        <a:xfrm>
          <a:off x="0" y="1274852"/>
          <a:ext cx="799490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A9641A-CECE-4120-9A9B-71909B8A1906}">
      <dsp:nvSpPr>
        <dsp:cNvPr id="0" name=""/>
        <dsp:cNvSpPr/>
      </dsp:nvSpPr>
      <dsp:spPr>
        <a:xfrm>
          <a:off x="399745" y="979652"/>
          <a:ext cx="5596433" cy="5904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Comparative analytics </a:t>
          </a: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to deal with consolidation, merger and acquisition</a:t>
          </a:r>
        </a:p>
      </dsp:txBody>
      <dsp:txXfrm>
        <a:off x="428566" y="1008473"/>
        <a:ext cx="5538791" cy="532758"/>
      </dsp:txXfrm>
    </dsp:sp>
    <dsp:sp modelId="{1E31AAAF-EFB6-4794-8E74-BA97ED84DF2F}">
      <dsp:nvSpPr>
        <dsp:cNvPr id="0" name=""/>
        <dsp:cNvSpPr/>
      </dsp:nvSpPr>
      <dsp:spPr>
        <a:xfrm>
          <a:off x="0" y="2182052"/>
          <a:ext cx="799490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7F881-CF9A-422F-BF57-DDF3176592CF}">
      <dsp:nvSpPr>
        <dsp:cNvPr id="0" name=""/>
        <dsp:cNvSpPr/>
      </dsp:nvSpPr>
      <dsp:spPr>
        <a:xfrm>
          <a:off x="399745" y="1886852"/>
          <a:ext cx="5596433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Ranking analytics </a:t>
          </a: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similar to what is used for impact to identify options</a:t>
          </a:r>
        </a:p>
      </dsp:txBody>
      <dsp:txXfrm>
        <a:off x="428566" y="1915673"/>
        <a:ext cx="5538791" cy="532758"/>
      </dsp:txXfrm>
    </dsp:sp>
    <dsp:sp modelId="{DF1AF7F8-7E56-4F53-86A6-23093247FB1B}">
      <dsp:nvSpPr>
        <dsp:cNvPr id="0" name=""/>
        <dsp:cNvSpPr/>
      </dsp:nvSpPr>
      <dsp:spPr>
        <a:xfrm>
          <a:off x="0" y="3089252"/>
          <a:ext cx="799490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4311D-7DFB-436E-93CA-338AE36C8CCE}">
      <dsp:nvSpPr>
        <dsp:cNvPr id="0" name=""/>
        <dsp:cNvSpPr/>
      </dsp:nvSpPr>
      <dsp:spPr>
        <a:xfrm>
          <a:off x="399745" y="2794052"/>
          <a:ext cx="5596433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Best fit </a:t>
          </a: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for matching attributes along with components of the architecture </a:t>
          </a:r>
        </a:p>
      </dsp:txBody>
      <dsp:txXfrm>
        <a:off x="428566" y="2822873"/>
        <a:ext cx="5538791" cy="532758"/>
      </dsp:txXfrm>
    </dsp:sp>
    <dsp:sp modelId="{D6343248-2766-4373-8358-8873192CEE13}">
      <dsp:nvSpPr>
        <dsp:cNvPr id="0" name=""/>
        <dsp:cNvSpPr/>
      </dsp:nvSpPr>
      <dsp:spPr>
        <a:xfrm>
          <a:off x="0" y="3996452"/>
          <a:ext cx="799490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0CB2E-A34D-4263-9034-EBA104B198BC}">
      <dsp:nvSpPr>
        <dsp:cNvPr id="0" name=""/>
        <dsp:cNvSpPr/>
      </dsp:nvSpPr>
      <dsp:spPr>
        <a:xfrm>
          <a:off x="399745" y="3701252"/>
          <a:ext cx="5596433" cy="5904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Affinity analysis </a:t>
          </a: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to group things</a:t>
          </a:r>
        </a:p>
      </dsp:txBody>
      <dsp:txXfrm>
        <a:off x="428566" y="3730073"/>
        <a:ext cx="5538791" cy="532758"/>
      </dsp:txXfrm>
    </dsp:sp>
    <dsp:sp modelId="{D2964CF2-68A0-49A5-9C2F-40104DE51603}">
      <dsp:nvSpPr>
        <dsp:cNvPr id="0" name=""/>
        <dsp:cNvSpPr/>
      </dsp:nvSpPr>
      <dsp:spPr>
        <a:xfrm>
          <a:off x="0" y="4903652"/>
          <a:ext cx="7994905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99524-1B45-484C-9B61-25034015D50F}">
      <dsp:nvSpPr>
        <dsp:cNvPr id="0" name=""/>
        <dsp:cNvSpPr/>
      </dsp:nvSpPr>
      <dsp:spPr>
        <a:xfrm>
          <a:off x="399745" y="4608451"/>
          <a:ext cx="5596433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Predictive analytics </a:t>
          </a: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with clustering to identify hidden relationships for deployment </a:t>
          </a:r>
        </a:p>
      </dsp:txBody>
      <dsp:txXfrm>
        <a:off x="428566" y="4637272"/>
        <a:ext cx="5538791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2A514-7BFE-42C5-B303-0607CC57B468}">
      <dsp:nvSpPr>
        <dsp:cNvPr id="0" name=""/>
        <dsp:cNvSpPr/>
      </dsp:nvSpPr>
      <dsp:spPr>
        <a:xfrm>
          <a:off x="0" y="2135"/>
          <a:ext cx="8147305" cy="8223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Capture the items that make up the category…e.g. Technology Concerns</a:t>
          </a:r>
        </a:p>
      </dsp:txBody>
      <dsp:txXfrm>
        <a:off x="40143" y="42278"/>
        <a:ext cx="8067019" cy="742050"/>
      </dsp:txXfrm>
    </dsp:sp>
    <dsp:sp modelId="{EB937A67-660F-4E8B-8D8A-EAD5EC25F57C}">
      <dsp:nvSpPr>
        <dsp:cNvPr id="0" name=""/>
        <dsp:cNvSpPr/>
      </dsp:nvSpPr>
      <dsp:spPr>
        <a:xfrm>
          <a:off x="0" y="837788"/>
          <a:ext cx="8147305" cy="822336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Capture the linkage relationships to:</a:t>
          </a:r>
        </a:p>
      </dsp:txBody>
      <dsp:txXfrm>
        <a:off x="40143" y="877931"/>
        <a:ext cx="8067019" cy="742050"/>
      </dsp:txXfrm>
    </dsp:sp>
    <dsp:sp modelId="{10849D86-2940-4A47-AC4D-BC363F8AA069}">
      <dsp:nvSpPr>
        <dsp:cNvPr id="0" name=""/>
        <dsp:cNvSpPr/>
      </dsp:nvSpPr>
      <dsp:spPr>
        <a:xfrm>
          <a:off x="0" y="1660125"/>
          <a:ext cx="8147305" cy="253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677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Market, Strategy, Initiatives, Missions, Etc.</a:t>
          </a:r>
        </a:p>
      </dsp:txBody>
      <dsp:txXfrm>
        <a:off x="0" y="1660125"/>
        <a:ext cx="8147305" cy="253650"/>
      </dsp:txXfrm>
    </dsp:sp>
    <dsp:sp modelId="{E8A09CFD-1271-42EB-87B9-B2319DE305F6}">
      <dsp:nvSpPr>
        <dsp:cNvPr id="0" name=""/>
        <dsp:cNvSpPr/>
      </dsp:nvSpPr>
      <dsp:spPr>
        <a:xfrm>
          <a:off x="0" y="1913775"/>
          <a:ext cx="8147305" cy="822336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Identify metrics for the target category</a:t>
          </a:r>
        </a:p>
      </dsp:txBody>
      <dsp:txXfrm>
        <a:off x="40143" y="1953918"/>
        <a:ext cx="8067019" cy="742050"/>
      </dsp:txXfrm>
    </dsp:sp>
    <dsp:sp modelId="{5E905681-2CDF-4BCF-8D49-17E61C5539D0}">
      <dsp:nvSpPr>
        <dsp:cNvPr id="0" name=""/>
        <dsp:cNvSpPr/>
      </dsp:nvSpPr>
      <dsp:spPr>
        <a:xfrm>
          <a:off x="0" y="2749429"/>
          <a:ext cx="8147305" cy="822336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Rank the items based on metrics</a:t>
          </a:r>
        </a:p>
      </dsp:txBody>
      <dsp:txXfrm>
        <a:off x="40143" y="2789572"/>
        <a:ext cx="8067019" cy="742050"/>
      </dsp:txXfrm>
    </dsp:sp>
    <dsp:sp modelId="{1910E50D-34F7-4FB7-B510-16F51E692C2A}">
      <dsp:nvSpPr>
        <dsp:cNvPr id="0" name=""/>
        <dsp:cNvSpPr/>
      </dsp:nvSpPr>
      <dsp:spPr>
        <a:xfrm>
          <a:off x="0" y="3585082"/>
          <a:ext cx="8147305" cy="822336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Rank the items based on context (a measure of risk)</a:t>
          </a:r>
        </a:p>
      </dsp:txBody>
      <dsp:txXfrm>
        <a:off x="40143" y="3625225"/>
        <a:ext cx="8067019" cy="742050"/>
      </dsp:txXfrm>
    </dsp:sp>
    <dsp:sp modelId="{6FB91EA7-FE7E-4133-8BF3-7C0E7FFF006A}">
      <dsp:nvSpPr>
        <dsp:cNvPr id="0" name=""/>
        <dsp:cNvSpPr/>
      </dsp:nvSpPr>
      <dsp:spPr>
        <a:xfrm>
          <a:off x="0" y="4420736"/>
          <a:ext cx="8147305" cy="822336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 a 4 – box of assessment</a:t>
          </a:r>
        </a:p>
      </dsp:txBody>
      <dsp:txXfrm>
        <a:off x="40143" y="4460879"/>
        <a:ext cx="8067019" cy="7420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E9F4E-04F9-456D-B0FF-67A6C260E6FA}">
      <dsp:nvSpPr>
        <dsp:cNvPr id="0" name=""/>
        <dsp:cNvSpPr/>
      </dsp:nvSpPr>
      <dsp:spPr>
        <a:xfrm>
          <a:off x="0" y="327719"/>
          <a:ext cx="799490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A9641A-CECE-4120-9A9B-71909B8A1906}">
      <dsp:nvSpPr>
        <dsp:cNvPr id="0" name=""/>
        <dsp:cNvSpPr/>
      </dsp:nvSpPr>
      <dsp:spPr>
        <a:xfrm>
          <a:off x="399745" y="2999"/>
          <a:ext cx="5596433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Comparative analytics </a:t>
          </a: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that deal with consolidation, merger and acquisition</a:t>
          </a:r>
        </a:p>
      </dsp:txBody>
      <dsp:txXfrm>
        <a:off x="431448" y="34702"/>
        <a:ext cx="5533027" cy="586034"/>
      </dsp:txXfrm>
    </dsp:sp>
    <dsp:sp modelId="{1E31AAAF-EFB6-4794-8E74-BA97ED84DF2F}">
      <dsp:nvSpPr>
        <dsp:cNvPr id="0" name=""/>
        <dsp:cNvSpPr/>
      </dsp:nvSpPr>
      <dsp:spPr>
        <a:xfrm>
          <a:off x="0" y="1325639"/>
          <a:ext cx="799490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7F881-CF9A-422F-BF57-DDF3176592CF}">
      <dsp:nvSpPr>
        <dsp:cNvPr id="0" name=""/>
        <dsp:cNvSpPr/>
      </dsp:nvSpPr>
      <dsp:spPr>
        <a:xfrm>
          <a:off x="399745" y="1000920"/>
          <a:ext cx="5596433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Ranking analytics </a:t>
          </a: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similar to what was used for impact to identify options</a:t>
          </a:r>
        </a:p>
      </dsp:txBody>
      <dsp:txXfrm>
        <a:off x="431448" y="1032623"/>
        <a:ext cx="5533027" cy="586034"/>
      </dsp:txXfrm>
    </dsp:sp>
    <dsp:sp modelId="{DF1AF7F8-7E56-4F53-86A6-23093247FB1B}">
      <dsp:nvSpPr>
        <dsp:cNvPr id="0" name=""/>
        <dsp:cNvSpPr/>
      </dsp:nvSpPr>
      <dsp:spPr>
        <a:xfrm>
          <a:off x="0" y="2323560"/>
          <a:ext cx="799490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4311D-7DFB-436E-93CA-338AE36C8CCE}">
      <dsp:nvSpPr>
        <dsp:cNvPr id="0" name=""/>
        <dsp:cNvSpPr/>
      </dsp:nvSpPr>
      <dsp:spPr>
        <a:xfrm>
          <a:off x="399745" y="1998839"/>
          <a:ext cx="5596433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Best fit </a:t>
          </a: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for matching attributes along with components of the architecture </a:t>
          </a:r>
        </a:p>
      </dsp:txBody>
      <dsp:txXfrm>
        <a:off x="431448" y="2030542"/>
        <a:ext cx="5533027" cy="586034"/>
      </dsp:txXfrm>
    </dsp:sp>
    <dsp:sp modelId="{D6343248-2766-4373-8358-8873192CEE13}">
      <dsp:nvSpPr>
        <dsp:cNvPr id="0" name=""/>
        <dsp:cNvSpPr/>
      </dsp:nvSpPr>
      <dsp:spPr>
        <a:xfrm>
          <a:off x="0" y="3321480"/>
          <a:ext cx="799490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00CB2E-A34D-4263-9034-EBA104B198BC}">
      <dsp:nvSpPr>
        <dsp:cNvPr id="0" name=""/>
        <dsp:cNvSpPr/>
      </dsp:nvSpPr>
      <dsp:spPr>
        <a:xfrm>
          <a:off x="399745" y="2996760"/>
          <a:ext cx="5596433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Affinity analysis </a:t>
          </a: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to group things</a:t>
          </a:r>
        </a:p>
      </dsp:txBody>
      <dsp:txXfrm>
        <a:off x="431448" y="3028463"/>
        <a:ext cx="5533027" cy="586034"/>
      </dsp:txXfrm>
    </dsp:sp>
    <dsp:sp modelId="{D2964CF2-68A0-49A5-9C2F-40104DE51603}">
      <dsp:nvSpPr>
        <dsp:cNvPr id="0" name=""/>
        <dsp:cNvSpPr/>
      </dsp:nvSpPr>
      <dsp:spPr>
        <a:xfrm>
          <a:off x="0" y="4319400"/>
          <a:ext cx="7994905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99524-1B45-484C-9B61-25034015D50F}">
      <dsp:nvSpPr>
        <dsp:cNvPr id="0" name=""/>
        <dsp:cNvSpPr/>
      </dsp:nvSpPr>
      <dsp:spPr>
        <a:xfrm>
          <a:off x="399745" y="3994680"/>
          <a:ext cx="5596433" cy="6494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532" tIns="0" rIns="211532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Predictive analytics </a:t>
          </a:r>
          <a:r>
            <a:rPr lang="en-US" sz="2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with clustering to identify hidden relationships for deployment </a:t>
          </a:r>
        </a:p>
      </dsp:txBody>
      <dsp:txXfrm>
        <a:off x="431448" y="4026383"/>
        <a:ext cx="5533027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83FDC75-7F73-4A4A-A77C-09AADF00E0EA}" type="datetimeFigureOut">
              <a:rPr lang="en-US" smtClean="0"/>
              <a:pPr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24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8AEF76B-3757-4A0B-AF93-28494465C1DD}" type="datetimeFigureOut">
              <a:rPr lang="en-US" smtClean="0"/>
              <a:pPr/>
              <a:t>2/15/19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68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811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68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11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93FD4-8F83-4EF7-AC3F-0DC0388986B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06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76200"/>
            <a:ext cx="7994904" cy="10668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1371600"/>
            <a:ext cx="7994905" cy="4023360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470916" indent="-342900">
              <a:buClr>
                <a:schemeClr val="tx1"/>
              </a:buClr>
              <a:buFont typeface="Wingdings" panose="05000000000000000000" pitchFamily="2" charset="2"/>
              <a:buChar char="Ø"/>
              <a:defRPr/>
            </a:lvl2pPr>
            <a:lvl3pPr marL="596646" indent="-285750">
              <a:buClr>
                <a:schemeClr val="tx1"/>
              </a:buClr>
              <a:buFont typeface="Wingdings" panose="05000000000000000000" pitchFamily="2" charset="2"/>
              <a:buChar char="ü"/>
              <a:defRPr/>
            </a:lvl3pPr>
            <a:lvl4pPr marL="742950" indent="-285750">
              <a:buClr>
                <a:schemeClr val="tx1"/>
              </a:buClr>
              <a:buFont typeface="Wingdings" panose="05000000000000000000" pitchFamily="2" charset="2"/>
              <a:buChar char="v"/>
              <a:defRPr/>
            </a:lvl4pPr>
            <a:lvl5pPr marL="925830" indent="-285750">
              <a:buClr>
                <a:schemeClr val="tx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EE2D-A0F1-408B-8458-DFC8F641D2E0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156288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7EA3-323F-4CB7-9AAC-F86FACD9EE44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43905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152400"/>
            <a:ext cx="8090153" cy="1499616"/>
          </a:xfrm>
        </p:spPr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E276-CA1D-4D7E-A3DB-B6328A1DE5D9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276008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09F4-9241-4620-8C8D-453275DA02CE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558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BC258-C992-4B1D-9E97-7D9C20DF15E0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518713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5020-E553-400A-B266-BCCEECF1C468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199879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B07C-EB31-4B7B-B002-62267C43E078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877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Autofit/>
          </a:bodyPr>
          <a:lstStyle>
            <a:lvl1pPr algn="l">
              <a:defRPr sz="3200" b="1" cap="sm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2AAD-27B2-47FD-A1C1-08713F57D4C1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5536648"/>
            <a:ext cx="1274721" cy="128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3136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  <a:alpha val="3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97636"/>
            <a:ext cx="7918704" cy="1112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245" y="1420731"/>
            <a:ext cx="7861555" cy="4023360"/>
          </a:xfrm>
          <a:prstGeom prst="rect">
            <a:avLst/>
          </a:prstGeom>
        </p:spPr>
        <p:txBody>
          <a:bodyPr vert="horz" lIns="0" tIns="45720" rIns="45720" bIns="45720" numCol="1" spcCol="4572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CC7631B-EFA8-4840-B104-1CD80A7334DB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2805" y="6464408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0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10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3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2" r:id="rId8"/>
  </p:sldLayoutIdLst>
  <p:transition spd="slow">
    <p:wipe dir="d"/>
  </p:transition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none" spc="100" baseline="0"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Tahoma" panose="020B0604030504040204" pitchFamily="34" charset="0"/>
          <a:cs typeface="Times New Roman" panose="02020603050405020304" pitchFamily="18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70916" indent="-3429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596646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ü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74295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92583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28600" y="2987628"/>
            <a:ext cx="8686800" cy="24987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Strategy to Execution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Aligning Architecture Perspectives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Starting Point: The External architecture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992BF-834E-42B0-8AB4-578D6A6A152D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6" name="Title 5"/>
          <p:cNvSpPr txBox="1">
            <a:spLocks/>
          </p:cNvSpPr>
          <p:nvPr/>
        </p:nvSpPr>
        <p:spPr>
          <a:xfrm>
            <a:off x="4572000" y="3048000"/>
            <a:ext cx="4343400" cy="136207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1" kern="1200" cap="small" baseline="0">
                <a:solidFill>
                  <a:srgbClr val="80020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002" y="667196"/>
            <a:ext cx="3697292" cy="238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1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5800" y="-1"/>
            <a:ext cx="8382000" cy="1147623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Relationship of Architectures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00800"/>
            <a:ext cx="990600" cy="321972"/>
          </a:xfrm>
        </p:spPr>
        <p:txBody>
          <a:bodyPr/>
          <a:lstStyle/>
          <a:p>
            <a:fld id="{FF04DB9D-A456-471E-9C0C-3A1918AA32A8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48000" y="6356350"/>
            <a:ext cx="3276600" cy="366422"/>
          </a:xfrm>
        </p:spPr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574689517"/>
              </p:ext>
            </p:extLst>
          </p:nvPr>
        </p:nvGraphicFramePr>
        <p:xfrm>
          <a:off x="609600" y="1524000"/>
          <a:ext cx="8534400" cy="4669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Left Brace 4"/>
          <p:cNvSpPr/>
          <p:nvPr/>
        </p:nvSpPr>
        <p:spPr>
          <a:xfrm rot="16200000">
            <a:off x="4479809" y="2682992"/>
            <a:ext cx="781775" cy="53217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037743" y="5638800"/>
            <a:ext cx="577401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Relationship Analytics Connect These</a:t>
            </a:r>
          </a:p>
        </p:txBody>
      </p:sp>
      <p:sp>
        <p:nvSpPr>
          <p:cNvPr id="10" name="Left Brace 9"/>
          <p:cNvSpPr/>
          <p:nvPr/>
        </p:nvSpPr>
        <p:spPr>
          <a:xfrm rot="5400000" flipV="1">
            <a:off x="6636489" y="235689"/>
            <a:ext cx="781775" cy="42332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665365" y="1219200"/>
            <a:ext cx="4402435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Most Organizations do something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50590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ft-Right Arrow 7"/>
          <p:cNvSpPr/>
          <p:nvPr/>
        </p:nvSpPr>
        <p:spPr>
          <a:xfrm>
            <a:off x="1143001" y="4953000"/>
            <a:ext cx="7391399" cy="1424417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90600" y="-1"/>
            <a:ext cx="8077200" cy="1147623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overall End-to-End result focusing on Impact Analysis outcomes …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400800"/>
            <a:ext cx="990600" cy="321972"/>
          </a:xfrm>
        </p:spPr>
        <p:txBody>
          <a:bodyPr/>
          <a:lstStyle/>
          <a:p>
            <a:fld id="{1C4F8B58-1DCC-4AF3-9D93-D9DA9C0FE405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429000" y="6356350"/>
            <a:ext cx="2895600" cy="366602"/>
          </a:xfrm>
        </p:spPr>
        <p:txBody>
          <a:bodyPr/>
          <a:lstStyle/>
          <a:p>
            <a:r>
              <a:rPr lang="en-US" dirty="0"/>
              <a:t>Copyright Knowledge Consultants, Inc. 2001 - 2014, all rights 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24600"/>
            <a:ext cx="838200" cy="398480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7" name="Diagram 6"/>
          <p:cNvGraphicFramePr/>
          <p:nvPr>
            <p:extLst/>
          </p:nvPr>
        </p:nvGraphicFramePr>
        <p:xfrm>
          <a:off x="685800" y="990599"/>
          <a:ext cx="8534400" cy="5202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 Brace 4"/>
          <p:cNvSpPr/>
          <p:nvPr/>
        </p:nvSpPr>
        <p:spPr>
          <a:xfrm rot="16200000">
            <a:off x="4553087" y="1200287"/>
            <a:ext cx="571227" cy="739139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424576" y="5358825"/>
            <a:ext cx="690445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Linkage Analytics (by Inference)</a:t>
            </a:r>
          </a:p>
        </p:txBody>
      </p:sp>
      <p:sp>
        <p:nvSpPr>
          <p:cNvPr id="10" name="Left Brace 9"/>
          <p:cNvSpPr/>
          <p:nvPr/>
        </p:nvSpPr>
        <p:spPr>
          <a:xfrm rot="5400000" flipV="1">
            <a:off x="6560289" y="26865"/>
            <a:ext cx="781775" cy="423324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191000" y="1066800"/>
            <a:ext cx="49530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Organizations do some analysis here, usually requirements analysis</a:t>
            </a:r>
          </a:p>
        </p:txBody>
      </p:sp>
    </p:spTree>
    <p:extLst>
      <p:ext uri="{BB962C8B-B14F-4D97-AF65-F5344CB8AC3E}">
        <p14:creationId xmlns:p14="http://schemas.microsoft.com/office/powerpoint/2010/main" val="2309211014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1206328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Architectures relate to each other through context maps…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75601-5D7C-4F72-BFE2-F12AB188AF47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13000" y="6470704"/>
            <a:ext cx="4426094" cy="274320"/>
          </a:xfrm>
        </p:spPr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691274052"/>
              </p:ext>
            </p:extLst>
          </p:nvPr>
        </p:nvGraphicFramePr>
        <p:xfrm>
          <a:off x="609600" y="1397000"/>
          <a:ext cx="7010400" cy="495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239000" y="4759597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people know the least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259080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people are learning about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91440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people know the most about</a:t>
            </a:r>
          </a:p>
        </p:txBody>
      </p:sp>
      <p:cxnSp>
        <p:nvCxnSpPr>
          <p:cNvPr id="10" name="Straight Arrow Connector 9"/>
          <p:cNvCxnSpPr>
            <a:stCxn id="7" idx="0"/>
          </p:cNvCxnSpPr>
          <p:nvPr/>
        </p:nvCxnSpPr>
        <p:spPr>
          <a:xfrm flipH="1" flipV="1">
            <a:off x="7086600" y="2467570"/>
            <a:ext cx="1066800" cy="1232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7086600" y="3496270"/>
            <a:ext cx="762000" cy="89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" idx="0"/>
          </p:cNvCxnSpPr>
          <p:nvPr/>
        </p:nvCxnSpPr>
        <p:spPr>
          <a:xfrm flipH="1" flipV="1">
            <a:off x="7239000" y="4419600"/>
            <a:ext cx="914400" cy="3399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7086600" y="1524000"/>
            <a:ext cx="762000" cy="152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82441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comes out of the architecture effort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1371600"/>
            <a:ext cx="6547105" cy="40233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Documentation of the enterprise structure</a:t>
            </a:r>
          </a:p>
          <a:p>
            <a:r>
              <a:rPr lang="en-US" dirty="0"/>
              <a:t>A suite of models</a:t>
            </a:r>
          </a:p>
          <a:p>
            <a:r>
              <a:rPr lang="en-US" dirty="0"/>
              <a:t>Analytic results</a:t>
            </a:r>
          </a:p>
          <a:p>
            <a:pPr lvl="2"/>
            <a:r>
              <a:rPr lang="en-US" dirty="0"/>
              <a:t>Quantitative</a:t>
            </a:r>
          </a:p>
          <a:p>
            <a:pPr lvl="2"/>
            <a:r>
              <a:rPr lang="en-US" dirty="0"/>
              <a:t>Qualitative</a:t>
            </a:r>
          </a:p>
          <a:p>
            <a:r>
              <a:rPr lang="en-US" dirty="0"/>
              <a:t>Conclusions (one or more)</a:t>
            </a:r>
          </a:p>
          <a:p>
            <a:r>
              <a:rPr lang="en-US" dirty="0"/>
              <a:t>Suggested direction for operations, business structure, strategic impact 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9192-B365-4E91-B388-E31602F29F00}" type="datetime1">
              <a:rPr lang="en-US" smtClean="0"/>
              <a:pPr/>
              <a:t>2/15/19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Copyright Knowledge Consultants, Inc. 1999- 2016,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CBCA320-534A-4123-8084-40067811CCB0}"/>
              </a:ext>
            </a:extLst>
          </p:cNvPr>
          <p:cNvSpPr/>
          <p:nvPr/>
        </p:nvSpPr>
        <p:spPr>
          <a:xfrm>
            <a:off x="6477000" y="2837348"/>
            <a:ext cx="1524000" cy="2438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8750DF-24BC-4C62-9E72-292C48AF8517}"/>
              </a:ext>
            </a:extLst>
          </p:cNvPr>
          <p:cNvSpPr/>
          <p:nvPr/>
        </p:nvSpPr>
        <p:spPr>
          <a:xfrm>
            <a:off x="7239000" y="3200400"/>
            <a:ext cx="1524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>
                <a:ln/>
                <a:solidFill>
                  <a:schemeClr val="accent3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Missing from most projects</a:t>
            </a:r>
          </a:p>
        </p:txBody>
      </p:sp>
    </p:spTree>
    <p:extLst>
      <p:ext uri="{BB962C8B-B14F-4D97-AF65-F5344CB8AC3E}">
        <p14:creationId xmlns:p14="http://schemas.microsoft.com/office/powerpoint/2010/main" val="3823290358"/>
      </p:ext>
    </p:extLst>
  </p:cSld>
  <p:clrMapOvr>
    <a:masterClrMapping/>
  </p:clrMapOvr>
  <p:transition spd="slow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76200"/>
            <a:ext cx="7994904" cy="8382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analytics for architecture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/>
          </p:nvPr>
        </p:nvGraphicFramePr>
        <p:xfrm>
          <a:off x="768095" y="990600"/>
          <a:ext cx="7994905" cy="5480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A0C2-D31E-4D45-8D9D-D6E3C0118F40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Copyright Knowledge Consultants, Inc. 1999- 2015,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099" name="Picture 3" descr="C:\Users\Gil\AppData\Local\Microsoft\Windows\Temporary Internet Files\Content.IE5\EOWQKMAW\check-mark[1].png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199" y="533400"/>
            <a:ext cx="1136583" cy="111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280111"/>
      </p:ext>
    </p:extLst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93407F-E80F-4E8E-AD2A-F4F2CFFD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Analyze the External to Internal Relationships and Impact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4BC5327D-B63D-482B-93B9-DFE2B5A437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450572"/>
              </p:ext>
            </p:extLst>
          </p:nvPr>
        </p:nvGraphicFramePr>
        <p:xfrm>
          <a:off x="844295" y="1219200"/>
          <a:ext cx="8147305" cy="5245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346A4-898D-42EA-B7CA-640C1188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F7EA3-323F-4CB7-9AAC-F86FACD9EE44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8B693-C066-4FD3-B3D1-DFF5E888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ADF99-7244-4996-AD41-CD391F7C9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112289"/>
      </p:ext>
    </p:extLst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8097" y="63664"/>
            <a:ext cx="8375903" cy="1499616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by gathering lists of the items of interest in each part of PESTLE-MB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68097" y="6583680"/>
            <a:ext cx="1615607" cy="274320"/>
          </a:xfrm>
        </p:spPr>
        <p:txBody>
          <a:bodyPr/>
          <a:lstStyle/>
          <a:p>
            <a:fld id="{372ED493-D2DA-4746-B562-4C412F22E15D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2805" y="6577384"/>
            <a:ext cx="4426094" cy="274320"/>
          </a:xfrm>
        </p:spPr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0829" y="1320968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example, </a:t>
            </a:r>
          </a:p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PESTLE-MB Lists: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97" y="1600200"/>
            <a:ext cx="143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Legislative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3915" y="2118507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713" y="2451252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6659" y="2754868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46" y="301465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37550" y="6583680"/>
            <a:ext cx="730250" cy="274320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14ABF2-0B24-45B1-91D5-C119C9EB3DFC}"/>
              </a:ext>
            </a:extLst>
          </p:cNvPr>
          <p:cNvSpPr txBox="1"/>
          <p:nvPr/>
        </p:nvSpPr>
        <p:spPr>
          <a:xfrm>
            <a:off x="555310" y="6379171"/>
            <a:ext cx="4123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MB adds Markets and Business Issues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E0B39E-987C-40D9-A2BB-9DE704BDCB8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76" y="2060695"/>
            <a:ext cx="2376620" cy="3657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FF2258-B241-4EA1-B519-2A7ADBC479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391" y="2408822"/>
            <a:ext cx="2025643" cy="37490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F06D4E-8960-42E1-9610-C7A23F1F8F1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351" y="2825346"/>
            <a:ext cx="2179918" cy="36576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D3476DF-F38B-4843-BB4F-74439B1FFCF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795" y="3124200"/>
            <a:ext cx="1917416" cy="44805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3B5FDC-DCD2-436F-AE49-424BBB3D2CE9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314" y="3315392"/>
            <a:ext cx="19406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84747"/>
      </p:ext>
    </p:extLst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metrics of interest that describe the markets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7400-0C8C-4254-99EB-718D4E51EE35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014C20-C747-41E4-BB0D-114DAD63E4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05000"/>
            <a:ext cx="8662023" cy="410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52044"/>
      </p:ext>
    </p:extLst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152400"/>
            <a:ext cx="8090153" cy="85279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Organize the market information for consistent ranking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A0C2-D31E-4D45-8D9D-D6E3C0118F40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Copyright Knowledge Consultants, Inc. 1999- 2015,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72425" y="1383457"/>
            <a:ext cx="8185824" cy="40934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cap="none" spc="0" dirty="0">
                <a:ln/>
                <a:solidFill>
                  <a:schemeClr val="accent4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 Size – 5 is large (1 rank is a small market, sort ascending)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n/>
                <a:solidFill>
                  <a:schemeClr val="accent4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 share – Percentage (1 rank is small share, sort ascending 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cap="none" spc="0" dirty="0">
                <a:ln/>
                <a:solidFill>
                  <a:schemeClr val="accent4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products – largest/smallest (largest is too many, sort descending)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n/>
                <a:solidFill>
                  <a:schemeClr val="accent4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 potential – 5 is large (1 rank is too small, sort ascending)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cap="none" spc="0" dirty="0">
                <a:ln/>
                <a:solidFill>
                  <a:schemeClr val="accent4">
                    <a:lumMod val="7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Market growth – 5 is large (1 rank is too small, sort ascending)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n/>
                <a:solidFill>
                  <a:schemeClr val="accent4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Number of competitors – largest/smallest (largest is too many, sort descending)</a:t>
            </a:r>
          </a:p>
          <a:p>
            <a:pPr marL="457200" indent="-457200">
              <a:buFont typeface="+mj-lt"/>
              <a:buAutoNum type="arabicPeriod"/>
            </a:pPr>
            <a:endParaRPr lang="en-US" sz="2000" b="1" cap="none" spc="0" dirty="0">
              <a:ln/>
              <a:solidFill>
                <a:schemeClr val="accent4">
                  <a:lumMod val="7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0989" y="5257800"/>
            <a:ext cx="8148384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2400" b="1" dirty="0">
                <a:ln/>
                <a:solidFill>
                  <a:srgbClr val="800202"/>
                </a:solidFill>
              </a:rPr>
              <a:t>Create a composite value such that: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b="1" i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smallest</a:t>
            </a:r>
            <a:r>
              <a:rPr lang="en-US" b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composite number is the worst market to be in (Red)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b="1" i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largest</a:t>
            </a:r>
            <a:r>
              <a:rPr lang="en-US" b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composite number is the best market to be in (</a:t>
            </a:r>
            <a:r>
              <a:rPr lang="en-US" b="1" dirty="0">
                <a:ln/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Blue</a:t>
            </a:r>
            <a:r>
              <a:rPr lang="en-US" b="1" dirty="0">
                <a:ln/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5477028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7422-56CD-470D-B62B-36920381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 the ranking parameters to rank best market to worst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556BE-B770-42FC-B96D-7F0F1B76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E276-CA1D-4D7E-A3DB-B6328A1DE5D9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6E5EE-CA74-461C-AFB0-34F791EC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EF5E3-4999-49D2-BAFA-7B91D90A0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596C32-DCD3-4511-B74D-5D61F4D58E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91354"/>
            <a:ext cx="6679244" cy="315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18395"/>
      </p:ext>
    </p:extLst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B32E-97CB-49C6-88B7-3681D0D48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a ranking of market desirability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43A38-472A-47A3-A8F7-438B09B8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E276-CA1D-4D7E-A3DB-B6328A1DE5D9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DBA27-EE53-4DCF-9D6F-178DDA27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C6AEF-A06F-4EBD-BAA2-26196EBA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5B560-AE56-4DF2-96B2-A8686C8794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258" y="1905000"/>
            <a:ext cx="3227350" cy="3993226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70C8968-C17F-4499-AC3D-007BF2411859}"/>
              </a:ext>
            </a:extLst>
          </p:cNvPr>
          <p:cNvSpPr/>
          <p:nvPr/>
        </p:nvSpPr>
        <p:spPr>
          <a:xfrm>
            <a:off x="759131" y="4306624"/>
            <a:ext cx="1447800" cy="917448"/>
          </a:xfrm>
          <a:prstGeom prst="wedgeRoundRectCallout">
            <a:avLst>
              <a:gd name="adj1" fmla="val 165578"/>
              <a:gd name="adj2" fmla="val 9779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Worst Market Opportunity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E8617AC-0A0A-4DAE-ABDB-DBC59B63356E}"/>
              </a:ext>
            </a:extLst>
          </p:cNvPr>
          <p:cNvSpPr/>
          <p:nvPr/>
        </p:nvSpPr>
        <p:spPr>
          <a:xfrm>
            <a:off x="990600" y="1981200"/>
            <a:ext cx="1447800" cy="917448"/>
          </a:xfrm>
          <a:prstGeom prst="wedgeRoundRectCallout">
            <a:avLst>
              <a:gd name="adj1" fmla="val 159778"/>
              <a:gd name="adj2" fmla="val 7897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Best Market Opportunity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92A122-74FF-4B42-960B-30B104D64AE3}"/>
              </a:ext>
            </a:extLst>
          </p:cNvPr>
          <p:cNvSpPr/>
          <p:nvPr/>
        </p:nvSpPr>
        <p:spPr>
          <a:xfrm>
            <a:off x="6553200" y="2819400"/>
            <a:ext cx="238474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000" b="1" cap="none" spc="0" dirty="0">
                <a:ln/>
                <a:solidFill>
                  <a:schemeClr val="accent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implies you have a strategy to go into the market</a:t>
            </a:r>
          </a:p>
        </p:txBody>
      </p:sp>
    </p:spTree>
    <p:extLst>
      <p:ext uri="{BB962C8B-B14F-4D97-AF65-F5344CB8AC3E}">
        <p14:creationId xmlns:p14="http://schemas.microsoft.com/office/powerpoint/2010/main" val="2496761824"/>
      </p:ext>
    </p:extLst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305800" cy="1066800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 Identify PESTLE to market impacts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47520" y="6095176"/>
            <a:ext cx="1391991" cy="251246"/>
          </a:xfrm>
        </p:spPr>
        <p:txBody>
          <a:bodyPr/>
          <a:lstStyle/>
          <a:p>
            <a:fld id="{D3E06239-CBF8-4049-A028-F4BDB1B91A8D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822228" y="6088880"/>
            <a:ext cx="3813478" cy="251246"/>
          </a:xfrm>
        </p:spPr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609600"/>
            <a:ext cx="586740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B0F0"/>
                </a:solidFill>
                <a:effectLst/>
              </a:rPr>
              <a:t>This requires creating a set of similar matrices and combining the frequencies into a composite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5706" y="1300415"/>
            <a:ext cx="2441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Row headings are  the same in each matrix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843980-21B0-4296-A13F-1393912164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" y="1927086"/>
            <a:ext cx="6929659" cy="19425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40345B-0C97-44FA-B742-0297B89EB2E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7" b="-38444"/>
          <a:stretch/>
        </p:blipFill>
        <p:spPr>
          <a:xfrm>
            <a:off x="1290859" y="2790775"/>
            <a:ext cx="6600626" cy="2743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B2A227-035C-4A56-91C5-C39DE357307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8111" y="3703577"/>
            <a:ext cx="6920359" cy="19202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5E54F1-5279-4CD3-825B-41C9CF1F2CF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1459" y="4680047"/>
            <a:ext cx="6797004" cy="19202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1AA7E8-C27B-4BC6-9826-D65B2236605E}"/>
              </a:ext>
            </a:extLst>
          </p:cNvPr>
          <p:cNvSpPr/>
          <p:nvPr/>
        </p:nvSpPr>
        <p:spPr>
          <a:xfrm>
            <a:off x="1524000" y="2293003"/>
            <a:ext cx="165462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>
                <a:ln/>
                <a:solidFill>
                  <a:schemeClr val="accent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A2F42A-89F2-4CDD-A796-D7789A243D31}"/>
              </a:ext>
            </a:extLst>
          </p:cNvPr>
          <p:cNvSpPr/>
          <p:nvPr/>
        </p:nvSpPr>
        <p:spPr>
          <a:xfrm>
            <a:off x="3618842" y="3223858"/>
            <a:ext cx="97013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>
                <a:ln/>
                <a:solidFill>
                  <a:schemeClr val="accent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EB65C4-C066-413F-908D-FDE555ED5674}"/>
              </a:ext>
            </a:extLst>
          </p:cNvPr>
          <p:cNvSpPr/>
          <p:nvPr/>
        </p:nvSpPr>
        <p:spPr>
          <a:xfrm>
            <a:off x="5627292" y="4128540"/>
            <a:ext cx="167763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>
                <a:ln/>
                <a:solidFill>
                  <a:schemeClr val="accent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E9DD53-3DAC-43DF-AD51-272AE8A7B519}"/>
              </a:ext>
            </a:extLst>
          </p:cNvPr>
          <p:cNvSpPr/>
          <p:nvPr/>
        </p:nvSpPr>
        <p:spPr>
          <a:xfrm>
            <a:off x="5384611" y="5072310"/>
            <a:ext cx="185820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cap="none" spc="0" dirty="0">
                <a:ln/>
                <a:solidFill>
                  <a:schemeClr val="accent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Econometric</a:t>
            </a:r>
          </a:p>
        </p:txBody>
      </p:sp>
    </p:spTree>
    <p:extLst>
      <p:ext uri="{BB962C8B-B14F-4D97-AF65-F5344CB8AC3E}">
        <p14:creationId xmlns:p14="http://schemas.microsoft.com/office/powerpoint/2010/main" val="1029906576"/>
      </p:ext>
    </p:extLst>
  </p:cSld>
  <p:clrMapOvr>
    <a:masterClrMapping/>
  </p:clrMapOvr>
  <p:transition spd="slow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4D68-7813-4EA6-85B4-C25A1DB5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152400"/>
            <a:ext cx="8090153" cy="838200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Finally analyze the composite ranking of the markets most likely impacted by changes in PESTLE</a:t>
            </a:r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9E40A-2640-4D58-B5C0-2F05F163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E276-CA1D-4D7E-A3DB-B6328A1DE5D9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EA847-B06F-4D3B-9004-6E18D8CB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2F8D7-59E3-42C6-81C0-55C845A90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055C7-CB49-4A91-B1F7-C359E9550EA7}"/>
              </a:ext>
            </a:extLst>
          </p:cNvPr>
          <p:cNvSpPr/>
          <p:nvPr/>
        </p:nvSpPr>
        <p:spPr>
          <a:xfrm>
            <a:off x="5402389" y="991520"/>
            <a:ext cx="131638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B16268-3E4E-4763-9E3E-0DF26163123A}"/>
              </a:ext>
            </a:extLst>
          </p:cNvPr>
          <p:cNvSpPr/>
          <p:nvPr/>
        </p:nvSpPr>
        <p:spPr>
          <a:xfrm>
            <a:off x="1752600" y="990600"/>
            <a:ext cx="227818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Relationships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3A3301-1AE8-47DD-9C64-7D5DF107251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066" y="1526492"/>
            <a:ext cx="3227350" cy="39932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FAB3BF-D829-4607-8E27-FD92FB6624A9}"/>
              </a:ext>
            </a:extLst>
          </p:cNvPr>
          <p:cNvSpPr txBox="1"/>
          <p:nvPr/>
        </p:nvSpPr>
        <p:spPr>
          <a:xfrm>
            <a:off x="639543" y="5538399"/>
            <a:ext cx="7889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i="1" dirty="0"/>
              <a:t>The top-ranked market in the relationship ranking is the one most impacted and the bottom is the least.</a:t>
            </a:r>
          </a:p>
          <a:p>
            <a:pPr lvl="1"/>
            <a:r>
              <a:rPr lang="en-US" i="1" dirty="0"/>
              <a:t>The top ranked market in the metrics list is the one that has the best opportunity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1C741E-87D9-453F-8BFA-156A8D7168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0200" y="1629648"/>
            <a:ext cx="2603584" cy="3505200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658289"/>
      </p:ext>
    </p:extLst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apply the results? 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Blue</a:t>
            </a:r>
            <a:r>
              <a:rPr lang="en-US" dirty="0"/>
              <a:t> /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Ocean Idea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tx2"/>
                </a:solidFill>
              </a:rPr>
              <a:t>Blue</a:t>
            </a:r>
            <a:r>
              <a:rPr lang="en-US" dirty="0"/>
              <a:t> ocean is the one in which there are few competitors and you have a hot product</a:t>
            </a:r>
          </a:p>
          <a:p>
            <a:r>
              <a:rPr lang="en-US" dirty="0"/>
              <a:t>A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ocean is where there are lots of products and lots of competitors and you are fighting for share</a:t>
            </a:r>
          </a:p>
          <a:p>
            <a:r>
              <a:rPr lang="en-US" dirty="0"/>
              <a:t>There is a 4-Box way of looking at this</a:t>
            </a:r>
          </a:p>
        </p:txBody>
      </p:sp>
    </p:spTree>
    <p:extLst>
      <p:ext uri="{BB962C8B-B14F-4D97-AF65-F5344CB8AC3E}">
        <p14:creationId xmlns:p14="http://schemas.microsoft.com/office/powerpoint/2010/main" val="562982785"/>
      </p:ext>
    </p:extLst>
  </p:cSld>
  <p:clrMapOvr>
    <a:masterClrMapping/>
  </p:clrMapOvr>
  <p:transition spd="slow"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/>
          <p:cNvSpPr txBox="1">
            <a:spLocks/>
          </p:cNvSpPr>
          <p:nvPr/>
        </p:nvSpPr>
        <p:spPr>
          <a:xfrm>
            <a:off x="1371600" y="677776"/>
            <a:ext cx="6268792" cy="68771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2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Enterprise Market Opportunity Profile</a:t>
            </a:r>
            <a:endParaRPr lang="en-US" sz="13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211105" y="1948733"/>
            <a:ext cx="5013943" cy="3902300"/>
            <a:chOff x="0" y="0"/>
            <a:chExt cx="6889750" cy="5579818"/>
          </a:xfrm>
        </p:grpSpPr>
        <p:grpSp>
          <p:nvGrpSpPr>
            <p:cNvPr id="8" name="Group 7"/>
            <p:cNvGrpSpPr/>
            <p:nvPr/>
          </p:nvGrpSpPr>
          <p:grpSpPr>
            <a:xfrm>
              <a:off x="0" y="0"/>
              <a:ext cx="6889750" cy="5579818"/>
              <a:chOff x="0" y="0"/>
              <a:chExt cx="6889750" cy="5579818"/>
            </a:xfrm>
          </p:grpSpPr>
          <p:pic>
            <p:nvPicPr>
              <p:cNvPr id="11" name="Picture 10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6889750" cy="55798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" name="Picture 11"/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2450" y="2989018"/>
                <a:ext cx="1504950" cy="2124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" name="TextBox 8"/>
            <p:cNvSpPr txBox="1"/>
            <p:nvPr/>
          </p:nvSpPr>
          <p:spPr>
            <a:xfrm>
              <a:off x="4190813" y="4840494"/>
              <a:ext cx="763613" cy="2802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825" b="1" i="1" dirty="0">
                  <a:solidFill>
                    <a:srgbClr val="C0504D"/>
                  </a:solidFill>
                  <a:latin typeface="Tahoma" panose="020B0604030504040204" pitchFamily="34" charset="0"/>
                  <a:ea typeface="Tahoma" panose="020B0604030504040204" pitchFamily="34" charset="0"/>
                </a:rPr>
                <a:t>3.65</a:t>
              </a:r>
              <a:endParaRPr lang="en-US" sz="9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0949" y="850775"/>
              <a:ext cx="702815" cy="30703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sz="750" b="1" i="1" dirty="0">
                  <a:solidFill>
                    <a:srgbClr val="C0504D"/>
                  </a:solidFill>
                  <a:latin typeface="Tahoma" panose="020B0604030504040204" pitchFamily="34" charset="0"/>
                  <a:ea typeface="Tahoma" panose="020B0604030504040204" pitchFamily="34" charset="0"/>
                </a:rPr>
                <a:t>4.52</a:t>
              </a:r>
              <a:endParaRPr lang="en-US" sz="9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6" name="TextBox 20"/>
          <p:cNvSpPr txBox="1"/>
          <p:nvPr/>
        </p:nvSpPr>
        <p:spPr>
          <a:xfrm>
            <a:off x="5961557" y="1970483"/>
            <a:ext cx="132119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Murky Ocean</a:t>
            </a:r>
            <a:endParaRPr lang="en-US" sz="75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8"/>
          <p:cNvSpPr txBox="1"/>
          <p:nvPr/>
        </p:nvSpPr>
        <p:spPr>
          <a:xfrm>
            <a:off x="2488337" y="1992514"/>
            <a:ext cx="184698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B0F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Blue Ocean- Invest</a:t>
            </a:r>
            <a:endParaRPr lang="en-US" sz="75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21"/>
          <p:cNvSpPr txBox="1"/>
          <p:nvPr/>
        </p:nvSpPr>
        <p:spPr>
          <a:xfrm>
            <a:off x="3764497" y="5120495"/>
            <a:ext cx="8418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66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Explore</a:t>
            </a:r>
            <a:endParaRPr lang="en-US" sz="75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9"/>
          <p:cNvSpPr txBox="1"/>
          <p:nvPr/>
        </p:nvSpPr>
        <p:spPr>
          <a:xfrm>
            <a:off x="5581818" y="5067658"/>
            <a:ext cx="162736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Red Ocean - Exit</a:t>
            </a:r>
            <a:endParaRPr lang="en-US" sz="75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5E490-59F9-4E8A-9BCE-D2A57EB304B3}"/>
              </a:ext>
            </a:extLst>
          </p:cNvPr>
          <p:cNvSpPr/>
          <p:nvPr/>
        </p:nvSpPr>
        <p:spPr>
          <a:xfrm>
            <a:off x="914400" y="5894814"/>
            <a:ext cx="743023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>
                <a:ln/>
                <a:solidFill>
                  <a:schemeClr val="accent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we need to see what is impacted</a:t>
            </a:r>
          </a:p>
        </p:txBody>
      </p:sp>
    </p:spTree>
    <p:extLst>
      <p:ext uri="{BB962C8B-B14F-4D97-AF65-F5344CB8AC3E}">
        <p14:creationId xmlns:p14="http://schemas.microsoft.com/office/powerpoint/2010/main" val="2601956654"/>
      </p:ext>
    </p:extLst>
  </p:cSld>
  <p:clrMapOvr>
    <a:masterClrMapping/>
  </p:clrMapOvr>
  <p:transition spd="slow"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 for simple top down we start with 2 matrices….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62599"/>
            <a:ext cx="5345430" cy="22509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096778"/>
            <a:ext cx="5486400" cy="24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905000"/>
            <a:ext cx="317907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8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 – Strategies and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36684" y="3733800"/>
            <a:ext cx="33073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8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B – Products and Capabilities</a:t>
            </a:r>
          </a:p>
        </p:txBody>
      </p:sp>
    </p:spTree>
    <p:extLst>
      <p:ext uri="{BB962C8B-B14F-4D97-AF65-F5344CB8AC3E}">
        <p14:creationId xmlns:p14="http://schemas.microsoft.com/office/powerpoint/2010/main" val="2877915835"/>
      </p:ext>
    </p:extLst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we get 2 results….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42" y="4038600"/>
            <a:ext cx="6247424" cy="27515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65544"/>
            <a:ext cx="5748970" cy="2507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225003"/>
            <a:ext cx="22573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8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are the impacts?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796" y="3657600"/>
            <a:ext cx="23423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rgbClr val="008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much of an impact?</a:t>
            </a:r>
          </a:p>
        </p:txBody>
      </p:sp>
    </p:spTree>
    <p:extLst>
      <p:ext uri="{BB962C8B-B14F-4D97-AF65-F5344CB8AC3E}">
        <p14:creationId xmlns:p14="http://schemas.microsoft.com/office/powerpoint/2010/main" val="329022005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BE80-73CF-49B4-8CE3-DC382A6D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really of interest…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64796-7A36-4B06-9C56-E30798DD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E276-CA1D-4D7E-A3DB-B6328A1DE5D9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2F671-15A6-4022-A8B2-E0233D7D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D5156-F56D-4033-B16A-AB302C93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985DBB-5759-4390-93E0-A64D7B408B4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1970684"/>
            <a:ext cx="9144000" cy="409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7548"/>
      </p:ext>
    </p:extLst>
  </p:cSld>
  <p:clrMapOvr>
    <a:masterClrMapping/>
  </p:clrMapOvr>
  <p:transition spd="slow"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2561-2FB4-47F9-A311-16C76F22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filter the result to focus on those items of most importance.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7F062-0AE4-4ED3-8E98-425E4264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FE276-CA1D-4D7E-A3DB-B6328A1DE5D9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5E326-905A-4B65-8547-9C640D14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1999- 2016,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F92CA-64A5-40CB-9794-BEEDAC9F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808C46-3DDC-4ABC-9216-7229CCDD3C7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" y="1828800"/>
            <a:ext cx="9144000" cy="39497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F1BB7B-385D-4335-A715-883816ED3C51}"/>
              </a:ext>
            </a:extLst>
          </p:cNvPr>
          <p:cNvSpPr/>
          <p:nvPr/>
        </p:nvSpPr>
        <p:spPr>
          <a:xfrm>
            <a:off x="1037880" y="5887502"/>
            <a:ext cx="592014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>
                <a:ln/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impact external factors removed</a:t>
            </a:r>
          </a:p>
        </p:txBody>
      </p:sp>
    </p:spTree>
    <p:extLst>
      <p:ext uri="{BB962C8B-B14F-4D97-AF65-F5344CB8AC3E}">
        <p14:creationId xmlns:p14="http://schemas.microsoft.com/office/powerpoint/2010/main" val="3013592843"/>
      </p:ext>
    </p:extLst>
  </p:cSld>
  <p:clrMapOvr>
    <a:masterClrMapping/>
  </p:clrMapOvr>
  <p:transition spd="slow"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76200"/>
            <a:ext cx="8223504" cy="1066800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Remember that there are other analytics that are useful at each architecture perspective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/>
          </p:nvPr>
        </p:nvGraphicFramePr>
        <p:xfrm>
          <a:off x="768095" y="1447800"/>
          <a:ext cx="7994905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AA0C2-D31E-4D45-8D9D-D6E3C0118F40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Copyright Knowledge Consultants, Inc. 1999- 2015, All Rights Reserved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187500"/>
      </p:ext>
    </p:extLst>
  </p:cSld>
  <p:clrMapOvr>
    <a:masterClrMapping/>
  </p:clrMapOvr>
  <p:transition spd="slow"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8090154" cy="1499616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issues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architecture today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386840"/>
            <a:ext cx="8458200" cy="4023360"/>
          </a:xfrm>
        </p:spPr>
        <p:txBody>
          <a:bodyPr>
            <a:normAutofit fontScale="85000" lnSpcReduction="10000"/>
          </a:bodyPr>
          <a:lstStyle/>
          <a:p>
            <a:pPr marL="914400">
              <a:buFont typeface="Wingdings" panose="05000000000000000000" pitchFamily="2" charset="2"/>
              <a:buChar char="Ø"/>
            </a:pPr>
            <a:r>
              <a:rPr lang="en-US" b="1" dirty="0"/>
              <a:t>Focus on artifacts not outcomes</a:t>
            </a:r>
          </a:p>
          <a:p>
            <a:pPr marL="914400">
              <a:buFont typeface="Wingdings" panose="05000000000000000000" pitchFamily="2" charset="2"/>
              <a:buChar char="Ø"/>
            </a:pPr>
            <a:r>
              <a:rPr lang="en-US" b="1" dirty="0"/>
              <a:t>Few analytics</a:t>
            </a:r>
          </a:p>
          <a:p>
            <a:pPr marL="914400">
              <a:buFont typeface="Wingdings" panose="05000000000000000000" pitchFamily="2" charset="2"/>
              <a:buChar char="Ø"/>
            </a:pPr>
            <a:r>
              <a:rPr lang="en-US" b="1" dirty="0"/>
              <a:t>Bounding the problems</a:t>
            </a:r>
          </a:p>
          <a:p>
            <a:pPr marL="914400">
              <a:buFont typeface="Wingdings" panose="05000000000000000000" pitchFamily="2" charset="2"/>
              <a:buChar char="Ø"/>
            </a:pPr>
            <a:r>
              <a:rPr lang="en-US" b="1" dirty="0"/>
              <a:t>Defining goals</a:t>
            </a:r>
          </a:p>
          <a:p>
            <a:pPr marL="914400" indent="-457200">
              <a:buFont typeface="Wingdings" panose="05000000000000000000" pitchFamily="2" charset="2"/>
              <a:buChar char="Ø"/>
            </a:pPr>
            <a:r>
              <a:rPr lang="en-US" b="1" dirty="0"/>
              <a:t>Management does not support outcomes</a:t>
            </a:r>
          </a:p>
          <a:p>
            <a:pPr marL="914400" indent="-457200">
              <a:buFont typeface="Wingdings" panose="05000000000000000000" pitchFamily="2" charset="2"/>
              <a:buChar char="Ø"/>
            </a:pPr>
            <a:r>
              <a:rPr lang="en-US" b="1" dirty="0"/>
              <a:t>Multiple approaches</a:t>
            </a:r>
          </a:p>
          <a:p>
            <a:pPr marL="914400" indent="-457200">
              <a:buFont typeface="Wingdings" panose="05000000000000000000" pitchFamily="2" charset="2"/>
              <a:buChar char="Ø"/>
            </a:pPr>
            <a:r>
              <a:rPr lang="en-US" b="1" dirty="0"/>
              <a:t>Multiple frameworks</a:t>
            </a:r>
          </a:p>
          <a:p>
            <a:pPr marL="914400" indent="-457200">
              <a:buFont typeface="Wingdings" panose="05000000000000000000" pitchFamily="2" charset="2"/>
              <a:buChar char="Ø"/>
            </a:pPr>
            <a:r>
              <a:rPr lang="en-US" b="1" dirty="0"/>
              <a:t>Multiple tool implementations</a:t>
            </a:r>
          </a:p>
          <a:p>
            <a:pPr marL="914400" indent="-45720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EA398-2ADD-46F6-8853-33BC8A3DAB61}" type="datetime1">
              <a:rPr lang="en-US" smtClean="0"/>
              <a:t>2/15/19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Knowledge Consultants, Inc. 1999-2016, All Rights Reserved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217623"/>
      </p:ext>
    </p:extLst>
  </p:cSld>
  <p:clrMapOvr>
    <a:masterClrMapping/>
  </p:clrMapOvr>
  <p:transition spd="slow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1202</Words>
  <Application>Microsoft Macintosh PowerPoint</Application>
  <PresentationFormat>On-screen Show (4:3)</PresentationFormat>
  <Paragraphs>190</Paragraphs>
  <Slides>22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Tahoma</vt:lpstr>
      <vt:lpstr>Times New Roman</vt:lpstr>
      <vt:lpstr>Tw Cen MT</vt:lpstr>
      <vt:lpstr>Tw Cen MT Condensed</vt:lpstr>
      <vt:lpstr>Wingdings</vt:lpstr>
      <vt:lpstr>Wingdings 3</vt:lpstr>
      <vt:lpstr>Integral</vt:lpstr>
      <vt:lpstr>From Strategy to Execution  Aligning Architecture Perspectives  Starting Point: The External architecture</vt:lpstr>
      <vt:lpstr>The Relationship of Architectures</vt:lpstr>
      <vt:lpstr>The overall End-to-End result focusing on Impact Analysis outcomes …</vt:lpstr>
      <vt:lpstr>Architectures relate to each other through context maps…</vt:lpstr>
      <vt:lpstr>What comes out of the architecture effort</vt:lpstr>
      <vt:lpstr>Key analytics for architecture</vt:lpstr>
      <vt:lpstr>How to Analyze the External to Internal Relationships and Impact</vt:lpstr>
      <vt:lpstr>Start by gathering lists of the items of interest in each part of PESTLE-MB </vt:lpstr>
      <vt:lpstr>Identify metrics of interest that describe the markets</vt:lpstr>
      <vt:lpstr>Organize the market information for consistent ranking</vt:lpstr>
      <vt:lpstr>Set up the ranking parameters to rank best market to worst</vt:lpstr>
      <vt:lpstr>Get a ranking of market desirability</vt:lpstr>
      <vt:lpstr>Next Identify PESTLE to market impacts</vt:lpstr>
      <vt:lpstr>Finally analyze the composite ranking of the markets most likely impacted by changes in PESTLE</vt:lpstr>
      <vt:lpstr>How do you apply the results?  The Blue /Red Ocean Idea</vt:lpstr>
      <vt:lpstr>PowerPoint Presentation</vt:lpstr>
      <vt:lpstr>So for simple top down we start with 2 matrices….</vt:lpstr>
      <vt:lpstr>And we get 2 results….</vt:lpstr>
      <vt:lpstr>What is really of interest…</vt:lpstr>
      <vt:lpstr>You can filter the result to focus on those items of most importance.</vt:lpstr>
      <vt:lpstr>Remember that there are other analytics that are useful at each architecture perspective</vt:lpstr>
      <vt:lpstr>Some issues  with architecture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2014-08-06T02:41:49Z</dcterms:created>
  <dcterms:modified xsi:type="dcterms:W3CDTF">2019-02-15T22:36:14Z</dcterms:modified>
</cp:coreProperties>
</file>