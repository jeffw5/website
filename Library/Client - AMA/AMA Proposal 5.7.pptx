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compatMode="1" saveSubsetFonts="1">
  <p:sldMasterIdLst>
    <p:sldMasterId id="2147483902" r:id="rId1"/>
  </p:sldMasterIdLst>
  <p:notesMasterIdLst>
    <p:notesMasterId r:id="rId28"/>
  </p:notesMasterIdLst>
  <p:handoutMasterIdLst>
    <p:handoutMasterId r:id="rId29"/>
  </p:handoutMasterIdLst>
  <p:sldIdLst>
    <p:sldId id="283" r:id="rId2"/>
    <p:sldId id="258" r:id="rId3"/>
    <p:sldId id="259" r:id="rId4"/>
    <p:sldId id="260" r:id="rId5"/>
    <p:sldId id="263" r:id="rId6"/>
    <p:sldId id="262" r:id="rId7"/>
    <p:sldId id="261" r:id="rId8"/>
    <p:sldId id="264" r:id="rId9"/>
    <p:sldId id="265" r:id="rId10"/>
    <p:sldId id="266" r:id="rId11"/>
    <p:sldId id="267" r:id="rId12"/>
    <p:sldId id="268" r:id="rId13"/>
    <p:sldId id="271" r:id="rId14"/>
    <p:sldId id="269" r:id="rId15"/>
    <p:sldId id="275" r:id="rId16"/>
    <p:sldId id="272" r:id="rId17"/>
    <p:sldId id="278" r:id="rId18"/>
    <p:sldId id="279" r:id="rId19"/>
    <p:sldId id="280" r:id="rId20"/>
    <p:sldId id="281" r:id="rId21"/>
    <p:sldId id="282" r:id="rId22"/>
    <p:sldId id="276" r:id="rId23"/>
    <p:sldId id="273" r:id="rId24"/>
    <p:sldId id="270" r:id="rId25"/>
    <p:sldId id="274" r:id="rId26"/>
    <p:sldId id="284" r:id="rId27"/>
  </p:sldIdLst>
  <p:sldSz cx="9144000" cy="6858000" type="screen4x3"/>
  <p:notesSz cx="6858000" cy="9144000"/>
  <p:defaultTextStyle>
    <a:defPPr>
      <a:defRPr lang="en-US"/>
    </a:defPPr>
    <a:lvl1pPr algn="ctr" rtl="0" fontAlgn="base">
      <a:spcBef>
        <a:spcPct val="0"/>
      </a:spcBef>
      <a:spcAft>
        <a:spcPct val="0"/>
      </a:spcAft>
      <a:buChar char="•"/>
      <a:defRPr sz="800" b="1" kern="1200">
        <a:solidFill>
          <a:srgbClr val="000000"/>
        </a:solidFill>
        <a:latin typeface="Arial" charset="0"/>
        <a:ea typeface="ＭＳ Ｐゴシック" charset="-128"/>
        <a:cs typeface="+mn-cs"/>
        <a:sym typeface="Arial" charset="0"/>
      </a:defRPr>
    </a:lvl1pPr>
    <a:lvl2pPr marL="319088" indent="138113" algn="ctr" rtl="0" fontAlgn="base">
      <a:spcBef>
        <a:spcPct val="0"/>
      </a:spcBef>
      <a:spcAft>
        <a:spcPct val="0"/>
      </a:spcAft>
      <a:buChar char="•"/>
      <a:defRPr sz="800" b="1" kern="1200">
        <a:solidFill>
          <a:srgbClr val="000000"/>
        </a:solidFill>
        <a:latin typeface="Arial" charset="0"/>
        <a:ea typeface="ＭＳ Ｐゴシック" charset="-128"/>
        <a:cs typeface="+mn-cs"/>
        <a:sym typeface="Arial" charset="0"/>
      </a:defRPr>
    </a:lvl2pPr>
    <a:lvl3pPr marL="639763" indent="274638" algn="ctr" rtl="0" fontAlgn="base">
      <a:spcBef>
        <a:spcPct val="0"/>
      </a:spcBef>
      <a:spcAft>
        <a:spcPct val="0"/>
      </a:spcAft>
      <a:buChar char="•"/>
      <a:defRPr sz="800" b="1" kern="1200">
        <a:solidFill>
          <a:srgbClr val="000000"/>
        </a:solidFill>
        <a:latin typeface="Arial" charset="0"/>
        <a:ea typeface="ＭＳ Ｐゴシック" charset="-128"/>
        <a:cs typeface="+mn-cs"/>
        <a:sym typeface="Arial" charset="0"/>
      </a:defRPr>
    </a:lvl3pPr>
    <a:lvl4pPr marL="962025" indent="409575" algn="ctr" rtl="0" fontAlgn="base">
      <a:spcBef>
        <a:spcPct val="0"/>
      </a:spcBef>
      <a:spcAft>
        <a:spcPct val="0"/>
      </a:spcAft>
      <a:buChar char="•"/>
      <a:defRPr sz="800" b="1" kern="1200">
        <a:solidFill>
          <a:srgbClr val="000000"/>
        </a:solidFill>
        <a:latin typeface="Arial" charset="0"/>
        <a:ea typeface="ＭＳ Ｐゴシック" charset="-128"/>
        <a:cs typeface="+mn-cs"/>
        <a:sym typeface="Arial" charset="0"/>
      </a:defRPr>
    </a:lvl4pPr>
    <a:lvl5pPr marL="1282700" indent="546100" algn="ctr" rtl="0" fontAlgn="base">
      <a:spcBef>
        <a:spcPct val="0"/>
      </a:spcBef>
      <a:spcAft>
        <a:spcPct val="0"/>
      </a:spcAft>
      <a:buChar char="•"/>
      <a:defRPr sz="800" b="1" kern="1200">
        <a:solidFill>
          <a:srgbClr val="000000"/>
        </a:solidFill>
        <a:latin typeface="Arial" charset="0"/>
        <a:ea typeface="ＭＳ Ｐゴシック" charset="-128"/>
        <a:cs typeface="+mn-cs"/>
        <a:sym typeface="Arial" charset="0"/>
      </a:defRPr>
    </a:lvl5pPr>
    <a:lvl6pPr marL="2286000" algn="l" defTabSz="914400" rtl="0" eaLnBrk="1" latinLnBrk="0" hangingPunct="1">
      <a:defRPr sz="800" b="1" kern="1200">
        <a:solidFill>
          <a:srgbClr val="000000"/>
        </a:solidFill>
        <a:latin typeface="Arial" charset="0"/>
        <a:ea typeface="ＭＳ Ｐゴシック" charset="-128"/>
        <a:cs typeface="+mn-cs"/>
        <a:sym typeface="Arial" charset="0"/>
      </a:defRPr>
    </a:lvl6pPr>
    <a:lvl7pPr marL="2743200" algn="l" defTabSz="914400" rtl="0" eaLnBrk="1" latinLnBrk="0" hangingPunct="1">
      <a:defRPr sz="800" b="1" kern="1200">
        <a:solidFill>
          <a:srgbClr val="000000"/>
        </a:solidFill>
        <a:latin typeface="Arial" charset="0"/>
        <a:ea typeface="ＭＳ Ｐゴシック" charset="-128"/>
        <a:cs typeface="+mn-cs"/>
        <a:sym typeface="Arial" charset="0"/>
      </a:defRPr>
    </a:lvl7pPr>
    <a:lvl8pPr marL="3200400" algn="l" defTabSz="914400" rtl="0" eaLnBrk="1" latinLnBrk="0" hangingPunct="1">
      <a:defRPr sz="800" b="1" kern="1200">
        <a:solidFill>
          <a:srgbClr val="000000"/>
        </a:solidFill>
        <a:latin typeface="Arial" charset="0"/>
        <a:ea typeface="ＭＳ Ｐゴシック" charset="-128"/>
        <a:cs typeface="+mn-cs"/>
        <a:sym typeface="Arial" charset="0"/>
      </a:defRPr>
    </a:lvl8pPr>
    <a:lvl9pPr marL="3657600" algn="l" defTabSz="914400" rtl="0" eaLnBrk="1" latinLnBrk="0" hangingPunct="1">
      <a:defRPr sz="800" b="1" kern="1200">
        <a:solidFill>
          <a:srgbClr val="000000"/>
        </a:solidFill>
        <a:latin typeface="Arial" charset="0"/>
        <a:ea typeface="ＭＳ Ｐゴシック" charset="-128"/>
        <a:cs typeface="+mn-cs"/>
        <a:sym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285" autoAdjust="0"/>
    <p:restoredTop sz="94660"/>
  </p:normalViewPr>
  <p:slideViewPr>
    <p:cSldViewPr>
      <p:cViewPr>
        <p:scale>
          <a:sx n="87" d="100"/>
          <a:sy n="87" d="100"/>
        </p:scale>
        <p:origin x="2008" y="9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2874" y="-10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20769C5-73DC-4E8A-913F-24C08F2848CC}" type="doc">
      <dgm:prSet loTypeId="urn:microsoft.com/office/officeart/2005/8/layout/funnel1" loCatId="relationship" qsTypeId="urn:microsoft.com/office/officeart/2005/8/quickstyle/3d2#1" qsCatId="3D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CAE624CA-334A-4EB5-BD8E-55849449CB58}">
      <dgm:prSet phldrT="[Text]"/>
      <dgm:spPr/>
      <dgm:t>
        <a:bodyPr/>
        <a:lstStyle/>
        <a:p>
          <a:r>
            <a:rPr lang="en-US" b="1" dirty="0"/>
            <a:t>Technology</a:t>
          </a:r>
        </a:p>
      </dgm:t>
    </dgm:pt>
    <dgm:pt modelId="{266A8274-3F4A-4440-B921-C6DE3F6B873C}" type="parTrans" cxnId="{0AB85BF0-1CEA-40C6-9CCA-88179EFB89BB}">
      <dgm:prSet/>
      <dgm:spPr/>
      <dgm:t>
        <a:bodyPr/>
        <a:lstStyle/>
        <a:p>
          <a:endParaRPr lang="en-US" b="1"/>
        </a:p>
      </dgm:t>
    </dgm:pt>
    <dgm:pt modelId="{4C230F2A-173C-40BF-A4C2-7E5B13B46B9A}" type="sibTrans" cxnId="{0AB85BF0-1CEA-40C6-9CCA-88179EFB89BB}">
      <dgm:prSet/>
      <dgm:spPr/>
      <dgm:t>
        <a:bodyPr/>
        <a:lstStyle/>
        <a:p>
          <a:endParaRPr lang="en-US" b="1"/>
        </a:p>
      </dgm:t>
    </dgm:pt>
    <dgm:pt modelId="{42874977-2580-429E-9A3F-5B0A5A2948AF}">
      <dgm:prSet phldrT="[Text]"/>
      <dgm:spPr/>
      <dgm:t>
        <a:bodyPr/>
        <a:lstStyle/>
        <a:p>
          <a:r>
            <a:rPr lang="en-US" b="1" dirty="0"/>
            <a:t>Ideas</a:t>
          </a:r>
        </a:p>
      </dgm:t>
    </dgm:pt>
    <dgm:pt modelId="{877779FA-F1F3-4080-8170-6F66203C1ADC}" type="parTrans" cxnId="{FAAECAC7-2CFC-4F19-8C5D-6E4D71D6E87D}">
      <dgm:prSet/>
      <dgm:spPr/>
      <dgm:t>
        <a:bodyPr/>
        <a:lstStyle/>
        <a:p>
          <a:endParaRPr lang="en-US" b="1"/>
        </a:p>
      </dgm:t>
    </dgm:pt>
    <dgm:pt modelId="{A81BCB58-7697-467D-9C3B-965DA2A1B17C}" type="sibTrans" cxnId="{FAAECAC7-2CFC-4F19-8C5D-6E4D71D6E87D}">
      <dgm:prSet/>
      <dgm:spPr/>
      <dgm:t>
        <a:bodyPr/>
        <a:lstStyle/>
        <a:p>
          <a:endParaRPr lang="en-US" b="1"/>
        </a:p>
      </dgm:t>
    </dgm:pt>
    <dgm:pt modelId="{973D7B39-D5D2-4B89-A3E7-1C0B9FD794DD}">
      <dgm:prSet phldrT="[Text]"/>
      <dgm:spPr/>
      <dgm:t>
        <a:bodyPr/>
        <a:lstStyle/>
        <a:p>
          <a:r>
            <a:rPr lang="en-US" b="1" dirty="0"/>
            <a:t>Resources</a:t>
          </a:r>
        </a:p>
      </dgm:t>
    </dgm:pt>
    <dgm:pt modelId="{78954B27-6FCF-43C1-85B8-D3D3416E87FB}" type="parTrans" cxnId="{7321EFB7-9943-4AB2-A514-37083402F7F9}">
      <dgm:prSet/>
      <dgm:spPr/>
      <dgm:t>
        <a:bodyPr/>
        <a:lstStyle/>
        <a:p>
          <a:endParaRPr lang="en-US" b="1"/>
        </a:p>
      </dgm:t>
    </dgm:pt>
    <dgm:pt modelId="{5CD25503-0F80-4BCC-9AA0-B017F228E510}" type="sibTrans" cxnId="{7321EFB7-9943-4AB2-A514-37083402F7F9}">
      <dgm:prSet/>
      <dgm:spPr/>
      <dgm:t>
        <a:bodyPr/>
        <a:lstStyle/>
        <a:p>
          <a:endParaRPr lang="en-US" b="1"/>
        </a:p>
      </dgm:t>
    </dgm:pt>
    <dgm:pt modelId="{39749F21-8792-4349-A6A7-BF01EB94F789}">
      <dgm:prSet phldrT="[Text]"/>
      <dgm:spPr/>
      <dgm:t>
        <a:bodyPr/>
        <a:lstStyle/>
        <a:p>
          <a:r>
            <a:rPr lang="en-US" b="1" dirty="0"/>
            <a:t>Priorities</a:t>
          </a:r>
        </a:p>
      </dgm:t>
    </dgm:pt>
    <dgm:pt modelId="{0D7C5BC1-381F-4F7F-B459-EC668E257A76}" type="parTrans" cxnId="{61A90DDC-A775-406A-BC0A-28A4EA596504}">
      <dgm:prSet/>
      <dgm:spPr/>
      <dgm:t>
        <a:bodyPr/>
        <a:lstStyle/>
        <a:p>
          <a:endParaRPr lang="en-US" b="1"/>
        </a:p>
      </dgm:t>
    </dgm:pt>
    <dgm:pt modelId="{9548677D-661F-4408-85F7-A8238D4F15D7}" type="sibTrans" cxnId="{61A90DDC-A775-406A-BC0A-28A4EA596504}">
      <dgm:prSet/>
      <dgm:spPr/>
      <dgm:t>
        <a:bodyPr/>
        <a:lstStyle/>
        <a:p>
          <a:endParaRPr lang="en-US" b="1"/>
        </a:p>
      </dgm:t>
    </dgm:pt>
    <dgm:pt modelId="{D7B10E75-58CC-4807-BD47-EBDD0F301C5F}" type="pres">
      <dgm:prSet presAssocID="{E20769C5-73DC-4E8A-913F-24C08F2848CC}" presName="Name0" presStyleCnt="0">
        <dgm:presLayoutVars>
          <dgm:chMax val="4"/>
          <dgm:resizeHandles val="exact"/>
        </dgm:presLayoutVars>
      </dgm:prSet>
      <dgm:spPr/>
    </dgm:pt>
    <dgm:pt modelId="{E1C58007-ADFE-400C-A7E7-0C16929F4834}" type="pres">
      <dgm:prSet presAssocID="{E20769C5-73DC-4E8A-913F-24C08F2848CC}" presName="ellipse" presStyleLbl="trBgShp" presStyleIdx="0" presStyleCnt="1"/>
      <dgm:spPr/>
    </dgm:pt>
    <dgm:pt modelId="{BE474BB7-A5E2-4490-A567-03B382957073}" type="pres">
      <dgm:prSet presAssocID="{E20769C5-73DC-4E8A-913F-24C08F2848CC}" presName="arrow1" presStyleLbl="fgShp" presStyleIdx="0" presStyleCnt="1"/>
      <dgm:spPr/>
    </dgm:pt>
    <dgm:pt modelId="{0B61870B-E2AE-47B9-90BE-64D52B77842D}" type="pres">
      <dgm:prSet presAssocID="{E20769C5-73DC-4E8A-913F-24C08F2848CC}" presName="rectangle" presStyleLbl="revTx" presStyleIdx="0" presStyleCnt="1">
        <dgm:presLayoutVars>
          <dgm:bulletEnabled val="1"/>
        </dgm:presLayoutVars>
      </dgm:prSet>
      <dgm:spPr/>
    </dgm:pt>
    <dgm:pt modelId="{3260B18C-0F12-415C-B2B5-B0D612D38936}" type="pres">
      <dgm:prSet presAssocID="{42874977-2580-429E-9A3F-5B0A5A2948AF}" presName="item1" presStyleLbl="node1" presStyleIdx="0" presStyleCnt="3">
        <dgm:presLayoutVars>
          <dgm:bulletEnabled val="1"/>
        </dgm:presLayoutVars>
      </dgm:prSet>
      <dgm:spPr/>
    </dgm:pt>
    <dgm:pt modelId="{F96B2562-BEBF-42CE-9FF0-1BBD38426426}" type="pres">
      <dgm:prSet presAssocID="{973D7B39-D5D2-4B89-A3E7-1C0B9FD794DD}" presName="item2" presStyleLbl="node1" presStyleIdx="1" presStyleCnt="3">
        <dgm:presLayoutVars>
          <dgm:bulletEnabled val="1"/>
        </dgm:presLayoutVars>
      </dgm:prSet>
      <dgm:spPr/>
    </dgm:pt>
    <dgm:pt modelId="{1700B4C8-12E4-4D00-876C-94377F786E85}" type="pres">
      <dgm:prSet presAssocID="{39749F21-8792-4349-A6A7-BF01EB94F789}" presName="item3" presStyleLbl="node1" presStyleIdx="2" presStyleCnt="3">
        <dgm:presLayoutVars>
          <dgm:bulletEnabled val="1"/>
        </dgm:presLayoutVars>
      </dgm:prSet>
      <dgm:spPr/>
    </dgm:pt>
    <dgm:pt modelId="{CDFE8F55-FE62-4CE9-AB0C-1431255D3302}" type="pres">
      <dgm:prSet presAssocID="{E20769C5-73DC-4E8A-913F-24C08F2848CC}" presName="funnel" presStyleLbl="trAlignAcc1" presStyleIdx="0" presStyleCnt="1"/>
      <dgm:spPr/>
    </dgm:pt>
  </dgm:ptLst>
  <dgm:cxnLst>
    <dgm:cxn modelId="{5B2A9A3C-87A9-4DA5-82DA-B10F00C832A5}" type="presOf" srcId="{973D7B39-D5D2-4B89-A3E7-1C0B9FD794DD}" destId="{3260B18C-0F12-415C-B2B5-B0D612D38936}" srcOrd="0" destOrd="0" presId="urn:microsoft.com/office/officeart/2005/8/layout/funnel1"/>
    <dgm:cxn modelId="{3DE32D3F-1626-4303-B698-83C0BE34096B}" type="presOf" srcId="{E20769C5-73DC-4E8A-913F-24C08F2848CC}" destId="{D7B10E75-58CC-4807-BD47-EBDD0F301C5F}" srcOrd="0" destOrd="0" presId="urn:microsoft.com/office/officeart/2005/8/layout/funnel1"/>
    <dgm:cxn modelId="{58674CAE-D621-42E1-B737-852527C6B949}" type="presOf" srcId="{CAE624CA-334A-4EB5-BD8E-55849449CB58}" destId="{1700B4C8-12E4-4D00-876C-94377F786E85}" srcOrd="0" destOrd="0" presId="urn:microsoft.com/office/officeart/2005/8/layout/funnel1"/>
    <dgm:cxn modelId="{7321EFB7-9943-4AB2-A514-37083402F7F9}" srcId="{E20769C5-73DC-4E8A-913F-24C08F2848CC}" destId="{973D7B39-D5D2-4B89-A3E7-1C0B9FD794DD}" srcOrd="2" destOrd="0" parTransId="{78954B27-6FCF-43C1-85B8-D3D3416E87FB}" sibTransId="{5CD25503-0F80-4BCC-9AA0-B017F228E510}"/>
    <dgm:cxn modelId="{FAAECAC7-2CFC-4F19-8C5D-6E4D71D6E87D}" srcId="{E20769C5-73DC-4E8A-913F-24C08F2848CC}" destId="{42874977-2580-429E-9A3F-5B0A5A2948AF}" srcOrd="1" destOrd="0" parTransId="{877779FA-F1F3-4080-8170-6F66203C1ADC}" sibTransId="{A81BCB58-7697-467D-9C3B-965DA2A1B17C}"/>
    <dgm:cxn modelId="{ECC74AD3-8785-4C6E-A4E5-2BD166B59511}" type="presOf" srcId="{42874977-2580-429E-9A3F-5B0A5A2948AF}" destId="{F96B2562-BEBF-42CE-9FF0-1BBD38426426}" srcOrd="0" destOrd="0" presId="urn:microsoft.com/office/officeart/2005/8/layout/funnel1"/>
    <dgm:cxn modelId="{61A90DDC-A775-406A-BC0A-28A4EA596504}" srcId="{E20769C5-73DC-4E8A-913F-24C08F2848CC}" destId="{39749F21-8792-4349-A6A7-BF01EB94F789}" srcOrd="3" destOrd="0" parTransId="{0D7C5BC1-381F-4F7F-B459-EC668E257A76}" sibTransId="{9548677D-661F-4408-85F7-A8238D4F15D7}"/>
    <dgm:cxn modelId="{19D82CE6-D630-421F-8F02-9CD0A715698A}" type="presOf" srcId="{39749F21-8792-4349-A6A7-BF01EB94F789}" destId="{0B61870B-E2AE-47B9-90BE-64D52B77842D}" srcOrd="0" destOrd="0" presId="urn:microsoft.com/office/officeart/2005/8/layout/funnel1"/>
    <dgm:cxn modelId="{0AB85BF0-1CEA-40C6-9CCA-88179EFB89BB}" srcId="{E20769C5-73DC-4E8A-913F-24C08F2848CC}" destId="{CAE624CA-334A-4EB5-BD8E-55849449CB58}" srcOrd="0" destOrd="0" parTransId="{266A8274-3F4A-4440-B921-C6DE3F6B873C}" sibTransId="{4C230F2A-173C-40BF-A4C2-7E5B13B46B9A}"/>
    <dgm:cxn modelId="{8B5B5923-7CBB-4646-9341-5327389C8121}" type="presParOf" srcId="{D7B10E75-58CC-4807-BD47-EBDD0F301C5F}" destId="{E1C58007-ADFE-400C-A7E7-0C16929F4834}" srcOrd="0" destOrd="0" presId="urn:microsoft.com/office/officeart/2005/8/layout/funnel1"/>
    <dgm:cxn modelId="{0D3B1025-3BEC-4317-8935-CA4F3BC2C2E1}" type="presParOf" srcId="{D7B10E75-58CC-4807-BD47-EBDD0F301C5F}" destId="{BE474BB7-A5E2-4490-A567-03B382957073}" srcOrd="1" destOrd="0" presId="urn:microsoft.com/office/officeart/2005/8/layout/funnel1"/>
    <dgm:cxn modelId="{97D5EDD7-E412-4A1F-BD3F-56F9A82C8C80}" type="presParOf" srcId="{D7B10E75-58CC-4807-BD47-EBDD0F301C5F}" destId="{0B61870B-E2AE-47B9-90BE-64D52B77842D}" srcOrd="2" destOrd="0" presId="urn:microsoft.com/office/officeart/2005/8/layout/funnel1"/>
    <dgm:cxn modelId="{3167C9CD-2B26-4E4A-BF58-006E135C311E}" type="presParOf" srcId="{D7B10E75-58CC-4807-BD47-EBDD0F301C5F}" destId="{3260B18C-0F12-415C-B2B5-B0D612D38936}" srcOrd="3" destOrd="0" presId="urn:microsoft.com/office/officeart/2005/8/layout/funnel1"/>
    <dgm:cxn modelId="{CFB1F51F-15E4-4CD4-B974-616F4E118548}" type="presParOf" srcId="{D7B10E75-58CC-4807-BD47-EBDD0F301C5F}" destId="{F96B2562-BEBF-42CE-9FF0-1BBD38426426}" srcOrd="4" destOrd="0" presId="urn:microsoft.com/office/officeart/2005/8/layout/funnel1"/>
    <dgm:cxn modelId="{F71AB4F8-B302-4D4E-AEB8-2D2229E1561F}" type="presParOf" srcId="{D7B10E75-58CC-4807-BD47-EBDD0F301C5F}" destId="{1700B4C8-12E4-4D00-876C-94377F786E85}" srcOrd="5" destOrd="0" presId="urn:microsoft.com/office/officeart/2005/8/layout/funnel1"/>
    <dgm:cxn modelId="{DAD1A2C4-698E-44C1-800C-01769B43B8C0}" type="presParOf" srcId="{D7B10E75-58CC-4807-BD47-EBDD0F301C5F}" destId="{CDFE8F55-FE62-4CE9-AB0C-1431255D3302}" srcOrd="6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F417CDC-9B3A-41AC-A68E-E0C6538CA504}" type="doc">
      <dgm:prSet loTypeId="urn:microsoft.com/office/officeart/2005/8/layout/pyramid2" loCatId="list" qsTypeId="urn:microsoft.com/office/officeart/2005/8/quickstyle/3d2#2" qsCatId="3D" csTypeId="urn:microsoft.com/office/officeart/2005/8/colors/accent1_2" csCatId="accent1" phldr="1"/>
      <dgm:spPr/>
    </dgm:pt>
    <dgm:pt modelId="{191EE3EC-BB60-4377-95CE-6E6D00913C3A}">
      <dgm:prSet phldrT="[Text]"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2400" b="1" dirty="0"/>
            <a:t>Patients</a:t>
          </a:r>
        </a:p>
        <a:p>
          <a:r>
            <a:rPr lang="en-US" sz="1600" dirty="0"/>
            <a:t>(Drugs, Devices, Information)</a:t>
          </a:r>
        </a:p>
      </dgm:t>
    </dgm:pt>
    <dgm:pt modelId="{3D42F666-0AC1-48EA-B662-A2637E04720E}" type="parTrans" cxnId="{4A43FAB6-8196-4282-85FB-B7DA60189965}">
      <dgm:prSet/>
      <dgm:spPr/>
      <dgm:t>
        <a:bodyPr/>
        <a:lstStyle/>
        <a:p>
          <a:endParaRPr lang="en-US"/>
        </a:p>
      </dgm:t>
    </dgm:pt>
    <dgm:pt modelId="{270EBC4A-3809-4540-A8C6-5524DC656566}" type="sibTrans" cxnId="{4A43FAB6-8196-4282-85FB-B7DA60189965}">
      <dgm:prSet/>
      <dgm:spPr/>
      <dgm:t>
        <a:bodyPr/>
        <a:lstStyle/>
        <a:p>
          <a:endParaRPr lang="en-US"/>
        </a:p>
      </dgm:t>
    </dgm:pt>
    <dgm:pt modelId="{8073C779-336E-46C9-860C-3C4F4AECF67F}">
      <dgm:prSet phldrT="[Text]"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2400" b="1" dirty="0"/>
            <a:t>Practitioners</a:t>
          </a:r>
        </a:p>
        <a:p>
          <a:r>
            <a:rPr lang="en-US" sz="1600" dirty="0"/>
            <a:t>(Physicians, Nurses, Caretakers)</a:t>
          </a:r>
        </a:p>
      </dgm:t>
    </dgm:pt>
    <dgm:pt modelId="{D18E08F7-BE13-423C-87FA-86610643765B}" type="parTrans" cxnId="{81E2B122-2507-4BB7-BF7D-71765D73ACB2}">
      <dgm:prSet/>
      <dgm:spPr/>
      <dgm:t>
        <a:bodyPr/>
        <a:lstStyle/>
        <a:p>
          <a:endParaRPr lang="en-US"/>
        </a:p>
      </dgm:t>
    </dgm:pt>
    <dgm:pt modelId="{48F132AB-0353-48BF-9CBD-9B16492A0344}" type="sibTrans" cxnId="{81E2B122-2507-4BB7-BF7D-71765D73ACB2}">
      <dgm:prSet/>
      <dgm:spPr/>
      <dgm:t>
        <a:bodyPr/>
        <a:lstStyle/>
        <a:p>
          <a:endParaRPr lang="en-US"/>
        </a:p>
      </dgm:t>
    </dgm:pt>
    <dgm:pt modelId="{1492EAF2-D809-4557-BCF4-56061EA4F8E2}">
      <dgm:prSet phldrT="[Text]"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2400" b="1" dirty="0"/>
            <a:t>Providers</a:t>
          </a:r>
        </a:p>
        <a:p>
          <a:r>
            <a:rPr lang="en-US" sz="1600" dirty="0"/>
            <a:t>(Drugs, Devices, Information)</a:t>
          </a:r>
          <a:endParaRPr lang="en-US" sz="1600" b="1" dirty="0"/>
        </a:p>
      </dgm:t>
    </dgm:pt>
    <dgm:pt modelId="{183B7E30-9B71-4473-8BFB-DAAC4ADB2067}" type="parTrans" cxnId="{2D51AA2C-141E-439A-8FFF-1FEAB01AA1C1}">
      <dgm:prSet/>
      <dgm:spPr/>
      <dgm:t>
        <a:bodyPr/>
        <a:lstStyle/>
        <a:p>
          <a:endParaRPr lang="en-US"/>
        </a:p>
      </dgm:t>
    </dgm:pt>
    <dgm:pt modelId="{099E7165-6B32-4034-A1B3-509FF272EE67}" type="sibTrans" cxnId="{2D51AA2C-141E-439A-8FFF-1FEAB01AA1C1}">
      <dgm:prSet/>
      <dgm:spPr/>
      <dgm:t>
        <a:bodyPr/>
        <a:lstStyle/>
        <a:p>
          <a:endParaRPr lang="en-US"/>
        </a:p>
      </dgm:t>
    </dgm:pt>
    <dgm:pt modelId="{2EEF81A0-E70C-4C7C-B4B0-9EE9E25D31EE}" type="pres">
      <dgm:prSet presAssocID="{AF417CDC-9B3A-41AC-A68E-E0C6538CA504}" presName="compositeShape" presStyleCnt="0">
        <dgm:presLayoutVars>
          <dgm:dir/>
          <dgm:resizeHandles/>
        </dgm:presLayoutVars>
      </dgm:prSet>
      <dgm:spPr/>
    </dgm:pt>
    <dgm:pt modelId="{C17817A9-C4DE-49BF-8C1D-4124E047DFB9}" type="pres">
      <dgm:prSet presAssocID="{AF417CDC-9B3A-41AC-A68E-E0C6538CA504}" presName="pyramid" presStyleLbl="node1" presStyleIdx="0" presStyleCnt="1"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/>
    </dgm:pt>
    <dgm:pt modelId="{97D661A3-DA34-4970-9A0D-34E97679DFC9}" type="pres">
      <dgm:prSet presAssocID="{AF417CDC-9B3A-41AC-A68E-E0C6538CA504}" presName="theList" presStyleCnt="0"/>
      <dgm:spPr/>
    </dgm:pt>
    <dgm:pt modelId="{2D970AC9-46C8-4548-96E5-DA10D684460C}" type="pres">
      <dgm:prSet presAssocID="{191EE3EC-BB60-4377-95CE-6E6D00913C3A}" presName="aNode" presStyleLbl="fgAcc1" presStyleIdx="0" presStyleCnt="3">
        <dgm:presLayoutVars>
          <dgm:bulletEnabled val="1"/>
        </dgm:presLayoutVars>
      </dgm:prSet>
      <dgm:spPr/>
    </dgm:pt>
    <dgm:pt modelId="{CA9EF443-F792-497B-BD71-3BD6E3ACADF1}" type="pres">
      <dgm:prSet presAssocID="{191EE3EC-BB60-4377-95CE-6E6D00913C3A}" presName="aSpace" presStyleCnt="0"/>
      <dgm:spPr/>
    </dgm:pt>
    <dgm:pt modelId="{4BA2D08E-3F37-4C9B-AF1A-AF070EDB1AF8}" type="pres">
      <dgm:prSet presAssocID="{8073C779-336E-46C9-860C-3C4F4AECF67F}" presName="aNode" presStyleLbl="fgAcc1" presStyleIdx="1" presStyleCnt="3">
        <dgm:presLayoutVars>
          <dgm:bulletEnabled val="1"/>
        </dgm:presLayoutVars>
      </dgm:prSet>
      <dgm:spPr/>
    </dgm:pt>
    <dgm:pt modelId="{C68BBD7D-9B64-4267-B8C1-9603A80ED08A}" type="pres">
      <dgm:prSet presAssocID="{8073C779-336E-46C9-860C-3C4F4AECF67F}" presName="aSpace" presStyleCnt="0"/>
      <dgm:spPr/>
    </dgm:pt>
    <dgm:pt modelId="{14F6B660-5636-4F93-AFFF-4992B4D5718E}" type="pres">
      <dgm:prSet presAssocID="{1492EAF2-D809-4557-BCF4-56061EA4F8E2}" presName="aNode" presStyleLbl="fgAcc1" presStyleIdx="2" presStyleCnt="3">
        <dgm:presLayoutVars>
          <dgm:bulletEnabled val="1"/>
        </dgm:presLayoutVars>
      </dgm:prSet>
      <dgm:spPr/>
    </dgm:pt>
    <dgm:pt modelId="{28EECE6D-C2CC-44A0-8C2D-5AFED59F01F4}" type="pres">
      <dgm:prSet presAssocID="{1492EAF2-D809-4557-BCF4-56061EA4F8E2}" presName="aSpace" presStyleCnt="0"/>
      <dgm:spPr/>
    </dgm:pt>
  </dgm:ptLst>
  <dgm:cxnLst>
    <dgm:cxn modelId="{81E2B122-2507-4BB7-BF7D-71765D73ACB2}" srcId="{AF417CDC-9B3A-41AC-A68E-E0C6538CA504}" destId="{8073C779-336E-46C9-860C-3C4F4AECF67F}" srcOrd="1" destOrd="0" parTransId="{D18E08F7-BE13-423C-87FA-86610643765B}" sibTransId="{48F132AB-0353-48BF-9CBD-9B16492A0344}"/>
    <dgm:cxn modelId="{2D51AA2C-141E-439A-8FFF-1FEAB01AA1C1}" srcId="{AF417CDC-9B3A-41AC-A68E-E0C6538CA504}" destId="{1492EAF2-D809-4557-BCF4-56061EA4F8E2}" srcOrd="2" destOrd="0" parTransId="{183B7E30-9B71-4473-8BFB-DAAC4ADB2067}" sibTransId="{099E7165-6B32-4034-A1B3-509FF272EE67}"/>
    <dgm:cxn modelId="{39A99F79-5D35-4664-8246-8EB1C6931EE0}" type="presOf" srcId="{8073C779-336E-46C9-860C-3C4F4AECF67F}" destId="{4BA2D08E-3F37-4C9B-AF1A-AF070EDB1AF8}" srcOrd="0" destOrd="0" presId="urn:microsoft.com/office/officeart/2005/8/layout/pyramid2"/>
    <dgm:cxn modelId="{8DDB00B6-E781-4931-9A4E-0B44146A389E}" type="presOf" srcId="{AF417CDC-9B3A-41AC-A68E-E0C6538CA504}" destId="{2EEF81A0-E70C-4C7C-B4B0-9EE9E25D31EE}" srcOrd="0" destOrd="0" presId="urn:microsoft.com/office/officeart/2005/8/layout/pyramid2"/>
    <dgm:cxn modelId="{4A43FAB6-8196-4282-85FB-B7DA60189965}" srcId="{AF417CDC-9B3A-41AC-A68E-E0C6538CA504}" destId="{191EE3EC-BB60-4377-95CE-6E6D00913C3A}" srcOrd="0" destOrd="0" parTransId="{3D42F666-0AC1-48EA-B662-A2637E04720E}" sibTransId="{270EBC4A-3809-4540-A8C6-5524DC656566}"/>
    <dgm:cxn modelId="{398594D9-A9E1-4F99-A042-30145852A049}" type="presOf" srcId="{191EE3EC-BB60-4377-95CE-6E6D00913C3A}" destId="{2D970AC9-46C8-4548-96E5-DA10D684460C}" srcOrd="0" destOrd="0" presId="urn:microsoft.com/office/officeart/2005/8/layout/pyramid2"/>
    <dgm:cxn modelId="{E4351BDA-7D9C-4255-8F57-C43BEDBBFC32}" type="presOf" srcId="{1492EAF2-D809-4557-BCF4-56061EA4F8E2}" destId="{14F6B660-5636-4F93-AFFF-4992B4D5718E}" srcOrd="0" destOrd="0" presId="urn:microsoft.com/office/officeart/2005/8/layout/pyramid2"/>
    <dgm:cxn modelId="{0D439D35-8B1E-44C9-86B1-DCE475E7E220}" type="presParOf" srcId="{2EEF81A0-E70C-4C7C-B4B0-9EE9E25D31EE}" destId="{C17817A9-C4DE-49BF-8C1D-4124E047DFB9}" srcOrd="0" destOrd="0" presId="urn:microsoft.com/office/officeart/2005/8/layout/pyramid2"/>
    <dgm:cxn modelId="{E1CFC57A-BD91-4327-B8A4-FE77ABCD8C80}" type="presParOf" srcId="{2EEF81A0-E70C-4C7C-B4B0-9EE9E25D31EE}" destId="{97D661A3-DA34-4970-9A0D-34E97679DFC9}" srcOrd="1" destOrd="0" presId="urn:microsoft.com/office/officeart/2005/8/layout/pyramid2"/>
    <dgm:cxn modelId="{C5EE8A20-B7EC-4276-8ADA-00F63056D388}" type="presParOf" srcId="{97D661A3-DA34-4970-9A0D-34E97679DFC9}" destId="{2D970AC9-46C8-4548-96E5-DA10D684460C}" srcOrd="0" destOrd="0" presId="urn:microsoft.com/office/officeart/2005/8/layout/pyramid2"/>
    <dgm:cxn modelId="{9D2D6C07-A8AD-477C-92B7-C1FEB488A174}" type="presParOf" srcId="{97D661A3-DA34-4970-9A0D-34E97679DFC9}" destId="{CA9EF443-F792-497B-BD71-3BD6E3ACADF1}" srcOrd="1" destOrd="0" presId="urn:microsoft.com/office/officeart/2005/8/layout/pyramid2"/>
    <dgm:cxn modelId="{3DFEFCA2-7F5A-452F-99C9-CF35F745D61B}" type="presParOf" srcId="{97D661A3-DA34-4970-9A0D-34E97679DFC9}" destId="{4BA2D08E-3F37-4C9B-AF1A-AF070EDB1AF8}" srcOrd="2" destOrd="0" presId="urn:microsoft.com/office/officeart/2005/8/layout/pyramid2"/>
    <dgm:cxn modelId="{974D3470-7177-4790-A83C-DA9D821AFC11}" type="presParOf" srcId="{97D661A3-DA34-4970-9A0D-34E97679DFC9}" destId="{C68BBD7D-9B64-4267-B8C1-9603A80ED08A}" srcOrd="3" destOrd="0" presId="urn:microsoft.com/office/officeart/2005/8/layout/pyramid2"/>
    <dgm:cxn modelId="{05665C7D-08F6-45F2-9CEC-28045EA08FCF}" type="presParOf" srcId="{97D661A3-DA34-4970-9A0D-34E97679DFC9}" destId="{14F6B660-5636-4F93-AFFF-4992B4D5718E}" srcOrd="4" destOrd="0" presId="urn:microsoft.com/office/officeart/2005/8/layout/pyramid2"/>
    <dgm:cxn modelId="{C76DD01E-29E0-49B4-82BD-C2ED22F8A849}" type="presParOf" srcId="{97D661A3-DA34-4970-9A0D-34E97679DFC9}" destId="{28EECE6D-C2CC-44A0-8C2D-5AFED59F01F4}" srcOrd="5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C9C8D6C-34E9-4C0C-BCBD-DFB9CDC55631}" type="doc">
      <dgm:prSet loTypeId="urn:microsoft.com/office/officeart/2005/8/layout/cycle2" loCatId="cycle" qsTypeId="urn:microsoft.com/office/officeart/2005/8/quickstyle/3d2#4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9EF2CA6-CB89-4C75-A47A-2A8DFD1700AB}">
      <dgm:prSet phldrT="[Text]"/>
      <dgm:spPr/>
      <dgm:t>
        <a:bodyPr/>
        <a:lstStyle/>
        <a:p>
          <a:r>
            <a:rPr lang="en-US" b="1" dirty="0"/>
            <a:t>Open</a:t>
          </a:r>
        </a:p>
        <a:p>
          <a:r>
            <a:rPr lang="en-US" b="1" dirty="0"/>
            <a:t>Innovation</a:t>
          </a:r>
        </a:p>
      </dgm:t>
    </dgm:pt>
    <dgm:pt modelId="{A3F52EF7-CA2D-472D-8953-5740FD3FBE89}" type="parTrans" cxnId="{942F4963-0A6B-48E7-946E-2C992B3B8FC9}">
      <dgm:prSet/>
      <dgm:spPr/>
      <dgm:t>
        <a:bodyPr/>
        <a:lstStyle/>
        <a:p>
          <a:endParaRPr lang="en-US" b="1"/>
        </a:p>
      </dgm:t>
    </dgm:pt>
    <dgm:pt modelId="{D6F595D2-470C-401C-A533-3E80B84244AA}" type="sibTrans" cxnId="{942F4963-0A6B-48E7-946E-2C992B3B8FC9}">
      <dgm:prSet/>
      <dgm:spPr/>
      <dgm:t>
        <a:bodyPr/>
        <a:lstStyle/>
        <a:p>
          <a:endParaRPr lang="en-US" b="1" dirty="0"/>
        </a:p>
      </dgm:t>
    </dgm:pt>
    <dgm:pt modelId="{F1CE9FE8-D255-4002-AFE1-7D2B290D77A4}">
      <dgm:prSet phldrT="[Text]"/>
      <dgm:spPr/>
      <dgm:t>
        <a:bodyPr/>
        <a:lstStyle/>
        <a:p>
          <a:r>
            <a:rPr lang="en-US" b="1" dirty="0"/>
            <a:t>Centrally Managed</a:t>
          </a:r>
        </a:p>
        <a:p>
          <a:r>
            <a:rPr lang="en-US" b="1" dirty="0"/>
            <a:t>IP</a:t>
          </a:r>
        </a:p>
      </dgm:t>
    </dgm:pt>
    <dgm:pt modelId="{837CB7C6-C7B3-4BFD-ACFC-982D4024BC99}" type="parTrans" cxnId="{FA575F71-8581-4A58-AEF3-CAE277D8A3C2}">
      <dgm:prSet/>
      <dgm:spPr/>
      <dgm:t>
        <a:bodyPr/>
        <a:lstStyle/>
        <a:p>
          <a:endParaRPr lang="en-US" b="1"/>
        </a:p>
      </dgm:t>
    </dgm:pt>
    <dgm:pt modelId="{ACC9FE0A-FD41-47FD-A639-30E1D7390D3C}" type="sibTrans" cxnId="{FA575F71-8581-4A58-AEF3-CAE277D8A3C2}">
      <dgm:prSet/>
      <dgm:spPr/>
      <dgm:t>
        <a:bodyPr/>
        <a:lstStyle/>
        <a:p>
          <a:endParaRPr lang="en-US" b="1" dirty="0"/>
        </a:p>
      </dgm:t>
    </dgm:pt>
    <dgm:pt modelId="{6C0CCD30-116E-48B1-9F0C-6D8A7EE2F2A8}">
      <dgm:prSet phldrT="[Text]"/>
      <dgm:spPr/>
      <dgm:t>
        <a:bodyPr/>
        <a:lstStyle/>
        <a:p>
          <a:r>
            <a:rPr lang="en-US" b="1" dirty="0"/>
            <a:t>Shared Revenue</a:t>
          </a:r>
        </a:p>
        <a:p>
          <a:r>
            <a:rPr lang="en-US" b="1" dirty="0"/>
            <a:t>Model</a:t>
          </a:r>
        </a:p>
      </dgm:t>
    </dgm:pt>
    <dgm:pt modelId="{7BFB56C1-5DF6-4B62-AB93-3B39A607FA40}" type="parTrans" cxnId="{C3A24AA5-16D5-45F1-8779-944E0168864C}">
      <dgm:prSet/>
      <dgm:spPr/>
      <dgm:t>
        <a:bodyPr/>
        <a:lstStyle/>
        <a:p>
          <a:endParaRPr lang="en-US" b="1"/>
        </a:p>
      </dgm:t>
    </dgm:pt>
    <dgm:pt modelId="{55E28E46-380A-467B-AE34-589B0252C611}" type="sibTrans" cxnId="{C3A24AA5-16D5-45F1-8779-944E0168864C}">
      <dgm:prSet/>
      <dgm:spPr/>
      <dgm:t>
        <a:bodyPr/>
        <a:lstStyle/>
        <a:p>
          <a:endParaRPr lang="en-US" b="1" dirty="0"/>
        </a:p>
      </dgm:t>
    </dgm:pt>
    <dgm:pt modelId="{2D59D820-0CB4-4E1F-92BB-95FFDD082F73}">
      <dgm:prSet phldrT="[Text]"/>
      <dgm:spPr/>
      <dgm:t>
        <a:bodyPr/>
        <a:lstStyle/>
        <a:p>
          <a:r>
            <a:rPr lang="en-US" b="1" dirty="0"/>
            <a:t>Results Driven</a:t>
          </a:r>
        </a:p>
        <a:p>
          <a:r>
            <a:rPr lang="en-US" b="1" dirty="0"/>
            <a:t>Prioritization</a:t>
          </a:r>
        </a:p>
      </dgm:t>
    </dgm:pt>
    <dgm:pt modelId="{C2B488C5-AEE0-4401-9F78-4FE5885DBF01}" type="parTrans" cxnId="{7FA7DB79-3252-4DB3-BCAC-5F0D4ACC17E4}">
      <dgm:prSet/>
      <dgm:spPr/>
      <dgm:t>
        <a:bodyPr/>
        <a:lstStyle/>
        <a:p>
          <a:endParaRPr lang="en-US" b="1"/>
        </a:p>
      </dgm:t>
    </dgm:pt>
    <dgm:pt modelId="{45C84ECF-EE1B-4B49-8EF8-7CAEF2A5F7D7}" type="sibTrans" cxnId="{7FA7DB79-3252-4DB3-BCAC-5F0D4ACC17E4}">
      <dgm:prSet/>
      <dgm:spPr/>
      <dgm:t>
        <a:bodyPr/>
        <a:lstStyle/>
        <a:p>
          <a:endParaRPr lang="en-US" b="1" dirty="0"/>
        </a:p>
      </dgm:t>
    </dgm:pt>
    <dgm:pt modelId="{723CC3D7-5D8F-4BE3-AE6D-CE228595E268}">
      <dgm:prSet phldrT="[Text]"/>
      <dgm:spPr/>
      <dgm:t>
        <a:bodyPr/>
        <a:lstStyle/>
        <a:p>
          <a:r>
            <a:rPr lang="en-US" b="1" dirty="0"/>
            <a:t>Collaborative</a:t>
          </a:r>
        </a:p>
      </dgm:t>
    </dgm:pt>
    <dgm:pt modelId="{74A6BA20-7C3E-42CE-BD8E-68EC414F7D96}" type="parTrans" cxnId="{2CC842B8-E7B4-45A5-9307-2995A321F13B}">
      <dgm:prSet/>
      <dgm:spPr/>
      <dgm:t>
        <a:bodyPr/>
        <a:lstStyle/>
        <a:p>
          <a:endParaRPr lang="en-US" b="1"/>
        </a:p>
      </dgm:t>
    </dgm:pt>
    <dgm:pt modelId="{73A865D5-5B91-4B22-BA06-C26D9BCB2EE5}" type="sibTrans" cxnId="{2CC842B8-E7B4-45A5-9307-2995A321F13B}">
      <dgm:prSet/>
      <dgm:spPr/>
      <dgm:t>
        <a:bodyPr/>
        <a:lstStyle/>
        <a:p>
          <a:endParaRPr lang="en-US" b="1" dirty="0"/>
        </a:p>
      </dgm:t>
    </dgm:pt>
    <dgm:pt modelId="{DEEF388A-0A0E-4C93-AF3E-70FF1B41590B}" type="pres">
      <dgm:prSet presAssocID="{6C9C8D6C-34E9-4C0C-BCBD-DFB9CDC55631}" presName="cycle" presStyleCnt="0">
        <dgm:presLayoutVars>
          <dgm:dir/>
          <dgm:resizeHandles val="exact"/>
        </dgm:presLayoutVars>
      </dgm:prSet>
      <dgm:spPr/>
    </dgm:pt>
    <dgm:pt modelId="{C6CB6EE8-F817-48B1-A2A4-7074F5E20ADC}" type="pres">
      <dgm:prSet presAssocID="{D9EF2CA6-CB89-4C75-A47A-2A8DFD1700AB}" presName="node" presStyleLbl="node1" presStyleIdx="0" presStyleCnt="5" custRadScaleRad="100074" custRadScaleInc="-1585">
        <dgm:presLayoutVars>
          <dgm:bulletEnabled val="1"/>
        </dgm:presLayoutVars>
      </dgm:prSet>
      <dgm:spPr/>
    </dgm:pt>
    <dgm:pt modelId="{E7314FF0-C3D4-4067-9A96-DAE7F230A6B3}" type="pres">
      <dgm:prSet presAssocID="{D6F595D2-470C-401C-A533-3E80B84244AA}" presName="sibTrans" presStyleLbl="sibTrans2D1" presStyleIdx="0" presStyleCnt="5"/>
      <dgm:spPr/>
    </dgm:pt>
    <dgm:pt modelId="{07AFC6E7-B973-46CA-8BED-AD11916A26C6}" type="pres">
      <dgm:prSet presAssocID="{D6F595D2-470C-401C-A533-3E80B84244AA}" presName="connectorText" presStyleLbl="sibTrans2D1" presStyleIdx="0" presStyleCnt="5"/>
      <dgm:spPr/>
    </dgm:pt>
    <dgm:pt modelId="{0BB1AB6A-657E-4BE7-B826-04310CB87FD6}" type="pres">
      <dgm:prSet presAssocID="{F1CE9FE8-D255-4002-AFE1-7D2B290D77A4}" presName="node" presStyleLbl="node1" presStyleIdx="1" presStyleCnt="5">
        <dgm:presLayoutVars>
          <dgm:bulletEnabled val="1"/>
        </dgm:presLayoutVars>
      </dgm:prSet>
      <dgm:spPr/>
    </dgm:pt>
    <dgm:pt modelId="{3D2113D7-D3E7-4CB9-BC98-536F54DAF21C}" type="pres">
      <dgm:prSet presAssocID="{ACC9FE0A-FD41-47FD-A639-30E1D7390D3C}" presName="sibTrans" presStyleLbl="sibTrans2D1" presStyleIdx="1" presStyleCnt="5"/>
      <dgm:spPr/>
    </dgm:pt>
    <dgm:pt modelId="{F38FA08F-FE08-42BB-8EE8-5C1C65DF85EB}" type="pres">
      <dgm:prSet presAssocID="{ACC9FE0A-FD41-47FD-A639-30E1D7390D3C}" presName="connectorText" presStyleLbl="sibTrans2D1" presStyleIdx="1" presStyleCnt="5"/>
      <dgm:spPr/>
    </dgm:pt>
    <dgm:pt modelId="{A7C42B21-429E-4C68-A376-78D2C78D89EA}" type="pres">
      <dgm:prSet presAssocID="{6C0CCD30-116E-48B1-9F0C-6D8A7EE2F2A8}" presName="node" presStyleLbl="node1" presStyleIdx="2" presStyleCnt="5">
        <dgm:presLayoutVars>
          <dgm:bulletEnabled val="1"/>
        </dgm:presLayoutVars>
      </dgm:prSet>
      <dgm:spPr/>
    </dgm:pt>
    <dgm:pt modelId="{3B18EA10-55B7-4FA2-B1AF-880978BD726E}" type="pres">
      <dgm:prSet presAssocID="{55E28E46-380A-467B-AE34-589B0252C611}" presName="sibTrans" presStyleLbl="sibTrans2D1" presStyleIdx="2" presStyleCnt="5"/>
      <dgm:spPr/>
    </dgm:pt>
    <dgm:pt modelId="{A2460FAC-F0F1-4820-B573-16079F413D80}" type="pres">
      <dgm:prSet presAssocID="{55E28E46-380A-467B-AE34-589B0252C611}" presName="connectorText" presStyleLbl="sibTrans2D1" presStyleIdx="2" presStyleCnt="5"/>
      <dgm:spPr/>
    </dgm:pt>
    <dgm:pt modelId="{225F2983-0321-4A3D-86C7-7E3CCDC569BC}" type="pres">
      <dgm:prSet presAssocID="{2D59D820-0CB4-4E1F-92BB-95FFDD082F73}" presName="node" presStyleLbl="node1" presStyleIdx="3" presStyleCnt="5">
        <dgm:presLayoutVars>
          <dgm:bulletEnabled val="1"/>
        </dgm:presLayoutVars>
      </dgm:prSet>
      <dgm:spPr/>
    </dgm:pt>
    <dgm:pt modelId="{A7D0551F-936B-4658-B33F-A836AF1BBB65}" type="pres">
      <dgm:prSet presAssocID="{45C84ECF-EE1B-4B49-8EF8-7CAEF2A5F7D7}" presName="sibTrans" presStyleLbl="sibTrans2D1" presStyleIdx="3" presStyleCnt="5"/>
      <dgm:spPr/>
    </dgm:pt>
    <dgm:pt modelId="{DBEDE08A-D6E8-4108-896E-C113DB47C979}" type="pres">
      <dgm:prSet presAssocID="{45C84ECF-EE1B-4B49-8EF8-7CAEF2A5F7D7}" presName="connectorText" presStyleLbl="sibTrans2D1" presStyleIdx="3" presStyleCnt="5"/>
      <dgm:spPr/>
    </dgm:pt>
    <dgm:pt modelId="{C3DD57C0-4A46-47E8-A3EB-683924E5F05E}" type="pres">
      <dgm:prSet presAssocID="{723CC3D7-5D8F-4BE3-AE6D-CE228595E268}" presName="node" presStyleLbl="node1" presStyleIdx="4" presStyleCnt="5">
        <dgm:presLayoutVars>
          <dgm:bulletEnabled val="1"/>
        </dgm:presLayoutVars>
      </dgm:prSet>
      <dgm:spPr/>
    </dgm:pt>
    <dgm:pt modelId="{C25E6119-54FA-4530-870F-778E283C0BD5}" type="pres">
      <dgm:prSet presAssocID="{73A865D5-5B91-4B22-BA06-C26D9BCB2EE5}" presName="sibTrans" presStyleLbl="sibTrans2D1" presStyleIdx="4" presStyleCnt="5"/>
      <dgm:spPr/>
    </dgm:pt>
    <dgm:pt modelId="{DBE7C2DC-A3D5-4950-9D16-A38DF0EA4010}" type="pres">
      <dgm:prSet presAssocID="{73A865D5-5B91-4B22-BA06-C26D9BCB2EE5}" presName="connectorText" presStyleLbl="sibTrans2D1" presStyleIdx="4" presStyleCnt="5"/>
      <dgm:spPr/>
    </dgm:pt>
  </dgm:ptLst>
  <dgm:cxnLst>
    <dgm:cxn modelId="{BCF04500-A734-4F1C-890F-301EF4AE3378}" type="presOf" srcId="{ACC9FE0A-FD41-47FD-A639-30E1D7390D3C}" destId="{F38FA08F-FE08-42BB-8EE8-5C1C65DF85EB}" srcOrd="1" destOrd="0" presId="urn:microsoft.com/office/officeart/2005/8/layout/cycle2"/>
    <dgm:cxn modelId="{B21CCA1B-189B-43C6-B37E-B7B21112F84A}" type="presOf" srcId="{45C84ECF-EE1B-4B49-8EF8-7CAEF2A5F7D7}" destId="{A7D0551F-936B-4658-B33F-A836AF1BBB65}" srcOrd="0" destOrd="0" presId="urn:microsoft.com/office/officeart/2005/8/layout/cycle2"/>
    <dgm:cxn modelId="{856A4F47-8D58-4FA9-B0D1-2879AB5A5E06}" type="presOf" srcId="{F1CE9FE8-D255-4002-AFE1-7D2B290D77A4}" destId="{0BB1AB6A-657E-4BE7-B826-04310CB87FD6}" srcOrd="0" destOrd="0" presId="urn:microsoft.com/office/officeart/2005/8/layout/cycle2"/>
    <dgm:cxn modelId="{01B81F4B-7FE3-4D04-A055-87F68E09D993}" type="presOf" srcId="{2D59D820-0CB4-4E1F-92BB-95FFDD082F73}" destId="{225F2983-0321-4A3D-86C7-7E3CCDC569BC}" srcOrd="0" destOrd="0" presId="urn:microsoft.com/office/officeart/2005/8/layout/cycle2"/>
    <dgm:cxn modelId="{942F4963-0A6B-48E7-946E-2C992B3B8FC9}" srcId="{6C9C8D6C-34E9-4C0C-BCBD-DFB9CDC55631}" destId="{D9EF2CA6-CB89-4C75-A47A-2A8DFD1700AB}" srcOrd="0" destOrd="0" parTransId="{A3F52EF7-CA2D-472D-8953-5740FD3FBE89}" sibTransId="{D6F595D2-470C-401C-A533-3E80B84244AA}"/>
    <dgm:cxn modelId="{7F66C469-EFC2-436C-9204-A91FC0D48210}" type="presOf" srcId="{D6F595D2-470C-401C-A533-3E80B84244AA}" destId="{E7314FF0-C3D4-4067-9A96-DAE7F230A6B3}" srcOrd="0" destOrd="0" presId="urn:microsoft.com/office/officeart/2005/8/layout/cycle2"/>
    <dgm:cxn modelId="{FA575F71-8581-4A58-AEF3-CAE277D8A3C2}" srcId="{6C9C8D6C-34E9-4C0C-BCBD-DFB9CDC55631}" destId="{F1CE9FE8-D255-4002-AFE1-7D2B290D77A4}" srcOrd="1" destOrd="0" parTransId="{837CB7C6-C7B3-4BFD-ACFC-982D4024BC99}" sibTransId="{ACC9FE0A-FD41-47FD-A639-30E1D7390D3C}"/>
    <dgm:cxn modelId="{AF3EE074-23A1-4938-98AB-261EB90E18E5}" type="presOf" srcId="{45C84ECF-EE1B-4B49-8EF8-7CAEF2A5F7D7}" destId="{DBEDE08A-D6E8-4108-896E-C113DB47C979}" srcOrd="1" destOrd="0" presId="urn:microsoft.com/office/officeart/2005/8/layout/cycle2"/>
    <dgm:cxn modelId="{7FA7DB79-3252-4DB3-BCAC-5F0D4ACC17E4}" srcId="{6C9C8D6C-34E9-4C0C-BCBD-DFB9CDC55631}" destId="{2D59D820-0CB4-4E1F-92BB-95FFDD082F73}" srcOrd="3" destOrd="0" parTransId="{C2B488C5-AEE0-4401-9F78-4FE5885DBF01}" sibTransId="{45C84ECF-EE1B-4B49-8EF8-7CAEF2A5F7D7}"/>
    <dgm:cxn modelId="{42C9D485-048F-4A55-9F7A-967A40B8254F}" type="presOf" srcId="{6C0CCD30-116E-48B1-9F0C-6D8A7EE2F2A8}" destId="{A7C42B21-429E-4C68-A376-78D2C78D89EA}" srcOrd="0" destOrd="0" presId="urn:microsoft.com/office/officeart/2005/8/layout/cycle2"/>
    <dgm:cxn modelId="{ADC00388-E4C0-4D20-AF2B-9539FF62F035}" type="presOf" srcId="{D9EF2CA6-CB89-4C75-A47A-2A8DFD1700AB}" destId="{C6CB6EE8-F817-48B1-A2A4-7074F5E20ADC}" srcOrd="0" destOrd="0" presId="urn:microsoft.com/office/officeart/2005/8/layout/cycle2"/>
    <dgm:cxn modelId="{38179293-24D9-461C-9574-454386BB1976}" type="presOf" srcId="{D6F595D2-470C-401C-A533-3E80B84244AA}" destId="{07AFC6E7-B973-46CA-8BED-AD11916A26C6}" srcOrd="1" destOrd="0" presId="urn:microsoft.com/office/officeart/2005/8/layout/cycle2"/>
    <dgm:cxn modelId="{8AC349A1-2310-4CCE-918A-0E58500CF27F}" type="presOf" srcId="{ACC9FE0A-FD41-47FD-A639-30E1D7390D3C}" destId="{3D2113D7-D3E7-4CB9-BC98-536F54DAF21C}" srcOrd="0" destOrd="0" presId="urn:microsoft.com/office/officeart/2005/8/layout/cycle2"/>
    <dgm:cxn modelId="{CE9C21A5-8C38-46E4-AA92-A0C5AE151051}" type="presOf" srcId="{55E28E46-380A-467B-AE34-589B0252C611}" destId="{3B18EA10-55B7-4FA2-B1AF-880978BD726E}" srcOrd="0" destOrd="0" presId="urn:microsoft.com/office/officeart/2005/8/layout/cycle2"/>
    <dgm:cxn modelId="{C3A24AA5-16D5-45F1-8779-944E0168864C}" srcId="{6C9C8D6C-34E9-4C0C-BCBD-DFB9CDC55631}" destId="{6C0CCD30-116E-48B1-9F0C-6D8A7EE2F2A8}" srcOrd="2" destOrd="0" parTransId="{7BFB56C1-5DF6-4B62-AB93-3B39A607FA40}" sibTransId="{55E28E46-380A-467B-AE34-589B0252C611}"/>
    <dgm:cxn modelId="{BB1AB1AD-6772-4E73-ABED-3CC1869091C1}" type="presOf" srcId="{6C9C8D6C-34E9-4C0C-BCBD-DFB9CDC55631}" destId="{DEEF388A-0A0E-4C93-AF3E-70FF1B41590B}" srcOrd="0" destOrd="0" presId="urn:microsoft.com/office/officeart/2005/8/layout/cycle2"/>
    <dgm:cxn modelId="{2CC842B8-E7B4-45A5-9307-2995A321F13B}" srcId="{6C9C8D6C-34E9-4C0C-BCBD-DFB9CDC55631}" destId="{723CC3D7-5D8F-4BE3-AE6D-CE228595E268}" srcOrd="4" destOrd="0" parTransId="{74A6BA20-7C3E-42CE-BD8E-68EC414F7D96}" sibTransId="{73A865D5-5B91-4B22-BA06-C26D9BCB2EE5}"/>
    <dgm:cxn modelId="{18D00EBD-8085-45EB-BA0A-0759DD66E908}" type="presOf" srcId="{73A865D5-5B91-4B22-BA06-C26D9BCB2EE5}" destId="{DBE7C2DC-A3D5-4950-9D16-A38DF0EA4010}" srcOrd="1" destOrd="0" presId="urn:microsoft.com/office/officeart/2005/8/layout/cycle2"/>
    <dgm:cxn modelId="{518B26DA-1424-4010-A0E2-6311747438C2}" type="presOf" srcId="{55E28E46-380A-467B-AE34-589B0252C611}" destId="{A2460FAC-F0F1-4820-B573-16079F413D80}" srcOrd="1" destOrd="0" presId="urn:microsoft.com/office/officeart/2005/8/layout/cycle2"/>
    <dgm:cxn modelId="{53EEF2EF-4AD5-4ABF-800F-2B9681B3199A}" type="presOf" srcId="{73A865D5-5B91-4B22-BA06-C26D9BCB2EE5}" destId="{C25E6119-54FA-4530-870F-778E283C0BD5}" srcOrd="0" destOrd="0" presId="urn:microsoft.com/office/officeart/2005/8/layout/cycle2"/>
    <dgm:cxn modelId="{52302CF4-DCF9-42C2-A14F-2E79E6EE139A}" type="presOf" srcId="{723CC3D7-5D8F-4BE3-AE6D-CE228595E268}" destId="{C3DD57C0-4A46-47E8-A3EB-683924E5F05E}" srcOrd="0" destOrd="0" presId="urn:microsoft.com/office/officeart/2005/8/layout/cycle2"/>
    <dgm:cxn modelId="{4AEF6101-588F-4FBE-BD79-3A90F550E8E1}" type="presParOf" srcId="{DEEF388A-0A0E-4C93-AF3E-70FF1B41590B}" destId="{C6CB6EE8-F817-48B1-A2A4-7074F5E20ADC}" srcOrd="0" destOrd="0" presId="urn:microsoft.com/office/officeart/2005/8/layout/cycle2"/>
    <dgm:cxn modelId="{73894AC6-7696-4761-B4E2-1952ED4D9EB8}" type="presParOf" srcId="{DEEF388A-0A0E-4C93-AF3E-70FF1B41590B}" destId="{E7314FF0-C3D4-4067-9A96-DAE7F230A6B3}" srcOrd="1" destOrd="0" presId="urn:microsoft.com/office/officeart/2005/8/layout/cycle2"/>
    <dgm:cxn modelId="{AFEFBCB2-4837-4BEF-BDFD-74E981B2210C}" type="presParOf" srcId="{E7314FF0-C3D4-4067-9A96-DAE7F230A6B3}" destId="{07AFC6E7-B973-46CA-8BED-AD11916A26C6}" srcOrd="0" destOrd="0" presId="urn:microsoft.com/office/officeart/2005/8/layout/cycle2"/>
    <dgm:cxn modelId="{23B7FF5C-E299-4542-8FFB-1481FD997877}" type="presParOf" srcId="{DEEF388A-0A0E-4C93-AF3E-70FF1B41590B}" destId="{0BB1AB6A-657E-4BE7-B826-04310CB87FD6}" srcOrd="2" destOrd="0" presId="urn:microsoft.com/office/officeart/2005/8/layout/cycle2"/>
    <dgm:cxn modelId="{A6998B4D-D601-43F8-A3D3-443496EE89EF}" type="presParOf" srcId="{DEEF388A-0A0E-4C93-AF3E-70FF1B41590B}" destId="{3D2113D7-D3E7-4CB9-BC98-536F54DAF21C}" srcOrd="3" destOrd="0" presId="urn:microsoft.com/office/officeart/2005/8/layout/cycle2"/>
    <dgm:cxn modelId="{61CC1643-DB6C-4D9C-B85E-EE048261FA33}" type="presParOf" srcId="{3D2113D7-D3E7-4CB9-BC98-536F54DAF21C}" destId="{F38FA08F-FE08-42BB-8EE8-5C1C65DF85EB}" srcOrd="0" destOrd="0" presId="urn:microsoft.com/office/officeart/2005/8/layout/cycle2"/>
    <dgm:cxn modelId="{61B5E6D6-59B5-4D0A-B819-69F1D7B9B152}" type="presParOf" srcId="{DEEF388A-0A0E-4C93-AF3E-70FF1B41590B}" destId="{A7C42B21-429E-4C68-A376-78D2C78D89EA}" srcOrd="4" destOrd="0" presId="urn:microsoft.com/office/officeart/2005/8/layout/cycle2"/>
    <dgm:cxn modelId="{DB8BB883-09AE-422F-B257-173A76E83F85}" type="presParOf" srcId="{DEEF388A-0A0E-4C93-AF3E-70FF1B41590B}" destId="{3B18EA10-55B7-4FA2-B1AF-880978BD726E}" srcOrd="5" destOrd="0" presId="urn:microsoft.com/office/officeart/2005/8/layout/cycle2"/>
    <dgm:cxn modelId="{2E1D4151-2FFF-4527-B46E-8F576DBB6F1F}" type="presParOf" srcId="{3B18EA10-55B7-4FA2-B1AF-880978BD726E}" destId="{A2460FAC-F0F1-4820-B573-16079F413D80}" srcOrd="0" destOrd="0" presId="urn:microsoft.com/office/officeart/2005/8/layout/cycle2"/>
    <dgm:cxn modelId="{BC3AC8F7-00B9-4A27-9711-04E304836AE7}" type="presParOf" srcId="{DEEF388A-0A0E-4C93-AF3E-70FF1B41590B}" destId="{225F2983-0321-4A3D-86C7-7E3CCDC569BC}" srcOrd="6" destOrd="0" presId="urn:microsoft.com/office/officeart/2005/8/layout/cycle2"/>
    <dgm:cxn modelId="{095D870B-D2B9-4E16-A761-B797B7E49CAB}" type="presParOf" srcId="{DEEF388A-0A0E-4C93-AF3E-70FF1B41590B}" destId="{A7D0551F-936B-4658-B33F-A836AF1BBB65}" srcOrd="7" destOrd="0" presId="urn:microsoft.com/office/officeart/2005/8/layout/cycle2"/>
    <dgm:cxn modelId="{2F2E7A80-5ADB-4984-986E-463FFAC72950}" type="presParOf" srcId="{A7D0551F-936B-4658-B33F-A836AF1BBB65}" destId="{DBEDE08A-D6E8-4108-896E-C113DB47C979}" srcOrd="0" destOrd="0" presId="urn:microsoft.com/office/officeart/2005/8/layout/cycle2"/>
    <dgm:cxn modelId="{9E5E5B93-34E3-45CB-BF57-D47F51B1D993}" type="presParOf" srcId="{DEEF388A-0A0E-4C93-AF3E-70FF1B41590B}" destId="{C3DD57C0-4A46-47E8-A3EB-683924E5F05E}" srcOrd="8" destOrd="0" presId="urn:microsoft.com/office/officeart/2005/8/layout/cycle2"/>
    <dgm:cxn modelId="{3D9A831B-E11A-4E60-A9FB-3FBAE6FBCEFD}" type="presParOf" srcId="{DEEF388A-0A0E-4C93-AF3E-70FF1B41590B}" destId="{C25E6119-54FA-4530-870F-778E283C0BD5}" srcOrd="9" destOrd="0" presId="urn:microsoft.com/office/officeart/2005/8/layout/cycle2"/>
    <dgm:cxn modelId="{308E1C2D-E128-43EC-B415-D789CFAFE981}" type="presParOf" srcId="{C25E6119-54FA-4530-870F-778E283C0BD5}" destId="{DBE7C2DC-A3D5-4950-9D16-A38DF0EA4010}" srcOrd="0" destOrd="0" presId="urn:microsoft.com/office/officeart/2005/8/layout/cycle2"/>
  </dgm:cxnLst>
  <dgm:bg>
    <a:gradFill>
      <a:gsLst>
        <a:gs pos="0">
          <a:schemeClr val="accent1">
            <a:tint val="66000"/>
            <a:satMod val="160000"/>
          </a:schemeClr>
        </a:gs>
        <a:gs pos="50000">
          <a:schemeClr val="accent1">
            <a:tint val="44500"/>
            <a:satMod val="160000"/>
          </a:schemeClr>
        </a:gs>
        <a:gs pos="100000">
          <a:schemeClr val="accent1">
            <a:tint val="23500"/>
            <a:satMod val="160000"/>
          </a:schemeClr>
        </a:gs>
      </a:gsLst>
      <a:lin ang="5400000" scaled="0"/>
    </a:gradFill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C58007-ADFE-400C-A7E7-0C16929F4834}">
      <dsp:nvSpPr>
        <dsp:cNvPr id="0" name=""/>
        <dsp:cNvSpPr/>
      </dsp:nvSpPr>
      <dsp:spPr>
        <a:xfrm>
          <a:off x="605218" y="632142"/>
          <a:ext cx="2211705" cy="768096"/>
        </a:xfrm>
        <a:prstGeom prst="ellipse">
          <a:avLst/>
        </a:prstGeom>
        <a:solidFill>
          <a:schemeClr val="accent5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152400" prstMaterial="matte"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474BB7-A5E2-4490-A567-03B382957073}">
      <dsp:nvSpPr>
        <dsp:cNvPr id="0" name=""/>
        <dsp:cNvSpPr/>
      </dsp:nvSpPr>
      <dsp:spPr>
        <a:xfrm>
          <a:off x="1500187" y="2512949"/>
          <a:ext cx="428625" cy="274320"/>
        </a:xfrm>
        <a:prstGeom prst="downArrow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B61870B-E2AE-47B9-90BE-64D52B77842D}">
      <dsp:nvSpPr>
        <dsp:cNvPr id="0" name=""/>
        <dsp:cNvSpPr/>
      </dsp:nvSpPr>
      <dsp:spPr>
        <a:xfrm>
          <a:off x="685799" y="2732405"/>
          <a:ext cx="2057400" cy="5143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Priorities</a:t>
          </a:r>
        </a:p>
      </dsp:txBody>
      <dsp:txXfrm>
        <a:off x="685799" y="2732405"/>
        <a:ext cx="2057400" cy="514350"/>
      </dsp:txXfrm>
    </dsp:sp>
    <dsp:sp modelId="{3260B18C-0F12-415C-B2B5-B0D612D38936}">
      <dsp:nvSpPr>
        <dsp:cNvPr id="0" name=""/>
        <dsp:cNvSpPr/>
      </dsp:nvSpPr>
      <dsp:spPr>
        <a:xfrm>
          <a:off x="1409318" y="1459560"/>
          <a:ext cx="771525" cy="771525"/>
        </a:xfrm>
        <a:prstGeom prst="ellips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b="1" kern="1200" dirty="0"/>
            <a:t>Resources</a:t>
          </a:r>
        </a:p>
      </dsp:txBody>
      <dsp:txXfrm>
        <a:off x="1522305" y="1572547"/>
        <a:ext cx="545551" cy="545551"/>
      </dsp:txXfrm>
    </dsp:sp>
    <dsp:sp modelId="{F96B2562-BEBF-42CE-9FF0-1BBD38426426}">
      <dsp:nvSpPr>
        <dsp:cNvPr id="0" name=""/>
        <dsp:cNvSpPr/>
      </dsp:nvSpPr>
      <dsp:spPr>
        <a:xfrm>
          <a:off x="857249" y="880745"/>
          <a:ext cx="771525" cy="771525"/>
        </a:xfrm>
        <a:prstGeom prst="ellipse">
          <a:avLst/>
        </a:prstGeom>
        <a:gradFill rotWithShape="0">
          <a:gsLst>
            <a:gs pos="0">
              <a:schemeClr val="accent5">
                <a:hueOff val="-3379271"/>
                <a:satOff val="-8710"/>
                <a:lumOff val="-5883"/>
                <a:alphaOff val="0"/>
                <a:shade val="51000"/>
                <a:satMod val="130000"/>
              </a:schemeClr>
            </a:gs>
            <a:gs pos="80000">
              <a:schemeClr val="accent5">
                <a:hueOff val="-3379271"/>
                <a:satOff val="-8710"/>
                <a:lumOff val="-5883"/>
                <a:alphaOff val="0"/>
                <a:shade val="93000"/>
                <a:satMod val="130000"/>
              </a:schemeClr>
            </a:gs>
            <a:gs pos="100000">
              <a:schemeClr val="accent5">
                <a:hueOff val="-3379271"/>
                <a:satOff val="-8710"/>
                <a:lumOff val="-5883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b="1" kern="1200" dirty="0"/>
            <a:t>Ideas</a:t>
          </a:r>
        </a:p>
      </dsp:txBody>
      <dsp:txXfrm>
        <a:off x="970236" y="993732"/>
        <a:ext cx="545551" cy="545551"/>
      </dsp:txXfrm>
    </dsp:sp>
    <dsp:sp modelId="{1700B4C8-12E4-4D00-876C-94377F786E85}">
      <dsp:nvSpPr>
        <dsp:cNvPr id="0" name=""/>
        <dsp:cNvSpPr/>
      </dsp:nvSpPr>
      <dsp:spPr>
        <a:xfrm>
          <a:off x="1645920" y="694207"/>
          <a:ext cx="771525" cy="771525"/>
        </a:xfrm>
        <a:prstGeom prst="ellipse">
          <a:avLst/>
        </a:prstGeom>
        <a:gradFill rotWithShape="0">
          <a:gsLst>
            <a:gs pos="0">
              <a:schemeClr val="accent5">
                <a:hueOff val="-6758543"/>
                <a:satOff val="-17419"/>
                <a:lumOff val="-11765"/>
                <a:alphaOff val="0"/>
                <a:shade val="51000"/>
                <a:satMod val="130000"/>
              </a:schemeClr>
            </a:gs>
            <a:gs pos="80000">
              <a:schemeClr val="accent5">
                <a:hueOff val="-6758543"/>
                <a:satOff val="-17419"/>
                <a:lumOff val="-11765"/>
                <a:alphaOff val="0"/>
                <a:shade val="93000"/>
                <a:satMod val="130000"/>
              </a:schemeClr>
            </a:gs>
            <a:gs pos="100000">
              <a:schemeClr val="accent5">
                <a:hueOff val="-6758543"/>
                <a:satOff val="-17419"/>
                <a:lumOff val="-1176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b="1" kern="1200" dirty="0"/>
            <a:t>Technology</a:t>
          </a:r>
        </a:p>
      </dsp:txBody>
      <dsp:txXfrm>
        <a:off x="1758907" y="807194"/>
        <a:ext cx="545551" cy="545551"/>
      </dsp:txXfrm>
    </dsp:sp>
    <dsp:sp modelId="{CDFE8F55-FE62-4CE9-AB0C-1431255D3302}">
      <dsp:nvSpPr>
        <dsp:cNvPr id="0" name=""/>
        <dsp:cNvSpPr/>
      </dsp:nvSpPr>
      <dsp:spPr>
        <a:xfrm>
          <a:off x="514349" y="537845"/>
          <a:ext cx="2400300" cy="1920240"/>
        </a:xfrm>
        <a:prstGeom prst="funnel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354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7817A9-C4DE-49BF-8C1D-4124E047DFB9}">
      <dsp:nvSpPr>
        <dsp:cNvPr id="0" name=""/>
        <dsp:cNvSpPr/>
      </dsp:nvSpPr>
      <dsp:spPr>
        <a:xfrm>
          <a:off x="530859" y="0"/>
          <a:ext cx="4775200" cy="4775200"/>
        </a:xfrm>
        <a:prstGeom prst="triangle">
          <a:avLst/>
        </a:prstGeom>
        <a:gradFill rotWithShape="1">
          <a:gsLst>
            <a:gs pos="0">
              <a:schemeClr val="accent5">
                <a:tint val="50000"/>
                <a:satMod val="300000"/>
              </a:schemeClr>
            </a:gs>
            <a:gs pos="35000">
              <a:schemeClr val="accent5">
                <a:tint val="37000"/>
                <a:satMod val="300000"/>
              </a:schemeClr>
            </a:gs>
            <a:gs pos="100000">
              <a:schemeClr val="accent5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5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/>
      </dsp:spPr>
      <dsp:style>
        <a:lnRef idx="1">
          <a:schemeClr val="accent5"/>
        </a:lnRef>
        <a:fillRef idx="2">
          <a:schemeClr val="accent5"/>
        </a:fillRef>
        <a:effectRef idx="1">
          <a:schemeClr val="accent5"/>
        </a:effectRef>
        <a:fontRef idx="minor">
          <a:schemeClr val="dk1"/>
        </a:fontRef>
      </dsp:style>
    </dsp:sp>
    <dsp:sp modelId="{2D970AC9-46C8-4548-96E5-DA10D684460C}">
      <dsp:nvSpPr>
        <dsp:cNvPr id="0" name=""/>
        <dsp:cNvSpPr/>
      </dsp:nvSpPr>
      <dsp:spPr>
        <a:xfrm>
          <a:off x="2918459" y="480084"/>
          <a:ext cx="3103880" cy="1130379"/>
        </a:xfrm>
        <a:prstGeom prst="roundRect">
          <a:avLst/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/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Patients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(Drugs, Devices, Information)</a:t>
          </a:r>
        </a:p>
      </dsp:txBody>
      <dsp:txXfrm>
        <a:off x="2973640" y="535265"/>
        <a:ext cx="2993518" cy="1020017"/>
      </dsp:txXfrm>
    </dsp:sp>
    <dsp:sp modelId="{4BA2D08E-3F37-4C9B-AF1A-AF070EDB1AF8}">
      <dsp:nvSpPr>
        <dsp:cNvPr id="0" name=""/>
        <dsp:cNvSpPr/>
      </dsp:nvSpPr>
      <dsp:spPr>
        <a:xfrm>
          <a:off x="2918459" y="1751761"/>
          <a:ext cx="3103880" cy="1130379"/>
        </a:xfrm>
        <a:prstGeom prst="roundRect">
          <a:avLst/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/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Practitioners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(Physicians, Nurses, Caretakers)</a:t>
          </a:r>
        </a:p>
      </dsp:txBody>
      <dsp:txXfrm>
        <a:off x="2973640" y="1806942"/>
        <a:ext cx="2993518" cy="1020017"/>
      </dsp:txXfrm>
    </dsp:sp>
    <dsp:sp modelId="{14F6B660-5636-4F93-AFFF-4992B4D5718E}">
      <dsp:nvSpPr>
        <dsp:cNvPr id="0" name=""/>
        <dsp:cNvSpPr/>
      </dsp:nvSpPr>
      <dsp:spPr>
        <a:xfrm>
          <a:off x="2918459" y="3023438"/>
          <a:ext cx="3103880" cy="1130379"/>
        </a:xfrm>
        <a:prstGeom prst="roundRect">
          <a:avLst/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/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Providers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(Drugs, Devices, Information)</a:t>
          </a:r>
          <a:endParaRPr lang="en-US" sz="1600" b="1" kern="1200" dirty="0"/>
        </a:p>
      </dsp:txBody>
      <dsp:txXfrm>
        <a:off x="2973640" y="3078619"/>
        <a:ext cx="2993518" cy="102001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CB6EE8-F817-48B1-A2A4-7074F5E20ADC}">
      <dsp:nvSpPr>
        <dsp:cNvPr id="0" name=""/>
        <dsp:cNvSpPr/>
      </dsp:nvSpPr>
      <dsp:spPr>
        <a:xfrm>
          <a:off x="2057396" y="0"/>
          <a:ext cx="1188950" cy="118895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/>
            <a:t>Open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/>
            <a:t>Innovation</a:t>
          </a:r>
        </a:p>
      </dsp:txBody>
      <dsp:txXfrm>
        <a:off x="2231514" y="174118"/>
        <a:ext cx="840714" cy="840714"/>
      </dsp:txXfrm>
    </dsp:sp>
    <dsp:sp modelId="{E7314FF0-C3D4-4067-9A96-DAE7F230A6B3}">
      <dsp:nvSpPr>
        <dsp:cNvPr id="0" name=""/>
        <dsp:cNvSpPr/>
      </dsp:nvSpPr>
      <dsp:spPr>
        <a:xfrm rot="2144603">
          <a:off x="3212635" y="913462"/>
          <a:ext cx="322428" cy="40127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b="1" kern="1200" dirty="0"/>
        </a:p>
      </dsp:txBody>
      <dsp:txXfrm>
        <a:off x="3221745" y="965464"/>
        <a:ext cx="225700" cy="240762"/>
      </dsp:txXfrm>
    </dsp:sp>
    <dsp:sp modelId="{0BB1AB6A-657E-4BE7-B826-04310CB87FD6}">
      <dsp:nvSpPr>
        <dsp:cNvPr id="0" name=""/>
        <dsp:cNvSpPr/>
      </dsp:nvSpPr>
      <dsp:spPr>
        <a:xfrm>
          <a:off x="3516165" y="1049907"/>
          <a:ext cx="1188950" cy="118895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/>
            <a:t>Centrally Managed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/>
            <a:t>IP</a:t>
          </a:r>
        </a:p>
      </dsp:txBody>
      <dsp:txXfrm>
        <a:off x="3690283" y="1224025"/>
        <a:ext cx="840714" cy="840714"/>
      </dsp:txXfrm>
    </dsp:sp>
    <dsp:sp modelId="{3D2113D7-D3E7-4CB9-BC98-536F54DAF21C}">
      <dsp:nvSpPr>
        <dsp:cNvPr id="0" name=""/>
        <dsp:cNvSpPr/>
      </dsp:nvSpPr>
      <dsp:spPr>
        <a:xfrm rot="6480000">
          <a:off x="3679885" y="2283802"/>
          <a:ext cx="315608" cy="40127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b="1" kern="1200" dirty="0"/>
        </a:p>
      </dsp:txBody>
      <dsp:txXfrm rot="10800000">
        <a:off x="3741855" y="2319032"/>
        <a:ext cx="220926" cy="240762"/>
      </dsp:txXfrm>
    </dsp:sp>
    <dsp:sp modelId="{A7C42B21-429E-4C68-A376-78D2C78D89EA}">
      <dsp:nvSpPr>
        <dsp:cNvPr id="0" name=""/>
        <dsp:cNvSpPr/>
      </dsp:nvSpPr>
      <dsp:spPr>
        <a:xfrm>
          <a:off x="2964743" y="2747008"/>
          <a:ext cx="1188950" cy="118895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/>
            <a:t>Shared Revenue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/>
            <a:t>Model</a:t>
          </a:r>
        </a:p>
      </dsp:txBody>
      <dsp:txXfrm>
        <a:off x="3138861" y="2921126"/>
        <a:ext cx="840714" cy="840714"/>
      </dsp:txXfrm>
    </dsp:sp>
    <dsp:sp modelId="{3B18EA10-55B7-4FA2-B1AF-880978BD726E}">
      <dsp:nvSpPr>
        <dsp:cNvPr id="0" name=""/>
        <dsp:cNvSpPr/>
      </dsp:nvSpPr>
      <dsp:spPr>
        <a:xfrm rot="10800000">
          <a:off x="2518128" y="3140848"/>
          <a:ext cx="315608" cy="40127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b="1" kern="1200" dirty="0"/>
        </a:p>
      </dsp:txBody>
      <dsp:txXfrm rot="10800000">
        <a:off x="2612810" y="3221102"/>
        <a:ext cx="220926" cy="240762"/>
      </dsp:txXfrm>
    </dsp:sp>
    <dsp:sp modelId="{225F2983-0321-4A3D-86C7-7E3CCDC569BC}">
      <dsp:nvSpPr>
        <dsp:cNvPr id="0" name=""/>
        <dsp:cNvSpPr/>
      </dsp:nvSpPr>
      <dsp:spPr>
        <a:xfrm>
          <a:off x="1180305" y="2747008"/>
          <a:ext cx="1188950" cy="118895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/>
            <a:t>Results Driven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/>
            <a:t>Prioritization</a:t>
          </a:r>
        </a:p>
      </dsp:txBody>
      <dsp:txXfrm>
        <a:off x="1354423" y="2921126"/>
        <a:ext cx="840714" cy="840714"/>
      </dsp:txXfrm>
    </dsp:sp>
    <dsp:sp modelId="{A7D0551F-936B-4658-B33F-A836AF1BBB65}">
      <dsp:nvSpPr>
        <dsp:cNvPr id="0" name=""/>
        <dsp:cNvSpPr/>
      </dsp:nvSpPr>
      <dsp:spPr>
        <a:xfrm rot="15120000">
          <a:off x="1344026" y="2300792"/>
          <a:ext cx="315608" cy="40127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b="1" kern="1200" dirty="0"/>
        </a:p>
      </dsp:txBody>
      <dsp:txXfrm rot="10800000">
        <a:off x="1405996" y="2426070"/>
        <a:ext cx="220926" cy="240762"/>
      </dsp:txXfrm>
    </dsp:sp>
    <dsp:sp modelId="{C3DD57C0-4A46-47E8-A3EB-683924E5F05E}">
      <dsp:nvSpPr>
        <dsp:cNvPr id="0" name=""/>
        <dsp:cNvSpPr/>
      </dsp:nvSpPr>
      <dsp:spPr>
        <a:xfrm>
          <a:off x="628884" y="1049907"/>
          <a:ext cx="1188950" cy="118895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/>
            <a:t>Collaborative</a:t>
          </a:r>
        </a:p>
      </dsp:txBody>
      <dsp:txXfrm>
        <a:off x="803002" y="1224025"/>
        <a:ext cx="840714" cy="840714"/>
      </dsp:txXfrm>
    </dsp:sp>
    <dsp:sp modelId="{C25E6119-54FA-4530-870F-778E283C0BD5}">
      <dsp:nvSpPr>
        <dsp:cNvPr id="0" name=""/>
        <dsp:cNvSpPr/>
      </dsp:nvSpPr>
      <dsp:spPr>
        <a:xfrm rot="19421124">
          <a:off x="1775828" y="923980"/>
          <a:ext cx="309460" cy="40127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b="1" kern="1200" dirty="0"/>
        </a:p>
      </dsp:txBody>
      <dsp:txXfrm>
        <a:off x="1784844" y="1031724"/>
        <a:ext cx="216622" cy="2407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#1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2#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2#4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AC04CDA-2352-7841-8C42-477E9A46EF3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9FBB6B-C096-4A40-9C8F-29924DCEBF0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B25B908-AFCC-504D-8947-2488EE70C9B4}" type="datetime1">
              <a:rPr lang="en-US"/>
              <a:pPr>
                <a:defRPr/>
              </a:pPr>
              <a:t>4/23/20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0BD500-CA32-E242-98AA-67F073F5FD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8E73A0-EFE1-7D40-9448-3BD36ACD1E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77304D9E-AF2E-6C46-956A-BD9B9CD3EDF2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7EC52A-4024-1D47-B950-EAEC6B5C510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-110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9D5384-3973-1C4A-95D6-C7DA0815952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10" charset="0"/>
                <a:cs typeface="Arial" charset="0"/>
              </a:defRPr>
            </a:lvl1pPr>
          </a:lstStyle>
          <a:p>
            <a:pPr>
              <a:defRPr/>
            </a:pPr>
            <a:fld id="{46E39AC5-5568-7842-8C86-BCC6CAFFC334}" type="datetime1">
              <a:rPr lang="en-US"/>
              <a:pPr>
                <a:defRPr/>
              </a:pPr>
              <a:t>4/23/20</a:t>
            </a:fld>
            <a:endParaRPr lang="en-US" dirty="0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AEBD192-6F5D-4E48-9014-4CCD2B63EF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D74CEE6B-0D90-EF42-88E7-72439D88A0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42B245-FFF9-B044-B728-52CDC45176B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-110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FA5D99-3026-654A-88D8-F362B7F00D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A1697C53-5BE4-F142-85AA-011BFF06F262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>
            <a:extLst>
              <a:ext uri="{FF2B5EF4-FFF2-40B4-BE49-F238E27FC236}">
                <a16:creationId xmlns:a16="http://schemas.microsoft.com/office/drawing/2014/main" id="{01D8A002-2F46-F945-99FD-1A82DA6FDE2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Notes Placeholder 2">
            <a:extLst>
              <a:ext uri="{FF2B5EF4-FFF2-40B4-BE49-F238E27FC236}">
                <a16:creationId xmlns:a16="http://schemas.microsoft.com/office/drawing/2014/main" id="{315850BF-30D1-114E-8BE3-1291A627F84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40964" name="Slide Number Placeholder 3">
            <a:extLst>
              <a:ext uri="{FF2B5EF4-FFF2-40B4-BE49-F238E27FC236}">
                <a16:creationId xmlns:a16="http://schemas.microsoft.com/office/drawing/2014/main" id="{F81ACB83-974A-EF4A-A7C1-D03CD340AE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B419D3EE-0FA7-CE48-B0F7-9467A173248D}" type="slidenum">
              <a:rPr lang="en-US" altLang="en-US">
                <a:latin typeface="Calibri" panose="020F0502020204030204" pitchFamily="34" charset="0"/>
              </a:rPr>
              <a:pPr eaLnBrk="1" hangingPunct="1"/>
              <a:t>2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>
            <a:extLst>
              <a:ext uri="{FF2B5EF4-FFF2-40B4-BE49-F238E27FC236}">
                <a16:creationId xmlns:a16="http://schemas.microsoft.com/office/drawing/2014/main" id="{58E61004-0636-2F49-A9C3-74F951D9364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Notes Placeholder 2">
            <a:extLst>
              <a:ext uri="{FF2B5EF4-FFF2-40B4-BE49-F238E27FC236}">
                <a16:creationId xmlns:a16="http://schemas.microsoft.com/office/drawing/2014/main" id="{3A249C23-CB49-CE49-9887-CC08BE2392C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41988" name="Slide Number Placeholder 3">
            <a:extLst>
              <a:ext uri="{FF2B5EF4-FFF2-40B4-BE49-F238E27FC236}">
                <a16:creationId xmlns:a16="http://schemas.microsoft.com/office/drawing/2014/main" id="{A63C0E81-9675-DB4E-98AB-91EF16AEF9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E337B8B-63BE-6841-B486-395A90534FAB}" type="slidenum">
              <a:rPr lang="en-US" altLang="en-US">
                <a:latin typeface="Calibri" panose="020F0502020204030204" pitchFamily="34" charset="0"/>
              </a:rPr>
              <a:pPr eaLnBrk="1" hangingPunct="1"/>
              <a:t>3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>
            <a:extLst>
              <a:ext uri="{FF2B5EF4-FFF2-40B4-BE49-F238E27FC236}">
                <a16:creationId xmlns:a16="http://schemas.microsoft.com/office/drawing/2014/main" id="{5B98F41D-9C3A-5D47-BD28-51C046D72C8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1" name="Notes Placeholder 2">
            <a:extLst>
              <a:ext uri="{FF2B5EF4-FFF2-40B4-BE49-F238E27FC236}">
                <a16:creationId xmlns:a16="http://schemas.microsoft.com/office/drawing/2014/main" id="{1D80EE8D-7B63-EB4A-88B0-6E720F3B581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43012" name="Slide Number Placeholder 3">
            <a:extLst>
              <a:ext uri="{FF2B5EF4-FFF2-40B4-BE49-F238E27FC236}">
                <a16:creationId xmlns:a16="http://schemas.microsoft.com/office/drawing/2014/main" id="{DEFB8AC3-62DB-814B-807E-B71FAA9EB9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E2A017E-F2C0-C941-8A8E-AE106AD4C009}" type="slidenum">
              <a:rPr lang="en-US" altLang="en-US">
                <a:latin typeface="Calibri" panose="020F0502020204030204" pitchFamily="34" charset="0"/>
              </a:rPr>
              <a:pPr eaLnBrk="1" hangingPunct="1"/>
              <a:t>4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>
            <a:extLst>
              <a:ext uri="{FF2B5EF4-FFF2-40B4-BE49-F238E27FC236}">
                <a16:creationId xmlns:a16="http://schemas.microsoft.com/office/drawing/2014/main" id="{E1CCDD79-9246-FB4F-9929-9D13CAFC686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Notes Placeholder 2">
            <a:extLst>
              <a:ext uri="{FF2B5EF4-FFF2-40B4-BE49-F238E27FC236}">
                <a16:creationId xmlns:a16="http://schemas.microsoft.com/office/drawing/2014/main" id="{93927DD2-36A9-494F-B607-25F087BF553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44036" name="Slide Number Placeholder 3">
            <a:extLst>
              <a:ext uri="{FF2B5EF4-FFF2-40B4-BE49-F238E27FC236}">
                <a16:creationId xmlns:a16="http://schemas.microsoft.com/office/drawing/2014/main" id="{ECCDFE41-6166-8846-9176-DC5279CB73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9EF8494-FFA0-E14D-BD54-F7E1A38820FC}" type="slidenum">
              <a:rPr lang="en-US" altLang="en-US">
                <a:latin typeface="Calibri" panose="020F0502020204030204" pitchFamily="34" charset="0"/>
              </a:rPr>
              <a:pPr eaLnBrk="1" hangingPunct="1"/>
              <a:t>5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>
            <a:extLst>
              <a:ext uri="{FF2B5EF4-FFF2-40B4-BE49-F238E27FC236}">
                <a16:creationId xmlns:a16="http://schemas.microsoft.com/office/drawing/2014/main" id="{55AF43FB-63B0-5645-8FD4-3228704856B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Notes Placeholder 2">
            <a:extLst>
              <a:ext uri="{FF2B5EF4-FFF2-40B4-BE49-F238E27FC236}">
                <a16:creationId xmlns:a16="http://schemas.microsoft.com/office/drawing/2014/main" id="{4D024F78-8BF4-3449-A278-659A3D5EE1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45060" name="Slide Number Placeholder 3">
            <a:extLst>
              <a:ext uri="{FF2B5EF4-FFF2-40B4-BE49-F238E27FC236}">
                <a16:creationId xmlns:a16="http://schemas.microsoft.com/office/drawing/2014/main" id="{9E95DED3-1B2A-2C42-8EEE-8EDA378633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9D8FB9FC-9C1E-7C4A-8F66-2D923DB3B98C}" type="slidenum">
              <a:rPr lang="en-US" altLang="en-US">
                <a:latin typeface="Calibri" panose="020F0502020204030204" pitchFamily="34" charset="0"/>
              </a:rPr>
              <a:pPr eaLnBrk="1" hangingPunct="1"/>
              <a:t>6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>
            <a:extLst>
              <a:ext uri="{FF2B5EF4-FFF2-40B4-BE49-F238E27FC236}">
                <a16:creationId xmlns:a16="http://schemas.microsoft.com/office/drawing/2014/main" id="{194CCEB3-D970-084E-BB0D-31D82D0060E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Notes Placeholder 2">
            <a:extLst>
              <a:ext uri="{FF2B5EF4-FFF2-40B4-BE49-F238E27FC236}">
                <a16:creationId xmlns:a16="http://schemas.microsoft.com/office/drawing/2014/main" id="{7363B38B-79F7-2444-BEC6-4C3719F25B4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46084" name="Slide Number Placeholder 3">
            <a:extLst>
              <a:ext uri="{FF2B5EF4-FFF2-40B4-BE49-F238E27FC236}">
                <a16:creationId xmlns:a16="http://schemas.microsoft.com/office/drawing/2014/main" id="{ED01367A-6CF4-8A4E-8989-002C1BF56B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594DA81E-4083-F046-AB95-C3BCFCF3CE1E}" type="slidenum">
              <a:rPr lang="en-US" altLang="en-US">
                <a:latin typeface="Calibri" panose="020F0502020204030204" pitchFamily="34" charset="0"/>
              </a:rPr>
              <a:pPr eaLnBrk="1" hangingPunct="1"/>
              <a:t>7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>
            <a:extLst>
              <a:ext uri="{FF2B5EF4-FFF2-40B4-BE49-F238E27FC236}">
                <a16:creationId xmlns:a16="http://schemas.microsoft.com/office/drawing/2014/main" id="{0A9DF54C-8363-8343-A10B-E31CE62AEDE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>
            <a:extLst>
              <a:ext uri="{FF2B5EF4-FFF2-40B4-BE49-F238E27FC236}">
                <a16:creationId xmlns:a16="http://schemas.microsoft.com/office/drawing/2014/main" id="{E86CD006-60B1-9044-8F4F-8599C7204F0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47108" name="Slide Number Placeholder 3">
            <a:extLst>
              <a:ext uri="{FF2B5EF4-FFF2-40B4-BE49-F238E27FC236}">
                <a16:creationId xmlns:a16="http://schemas.microsoft.com/office/drawing/2014/main" id="{F93D06FA-9B90-874E-A951-7D3CEEF371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D4D8B30-056E-1749-833C-44C2C207ED43}" type="slidenum">
              <a:rPr lang="en-US" altLang="en-US">
                <a:latin typeface="Calibri" panose="020F0502020204030204" pitchFamily="34" charset="0"/>
              </a:rPr>
              <a:pPr eaLnBrk="1" hangingPunct="1"/>
              <a:t>8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>
            <a:extLst>
              <a:ext uri="{FF2B5EF4-FFF2-40B4-BE49-F238E27FC236}">
                <a16:creationId xmlns:a16="http://schemas.microsoft.com/office/drawing/2014/main" id="{08BAD246-DA38-A249-8A48-9AD2F80571A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Notes Placeholder 2">
            <a:extLst>
              <a:ext uri="{FF2B5EF4-FFF2-40B4-BE49-F238E27FC236}">
                <a16:creationId xmlns:a16="http://schemas.microsoft.com/office/drawing/2014/main" id="{402F4BC9-727D-9640-9A1E-E8D0B518E94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48132" name="Slide Number Placeholder 3">
            <a:extLst>
              <a:ext uri="{FF2B5EF4-FFF2-40B4-BE49-F238E27FC236}">
                <a16:creationId xmlns:a16="http://schemas.microsoft.com/office/drawing/2014/main" id="{EF67BC1B-2EC9-D343-8A22-80E8B28F40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644CA3B-497A-1F46-A94A-FE4A2487C389}" type="slidenum">
              <a:rPr lang="en-US" altLang="en-US">
                <a:latin typeface="Calibri" panose="020F0502020204030204" pitchFamily="34" charset="0"/>
              </a:rPr>
              <a:pPr eaLnBrk="1" hangingPunct="1"/>
              <a:t>9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>
            <a:extLst>
              <a:ext uri="{FF2B5EF4-FFF2-40B4-BE49-F238E27FC236}">
                <a16:creationId xmlns:a16="http://schemas.microsoft.com/office/drawing/2014/main" id="{C3913F30-32AB-BE49-8741-8767C1A9884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5" name="Notes Placeholder 2">
            <a:extLst>
              <a:ext uri="{FF2B5EF4-FFF2-40B4-BE49-F238E27FC236}">
                <a16:creationId xmlns:a16="http://schemas.microsoft.com/office/drawing/2014/main" id="{9C4E3B97-2423-F44A-9C66-E3E29F7D2F1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49156" name="Slide Number Placeholder 3">
            <a:extLst>
              <a:ext uri="{FF2B5EF4-FFF2-40B4-BE49-F238E27FC236}">
                <a16:creationId xmlns:a16="http://schemas.microsoft.com/office/drawing/2014/main" id="{2B86C186-D889-DD41-87AA-ABA37129A1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388B4A3F-01CB-7F43-B74F-651EC5CD1929}" type="slidenum">
              <a:rPr lang="en-US" altLang="en-US">
                <a:latin typeface="Calibri" panose="020F0502020204030204" pitchFamily="34" charset="0"/>
              </a:rPr>
              <a:pPr eaLnBrk="1" hangingPunct="1"/>
              <a:t>10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>
            <a:extLst>
              <a:ext uri="{FF2B5EF4-FFF2-40B4-BE49-F238E27FC236}">
                <a16:creationId xmlns:a16="http://schemas.microsoft.com/office/drawing/2014/main" id="{2E2A6CE8-96BD-0549-87FE-DDE44A946EE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79" name="Notes Placeholder 2">
            <a:extLst>
              <a:ext uri="{FF2B5EF4-FFF2-40B4-BE49-F238E27FC236}">
                <a16:creationId xmlns:a16="http://schemas.microsoft.com/office/drawing/2014/main" id="{BCB1019D-B143-D844-B15A-700ABFA5073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50180" name="Slide Number Placeholder 3">
            <a:extLst>
              <a:ext uri="{FF2B5EF4-FFF2-40B4-BE49-F238E27FC236}">
                <a16:creationId xmlns:a16="http://schemas.microsoft.com/office/drawing/2014/main" id="{613032B9-5520-5146-BD61-6D9014DB8E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BC577845-DEED-1043-817A-6B21FD077260}" type="slidenum">
              <a:rPr lang="en-US" altLang="en-US">
                <a:latin typeface="Calibri" panose="020F0502020204030204" pitchFamily="34" charset="0"/>
              </a:rPr>
              <a:pPr eaLnBrk="1" hangingPunct="1"/>
              <a:t>11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>
            <a:extLst>
              <a:ext uri="{FF2B5EF4-FFF2-40B4-BE49-F238E27FC236}">
                <a16:creationId xmlns:a16="http://schemas.microsoft.com/office/drawing/2014/main" id="{CA67A8CB-F78E-7D40-A77A-B56EA30E01B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3" name="Notes Placeholder 2">
            <a:extLst>
              <a:ext uri="{FF2B5EF4-FFF2-40B4-BE49-F238E27FC236}">
                <a16:creationId xmlns:a16="http://schemas.microsoft.com/office/drawing/2014/main" id="{80F18C63-0C6F-7E49-9446-888D0513203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51204" name="Slide Number Placeholder 3">
            <a:extLst>
              <a:ext uri="{FF2B5EF4-FFF2-40B4-BE49-F238E27FC236}">
                <a16:creationId xmlns:a16="http://schemas.microsoft.com/office/drawing/2014/main" id="{CD23CD34-4EE7-3F41-9A95-DE52835A02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B268AF6-08F6-3A4C-A8A3-7FD37C698D49}" type="slidenum">
              <a:rPr lang="en-US" altLang="en-US">
                <a:latin typeface="Calibri" panose="020F0502020204030204" pitchFamily="34" charset="0"/>
              </a:rPr>
              <a:pPr eaLnBrk="1" hangingPunct="1"/>
              <a:t>12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>
            <a:extLst>
              <a:ext uri="{FF2B5EF4-FFF2-40B4-BE49-F238E27FC236}">
                <a16:creationId xmlns:a16="http://schemas.microsoft.com/office/drawing/2014/main" id="{D2F002F1-F099-FA4E-9C56-B83081ECCA7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Notes Placeholder 2">
            <a:extLst>
              <a:ext uri="{FF2B5EF4-FFF2-40B4-BE49-F238E27FC236}">
                <a16:creationId xmlns:a16="http://schemas.microsoft.com/office/drawing/2014/main" id="{C2DEFB3D-3AAA-B14C-83EB-137EA313D11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52228" name="Slide Number Placeholder 3">
            <a:extLst>
              <a:ext uri="{FF2B5EF4-FFF2-40B4-BE49-F238E27FC236}">
                <a16:creationId xmlns:a16="http://schemas.microsoft.com/office/drawing/2014/main" id="{149665B8-D96B-D843-B5CC-9FD3E09AB0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3EC3F22-2D3A-384E-9DFB-8A478F6859AF}" type="slidenum">
              <a:rPr lang="en-US" altLang="en-US">
                <a:latin typeface="Calibri" panose="020F0502020204030204" pitchFamily="34" charset="0"/>
              </a:rPr>
              <a:pPr eaLnBrk="1" hangingPunct="1"/>
              <a:t>13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>
            <a:extLst>
              <a:ext uri="{FF2B5EF4-FFF2-40B4-BE49-F238E27FC236}">
                <a16:creationId xmlns:a16="http://schemas.microsoft.com/office/drawing/2014/main" id="{E099A6A0-9118-6048-8DFE-02876B3CA91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1" name="Notes Placeholder 2">
            <a:extLst>
              <a:ext uri="{FF2B5EF4-FFF2-40B4-BE49-F238E27FC236}">
                <a16:creationId xmlns:a16="http://schemas.microsoft.com/office/drawing/2014/main" id="{5EACBAB9-75E7-D04C-ADD8-1EC09F611D4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53252" name="Slide Number Placeholder 3">
            <a:extLst>
              <a:ext uri="{FF2B5EF4-FFF2-40B4-BE49-F238E27FC236}">
                <a16:creationId xmlns:a16="http://schemas.microsoft.com/office/drawing/2014/main" id="{6680C34E-6463-1D43-8B14-AADA95707D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58CE7A22-1165-DB4A-A5E3-D3646594E921}" type="slidenum">
              <a:rPr lang="en-US" altLang="en-US">
                <a:latin typeface="Calibri" panose="020F0502020204030204" pitchFamily="34" charset="0"/>
              </a:rPr>
              <a:pPr eaLnBrk="1" hangingPunct="1"/>
              <a:t>14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>
            <a:extLst>
              <a:ext uri="{FF2B5EF4-FFF2-40B4-BE49-F238E27FC236}">
                <a16:creationId xmlns:a16="http://schemas.microsoft.com/office/drawing/2014/main" id="{E33C5B85-8444-8A49-9EE2-B062965DFB9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5" name="Notes Placeholder 2">
            <a:extLst>
              <a:ext uri="{FF2B5EF4-FFF2-40B4-BE49-F238E27FC236}">
                <a16:creationId xmlns:a16="http://schemas.microsoft.com/office/drawing/2014/main" id="{30334DFF-2235-FB46-A47B-E6D4CF8F25F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54276" name="Slide Number Placeholder 3">
            <a:extLst>
              <a:ext uri="{FF2B5EF4-FFF2-40B4-BE49-F238E27FC236}">
                <a16:creationId xmlns:a16="http://schemas.microsoft.com/office/drawing/2014/main" id="{79BABF2F-ABE5-AE4A-BE7C-3F4AD078A4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386EE56-B1BF-894A-916C-3328BE5F4BB1}" type="slidenum">
              <a:rPr lang="en-US" altLang="en-US">
                <a:latin typeface="Calibri" panose="020F0502020204030204" pitchFamily="34" charset="0"/>
              </a:rPr>
              <a:pPr eaLnBrk="1" hangingPunct="1"/>
              <a:t>15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>
            <a:extLst>
              <a:ext uri="{FF2B5EF4-FFF2-40B4-BE49-F238E27FC236}">
                <a16:creationId xmlns:a16="http://schemas.microsoft.com/office/drawing/2014/main" id="{2CBD9FA6-B878-F347-8FB7-A6878AD1D93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>
            <a:extLst>
              <a:ext uri="{FF2B5EF4-FFF2-40B4-BE49-F238E27FC236}">
                <a16:creationId xmlns:a16="http://schemas.microsoft.com/office/drawing/2014/main" id="{EF830F70-25C1-9446-B131-FF1682346E5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55300" name="Slide Number Placeholder 3">
            <a:extLst>
              <a:ext uri="{FF2B5EF4-FFF2-40B4-BE49-F238E27FC236}">
                <a16:creationId xmlns:a16="http://schemas.microsoft.com/office/drawing/2014/main" id="{9A941524-97C2-A644-918D-68FE443261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EDF468C-E544-1240-AE61-54AA00272FE9}" type="slidenum">
              <a:rPr lang="en-US" altLang="en-US">
                <a:latin typeface="Calibri" panose="020F0502020204030204" pitchFamily="34" charset="0"/>
              </a:rPr>
              <a:pPr eaLnBrk="1" hangingPunct="1"/>
              <a:t>16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Image Placeholder 1">
            <a:extLst>
              <a:ext uri="{FF2B5EF4-FFF2-40B4-BE49-F238E27FC236}">
                <a16:creationId xmlns:a16="http://schemas.microsoft.com/office/drawing/2014/main" id="{8F2639CC-651E-F143-A6E1-EF236B9433F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3" name="Notes Placeholder 2">
            <a:extLst>
              <a:ext uri="{FF2B5EF4-FFF2-40B4-BE49-F238E27FC236}">
                <a16:creationId xmlns:a16="http://schemas.microsoft.com/office/drawing/2014/main" id="{E6ACAC28-A51D-3141-B26B-04F18EBE185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56324" name="Slide Number Placeholder 3">
            <a:extLst>
              <a:ext uri="{FF2B5EF4-FFF2-40B4-BE49-F238E27FC236}">
                <a16:creationId xmlns:a16="http://schemas.microsoft.com/office/drawing/2014/main" id="{16ADD24B-98BE-C041-9D2E-A09F47E744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100EF56-2E65-8B45-91A9-B5DBD071C159}" type="slidenum">
              <a:rPr lang="en-US" altLang="en-US">
                <a:latin typeface="Calibri" panose="020F0502020204030204" pitchFamily="34" charset="0"/>
              </a:rPr>
              <a:pPr eaLnBrk="1" hangingPunct="1"/>
              <a:t>17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>
            <a:extLst>
              <a:ext uri="{FF2B5EF4-FFF2-40B4-BE49-F238E27FC236}">
                <a16:creationId xmlns:a16="http://schemas.microsoft.com/office/drawing/2014/main" id="{391EE0BB-2FF3-4C46-8F69-B2212B138BE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7" name="Notes Placeholder 2">
            <a:extLst>
              <a:ext uri="{FF2B5EF4-FFF2-40B4-BE49-F238E27FC236}">
                <a16:creationId xmlns:a16="http://schemas.microsoft.com/office/drawing/2014/main" id="{5F11A0DA-7B34-9441-9968-277BFF79B5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57348" name="Slide Number Placeholder 3">
            <a:extLst>
              <a:ext uri="{FF2B5EF4-FFF2-40B4-BE49-F238E27FC236}">
                <a16:creationId xmlns:a16="http://schemas.microsoft.com/office/drawing/2014/main" id="{58AD1A5A-648B-A84A-828F-60562C50D4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332EB934-87C2-F042-BFA6-5336F93E2199}" type="slidenum">
              <a:rPr lang="en-US" altLang="en-US">
                <a:latin typeface="Calibri" panose="020F0502020204030204" pitchFamily="34" charset="0"/>
              </a:rPr>
              <a:pPr eaLnBrk="1" hangingPunct="1"/>
              <a:t>18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>
            <a:extLst>
              <a:ext uri="{FF2B5EF4-FFF2-40B4-BE49-F238E27FC236}">
                <a16:creationId xmlns:a16="http://schemas.microsoft.com/office/drawing/2014/main" id="{711DFAC6-8004-C841-8E01-1145E20CCA6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1" name="Notes Placeholder 2">
            <a:extLst>
              <a:ext uri="{FF2B5EF4-FFF2-40B4-BE49-F238E27FC236}">
                <a16:creationId xmlns:a16="http://schemas.microsoft.com/office/drawing/2014/main" id="{A60A874F-C649-D744-A2B1-4915AA4FD44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58372" name="Slide Number Placeholder 3">
            <a:extLst>
              <a:ext uri="{FF2B5EF4-FFF2-40B4-BE49-F238E27FC236}">
                <a16:creationId xmlns:a16="http://schemas.microsoft.com/office/drawing/2014/main" id="{B0FAE7F7-D441-0F45-8FED-0ABA3F7883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3971FF99-1DAD-7541-B3D4-0CC34B79A6EF}" type="slidenum">
              <a:rPr lang="en-US" altLang="en-US">
                <a:latin typeface="Calibri" panose="020F0502020204030204" pitchFamily="34" charset="0"/>
              </a:rPr>
              <a:pPr eaLnBrk="1" hangingPunct="1"/>
              <a:t>19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>
            <a:extLst>
              <a:ext uri="{FF2B5EF4-FFF2-40B4-BE49-F238E27FC236}">
                <a16:creationId xmlns:a16="http://schemas.microsoft.com/office/drawing/2014/main" id="{F1496875-E0E5-4143-9BFB-F93610A0103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5" name="Notes Placeholder 2">
            <a:extLst>
              <a:ext uri="{FF2B5EF4-FFF2-40B4-BE49-F238E27FC236}">
                <a16:creationId xmlns:a16="http://schemas.microsoft.com/office/drawing/2014/main" id="{C99794EE-1563-5049-8392-80735A4F63F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59396" name="Slide Number Placeholder 3">
            <a:extLst>
              <a:ext uri="{FF2B5EF4-FFF2-40B4-BE49-F238E27FC236}">
                <a16:creationId xmlns:a16="http://schemas.microsoft.com/office/drawing/2014/main" id="{DA8D7EDF-6574-344B-8388-813E107665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12EA2521-2D9E-7E48-8292-E444EE971AD8}" type="slidenum">
              <a:rPr lang="en-US" altLang="en-US">
                <a:latin typeface="Calibri" panose="020F0502020204030204" pitchFamily="34" charset="0"/>
              </a:rPr>
              <a:pPr eaLnBrk="1" hangingPunct="1"/>
              <a:t>20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>
            <a:extLst>
              <a:ext uri="{FF2B5EF4-FFF2-40B4-BE49-F238E27FC236}">
                <a16:creationId xmlns:a16="http://schemas.microsoft.com/office/drawing/2014/main" id="{3202A4EB-2F79-5540-B84C-76DB775A976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0419" name="Notes Placeholder 2">
            <a:extLst>
              <a:ext uri="{FF2B5EF4-FFF2-40B4-BE49-F238E27FC236}">
                <a16:creationId xmlns:a16="http://schemas.microsoft.com/office/drawing/2014/main" id="{2775932A-C5B1-0E47-B2DD-65D36EFD5E8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60420" name="Slide Number Placeholder 3">
            <a:extLst>
              <a:ext uri="{FF2B5EF4-FFF2-40B4-BE49-F238E27FC236}">
                <a16:creationId xmlns:a16="http://schemas.microsoft.com/office/drawing/2014/main" id="{5C9452F1-8463-2E4D-AADF-7957879A9C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B9C2701-072E-1943-A7DE-9557443990FD}" type="slidenum">
              <a:rPr lang="en-US" altLang="en-US">
                <a:latin typeface="Calibri" panose="020F0502020204030204" pitchFamily="34" charset="0"/>
              </a:rPr>
              <a:pPr eaLnBrk="1" hangingPunct="1"/>
              <a:t>21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>
            <a:extLst>
              <a:ext uri="{FF2B5EF4-FFF2-40B4-BE49-F238E27FC236}">
                <a16:creationId xmlns:a16="http://schemas.microsoft.com/office/drawing/2014/main" id="{D89099E1-E58E-444B-99F3-F93D90D4C40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Notes Placeholder 2">
            <a:extLst>
              <a:ext uri="{FF2B5EF4-FFF2-40B4-BE49-F238E27FC236}">
                <a16:creationId xmlns:a16="http://schemas.microsoft.com/office/drawing/2014/main" id="{666BFB45-7188-A944-9317-73C7518156D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61444" name="Slide Number Placeholder 3">
            <a:extLst>
              <a:ext uri="{FF2B5EF4-FFF2-40B4-BE49-F238E27FC236}">
                <a16:creationId xmlns:a16="http://schemas.microsoft.com/office/drawing/2014/main" id="{C9F1CDA7-9408-5548-A11E-BE0CDA3307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5F489683-B435-7443-8BD8-FBE48D32B477}" type="slidenum">
              <a:rPr lang="en-US" altLang="en-US">
                <a:latin typeface="Calibri" panose="020F0502020204030204" pitchFamily="34" charset="0"/>
              </a:rPr>
              <a:pPr eaLnBrk="1" hangingPunct="1"/>
              <a:t>22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>
            <a:extLst>
              <a:ext uri="{FF2B5EF4-FFF2-40B4-BE49-F238E27FC236}">
                <a16:creationId xmlns:a16="http://schemas.microsoft.com/office/drawing/2014/main" id="{EB7BB0A1-17AB-4843-927F-46E5991321C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>
            <a:extLst>
              <a:ext uri="{FF2B5EF4-FFF2-40B4-BE49-F238E27FC236}">
                <a16:creationId xmlns:a16="http://schemas.microsoft.com/office/drawing/2014/main" id="{A6942008-0BAF-E94B-A14C-35625BCAAF4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62468" name="Slide Number Placeholder 3">
            <a:extLst>
              <a:ext uri="{FF2B5EF4-FFF2-40B4-BE49-F238E27FC236}">
                <a16:creationId xmlns:a16="http://schemas.microsoft.com/office/drawing/2014/main" id="{CFE5D1B8-194F-4749-B528-DFFDD6A31C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94062172-1E43-2145-84EB-8F96614491D9}" type="slidenum">
              <a:rPr lang="en-US" altLang="en-US">
                <a:latin typeface="Calibri" panose="020F0502020204030204" pitchFamily="34" charset="0"/>
              </a:rPr>
              <a:pPr eaLnBrk="1" hangingPunct="1"/>
              <a:t>23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>
            <a:extLst>
              <a:ext uri="{FF2B5EF4-FFF2-40B4-BE49-F238E27FC236}">
                <a16:creationId xmlns:a16="http://schemas.microsoft.com/office/drawing/2014/main" id="{C8E4395E-5D47-2049-83BE-26B7D8DD4CE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1" name="Notes Placeholder 2">
            <a:extLst>
              <a:ext uri="{FF2B5EF4-FFF2-40B4-BE49-F238E27FC236}">
                <a16:creationId xmlns:a16="http://schemas.microsoft.com/office/drawing/2014/main" id="{E4109A17-432D-5442-9770-F2F38F9EE2A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63492" name="Slide Number Placeholder 3">
            <a:extLst>
              <a:ext uri="{FF2B5EF4-FFF2-40B4-BE49-F238E27FC236}">
                <a16:creationId xmlns:a16="http://schemas.microsoft.com/office/drawing/2014/main" id="{484D9655-54BC-D74F-B7F2-8BCA0895EB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DFB4DBF6-093E-6445-8035-0590F9044DE9}" type="slidenum">
              <a:rPr lang="en-US" altLang="en-US">
                <a:latin typeface="Calibri" panose="020F0502020204030204" pitchFamily="34" charset="0"/>
              </a:rPr>
              <a:pPr eaLnBrk="1" hangingPunct="1"/>
              <a:t>24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>
            <a:extLst>
              <a:ext uri="{FF2B5EF4-FFF2-40B4-BE49-F238E27FC236}">
                <a16:creationId xmlns:a16="http://schemas.microsoft.com/office/drawing/2014/main" id="{922D8D43-515B-3049-837F-A5B069E65A3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Notes Placeholder 2">
            <a:extLst>
              <a:ext uri="{FF2B5EF4-FFF2-40B4-BE49-F238E27FC236}">
                <a16:creationId xmlns:a16="http://schemas.microsoft.com/office/drawing/2014/main" id="{52D6EEAB-2843-4145-B12B-3C7B15A5280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64516" name="Slide Number Placeholder 3">
            <a:extLst>
              <a:ext uri="{FF2B5EF4-FFF2-40B4-BE49-F238E27FC236}">
                <a16:creationId xmlns:a16="http://schemas.microsoft.com/office/drawing/2014/main" id="{7D71E7FF-A8D1-3747-8740-8E349FC762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5B8BB6D5-0E8D-9A45-936D-6F49B12940CF}" type="slidenum">
              <a:rPr lang="en-US" altLang="en-US">
                <a:latin typeface="Calibri" panose="020F0502020204030204" pitchFamily="34" charset="0"/>
              </a:rPr>
              <a:pPr eaLnBrk="1" hangingPunct="1"/>
              <a:t>25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enablingvalue.com" TargetMode="External"/><Relationship Id="rId2" Type="http://schemas.openxmlformats.org/officeDocument/2006/relationships/image" Target="../media/image3.tif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841" y="1023730"/>
            <a:ext cx="8657167" cy="5178103"/>
          </a:xfrm>
          <a:prstGeom prst="rect">
            <a:avLst/>
          </a:prstGeom>
        </p:spPr>
        <p:txBody>
          <a:bodyPr lIns="91402" tIns="45702" rIns="91402" bIns="45702"/>
          <a:lstStyle>
            <a:lvl1pPr>
              <a:buFont typeface="Wingdings" pitchFamily="2" charset="2"/>
              <a:buChar char="q"/>
              <a:defRPr sz="2000">
                <a:solidFill>
                  <a:schemeClr val="bg2">
                    <a:lumMod val="25000"/>
                  </a:schemeClr>
                </a:solidFill>
              </a:defRPr>
            </a:lvl1pPr>
            <a:lvl2pPr>
              <a:buClr>
                <a:schemeClr val="tx2"/>
              </a:buClr>
              <a:defRPr sz="2000">
                <a:solidFill>
                  <a:schemeClr val="bg2">
                    <a:lumMod val="25000"/>
                  </a:schemeClr>
                </a:solidFill>
              </a:defRPr>
            </a:lvl2pPr>
            <a:lvl3pPr>
              <a:defRPr>
                <a:solidFill>
                  <a:schemeClr val="bg2">
                    <a:lumMod val="25000"/>
                  </a:schemeClr>
                </a:solidFill>
              </a:defRPr>
            </a:lvl3pPr>
            <a:lvl4pPr>
              <a:defRPr>
                <a:solidFill>
                  <a:schemeClr val="bg2">
                    <a:lumMod val="25000"/>
                  </a:schemeClr>
                </a:solidFill>
              </a:defRPr>
            </a:lvl4pPr>
            <a:lvl5pPr>
              <a:defRPr>
                <a:solidFill>
                  <a:schemeClr val="bg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2196896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155674"/>
            <a:ext cx="7772400" cy="461628"/>
          </a:xfrm>
          <a:prstGeom prst="rect">
            <a:avLst/>
          </a:prstGeom>
        </p:spPr>
        <p:txBody>
          <a:bodyPr anchor="t"/>
          <a:lstStyle>
            <a:lvl1pPr algn="l">
              <a:defRPr sz="1800" b="1" cap="all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75982"/>
            <a:ext cx="7772400" cy="1500187"/>
          </a:xfrm>
          <a:prstGeom prst="rect">
            <a:avLst/>
          </a:prstGeom>
        </p:spPr>
        <p:txBody>
          <a:bodyPr lIns="91402" tIns="45702" rIns="91402" bIns="45702" anchor="b"/>
          <a:lstStyle>
            <a:lvl1pPr marL="0" indent="0">
              <a:buNone/>
              <a:defRPr sz="2400">
                <a:solidFill>
                  <a:srgbClr val="552200"/>
                </a:solidFill>
              </a:defRPr>
            </a:lvl1pPr>
            <a:lvl2pPr marL="457011" indent="0">
              <a:buNone/>
              <a:defRPr sz="1800"/>
            </a:lvl2pPr>
            <a:lvl3pPr marL="914024" indent="0">
              <a:buNone/>
              <a:defRPr sz="1600"/>
            </a:lvl3pPr>
            <a:lvl4pPr marL="1371040" indent="0">
              <a:buNone/>
              <a:defRPr sz="1400"/>
            </a:lvl4pPr>
            <a:lvl5pPr marL="1828052" indent="0">
              <a:buNone/>
              <a:defRPr sz="1400"/>
            </a:lvl5pPr>
            <a:lvl6pPr marL="2285064" indent="0">
              <a:buNone/>
              <a:defRPr sz="1400"/>
            </a:lvl6pPr>
            <a:lvl7pPr marL="2742079" indent="0">
              <a:buNone/>
              <a:defRPr sz="1400"/>
            </a:lvl7pPr>
            <a:lvl8pPr marL="3199088" indent="0">
              <a:buNone/>
              <a:defRPr sz="1400"/>
            </a:lvl8pPr>
            <a:lvl9pPr marL="3656104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3986201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1840A73-D6FC-604C-986A-0F5CB504A4C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144000" cy="3352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vert="horz" wrap="square" lIns="91440" tIns="45720" rIns="91440" bIns="45720" rtlCol="0" anchor="ctr" anchorCtr="0"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sz="3200" b="1" dirty="0">
              <a:solidFill>
                <a:schemeClr val="accent4"/>
              </a:solidFill>
            </a:endParaRPr>
          </a:p>
        </p:txBody>
      </p:sp>
      <p:pic>
        <p:nvPicPr>
          <p:cNvPr id="8" name="Picture 7" descr="A drawing of a face&#10;&#10;Description automatically generated">
            <a:extLst>
              <a:ext uri="{FF2B5EF4-FFF2-40B4-BE49-F238E27FC236}">
                <a16:creationId xmlns:a16="http://schemas.microsoft.com/office/drawing/2014/main" id="{BD0B0E53-7E6D-8349-86F9-A6E86A1C62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4163" y="4880083"/>
            <a:ext cx="3404760" cy="902607"/>
          </a:xfrm>
          <a:prstGeom prst="rect">
            <a:avLst/>
          </a:prstGeom>
        </p:spPr>
      </p:pic>
      <p:pic>
        <p:nvPicPr>
          <p:cNvPr id="9" name="Picture 8" descr="A screenshot of a cell phone&#10;&#10;Description automatically generated">
            <a:extLst>
              <a:ext uri="{FF2B5EF4-FFF2-40B4-BE49-F238E27FC236}">
                <a16:creationId xmlns:a16="http://schemas.microsoft.com/office/drawing/2014/main" id="{83BBFAED-B156-F44E-BA11-28C7D78736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77" y="4643441"/>
            <a:ext cx="2673207" cy="1375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583261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286232" y="1012504"/>
            <a:ext cx="4061196" cy="4425950"/>
          </a:xfrm>
          <a:prstGeom prst="rect">
            <a:avLst/>
          </a:prstGeom>
        </p:spPr>
        <p:txBody>
          <a:bodyPr lIns="91402" tIns="45702" rIns="91402" bIns="45702"/>
          <a:lstStyle>
            <a:lvl1pPr>
              <a:buFont typeface="Wingdings" pitchFamily="2" charset="2"/>
              <a:buChar char="q"/>
              <a:defRPr sz="2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buClr>
                <a:schemeClr val="tx2"/>
              </a:buClr>
              <a:defRPr sz="18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0"/>
          </p:nvPr>
        </p:nvSpPr>
        <p:spPr>
          <a:xfrm>
            <a:off x="4466187" y="1012504"/>
            <a:ext cx="4138551" cy="4425950"/>
          </a:xfrm>
          <a:prstGeom prst="rect">
            <a:avLst/>
          </a:prstGeom>
        </p:spPr>
        <p:txBody>
          <a:bodyPr lIns="91402" tIns="45702" rIns="91402" bIns="45702"/>
          <a:lstStyle>
            <a:lvl1pPr>
              <a:buFont typeface="Wingdings" pitchFamily="2" charset="2"/>
              <a:buChar char="q"/>
              <a:defRPr sz="2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buClr>
                <a:schemeClr val="tx2"/>
              </a:buClr>
              <a:defRPr sz="18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5714169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3070735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act 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CC68684D-F531-3048-A131-29995DC9106B}"/>
              </a:ext>
            </a:extLst>
          </p:cNvPr>
          <p:cNvSpPr txBox="1"/>
          <p:nvPr/>
        </p:nvSpPr>
        <p:spPr>
          <a:xfrm>
            <a:off x="312565" y="2660380"/>
            <a:ext cx="443841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None/>
            </a:pPr>
            <a:r>
              <a:rPr lang="en-US" sz="20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Measure what matters</a:t>
            </a:r>
          </a:p>
          <a:p>
            <a:pPr algn="l">
              <a:buNone/>
            </a:pPr>
            <a:r>
              <a:rPr lang="en-US" sz="20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and deliver the right value</a:t>
            </a:r>
          </a:p>
          <a:p>
            <a:pPr algn="l">
              <a:buNone/>
            </a:pPr>
            <a:r>
              <a:rPr lang="en-US" sz="20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and nurture a winning culture </a:t>
            </a:r>
          </a:p>
          <a:p>
            <a:pPr algn="l">
              <a:buNone/>
            </a:pPr>
            <a:r>
              <a:rPr lang="en-US" sz="20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Proactively manage change &amp; complexity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07A4C4B-AD26-5D4C-8B89-95BA9441A64E}"/>
              </a:ext>
            </a:extLst>
          </p:cNvPr>
          <p:cNvGrpSpPr/>
          <p:nvPr/>
        </p:nvGrpSpPr>
        <p:grpSpPr>
          <a:xfrm>
            <a:off x="5542424" y="2742999"/>
            <a:ext cx="3152511" cy="1158200"/>
            <a:chOff x="1334546" y="2276090"/>
            <a:chExt cx="8755123" cy="3216543"/>
          </a:xfrm>
        </p:grpSpPr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5B280417-1AFB-0449-A448-8D0857B1F41B}"/>
                </a:ext>
              </a:extLst>
            </p:cNvPr>
            <p:cNvSpPr/>
            <p:nvPr/>
          </p:nvSpPr>
          <p:spPr>
            <a:xfrm>
              <a:off x="2210112" y="4386116"/>
              <a:ext cx="7003998" cy="615376"/>
            </a:xfrm>
            <a:prstGeom prst="roundRect">
              <a:avLst/>
            </a:prstGeom>
            <a:solidFill>
              <a:schemeClr val="lt1"/>
            </a:soli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anchor="ctr">
              <a:noAutofit/>
            </a:bodyPr>
            <a:lstStyle/>
            <a:p>
              <a:pPr algn="ctr">
                <a:buNone/>
              </a:pPr>
              <a:r>
                <a:rPr lang="en-US" sz="1000" b="1" dirty="0">
                  <a:solidFill>
                    <a:schemeClr val="tx1"/>
                  </a:solidFill>
                </a:rPr>
                <a:t>Measurement</a:t>
              </a: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972B4AB0-ECCA-204F-A36E-75270097AE6B}"/>
                </a:ext>
              </a:extLst>
            </p:cNvPr>
            <p:cNvGrpSpPr/>
            <p:nvPr/>
          </p:nvGrpSpPr>
          <p:grpSpPr>
            <a:xfrm>
              <a:off x="2169493" y="2276090"/>
              <a:ext cx="7044617" cy="1909749"/>
              <a:chOff x="2958923" y="3635615"/>
              <a:chExt cx="3174613" cy="425610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BE65FD7A-25FD-1741-A34B-5F7BE4BCB26B}"/>
                  </a:ext>
                </a:extLst>
              </p:cNvPr>
              <p:cNvGrpSpPr/>
              <p:nvPr/>
            </p:nvGrpSpPr>
            <p:grpSpPr>
              <a:xfrm>
                <a:off x="2958923" y="3896157"/>
                <a:ext cx="3174613" cy="165068"/>
                <a:chOff x="-40251" y="6353000"/>
                <a:chExt cx="4857122" cy="435304"/>
              </a:xfrm>
            </p:grpSpPr>
            <p:sp>
              <p:nvSpPr>
                <p:cNvPr id="18" name="Shape 157">
                  <a:extLst>
                    <a:ext uri="{FF2B5EF4-FFF2-40B4-BE49-F238E27FC236}">
                      <a16:creationId xmlns:a16="http://schemas.microsoft.com/office/drawing/2014/main" id="{36D5A444-B8A0-3849-B6A3-C7FAD5949406}"/>
                    </a:ext>
                  </a:extLst>
                </p:cNvPr>
                <p:cNvSpPr/>
                <p:nvPr/>
              </p:nvSpPr>
              <p:spPr>
                <a:xfrm>
                  <a:off x="-40251" y="6353015"/>
                  <a:ext cx="1542900" cy="435289"/>
                </a:xfrm>
                <a:prstGeom prst="flowChartAlternateProcess">
                  <a:avLst/>
                </a:prstGeom>
                <a:ln>
                  <a:headEnd type="none" w="sm" len="sm"/>
                  <a:tailEnd type="none" w="sm" len="sm"/>
                </a:ln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  <p:txBody>
                <a:bodyPr spcFirstLastPara="1" wrap="square" lIns="32920" tIns="32920" rIns="32920" bIns="32920" anchor="ctr" anchorCtr="0">
                  <a:noAutofit/>
                </a:bodyPr>
                <a:lstStyle/>
                <a:p>
                  <a:pPr algn="ctr">
                    <a:buNone/>
                  </a:pPr>
                  <a:r>
                    <a:rPr lang="en-US" sz="1000" b="1" dirty="0"/>
                    <a:t>Strategy</a:t>
                  </a:r>
                  <a:endParaRPr sz="1000" b="1" dirty="0"/>
                </a:p>
              </p:txBody>
            </p:sp>
            <p:sp>
              <p:nvSpPr>
                <p:cNvPr id="19" name="Shape 160">
                  <a:extLst>
                    <a:ext uri="{FF2B5EF4-FFF2-40B4-BE49-F238E27FC236}">
                      <a16:creationId xmlns:a16="http://schemas.microsoft.com/office/drawing/2014/main" id="{879F4B2B-8594-C749-925F-D0FCD341EA53}"/>
                    </a:ext>
                  </a:extLst>
                </p:cNvPr>
                <p:cNvSpPr/>
                <p:nvPr/>
              </p:nvSpPr>
              <p:spPr>
                <a:xfrm>
                  <a:off x="1616859" y="6353015"/>
                  <a:ext cx="1542900" cy="435289"/>
                </a:xfrm>
                <a:prstGeom prst="flowChartAlternateProcess">
                  <a:avLst/>
                </a:prstGeom>
                <a:ln>
                  <a:headEnd type="none" w="sm" len="sm"/>
                  <a:tailEnd type="none" w="sm" len="sm"/>
                </a:ln>
              </p:spPr>
              <p:style>
                <a:lnRef idx="1">
                  <a:schemeClr val="accent4"/>
                </a:lnRef>
                <a:fillRef idx="2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spcFirstLastPara="1" wrap="square" lIns="32920" tIns="32920" rIns="32920" bIns="32920" anchor="ctr" anchorCtr="0">
                  <a:noAutofit/>
                </a:bodyPr>
                <a:lstStyle/>
                <a:p>
                  <a:pPr algn="ctr">
                    <a:buNone/>
                  </a:pPr>
                  <a:r>
                    <a:rPr lang="en-US" sz="1000" b="1" dirty="0"/>
                    <a:t>Execution</a:t>
                  </a:r>
                  <a:endParaRPr sz="1000" b="1" dirty="0"/>
                </a:p>
              </p:txBody>
            </p:sp>
            <p:sp>
              <p:nvSpPr>
                <p:cNvPr id="20" name="Shape 162">
                  <a:extLst>
                    <a:ext uri="{FF2B5EF4-FFF2-40B4-BE49-F238E27FC236}">
                      <a16:creationId xmlns:a16="http://schemas.microsoft.com/office/drawing/2014/main" id="{17328F3E-0597-8940-8C96-5D1A1C54FBE4}"/>
                    </a:ext>
                  </a:extLst>
                </p:cNvPr>
                <p:cNvSpPr/>
                <p:nvPr/>
              </p:nvSpPr>
              <p:spPr>
                <a:xfrm>
                  <a:off x="3273970" y="6353000"/>
                  <a:ext cx="1542901" cy="435289"/>
                </a:xfrm>
                <a:prstGeom prst="flowChartAlternateProcess">
                  <a:avLst/>
                </a:prstGeom>
                <a:ln>
                  <a:headEnd type="none" w="sm" len="sm"/>
                  <a:tailEnd type="none" w="sm" len="sm"/>
                </a:ln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spcFirstLastPara="1" wrap="square" lIns="32920" tIns="32920" rIns="32920" bIns="32920" anchor="ctr" anchorCtr="0">
                  <a:noAutofit/>
                </a:bodyPr>
                <a:lstStyle/>
                <a:p>
                  <a:pPr algn="ctr">
                    <a:buNone/>
                  </a:pPr>
                  <a:r>
                    <a:rPr lang="en-US" sz="1000" b="1" dirty="0"/>
                    <a:t>Operations</a:t>
                  </a:r>
                  <a:endParaRPr sz="1000" b="1" dirty="0"/>
                </a:p>
              </p:txBody>
            </p:sp>
          </p:grpSp>
          <p:sp>
            <p:nvSpPr>
              <p:cNvPr id="17" name="Shape 163">
                <a:extLst>
                  <a:ext uri="{FF2B5EF4-FFF2-40B4-BE49-F238E27FC236}">
                    <a16:creationId xmlns:a16="http://schemas.microsoft.com/office/drawing/2014/main" id="{52807632-B9E4-D947-858C-AFE2361A7452}"/>
                  </a:ext>
                </a:extLst>
              </p:cNvPr>
              <p:cNvSpPr txBox="1"/>
              <p:nvPr/>
            </p:nvSpPr>
            <p:spPr>
              <a:xfrm>
                <a:off x="3016256" y="3635615"/>
                <a:ext cx="3078252" cy="1080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2920" tIns="32920" rIns="32920" bIns="32920" anchor="t" anchorCtr="0">
                <a:noAutofit/>
              </a:bodyPr>
              <a:lstStyle/>
              <a:p>
                <a:pPr algn="ctr">
                  <a:buNone/>
                </a:pPr>
                <a:r>
                  <a:rPr lang="en-US" sz="1100" b="1" dirty="0">
                    <a:solidFill>
                      <a:srgbClr val="666666"/>
                    </a:solidFill>
                  </a:rPr>
                  <a:t>Biz:DNA©</a:t>
                </a:r>
                <a:endParaRPr sz="1100" b="1" dirty="0">
                  <a:solidFill>
                    <a:srgbClr val="666666"/>
                  </a:solidFill>
                </a:endParaRPr>
              </a:p>
            </p:txBody>
          </p:sp>
        </p:grp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F051A5A-ABEA-434F-817D-372E11D528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20000"/>
            </a:blip>
            <a:stretch>
              <a:fillRect/>
            </a:stretch>
          </p:blipFill>
          <p:spPr>
            <a:xfrm>
              <a:off x="1334546" y="2878996"/>
              <a:ext cx="8755123" cy="2613637"/>
            </a:xfrm>
            <a:prstGeom prst="rect">
              <a:avLst/>
            </a:prstGeom>
          </p:spPr>
        </p:pic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DA54A7A9-3B56-624E-B017-EE5A621DA22B}"/>
              </a:ext>
            </a:extLst>
          </p:cNvPr>
          <p:cNvSpPr txBox="1"/>
          <p:nvPr/>
        </p:nvSpPr>
        <p:spPr>
          <a:xfrm>
            <a:off x="5843069" y="4202352"/>
            <a:ext cx="2988366" cy="562185"/>
          </a:xfrm>
          <a:prstGeom prst="rect">
            <a:avLst/>
          </a:prstGeom>
          <a:noFill/>
        </p:spPr>
        <p:txBody>
          <a:bodyPr wrap="square" lIns="130026" tIns="65014" rIns="130026" bIns="65014" rtlCol="0">
            <a:spAutoFit/>
          </a:bodyPr>
          <a:lstStyle/>
          <a:p>
            <a:pPr algn="l">
              <a:buNone/>
            </a:pPr>
            <a:r>
              <a:rPr lang="en-US" sz="1400" b="0" dirty="0">
                <a:solidFill>
                  <a:srgbClr val="530000"/>
                </a:solidFill>
              </a:rPr>
              <a:t>Phone: (847) 261-4332</a:t>
            </a:r>
          </a:p>
          <a:p>
            <a:pPr algn="l">
              <a:buNone/>
            </a:pPr>
            <a:r>
              <a:rPr lang="en-US" sz="1400" b="0" dirty="0">
                <a:solidFill>
                  <a:srgbClr val="530000"/>
                </a:solidFill>
              </a:rPr>
              <a:t>Online:</a:t>
            </a:r>
            <a:r>
              <a:rPr lang="en-US" sz="1400" b="0" dirty="0"/>
              <a:t> </a:t>
            </a:r>
            <a:r>
              <a:rPr lang="en-US" sz="1400" b="0" dirty="0">
                <a:hlinkClick r:id="rId3"/>
              </a:rPr>
              <a:t>www.enablingvalue.com</a:t>
            </a:r>
            <a:endParaRPr lang="en-US" sz="1400" b="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B7D945-462C-264D-9CAC-085CB242AEB5}"/>
              </a:ext>
            </a:extLst>
          </p:cNvPr>
          <p:cNvSpPr/>
          <p:nvPr/>
        </p:nvSpPr>
        <p:spPr>
          <a:xfrm>
            <a:off x="3577725" y="1163705"/>
            <a:ext cx="198855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800" dirty="0">
                <a:solidFill>
                  <a:srgbClr val="941651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974509728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754560"/>
            <a:ext cx="9144000" cy="215900"/>
          </a:xfrm>
          <a:prstGeom prst="rect">
            <a:avLst/>
          </a:prstGeom>
          <a:gradFill rotWithShape="0">
            <a:gsLst>
              <a:gs pos="0">
                <a:srgbClr val="E8E8E8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02" tIns="45702" rIns="91402" bIns="45702" anchor="ctr">
            <a:spAutoFit/>
          </a:bodyPr>
          <a:lstStyle>
            <a:lvl1pPr eaLnBrk="0" hangingPunct="0">
              <a:defRPr sz="800" b="1">
                <a:solidFill>
                  <a:srgbClr val="000000"/>
                </a:solidFill>
                <a:latin typeface="Arial" charset="0"/>
                <a:ea typeface="ＭＳ Ｐゴシック" charset="-128"/>
                <a:sym typeface="Arial" charset="0"/>
              </a:defRPr>
            </a:lvl1pPr>
            <a:lvl2pPr marL="742950" indent="-285750" eaLnBrk="0" hangingPunct="0">
              <a:defRPr sz="800" b="1">
                <a:solidFill>
                  <a:srgbClr val="000000"/>
                </a:solidFill>
                <a:latin typeface="Arial" charset="0"/>
                <a:ea typeface="ＭＳ Ｐゴシック" charset="-128"/>
                <a:sym typeface="Arial" charset="0"/>
              </a:defRPr>
            </a:lvl2pPr>
            <a:lvl3pPr marL="1143000" indent="-228600" eaLnBrk="0" hangingPunct="0">
              <a:defRPr sz="800" b="1">
                <a:solidFill>
                  <a:srgbClr val="000000"/>
                </a:solidFill>
                <a:latin typeface="Arial" charset="0"/>
                <a:ea typeface="ＭＳ Ｐゴシック" charset="-128"/>
                <a:sym typeface="Arial" charset="0"/>
              </a:defRPr>
            </a:lvl3pPr>
            <a:lvl4pPr marL="1600200" indent="-228600" eaLnBrk="0" hangingPunct="0">
              <a:defRPr sz="800" b="1">
                <a:solidFill>
                  <a:srgbClr val="000000"/>
                </a:solidFill>
                <a:latin typeface="Arial" charset="0"/>
                <a:ea typeface="ＭＳ Ｐゴシック" charset="-128"/>
                <a:sym typeface="Arial" charset="0"/>
              </a:defRPr>
            </a:lvl4pPr>
            <a:lvl5pPr marL="2057400" indent="-228600" eaLnBrk="0" hangingPunct="0">
              <a:defRPr sz="800" b="1">
                <a:solidFill>
                  <a:srgbClr val="000000"/>
                </a:solidFill>
                <a:latin typeface="Arial" charset="0"/>
                <a:ea typeface="ＭＳ Ｐゴシック" charset="-128"/>
                <a:sym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sz="800" b="1">
                <a:solidFill>
                  <a:srgbClr val="000000"/>
                </a:solidFill>
                <a:latin typeface="Arial" charset="0"/>
                <a:ea typeface="ＭＳ Ｐゴシック" charset="-128"/>
                <a:sym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sz="800" b="1">
                <a:solidFill>
                  <a:srgbClr val="000000"/>
                </a:solidFill>
                <a:latin typeface="Arial" charset="0"/>
                <a:ea typeface="ＭＳ Ｐゴシック" charset="-128"/>
                <a:sym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sz="800" b="1">
                <a:solidFill>
                  <a:srgbClr val="000000"/>
                </a:solidFill>
                <a:latin typeface="Arial" charset="0"/>
                <a:ea typeface="ＭＳ Ｐゴシック" charset="-128"/>
                <a:sym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sz="800" b="1">
                <a:solidFill>
                  <a:srgbClr val="000000"/>
                </a:solidFill>
                <a:latin typeface="Arial" charset="0"/>
                <a:ea typeface="ＭＳ Ｐゴシック" charset="-128"/>
                <a:sym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28" name="Rectangle 7"/>
          <p:cNvSpPr>
            <a:spLocks noChangeArrowheads="1"/>
          </p:cNvSpPr>
          <p:nvPr/>
        </p:nvSpPr>
        <p:spPr bwMode="auto">
          <a:xfrm>
            <a:off x="8432500" y="6411912"/>
            <a:ext cx="6858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45702" rIns="0" bIns="45702" anchor="ctr"/>
          <a:lstStyle>
            <a:lvl1pPr eaLnBrk="0" hangingPunct="0">
              <a:defRPr sz="800" b="1">
                <a:solidFill>
                  <a:srgbClr val="000000"/>
                </a:solidFill>
                <a:latin typeface="Arial" charset="0"/>
                <a:ea typeface="ＭＳ Ｐゴシック" charset="-128"/>
                <a:sym typeface="Arial" charset="0"/>
              </a:defRPr>
            </a:lvl1pPr>
            <a:lvl2pPr marL="742950" indent="-285750" eaLnBrk="0" hangingPunct="0">
              <a:defRPr sz="800" b="1">
                <a:solidFill>
                  <a:srgbClr val="000000"/>
                </a:solidFill>
                <a:latin typeface="Arial" charset="0"/>
                <a:ea typeface="ＭＳ Ｐゴシック" charset="-128"/>
                <a:sym typeface="Arial" charset="0"/>
              </a:defRPr>
            </a:lvl2pPr>
            <a:lvl3pPr marL="1143000" indent="-228600" eaLnBrk="0" hangingPunct="0">
              <a:defRPr sz="800" b="1">
                <a:solidFill>
                  <a:srgbClr val="000000"/>
                </a:solidFill>
                <a:latin typeface="Arial" charset="0"/>
                <a:ea typeface="ＭＳ Ｐゴシック" charset="-128"/>
                <a:sym typeface="Arial" charset="0"/>
              </a:defRPr>
            </a:lvl3pPr>
            <a:lvl4pPr marL="1600200" indent="-228600" eaLnBrk="0" hangingPunct="0">
              <a:defRPr sz="800" b="1">
                <a:solidFill>
                  <a:srgbClr val="000000"/>
                </a:solidFill>
                <a:latin typeface="Arial" charset="0"/>
                <a:ea typeface="ＭＳ Ｐゴシック" charset="-128"/>
                <a:sym typeface="Arial" charset="0"/>
              </a:defRPr>
            </a:lvl4pPr>
            <a:lvl5pPr marL="2057400" indent="-228600" eaLnBrk="0" hangingPunct="0">
              <a:defRPr sz="800" b="1">
                <a:solidFill>
                  <a:srgbClr val="000000"/>
                </a:solidFill>
                <a:latin typeface="Arial" charset="0"/>
                <a:ea typeface="ＭＳ Ｐゴシック" charset="-128"/>
                <a:sym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sz="800" b="1">
                <a:solidFill>
                  <a:srgbClr val="000000"/>
                </a:solidFill>
                <a:latin typeface="Arial" charset="0"/>
                <a:ea typeface="ＭＳ Ｐゴシック" charset="-128"/>
                <a:sym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sz="800" b="1">
                <a:solidFill>
                  <a:srgbClr val="000000"/>
                </a:solidFill>
                <a:latin typeface="Arial" charset="0"/>
                <a:ea typeface="ＭＳ Ｐゴシック" charset="-128"/>
                <a:sym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sz="800" b="1">
                <a:solidFill>
                  <a:srgbClr val="000000"/>
                </a:solidFill>
                <a:latin typeface="Arial" charset="0"/>
                <a:ea typeface="ＭＳ Ｐゴシック" charset="-128"/>
                <a:sym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sz="800" b="1">
                <a:solidFill>
                  <a:srgbClr val="000000"/>
                </a:solidFill>
                <a:latin typeface="Arial" charset="0"/>
                <a:ea typeface="ＭＳ Ｐゴシック" charset="-128"/>
                <a:sym typeface="Arial" charset="0"/>
              </a:defRPr>
            </a:lvl9pPr>
          </a:lstStyle>
          <a:p>
            <a:pPr eaLnBrk="1" hangingPunct="1">
              <a:buFontTx/>
              <a:buNone/>
            </a:pPr>
            <a:fld id="{A7B8C90B-5382-E44E-ABB5-66873B329352}" type="slidenum">
              <a:rPr lang="en-US" altLang="en-US" sz="1200" b="1">
                <a:solidFill>
                  <a:schemeClr val="tx1">
                    <a:lumMod val="50000"/>
                    <a:lumOff val="50000"/>
                  </a:schemeClr>
                </a:solidFill>
              </a:rPr>
              <a:pPr eaLnBrk="1" hangingPunct="1">
                <a:buFontTx/>
                <a:buNone/>
              </a:pPr>
              <a:t>‹#›</a:t>
            </a:fld>
            <a:endParaRPr lang="en-US" altLang="en-US" sz="12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6" name="Picture 3" descr="veg logo v5.png">
            <a:extLst>
              <a:ext uri="{FF2B5EF4-FFF2-40B4-BE49-F238E27FC236}">
                <a16:creationId xmlns:a16="http://schemas.microsoft.com/office/drawing/2014/main" id="{35C752D3-AB2C-AE49-BDF6-BEF75B8EA56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00" y="6472605"/>
            <a:ext cx="1477575" cy="338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85296B8-8A78-6A47-8A44-2D6B97FA9EF5}"/>
              </a:ext>
            </a:extLst>
          </p:cNvPr>
          <p:cNvSpPr txBox="1"/>
          <p:nvPr/>
        </p:nvSpPr>
        <p:spPr>
          <a:xfrm>
            <a:off x="2233653" y="6531289"/>
            <a:ext cx="534725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900" b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COPYRIGHT THE VALUE ENABLEMENT GROUP, LLC.  2011-2019.  ALL RIGHTS RESERVED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077C263-7A89-AE46-91CD-211DC0FD8A09}"/>
              </a:ext>
            </a:extLst>
          </p:cNvPr>
          <p:cNvSpPr txBox="1">
            <a:spLocks/>
          </p:cNvSpPr>
          <p:nvPr/>
        </p:nvSpPr>
        <p:spPr>
          <a:xfrm>
            <a:off x="0" y="109"/>
            <a:ext cx="9144000" cy="744836"/>
          </a:xfrm>
          <a:prstGeom prst="rect">
            <a:avLst/>
          </a:prstGeom>
          <a:solidFill>
            <a:schemeClr val="tx2"/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552200"/>
                </a:solidFill>
                <a:latin typeface="+mj-lt"/>
                <a:ea typeface="ＭＳ Ｐゴシック" pitchFamily="-106" charset="-128"/>
                <a:cs typeface="ＭＳ Ｐゴシック" pitchFamily="-106" charset="-128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552200"/>
                </a:solidFill>
                <a:latin typeface="Arial" charset="0"/>
                <a:ea typeface="ＭＳ Ｐゴシック" pitchFamily="-106" charset="-128"/>
                <a:cs typeface="ＭＳ Ｐゴシック" pitchFamily="-106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552200"/>
                </a:solidFill>
                <a:latin typeface="Arial" charset="0"/>
                <a:ea typeface="ＭＳ Ｐゴシック" pitchFamily="-106" charset="-128"/>
                <a:cs typeface="ＭＳ Ｐゴシック" pitchFamily="-106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552200"/>
                </a:solidFill>
                <a:latin typeface="Arial" charset="0"/>
                <a:ea typeface="ＭＳ Ｐゴシック" pitchFamily="-106" charset="-128"/>
                <a:cs typeface="ＭＳ Ｐゴシック" pitchFamily="-106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552200"/>
                </a:solidFill>
                <a:latin typeface="Arial" charset="0"/>
                <a:ea typeface="ＭＳ Ｐゴシック" pitchFamily="-106" charset="-128"/>
                <a:cs typeface="ＭＳ Ｐゴシック" pitchFamily="-106" charset="-128"/>
              </a:defRPr>
            </a:lvl5pPr>
            <a:lvl6pPr marL="457011" algn="l" rtl="0" eaLnBrk="1" fontAlgn="base" hangingPunct="1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445562"/>
                </a:solidFill>
                <a:latin typeface="Arial" charset="0"/>
              </a:defRPr>
            </a:lvl6pPr>
            <a:lvl7pPr marL="914024" algn="l" rtl="0" eaLnBrk="1" fontAlgn="base" hangingPunct="1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445562"/>
                </a:solidFill>
                <a:latin typeface="Arial" charset="0"/>
              </a:defRPr>
            </a:lvl7pPr>
            <a:lvl8pPr marL="1371040" algn="l" rtl="0" eaLnBrk="1" fontAlgn="base" hangingPunct="1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445562"/>
                </a:solidFill>
                <a:latin typeface="Arial" charset="0"/>
              </a:defRPr>
            </a:lvl8pPr>
            <a:lvl9pPr marL="1828052" algn="l" rtl="0" eaLnBrk="1" fontAlgn="base" hangingPunct="1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445562"/>
                </a:solidFill>
                <a:latin typeface="Arial" charset="0"/>
              </a:defRPr>
            </a:lvl9pPr>
          </a:lstStyle>
          <a:p>
            <a:pPr algn="ctr">
              <a:buNone/>
            </a:pPr>
            <a:endParaRPr lang="en-US" sz="2900" kern="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6938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3" r:id="rId1"/>
    <p:sldLayoutId id="2147483904" r:id="rId2"/>
    <p:sldLayoutId id="2147483905" r:id="rId3"/>
    <p:sldLayoutId id="2147483906" r:id="rId4"/>
    <p:sldLayoutId id="2147483907" r:id="rId5"/>
    <p:sldLayoutId id="2147483908" r:id="rId6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552200"/>
          </a:solidFill>
          <a:latin typeface="+mj-lt"/>
          <a:ea typeface="ＭＳ Ｐゴシック" pitchFamily="-106" charset="-128"/>
          <a:cs typeface="ＭＳ Ｐゴシック" pitchFamily="-106" charset="-128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552200"/>
          </a:solidFill>
          <a:latin typeface="Arial" charset="0"/>
          <a:ea typeface="ＭＳ Ｐゴシック" pitchFamily="-106" charset="-128"/>
          <a:cs typeface="ＭＳ Ｐゴシック" pitchFamily="-106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552200"/>
          </a:solidFill>
          <a:latin typeface="Arial" charset="0"/>
          <a:ea typeface="ＭＳ Ｐゴシック" pitchFamily="-106" charset="-128"/>
          <a:cs typeface="ＭＳ Ｐゴシック" pitchFamily="-106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552200"/>
          </a:solidFill>
          <a:latin typeface="Arial" charset="0"/>
          <a:ea typeface="ＭＳ Ｐゴシック" pitchFamily="-106" charset="-128"/>
          <a:cs typeface="ＭＳ Ｐゴシック" pitchFamily="-106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552200"/>
          </a:solidFill>
          <a:latin typeface="Arial" charset="0"/>
          <a:ea typeface="ＭＳ Ｐゴシック" pitchFamily="-106" charset="-128"/>
          <a:cs typeface="ＭＳ Ｐゴシック" pitchFamily="-106" charset="-128"/>
        </a:defRPr>
      </a:lvl5pPr>
      <a:lvl6pPr marL="457011" algn="l" rtl="0" eaLnBrk="1" fontAlgn="base" hangingPunct="1">
        <a:spcBef>
          <a:spcPct val="0"/>
        </a:spcBef>
        <a:spcAft>
          <a:spcPct val="0"/>
        </a:spcAft>
        <a:defRPr sz="2200" b="1">
          <a:solidFill>
            <a:srgbClr val="445562"/>
          </a:solidFill>
          <a:latin typeface="Arial" charset="0"/>
        </a:defRPr>
      </a:lvl6pPr>
      <a:lvl7pPr marL="914024" algn="l" rtl="0" eaLnBrk="1" fontAlgn="base" hangingPunct="1">
        <a:spcBef>
          <a:spcPct val="0"/>
        </a:spcBef>
        <a:spcAft>
          <a:spcPct val="0"/>
        </a:spcAft>
        <a:defRPr sz="2200" b="1">
          <a:solidFill>
            <a:srgbClr val="445562"/>
          </a:solidFill>
          <a:latin typeface="Arial" charset="0"/>
        </a:defRPr>
      </a:lvl7pPr>
      <a:lvl8pPr marL="1371040" algn="l" rtl="0" eaLnBrk="1" fontAlgn="base" hangingPunct="1">
        <a:spcBef>
          <a:spcPct val="0"/>
        </a:spcBef>
        <a:spcAft>
          <a:spcPct val="0"/>
        </a:spcAft>
        <a:defRPr sz="2200" b="1">
          <a:solidFill>
            <a:srgbClr val="445562"/>
          </a:solidFill>
          <a:latin typeface="Arial" charset="0"/>
        </a:defRPr>
      </a:lvl8pPr>
      <a:lvl9pPr marL="1828052" algn="l" rtl="0" eaLnBrk="1" fontAlgn="base" hangingPunct="1">
        <a:spcBef>
          <a:spcPct val="0"/>
        </a:spcBef>
        <a:spcAft>
          <a:spcPct val="0"/>
        </a:spcAft>
        <a:defRPr sz="2200" b="1">
          <a:solidFill>
            <a:srgbClr val="445562"/>
          </a:solidFill>
          <a:latin typeface="Arial" charset="0"/>
        </a:defRPr>
      </a:lvl9pPr>
    </p:titleStyle>
    <p:bodyStyle>
      <a:lvl1pPr marL="339725" indent="-339725" algn="l" rtl="0" eaLnBrk="1" fontAlgn="base" hangingPunct="1">
        <a:spcBef>
          <a:spcPct val="20000"/>
        </a:spcBef>
        <a:spcAft>
          <a:spcPct val="0"/>
        </a:spcAft>
        <a:buFont typeface="Wingdings" charset="2"/>
        <a:buChar char="•"/>
        <a:defRPr sz="1600" b="1">
          <a:solidFill>
            <a:schemeClr val="tx1"/>
          </a:solidFill>
          <a:latin typeface="+mn-lt"/>
          <a:ea typeface="ＭＳ Ｐゴシック" pitchFamily="-106" charset="-128"/>
          <a:cs typeface="ＭＳ Ｐゴシック" pitchFamily="-106" charset="-128"/>
        </a:defRPr>
      </a:lvl1pPr>
      <a:lvl2pPr marL="739775" indent="-280988" algn="l" rtl="0" eaLnBrk="1" fontAlgn="base" hangingPunct="1">
        <a:spcBef>
          <a:spcPct val="20000"/>
        </a:spcBef>
        <a:spcAft>
          <a:spcPct val="0"/>
        </a:spcAft>
        <a:buClr>
          <a:srgbClr val="FD9712"/>
        </a:buClr>
        <a:buFont typeface="Wingdings" charset="2"/>
        <a:buChar char="§"/>
        <a:defRPr sz="1400">
          <a:solidFill>
            <a:schemeClr val="tx1"/>
          </a:solidFill>
          <a:latin typeface="+mn-lt"/>
          <a:ea typeface="ＭＳ Ｐゴシック" pitchFamily="-106" charset="-128"/>
          <a:cs typeface="ＭＳ Ｐゴシック"/>
        </a:defRPr>
      </a:lvl2pPr>
      <a:lvl3pPr marL="1138238" indent="-225425" algn="l" rtl="0" eaLnBrk="1" fontAlgn="base" hangingPunct="1">
        <a:spcBef>
          <a:spcPct val="20000"/>
        </a:spcBef>
        <a:spcAft>
          <a:spcPct val="0"/>
        </a:spcAft>
        <a:buClr>
          <a:srgbClr val="445562"/>
        </a:buClr>
        <a:buFont typeface="Times" charset="0"/>
        <a:buChar char="•"/>
        <a:defRPr sz="1400">
          <a:solidFill>
            <a:schemeClr val="tx1"/>
          </a:solidFill>
          <a:latin typeface="+mn-lt"/>
          <a:ea typeface="ＭＳ Ｐゴシック" pitchFamily="-106" charset="-128"/>
          <a:cs typeface="ＭＳ Ｐゴシック"/>
        </a:defRPr>
      </a:lvl3pPr>
      <a:lvl4pPr marL="1597025" indent="-225425" algn="l" rtl="0" eaLnBrk="1" fontAlgn="base" hangingPunct="1">
        <a:spcBef>
          <a:spcPct val="20000"/>
        </a:spcBef>
        <a:spcAft>
          <a:spcPct val="0"/>
        </a:spcAft>
        <a:buClr>
          <a:srgbClr val="445562"/>
        </a:buClr>
        <a:buFont typeface="Arial" charset="0"/>
        <a:buChar char="»"/>
        <a:defRPr sz="1400">
          <a:solidFill>
            <a:schemeClr val="tx1"/>
          </a:solidFill>
          <a:latin typeface="+mn-lt"/>
          <a:ea typeface="ＭＳ Ｐゴシック" pitchFamily="-106" charset="-128"/>
          <a:cs typeface="ＭＳ Ｐゴシック"/>
        </a:defRPr>
      </a:lvl4pPr>
      <a:lvl5pPr marL="2054225" indent="-225425" algn="l" rtl="0" eaLnBrk="1" fontAlgn="base" hangingPunct="1">
        <a:spcBef>
          <a:spcPct val="20000"/>
        </a:spcBef>
        <a:spcAft>
          <a:spcPct val="0"/>
        </a:spcAft>
        <a:buClr>
          <a:srgbClr val="445562"/>
        </a:buClr>
        <a:buFont typeface="Times" charset="0"/>
        <a:buChar char="•"/>
        <a:defRPr sz="1400">
          <a:solidFill>
            <a:schemeClr val="tx1"/>
          </a:solidFill>
          <a:latin typeface="+mn-lt"/>
          <a:ea typeface="ＭＳ Ｐゴシック" pitchFamily="-106" charset="-128"/>
          <a:cs typeface="ＭＳ Ｐゴシック"/>
        </a:defRPr>
      </a:lvl5pPr>
      <a:lvl6pPr marL="2513573" indent="-228505" algn="l" rtl="0" eaLnBrk="1" fontAlgn="base" hangingPunct="1">
        <a:spcBef>
          <a:spcPct val="20000"/>
        </a:spcBef>
        <a:spcAft>
          <a:spcPct val="0"/>
        </a:spcAft>
        <a:buClr>
          <a:srgbClr val="445562"/>
        </a:buClr>
        <a:buFont typeface="Times" pitchFamily="124" charset="0"/>
        <a:buChar char="•"/>
        <a:defRPr sz="1400">
          <a:solidFill>
            <a:schemeClr val="tx1"/>
          </a:solidFill>
          <a:latin typeface="+mn-lt"/>
        </a:defRPr>
      </a:lvl6pPr>
      <a:lvl7pPr marL="2970584" indent="-228505" algn="l" rtl="0" eaLnBrk="1" fontAlgn="base" hangingPunct="1">
        <a:spcBef>
          <a:spcPct val="20000"/>
        </a:spcBef>
        <a:spcAft>
          <a:spcPct val="0"/>
        </a:spcAft>
        <a:buClr>
          <a:srgbClr val="445562"/>
        </a:buClr>
        <a:buFont typeface="Times" pitchFamily="124" charset="0"/>
        <a:buChar char="•"/>
        <a:defRPr sz="1400">
          <a:solidFill>
            <a:schemeClr val="tx1"/>
          </a:solidFill>
          <a:latin typeface="+mn-lt"/>
        </a:defRPr>
      </a:lvl7pPr>
      <a:lvl8pPr marL="3427598" indent="-228505" algn="l" rtl="0" eaLnBrk="1" fontAlgn="base" hangingPunct="1">
        <a:spcBef>
          <a:spcPct val="20000"/>
        </a:spcBef>
        <a:spcAft>
          <a:spcPct val="0"/>
        </a:spcAft>
        <a:buClr>
          <a:srgbClr val="445562"/>
        </a:buClr>
        <a:buFont typeface="Times" pitchFamily="124" charset="0"/>
        <a:buChar char="•"/>
        <a:defRPr sz="1400">
          <a:solidFill>
            <a:schemeClr val="tx1"/>
          </a:solidFill>
          <a:latin typeface="+mn-lt"/>
        </a:defRPr>
      </a:lvl8pPr>
      <a:lvl9pPr marL="3884609" indent="-228505" algn="l" rtl="0" eaLnBrk="1" fontAlgn="base" hangingPunct="1">
        <a:spcBef>
          <a:spcPct val="20000"/>
        </a:spcBef>
        <a:spcAft>
          <a:spcPct val="0"/>
        </a:spcAft>
        <a:buClr>
          <a:srgbClr val="445562"/>
        </a:buClr>
        <a:buFont typeface="Times" pitchFamily="124" charset="0"/>
        <a:buChar char="•"/>
        <a:defRPr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0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11" algn="l" defTabSz="9140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24" algn="l" defTabSz="9140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040" algn="l" defTabSz="9140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052" algn="l" defTabSz="9140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064" algn="l" defTabSz="9140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079" algn="l" defTabSz="9140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088" algn="l" defTabSz="9140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104" algn="l" defTabSz="9140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iff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tiff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7088217-1AF0-DC40-9A4D-DC5646F6D7FF}"/>
              </a:ext>
            </a:extLst>
          </p:cNvPr>
          <p:cNvSpPr/>
          <p:nvPr/>
        </p:nvSpPr>
        <p:spPr>
          <a:xfrm>
            <a:off x="770860" y="965331"/>
            <a:ext cx="760227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000" dirty="0">
                <a:solidFill>
                  <a:schemeClr val="bg1"/>
                </a:solidFill>
              </a:rPr>
              <a:t>Extending AMA’s Value</a:t>
            </a:r>
            <a:br>
              <a:rPr lang="en-US" sz="2800" dirty="0">
                <a:solidFill>
                  <a:srgbClr val="666666"/>
                </a:solidFill>
              </a:rPr>
            </a:br>
            <a:r>
              <a:rPr lang="en-US" sz="1600" dirty="0">
                <a:solidFill>
                  <a:schemeClr val="accent4"/>
                </a:solidFill>
              </a:rPr>
              <a:t>Delivering Evidence-Based Value for Healthcare</a:t>
            </a:r>
            <a:endParaRPr lang="en-US" sz="2000" dirty="0">
              <a:solidFill>
                <a:schemeClr val="accent4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D59A98D-072F-CB47-B921-E65D818C09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8700" y="3429000"/>
            <a:ext cx="2006600" cy="1152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3663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3">
            <a:extLst>
              <a:ext uri="{FF2B5EF4-FFF2-40B4-BE49-F238E27FC236}">
                <a16:creationId xmlns:a16="http://schemas.microsoft.com/office/drawing/2014/main" id="{4A796EC3-2634-874E-B1C3-B8AF9C6F2DF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ＭＳ Ｐゴシック" panose="020B0600070205080204" pitchFamily="34" charset="-128"/>
              </a:rPr>
              <a:t>Current Challenges</a:t>
            </a:r>
          </a:p>
          <a:p>
            <a:pPr eaLnBrk="1" hangingPunct="1"/>
            <a:r>
              <a:rPr lang="en-US" altLang="en-US" dirty="0">
                <a:ea typeface="ＭＳ Ｐゴシック" panose="020B0600070205080204" pitchFamily="34" charset="-128"/>
              </a:rPr>
              <a:t>AMA’s Role in Healthcare Reform</a:t>
            </a:r>
          </a:p>
          <a:p>
            <a:pPr eaLnBrk="1" hangingPunct="1"/>
            <a:r>
              <a:rPr lang="en-US" altLang="en-US" dirty="0">
                <a:ea typeface="ＭＳ Ｐゴシック" panose="020B0600070205080204" pitchFamily="34" charset="-128"/>
              </a:rPr>
              <a:t>Needs of the providers, practitioners, and patients</a:t>
            </a:r>
          </a:p>
          <a:p>
            <a:pPr eaLnBrk="1" hangingPunct="1"/>
            <a:r>
              <a:rPr lang="en-US" altLang="en-US" dirty="0">
                <a:ea typeface="ＭＳ Ｐゴシック" panose="020B0600070205080204" pitchFamily="34" charset="-128"/>
              </a:rPr>
              <a:t>Measuring value and enabling value throughout healthcare</a:t>
            </a:r>
          </a:p>
          <a:p>
            <a:pPr eaLnBrk="1" hangingPunct="1"/>
            <a:r>
              <a:rPr lang="en-US" altLang="en-US" dirty="0">
                <a:ea typeface="ＭＳ Ｐゴシック" panose="020B0600070205080204" pitchFamily="34" charset="-128"/>
              </a:rPr>
              <a:t>Engaging providers, practitioners, and patients</a:t>
            </a:r>
          </a:p>
          <a:p>
            <a:pPr eaLnBrk="1" hangingPunct="1"/>
            <a:r>
              <a:rPr lang="en-US" altLang="en-US" dirty="0">
                <a:ea typeface="ＭＳ Ｐゴシック" panose="020B0600070205080204" pitchFamily="34" charset="-128"/>
              </a:rPr>
              <a:t>Expanding the reach and membership of the AMA</a:t>
            </a:r>
          </a:p>
          <a:p>
            <a:pPr eaLnBrk="1" hangingPunct="1"/>
            <a:r>
              <a:rPr lang="en-US" altLang="en-US" dirty="0">
                <a:ea typeface="ＭＳ Ｐゴシック" panose="020B0600070205080204" pitchFamily="34" charset="-128"/>
              </a:rPr>
              <a:t>Moving towards a new business model</a:t>
            </a:r>
          </a:p>
          <a:p>
            <a:pPr eaLnBrk="1" hangingPunct="1"/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153B98-E46E-1B42-AC91-140842E1C51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58200" y="6356350"/>
            <a:ext cx="685800" cy="365125"/>
          </a:xfr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58D7007-DD2E-4D42-AE30-AE544A894DD0}" type="slidenum">
              <a:rPr lang="en-US" altLang="en-US">
                <a:solidFill>
                  <a:srgbClr val="254061"/>
                </a:solidFill>
                <a:latin typeface="Calibri" panose="020F0502020204030204" pitchFamily="34" charset="0"/>
              </a:rPr>
              <a:pPr eaLnBrk="1" hangingPunct="1"/>
              <a:t>2</a:t>
            </a:fld>
            <a:endParaRPr lang="en-US" altLang="en-US">
              <a:solidFill>
                <a:srgbClr val="254061"/>
              </a:solidFill>
              <a:latin typeface="Calibri" panose="020F0502020204030204" pitchFamily="34" charset="0"/>
            </a:endParaRPr>
          </a:p>
        </p:txBody>
      </p:sp>
      <p:sp>
        <p:nvSpPr>
          <p:cNvPr id="13316" name="Line 4">
            <a:extLst>
              <a:ext uri="{FF2B5EF4-FFF2-40B4-BE49-F238E27FC236}">
                <a16:creationId xmlns:a16="http://schemas.microsoft.com/office/drawing/2014/main" id="{27618E92-2DCA-EF4F-A5ED-09B31A1FC8C9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" y="3886200"/>
            <a:ext cx="5715000" cy="0"/>
          </a:xfrm>
          <a:prstGeom prst="line">
            <a:avLst/>
          </a:prstGeom>
          <a:noFill/>
          <a:ln w="57150">
            <a:solidFill>
              <a:srgbClr val="1B36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873FF59-01C0-7D48-9679-2DAB24BCC39C}"/>
              </a:ext>
            </a:extLst>
          </p:cNvPr>
          <p:cNvSpPr/>
          <p:nvPr/>
        </p:nvSpPr>
        <p:spPr>
          <a:xfrm>
            <a:off x="2169042" y="18227"/>
            <a:ext cx="4572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bg1"/>
                </a:solidFill>
              </a:rPr>
              <a:t>Extending AMA’s Value</a:t>
            </a:r>
            <a:br>
              <a:rPr lang="en-US" sz="2400" kern="0" dirty="0">
                <a:solidFill>
                  <a:schemeClr val="bg1"/>
                </a:solidFill>
              </a:rPr>
            </a:br>
            <a:r>
              <a:rPr lang="en-US" sz="1800" kern="0" dirty="0">
                <a:solidFill>
                  <a:schemeClr val="accent4"/>
                </a:solidFill>
              </a:rPr>
              <a:t>Outline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3">
            <a:extLst>
              <a:ext uri="{FF2B5EF4-FFF2-40B4-BE49-F238E27FC236}">
                <a16:creationId xmlns:a16="http://schemas.microsoft.com/office/drawing/2014/main" id="{ED2D7951-450D-7146-99A7-F35C7DF875E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43416" y="990600"/>
            <a:ext cx="8657167" cy="5178103"/>
          </a:xfrm>
        </p:spPr>
        <p:txBody>
          <a:bodyPr/>
          <a:lstStyle/>
          <a:p>
            <a:pPr eaLnBrk="1" hangingPunct="1"/>
            <a:r>
              <a:rPr lang="en-US" altLang="en-US" dirty="0">
                <a:ea typeface="ＭＳ Ｐゴシック" panose="020B0600070205080204" pitchFamily="34" charset="-128"/>
              </a:rPr>
              <a:t>Eroding member base.  </a:t>
            </a:r>
          </a:p>
          <a:p>
            <a:pPr eaLnBrk="1" hangingPunct="1"/>
            <a:r>
              <a:rPr lang="en-US" altLang="en-US" dirty="0">
                <a:ea typeface="ＭＳ Ｐゴシック" panose="020B0600070205080204" pitchFamily="34" charset="-128"/>
              </a:rPr>
              <a:t>Aging membership.</a:t>
            </a:r>
          </a:p>
          <a:p>
            <a:pPr eaLnBrk="1" hangingPunct="1"/>
            <a:r>
              <a:rPr lang="en-US" altLang="en-US" dirty="0">
                <a:ea typeface="ＭＳ Ｐゴシック" panose="020B0600070205080204" pitchFamily="34" charset="-128"/>
              </a:rPr>
              <a:t>Decline in revenues.</a:t>
            </a:r>
          </a:p>
          <a:p>
            <a:pPr eaLnBrk="1" hangingPunct="1"/>
            <a:r>
              <a:rPr lang="en-US" altLang="en-US" dirty="0">
                <a:ea typeface="ＭＳ Ｐゴシック" panose="020B0600070205080204" pitchFamily="34" charset="-128"/>
              </a:rPr>
              <a:t>Not perceived as an innovation leader. </a:t>
            </a:r>
          </a:p>
          <a:p>
            <a:pPr eaLnBrk="1" hangingPunct="1"/>
            <a:r>
              <a:rPr lang="en-US" altLang="en-US" dirty="0">
                <a:ea typeface="ＭＳ Ｐゴシック" panose="020B0600070205080204" pitchFamily="34" charset="-128"/>
              </a:rPr>
              <a:t>Healthcare is fractionalized across the continuum of care.</a:t>
            </a:r>
          </a:p>
          <a:p>
            <a:pPr eaLnBrk="1" hangingPunct="1"/>
            <a:r>
              <a:rPr lang="en-US" altLang="en-US" dirty="0">
                <a:ea typeface="ＭＳ Ｐゴシック" panose="020B0600070205080204" pitchFamily="34" charset="-128"/>
              </a:rPr>
              <a:t>The government is trying to lead healthcare reform.</a:t>
            </a:r>
          </a:p>
          <a:p>
            <a:pPr eaLnBrk="1" hangingPunct="1"/>
            <a:r>
              <a:rPr lang="en-US" altLang="en-US" dirty="0">
                <a:ea typeface="ＭＳ Ｐゴシック" panose="020B0600070205080204" pitchFamily="34" charset="-128"/>
              </a:rPr>
              <a:t>Need for clear leadership to drive reform, innovation, and unification across the healthcare continuum.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C78625-81E9-8F4F-8A20-FB369C18BEDB}"/>
              </a:ext>
            </a:extLst>
          </p:cNvPr>
          <p:cNvSpPr/>
          <p:nvPr/>
        </p:nvSpPr>
        <p:spPr>
          <a:xfrm>
            <a:off x="2169042" y="18227"/>
            <a:ext cx="4572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bg1"/>
                </a:solidFill>
              </a:rPr>
              <a:t>Extending AMA’s Value</a:t>
            </a:r>
            <a:br>
              <a:rPr lang="en-US" sz="2400" kern="0" dirty="0">
                <a:solidFill>
                  <a:schemeClr val="bg1"/>
                </a:solidFill>
              </a:rPr>
            </a:br>
            <a:r>
              <a:rPr lang="en-US" sz="1800" kern="0" dirty="0">
                <a:solidFill>
                  <a:schemeClr val="accent4"/>
                </a:solidFill>
              </a:rPr>
              <a:t>Current Challenges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Content Placeholder 2">
            <a:extLst>
              <a:ext uri="{FF2B5EF4-FFF2-40B4-BE49-F238E27FC236}">
                <a16:creationId xmlns:a16="http://schemas.microsoft.com/office/drawing/2014/main" id="{01EF951C-7A62-9745-8856-A6AAEF4201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3416" y="839948"/>
            <a:ext cx="8657167" cy="5178103"/>
          </a:xfrm>
        </p:spPr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A relevant voice that should be heard by the government. 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Provide healthcare stakeholders with the following answers:</a:t>
            </a:r>
          </a:p>
          <a:p>
            <a:pPr lvl="1"/>
            <a:r>
              <a:rPr lang="en-US" altLang="en-US" sz="1800" dirty="0">
                <a:ea typeface="ＭＳ Ｐゴシック" panose="020B0600070205080204" pitchFamily="34" charset="-128"/>
              </a:rPr>
              <a:t>Practitioners are worried about quality, timeliness, and effort of care</a:t>
            </a:r>
          </a:p>
          <a:p>
            <a:pPr lvl="1"/>
            <a:r>
              <a:rPr lang="en-US" altLang="en-US" sz="1800" dirty="0">
                <a:ea typeface="ＭＳ Ｐゴシック" panose="020B0600070205080204" pitchFamily="34" charset="-128"/>
              </a:rPr>
              <a:t>Patients are worried about quality of care, loss of control, and cost</a:t>
            </a:r>
          </a:p>
          <a:p>
            <a:pPr lvl="1"/>
            <a:r>
              <a:rPr lang="en-US" altLang="en-US" sz="1800" dirty="0">
                <a:ea typeface="ＭＳ Ｐゴシック" panose="020B0600070205080204" pitchFamily="34" charset="-128"/>
              </a:rPr>
              <a:t>Providers are worried about loss of control and revenue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Opportunity for unifying leadership to provide guidance and direction for change (much of which will be disruptive). 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Opportunity to encourage collaboration and cooperation to solve the healthcare needs in the US and across the world.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Opportunity to create a “system” of healthcare guided by consistent value-driven metrics (outcomes).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2215C9-2C1B-7D4E-A421-33B4271A1162}"/>
              </a:ext>
            </a:extLst>
          </p:cNvPr>
          <p:cNvSpPr/>
          <p:nvPr/>
        </p:nvSpPr>
        <p:spPr>
          <a:xfrm>
            <a:off x="2169042" y="18227"/>
            <a:ext cx="4572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bg1"/>
                </a:solidFill>
              </a:rPr>
              <a:t>Extending AMA’s Value</a:t>
            </a:r>
            <a:br>
              <a:rPr lang="en-US" sz="2400" kern="0" dirty="0">
                <a:solidFill>
                  <a:schemeClr val="bg1"/>
                </a:solidFill>
              </a:rPr>
            </a:br>
            <a:r>
              <a:rPr lang="en-US" sz="1800" kern="0" dirty="0">
                <a:solidFill>
                  <a:schemeClr val="accent4"/>
                </a:solidFill>
              </a:rPr>
              <a:t>AMA’s Role in Healthcare Reform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Content Placeholder 2">
            <a:extLst>
              <a:ext uri="{FF2B5EF4-FFF2-40B4-BE49-F238E27FC236}">
                <a16:creationId xmlns:a16="http://schemas.microsoft.com/office/drawing/2014/main" id="{DF43ACA2-0D81-D649-B8B0-32AC3CB19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3416" y="1213835"/>
            <a:ext cx="8657167" cy="5178103"/>
          </a:xfrm>
        </p:spPr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To have affordable healthcare.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To have attainable healthcare.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To have more accessible healthcare. 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To have consistent levels of quality (results).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To receive a total healthcare experience: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Ensure their functional outcomes met.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Ensure their emotional outcomes met.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Ensure their outcomes are met across the continuum of care (beyond the hospital, into clinics, and into the home).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CB22225-01E3-E143-9138-7CDBE6E651D2}"/>
              </a:ext>
            </a:extLst>
          </p:cNvPr>
          <p:cNvSpPr/>
          <p:nvPr/>
        </p:nvSpPr>
        <p:spPr>
          <a:xfrm>
            <a:off x="2169042" y="18227"/>
            <a:ext cx="4572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bg1"/>
                </a:solidFill>
              </a:rPr>
              <a:t>Extending AMA’s Value</a:t>
            </a:r>
            <a:br>
              <a:rPr lang="en-US" sz="2400" kern="0" dirty="0">
                <a:solidFill>
                  <a:schemeClr val="bg1"/>
                </a:solidFill>
              </a:rPr>
            </a:br>
            <a:r>
              <a:rPr lang="en-US" sz="1800" kern="0" dirty="0">
                <a:solidFill>
                  <a:schemeClr val="accent4"/>
                </a:solidFill>
              </a:rPr>
              <a:t>Needs of the Patients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Content Placeholder 2">
            <a:extLst>
              <a:ext uri="{FF2B5EF4-FFF2-40B4-BE49-F238E27FC236}">
                <a16:creationId xmlns:a16="http://schemas.microsoft.com/office/drawing/2014/main" id="{8A307BC8-2C1E-9341-AFBF-E7A9E57739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To improve diagnostic capabilities in a cost-effective manner.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To improve clinical processes. 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To provide consistent levels of quality.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To move beyond service, where they can deliver a positive  experience. 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To be able to reliably measure value for their patients, for themselves as individual practitioners , and for their practices.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A29631A-7D22-A44D-A4AD-8B243B4297AE}"/>
              </a:ext>
            </a:extLst>
          </p:cNvPr>
          <p:cNvSpPr/>
          <p:nvPr/>
        </p:nvSpPr>
        <p:spPr>
          <a:xfrm>
            <a:off x="2169042" y="18227"/>
            <a:ext cx="4572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bg1"/>
                </a:solidFill>
              </a:rPr>
              <a:t>Extending AMA’s Value</a:t>
            </a:r>
            <a:br>
              <a:rPr lang="en-US" sz="2400" kern="0" dirty="0">
                <a:solidFill>
                  <a:schemeClr val="bg1"/>
                </a:solidFill>
              </a:rPr>
            </a:br>
            <a:r>
              <a:rPr lang="en-US" sz="1800" kern="0" dirty="0">
                <a:solidFill>
                  <a:schemeClr val="accent4"/>
                </a:solidFill>
              </a:rPr>
              <a:t>Needs of the Practitioners)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Content Placeholder 2">
            <a:extLst>
              <a:ext uri="{FF2B5EF4-FFF2-40B4-BE49-F238E27FC236}">
                <a16:creationId xmlns:a16="http://schemas.microsoft.com/office/drawing/2014/main" id="{CD875556-DFDB-634B-88CE-43171BF0E5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3416" y="1066800"/>
            <a:ext cx="8657167" cy="5178103"/>
          </a:xfrm>
        </p:spPr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To get pharmaceutical and device manufacturers, insurers, and healthcare suppliers to become aligned, unified and collaboratively focused on a consistent set of outcomes.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To increase collaboration NOT competition.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To understand how to identify, measure and deliver value throughout the healthcare value network.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To move towards a shared revenue model where everyone can still win, but not at the expense of others (esp. the patients &amp; the public).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90A98E-0FC8-E84E-BECA-52DD72CC13CD}"/>
              </a:ext>
            </a:extLst>
          </p:cNvPr>
          <p:cNvSpPr/>
          <p:nvPr/>
        </p:nvSpPr>
        <p:spPr>
          <a:xfrm>
            <a:off x="2169042" y="18227"/>
            <a:ext cx="4572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bg1"/>
                </a:solidFill>
              </a:rPr>
              <a:t>Extending AMA’s Value</a:t>
            </a:r>
            <a:br>
              <a:rPr lang="en-US" sz="2400" kern="0" dirty="0">
                <a:solidFill>
                  <a:schemeClr val="bg1"/>
                </a:solidFill>
              </a:rPr>
            </a:br>
            <a:r>
              <a:rPr lang="en-US" sz="1800" kern="0" dirty="0">
                <a:solidFill>
                  <a:schemeClr val="accent4"/>
                </a:solidFill>
              </a:rPr>
              <a:t>Needs of the Providers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Content Placeholder 2">
            <a:extLst>
              <a:ext uri="{FF2B5EF4-FFF2-40B4-BE49-F238E27FC236}">
                <a16:creationId xmlns:a16="http://schemas.microsoft.com/office/drawing/2014/main" id="{96EB72D9-A1E6-EC4D-9408-55B9F1F014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Innovate current business model to address the needs of the patients, practitioners, and the providers (3Ps).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Use a disciplined process to capture and assess the needs of the 3Ps in a quantifiable manner.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Provide a centralized repository of unbiased needs of the 3Ps to identify opportunities for measuring &amp; creating value in US healthcare.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License the repository information to the 3Ps to build a self-sustaining model for improving value delivery in healthcare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Guide (and possibly drive) innovation in healthcare to create new value, while reducing the overall costs for the 3Ps.</a:t>
            </a:r>
          </a:p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C1700A-54FB-CF46-84C2-AF19ABF6175B}"/>
              </a:ext>
            </a:extLst>
          </p:cNvPr>
          <p:cNvSpPr/>
          <p:nvPr/>
        </p:nvSpPr>
        <p:spPr>
          <a:xfrm>
            <a:off x="2169042" y="18227"/>
            <a:ext cx="4572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bg1"/>
                </a:solidFill>
              </a:rPr>
              <a:t>Extending AMA’s Value</a:t>
            </a:r>
            <a:br>
              <a:rPr lang="en-US" sz="2400" kern="0" dirty="0">
                <a:solidFill>
                  <a:schemeClr val="bg1"/>
                </a:solidFill>
              </a:rPr>
            </a:br>
            <a:r>
              <a:rPr lang="en-US" sz="1800" kern="0" dirty="0">
                <a:solidFill>
                  <a:schemeClr val="accent4"/>
                </a:solidFill>
              </a:rPr>
              <a:t>AMA’s Opportunity to enable Value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934BE48A-8E07-E94A-AB61-3877C00BAD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Defining &amp; delivering the prescription for healthcare reform should come from within healthcare (not the government).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Creating a vision for a new healthcare system by forming a collaborative model with healthcare advocacy organizations, institutions, providers and practitioners.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Providing the practitioners with a consistent set of benchmarks for measuring the value they deliver to patients.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Driving open innovation among providers to create a more efficient process for guiding and creating value.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Working collaboratively with the government to guide more efficient and effective funding that drives healthcare reform.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3603CA-A29A-BC4E-B572-84BA8504780D}"/>
              </a:ext>
            </a:extLst>
          </p:cNvPr>
          <p:cNvSpPr/>
          <p:nvPr/>
        </p:nvSpPr>
        <p:spPr>
          <a:xfrm>
            <a:off x="2169042" y="18227"/>
            <a:ext cx="4572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bg1"/>
                </a:solidFill>
              </a:rPr>
              <a:t>Extending AMA’s Value</a:t>
            </a:r>
            <a:br>
              <a:rPr lang="en-US" sz="2400" kern="0" dirty="0">
                <a:solidFill>
                  <a:schemeClr val="bg1"/>
                </a:solidFill>
              </a:rPr>
            </a:br>
            <a:r>
              <a:rPr lang="en-US" sz="1800" kern="0" dirty="0">
                <a:solidFill>
                  <a:schemeClr val="accent4"/>
                </a:solidFill>
              </a:rPr>
              <a:t>AMA at the forefront of Healthcare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Content Placeholder 2">
            <a:extLst>
              <a:ext uri="{FF2B5EF4-FFF2-40B4-BE49-F238E27FC236}">
                <a16:creationId xmlns:a16="http://schemas.microsoft.com/office/drawing/2014/main" id="{5BF26742-8E6B-674B-AD93-3D7544A70F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>
                <a:ea typeface="ＭＳ Ｐゴシック" panose="020B0600070205080204" pitchFamily="34" charset="-128"/>
              </a:rPr>
              <a:t>Establish a program focused on mapping the Jobs &amp; Outcomes across the healthcare domain.</a:t>
            </a:r>
          </a:p>
          <a:p>
            <a:r>
              <a:rPr lang="en-US" altLang="en-US" sz="2400">
                <a:ea typeface="ＭＳ Ｐゴシック" panose="020B0600070205080204" pitchFamily="34" charset="-128"/>
              </a:rPr>
              <a:t>Build a portfolio of unmet needs (opportunities) for improving value delivery to patients and practitioners.</a:t>
            </a:r>
          </a:p>
          <a:p>
            <a:r>
              <a:rPr lang="en-US" altLang="en-US" sz="2400">
                <a:ea typeface="ＭＳ Ｐゴシック" panose="020B0600070205080204" pitchFamily="34" charset="-128"/>
              </a:rPr>
              <a:t>Establish a prioritization model to direct resources in an efficient manner.</a:t>
            </a:r>
          </a:p>
          <a:p>
            <a:r>
              <a:rPr lang="en-US" altLang="en-US" sz="2400">
                <a:ea typeface="ＭＳ Ｐゴシック" panose="020B0600070205080204" pitchFamily="34" charset="-128"/>
              </a:rPr>
              <a:t>Create an open innovation framework using the opportunities to generate ideas that can address the most important (prioritized) unmet needs. </a:t>
            </a:r>
          </a:p>
          <a:p>
            <a:r>
              <a:rPr lang="en-US" altLang="en-US" sz="2400">
                <a:ea typeface="ＭＳ Ｐゴシック" panose="020B0600070205080204" pitchFamily="34" charset="-128"/>
              </a:rPr>
              <a:t>Establish a shared revenue model as part of a collaborative to address unmet needs.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622178C-800A-F747-8E89-F8102FB7A2FE}"/>
              </a:ext>
            </a:extLst>
          </p:cNvPr>
          <p:cNvSpPr/>
          <p:nvPr/>
        </p:nvSpPr>
        <p:spPr>
          <a:xfrm>
            <a:off x="1780124" y="23336"/>
            <a:ext cx="556260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bg1"/>
                </a:solidFill>
              </a:rPr>
              <a:t>Extending AMA’s Value</a:t>
            </a:r>
            <a:br>
              <a:rPr lang="en-US" sz="2400" kern="0" dirty="0">
                <a:solidFill>
                  <a:schemeClr val="bg1"/>
                </a:solidFill>
              </a:rPr>
            </a:br>
            <a:r>
              <a:rPr lang="en-US" sz="1800" kern="0" dirty="0">
                <a:solidFill>
                  <a:schemeClr val="accent4"/>
                </a:solidFill>
              </a:rPr>
              <a:t>Moving from Assumptions to Implementation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lowchart: Process 8">
            <a:extLst>
              <a:ext uri="{FF2B5EF4-FFF2-40B4-BE49-F238E27FC236}">
                <a16:creationId xmlns:a16="http://schemas.microsoft.com/office/drawing/2014/main" id="{0B832E91-0347-744C-8A39-9C5AAC83D4C4}"/>
              </a:ext>
            </a:extLst>
          </p:cNvPr>
          <p:cNvSpPr/>
          <p:nvPr/>
        </p:nvSpPr>
        <p:spPr>
          <a:xfrm>
            <a:off x="1981200" y="2971800"/>
            <a:ext cx="4876800" cy="2514600"/>
          </a:xfrm>
          <a:prstGeom prst="flowChartProcess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buNone/>
              <a:defRPr/>
            </a:pPr>
            <a:r>
              <a:rPr lang="en-US" sz="1600" b="1" dirty="0">
                <a:solidFill>
                  <a:schemeClr val="tx1"/>
                </a:solidFill>
              </a:rPr>
              <a:t>Federated Portfolio of  Jobs &amp; Outcomes</a:t>
            </a:r>
          </a:p>
        </p:txBody>
      </p:sp>
      <p:sp>
        <p:nvSpPr>
          <p:cNvPr id="5" name="Flowchart: Magnetic Disk 4">
            <a:extLst>
              <a:ext uri="{FF2B5EF4-FFF2-40B4-BE49-F238E27FC236}">
                <a16:creationId xmlns:a16="http://schemas.microsoft.com/office/drawing/2014/main" id="{F2E5696D-51FB-F54F-AC39-CF3FF9BFB615}"/>
              </a:ext>
            </a:extLst>
          </p:cNvPr>
          <p:cNvSpPr/>
          <p:nvPr/>
        </p:nvSpPr>
        <p:spPr>
          <a:xfrm>
            <a:off x="4724400" y="3810000"/>
            <a:ext cx="1295400" cy="609600"/>
          </a:xfrm>
          <a:prstGeom prst="flowChartMagneticDisk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b="1" dirty="0"/>
          </a:p>
        </p:txBody>
      </p:sp>
      <p:sp>
        <p:nvSpPr>
          <p:cNvPr id="6" name="Flowchart: Magnetic Disk 5">
            <a:extLst>
              <a:ext uri="{FF2B5EF4-FFF2-40B4-BE49-F238E27FC236}">
                <a16:creationId xmlns:a16="http://schemas.microsoft.com/office/drawing/2014/main" id="{459C71C9-2918-CC44-82DA-4F0217BE694D}"/>
              </a:ext>
            </a:extLst>
          </p:cNvPr>
          <p:cNvSpPr/>
          <p:nvPr/>
        </p:nvSpPr>
        <p:spPr>
          <a:xfrm>
            <a:off x="4876800" y="3962400"/>
            <a:ext cx="1295400" cy="609600"/>
          </a:xfrm>
          <a:prstGeom prst="flowChartMagneticDisk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  <a:defRPr/>
            </a:pPr>
            <a:endParaRPr lang="en-US" b="1" dirty="0"/>
          </a:p>
        </p:txBody>
      </p:sp>
      <p:sp>
        <p:nvSpPr>
          <p:cNvPr id="7" name="Flowchart: Magnetic Disk 6">
            <a:extLst>
              <a:ext uri="{FF2B5EF4-FFF2-40B4-BE49-F238E27FC236}">
                <a16:creationId xmlns:a16="http://schemas.microsoft.com/office/drawing/2014/main" id="{A01DB158-724E-5746-811E-0D76F648E4E4}"/>
              </a:ext>
            </a:extLst>
          </p:cNvPr>
          <p:cNvSpPr/>
          <p:nvPr/>
        </p:nvSpPr>
        <p:spPr>
          <a:xfrm>
            <a:off x="5029200" y="4114800"/>
            <a:ext cx="1295400" cy="609600"/>
          </a:xfrm>
          <a:prstGeom prst="flowChartMagneticDisk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  <a:defRPr/>
            </a:pPr>
            <a:r>
              <a:rPr lang="en-US" b="1" dirty="0"/>
              <a:t>Outcomes</a:t>
            </a:r>
          </a:p>
        </p:txBody>
      </p:sp>
      <p:sp>
        <p:nvSpPr>
          <p:cNvPr id="8" name="Flowchart: Magnetic Disk 7">
            <a:extLst>
              <a:ext uri="{FF2B5EF4-FFF2-40B4-BE49-F238E27FC236}">
                <a16:creationId xmlns:a16="http://schemas.microsoft.com/office/drawing/2014/main" id="{4C7BC507-D485-BD4E-B690-9FC6E5A2AE02}"/>
              </a:ext>
            </a:extLst>
          </p:cNvPr>
          <p:cNvSpPr/>
          <p:nvPr/>
        </p:nvSpPr>
        <p:spPr>
          <a:xfrm>
            <a:off x="2819400" y="3962400"/>
            <a:ext cx="990600" cy="609600"/>
          </a:xfrm>
          <a:prstGeom prst="flowChartMagneticDisk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  <a:defRPr/>
            </a:pPr>
            <a:r>
              <a:rPr lang="en-US" b="1" dirty="0"/>
              <a:t>Jobs</a:t>
            </a:r>
          </a:p>
        </p:txBody>
      </p:sp>
      <p:sp>
        <p:nvSpPr>
          <p:cNvPr id="10" name="Flowchart: Process 9">
            <a:extLst>
              <a:ext uri="{FF2B5EF4-FFF2-40B4-BE49-F238E27FC236}">
                <a16:creationId xmlns:a16="http://schemas.microsoft.com/office/drawing/2014/main" id="{5397B47B-F88E-6E40-9343-9466F686F48F}"/>
              </a:ext>
            </a:extLst>
          </p:cNvPr>
          <p:cNvSpPr/>
          <p:nvPr/>
        </p:nvSpPr>
        <p:spPr>
          <a:xfrm>
            <a:off x="609600" y="1371600"/>
            <a:ext cx="7848600" cy="1066800"/>
          </a:xfrm>
          <a:prstGeom prst="flowChartProcess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buNone/>
              <a:defRPr/>
            </a:pPr>
            <a:r>
              <a:rPr lang="en-US" sz="1800" b="1" dirty="0">
                <a:solidFill>
                  <a:schemeClr val="tx1"/>
                </a:solidFill>
              </a:rPr>
              <a:t>Healthcare Domains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CDE5910D-F374-AE46-AB62-7DC7CB0796A4}"/>
              </a:ext>
            </a:extLst>
          </p:cNvPr>
          <p:cNvSpPr/>
          <p:nvPr/>
        </p:nvSpPr>
        <p:spPr>
          <a:xfrm>
            <a:off x="1524000" y="1752600"/>
            <a:ext cx="1295400" cy="5334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  <a:defRPr/>
            </a:pPr>
            <a:r>
              <a:rPr lang="en-US" sz="1400" b="1" dirty="0"/>
              <a:t>Prevention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7170901-84DD-5248-8963-9716C385953A}"/>
              </a:ext>
            </a:extLst>
          </p:cNvPr>
          <p:cNvSpPr/>
          <p:nvPr/>
        </p:nvSpPr>
        <p:spPr>
          <a:xfrm>
            <a:off x="2971800" y="1752600"/>
            <a:ext cx="1371600" cy="5334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  <a:defRPr/>
            </a:pPr>
            <a:r>
              <a:rPr lang="en-US" sz="1400" b="1" dirty="0"/>
              <a:t>Diagnostics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0ACDD1B5-DB6B-D444-AD61-B79C4651FD4F}"/>
              </a:ext>
            </a:extLst>
          </p:cNvPr>
          <p:cNvSpPr/>
          <p:nvPr/>
        </p:nvSpPr>
        <p:spPr>
          <a:xfrm>
            <a:off x="4495800" y="1752600"/>
            <a:ext cx="1295400" cy="5334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  <a:defRPr/>
            </a:pPr>
            <a:r>
              <a:rPr lang="en-US" sz="1400" b="1" dirty="0"/>
              <a:t>Treatment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5C61A370-CC6E-364C-8862-E564ED53BCEE}"/>
              </a:ext>
            </a:extLst>
          </p:cNvPr>
          <p:cNvSpPr/>
          <p:nvPr/>
        </p:nvSpPr>
        <p:spPr>
          <a:xfrm>
            <a:off x="5943600" y="1752600"/>
            <a:ext cx="1524000" cy="5334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  <a:defRPr/>
            </a:pPr>
            <a:r>
              <a:rPr lang="en-US" sz="1400" b="1" dirty="0"/>
              <a:t>Maintenance</a:t>
            </a:r>
          </a:p>
        </p:txBody>
      </p:sp>
      <p:sp>
        <p:nvSpPr>
          <p:cNvPr id="20" name="Down Arrow 19">
            <a:extLst>
              <a:ext uri="{FF2B5EF4-FFF2-40B4-BE49-F238E27FC236}">
                <a16:creationId xmlns:a16="http://schemas.microsoft.com/office/drawing/2014/main" id="{328FC0E2-0C6D-4A44-9743-143F03DBCE99}"/>
              </a:ext>
            </a:extLst>
          </p:cNvPr>
          <p:cNvSpPr/>
          <p:nvPr/>
        </p:nvSpPr>
        <p:spPr>
          <a:xfrm>
            <a:off x="4191000" y="2514600"/>
            <a:ext cx="457200" cy="381000"/>
          </a:xfrm>
          <a:prstGeom prst="down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21" name="Down Arrow 20">
            <a:extLst>
              <a:ext uri="{FF2B5EF4-FFF2-40B4-BE49-F238E27FC236}">
                <a16:creationId xmlns:a16="http://schemas.microsoft.com/office/drawing/2014/main" id="{595B7AEB-F609-EB47-9B66-195A6D248F5A}"/>
              </a:ext>
            </a:extLst>
          </p:cNvPr>
          <p:cNvSpPr/>
          <p:nvPr/>
        </p:nvSpPr>
        <p:spPr>
          <a:xfrm rot="16200000">
            <a:off x="4076700" y="4000500"/>
            <a:ext cx="457200" cy="381000"/>
          </a:xfrm>
          <a:prstGeom prst="down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  <a:defRPr/>
            </a:pPr>
            <a:endParaRPr lang="en-US" dirty="0"/>
          </a:p>
        </p:txBody>
      </p:sp>
      <p:sp>
        <p:nvSpPr>
          <p:cNvPr id="22543" name="TextBox 22">
            <a:extLst>
              <a:ext uri="{FF2B5EF4-FFF2-40B4-BE49-F238E27FC236}">
                <a16:creationId xmlns:a16="http://schemas.microsoft.com/office/drawing/2014/main" id="{63372BCF-1E8A-504D-9C05-3D0D88AE43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3276600"/>
            <a:ext cx="25908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b="1"/>
              <a:t>(Patients &amp; Practitioners)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B07DA92-0459-D34C-963C-3D9A908CF019}"/>
              </a:ext>
            </a:extLst>
          </p:cNvPr>
          <p:cNvSpPr txBox="1"/>
          <p:nvPr/>
        </p:nvSpPr>
        <p:spPr>
          <a:xfrm>
            <a:off x="838200" y="5715000"/>
            <a:ext cx="6934200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400" b="1" i="1" dirty="0">
                <a:solidFill>
                  <a:schemeClr val="accent2">
                    <a:lumMod val="75000"/>
                  </a:schemeClr>
                </a:solidFill>
                <a:latin typeface="Arial" charset="0"/>
                <a:cs typeface="Arial" charset="0"/>
              </a:rPr>
              <a:t>Value is measured through Outcomes =&gt; Outcomes are used to enable value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BB9003C-1BF6-8241-87B2-9B08008096C9}"/>
              </a:ext>
            </a:extLst>
          </p:cNvPr>
          <p:cNvSpPr/>
          <p:nvPr/>
        </p:nvSpPr>
        <p:spPr>
          <a:xfrm>
            <a:off x="1963479" y="0"/>
            <a:ext cx="5369442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bg1"/>
                </a:solidFill>
              </a:rPr>
              <a:t>Extending AMA’s Value</a:t>
            </a:r>
            <a:br>
              <a:rPr lang="en-US" sz="2400" kern="0" dirty="0">
                <a:solidFill>
                  <a:schemeClr val="bg1"/>
                </a:solidFill>
              </a:rPr>
            </a:br>
            <a:r>
              <a:rPr lang="en-US" sz="1800" kern="0" dirty="0">
                <a:solidFill>
                  <a:schemeClr val="accent4"/>
                </a:solidFill>
              </a:rPr>
              <a:t>Value Measurement Platform for Healthcare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82EB29C4-EBA0-7147-88D8-24C3C856B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Build a portfolio of jobs &amp; outcomes: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For measuring value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For capturing customer* needs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For guiding innovation</a:t>
            </a:r>
          </a:p>
          <a:p>
            <a:pPr lvl="1"/>
            <a:endParaRPr lang="en-US" altLang="en-US" dirty="0">
              <a:ea typeface="ＭＳ Ｐゴシック" panose="020B0600070205080204" pitchFamily="34" charset="-128"/>
            </a:endParaRPr>
          </a:p>
          <a:p>
            <a:pPr lvl="1">
              <a:buFont typeface="Arial" panose="020B0604020202020204" pitchFamily="34" charset="0"/>
              <a:buNone/>
            </a:pPr>
            <a:r>
              <a:rPr lang="en-US" altLang="en-US" dirty="0">
                <a:ea typeface="ＭＳ Ｐゴシック" panose="020B0600070205080204" pitchFamily="34" charset="-128"/>
              </a:rPr>
              <a:t>* The focus is on Patients and Practitioners in the Healthcare Value Network</a:t>
            </a:r>
          </a:p>
          <a:p>
            <a:pPr lvl="1"/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3E37148-A0A7-404A-B943-8ECD6304FE51}"/>
              </a:ext>
            </a:extLst>
          </p:cNvPr>
          <p:cNvSpPr/>
          <p:nvPr/>
        </p:nvSpPr>
        <p:spPr>
          <a:xfrm>
            <a:off x="2169042" y="18227"/>
            <a:ext cx="4572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bg1"/>
                </a:solidFill>
              </a:rPr>
              <a:t>Extending AMA’s Value</a:t>
            </a:r>
            <a:br>
              <a:rPr lang="en-US" sz="2400" kern="0" dirty="0">
                <a:solidFill>
                  <a:schemeClr val="bg1"/>
                </a:solidFill>
              </a:rPr>
            </a:br>
            <a:r>
              <a:rPr lang="en-US" sz="1800" kern="0" dirty="0">
                <a:solidFill>
                  <a:schemeClr val="accent4"/>
                </a:solidFill>
              </a:rPr>
              <a:t>Measuring Value for Healthcare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lowchart: Process 18">
            <a:extLst>
              <a:ext uri="{FF2B5EF4-FFF2-40B4-BE49-F238E27FC236}">
                <a16:creationId xmlns:a16="http://schemas.microsoft.com/office/drawing/2014/main" id="{AEFB6F2D-4CC7-FF41-83B4-551771D147DC}"/>
              </a:ext>
            </a:extLst>
          </p:cNvPr>
          <p:cNvSpPr/>
          <p:nvPr/>
        </p:nvSpPr>
        <p:spPr>
          <a:xfrm>
            <a:off x="381000" y="1524000"/>
            <a:ext cx="8382000" cy="4038600"/>
          </a:xfrm>
          <a:prstGeom prst="flowChartProcess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buNone/>
              <a:defRPr/>
            </a:pPr>
            <a:r>
              <a:rPr lang="en-US" sz="2000" b="1" dirty="0">
                <a:solidFill>
                  <a:schemeClr val="tx1"/>
                </a:solidFill>
              </a:rPr>
              <a:t>Healthcare Value Platform</a:t>
            </a:r>
          </a:p>
        </p:txBody>
      </p:sp>
      <p:sp>
        <p:nvSpPr>
          <p:cNvPr id="22" name="Flowchart: Magnetic Disk 21">
            <a:extLst>
              <a:ext uri="{FF2B5EF4-FFF2-40B4-BE49-F238E27FC236}">
                <a16:creationId xmlns:a16="http://schemas.microsoft.com/office/drawing/2014/main" id="{9524DBB4-5FE8-874A-A869-9527FFFE2382}"/>
              </a:ext>
            </a:extLst>
          </p:cNvPr>
          <p:cNvSpPr/>
          <p:nvPr/>
        </p:nvSpPr>
        <p:spPr>
          <a:xfrm>
            <a:off x="609600" y="2514600"/>
            <a:ext cx="1295400" cy="609600"/>
          </a:xfrm>
          <a:prstGeom prst="flowChartMagneticDisk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  <a:defRPr/>
            </a:pPr>
            <a:endParaRPr lang="en-US" b="1" dirty="0"/>
          </a:p>
        </p:txBody>
      </p:sp>
      <p:sp>
        <p:nvSpPr>
          <p:cNvPr id="24" name="Flowchart: Magnetic Disk 23">
            <a:extLst>
              <a:ext uri="{FF2B5EF4-FFF2-40B4-BE49-F238E27FC236}">
                <a16:creationId xmlns:a16="http://schemas.microsoft.com/office/drawing/2014/main" id="{80DB1B65-E7B8-614D-8FAC-607A343FED54}"/>
              </a:ext>
            </a:extLst>
          </p:cNvPr>
          <p:cNvSpPr/>
          <p:nvPr/>
        </p:nvSpPr>
        <p:spPr>
          <a:xfrm>
            <a:off x="762000" y="2667000"/>
            <a:ext cx="1295400" cy="609600"/>
          </a:xfrm>
          <a:prstGeom prst="flowChartMagneticDisk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  <a:defRPr/>
            </a:pPr>
            <a:endParaRPr lang="en-US" b="1" dirty="0"/>
          </a:p>
        </p:txBody>
      </p:sp>
      <p:sp>
        <p:nvSpPr>
          <p:cNvPr id="26" name="Flowchart: Magnetic Disk 25">
            <a:extLst>
              <a:ext uri="{FF2B5EF4-FFF2-40B4-BE49-F238E27FC236}">
                <a16:creationId xmlns:a16="http://schemas.microsoft.com/office/drawing/2014/main" id="{1525D927-9C78-724A-98AD-567148B9E54A}"/>
              </a:ext>
            </a:extLst>
          </p:cNvPr>
          <p:cNvSpPr/>
          <p:nvPr/>
        </p:nvSpPr>
        <p:spPr>
          <a:xfrm>
            <a:off x="914400" y="2819400"/>
            <a:ext cx="1295400" cy="609600"/>
          </a:xfrm>
          <a:prstGeom prst="flowChartMagneticDisk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  <a:defRPr/>
            </a:pPr>
            <a:r>
              <a:rPr lang="en-US" b="1" dirty="0"/>
              <a:t>Outcomes</a:t>
            </a:r>
          </a:p>
        </p:txBody>
      </p:sp>
      <p:sp>
        <p:nvSpPr>
          <p:cNvPr id="28" name="Down Arrow 27">
            <a:extLst>
              <a:ext uri="{FF2B5EF4-FFF2-40B4-BE49-F238E27FC236}">
                <a16:creationId xmlns:a16="http://schemas.microsoft.com/office/drawing/2014/main" id="{C6B1A080-5F01-2E40-A662-0289D6CE7F47}"/>
              </a:ext>
            </a:extLst>
          </p:cNvPr>
          <p:cNvSpPr/>
          <p:nvPr/>
        </p:nvSpPr>
        <p:spPr>
          <a:xfrm rot="16200000">
            <a:off x="2324100" y="3390900"/>
            <a:ext cx="457200" cy="381000"/>
          </a:xfrm>
          <a:prstGeom prst="down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graphicFrame>
        <p:nvGraphicFramePr>
          <p:cNvPr id="32" name="Diagram 31">
            <a:extLst>
              <a:ext uri="{FF2B5EF4-FFF2-40B4-BE49-F238E27FC236}">
                <a16:creationId xmlns:a16="http://schemas.microsoft.com/office/drawing/2014/main" id="{FC4C30ED-AAC3-E049-A997-9562599E496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95894705"/>
              </p:ext>
            </p:extLst>
          </p:nvPr>
        </p:nvGraphicFramePr>
        <p:xfrm>
          <a:off x="1981200" y="1600200"/>
          <a:ext cx="3429000" cy="3784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3" name="Flowchart: Magnetic Disk 32">
            <a:extLst>
              <a:ext uri="{FF2B5EF4-FFF2-40B4-BE49-F238E27FC236}">
                <a16:creationId xmlns:a16="http://schemas.microsoft.com/office/drawing/2014/main" id="{AD283BA7-381A-6F47-94FC-8BB048C790FE}"/>
              </a:ext>
            </a:extLst>
          </p:cNvPr>
          <p:cNvSpPr/>
          <p:nvPr/>
        </p:nvSpPr>
        <p:spPr>
          <a:xfrm>
            <a:off x="914400" y="3810000"/>
            <a:ext cx="1295400" cy="838200"/>
          </a:xfrm>
          <a:prstGeom prst="flowChartMagneticDisk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  <a:defRPr/>
            </a:pPr>
            <a:r>
              <a:rPr lang="en-US" b="1" dirty="0"/>
              <a:t>Compliance</a:t>
            </a:r>
          </a:p>
          <a:p>
            <a:pPr algn="ctr">
              <a:buNone/>
              <a:defRPr/>
            </a:pPr>
            <a:r>
              <a:rPr lang="en-US" b="1" dirty="0"/>
              <a:t>Rules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7F85559-45EA-0547-8406-8B3C69C1F6FA}"/>
              </a:ext>
            </a:extLst>
          </p:cNvPr>
          <p:cNvSpPr txBox="1"/>
          <p:nvPr/>
        </p:nvSpPr>
        <p:spPr>
          <a:xfrm>
            <a:off x="838200" y="5715000"/>
            <a:ext cx="6934200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400" b="1" i="1" dirty="0">
                <a:solidFill>
                  <a:schemeClr val="accent2">
                    <a:lumMod val="75000"/>
                  </a:schemeClr>
                </a:solidFill>
                <a:latin typeface="Arial" charset="0"/>
                <a:cs typeface="Arial" charset="0"/>
              </a:rPr>
              <a:t>Efficient value delivery for transforming healthcare and driving value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FE29677-0ACF-AA43-9F9A-2B9D580F207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58181" y="2588137"/>
            <a:ext cx="3876220" cy="168486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3DC4206-1877-3F45-BE95-A5E2CEAE80CC}"/>
              </a:ext>
            </a:extLst>
          </p:cNvPr>
          <p:cNvSpPr/>
          <p:nvPr/>
        </p:nvSpPr>
        <p:spPr>
          <a:xfrm>
            <a:off x="2169042" y="18227"/>
            <a:ext cx="4572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bg1"/>
                </a:solidFill>
              </a:rPr>
              <a:t>Extending AMA’s Value</a:t>
            </a:r>
            <a:br>
              <a:rPr lang="en-US" sz="2400" kern="0" dirty="0">
                <a:solidFill>
                  <a:schemeClr val="bg1"/>
                </a:solidFill>
              </a:rPr>
            </a:br>
            <a:r>
              <a:rPr lang="en-US" sz="1800" kern="0" dirty="0">
                <a:solidFill>
                  <a:schemeClr val="accent4"/>
                </a:solidFill>
              </a:rPr>
              <a:t>Enabling Value for Healthcare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Content Placeholder 2">
            <a:extLst>
              <a:ext uri="{FF2B5EF4-FFF2-40B4-BE49-F238E27FC236}">
                <a16:creationId xmlns:a16="http://schemas.microsoft.com/office/drawing/2014/main" id="{FDECDA77-2F45-524C-9E95-C6F435F4E6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800">
                <a:ea typeface="ＭＳ Ｐゴシック" panose="020B0600070205080204" pitchFamily="34" charset="-128"/>
              </a:rPr>
              <a:t>Build an innovation portfolio to drive value by:</a:t>
            </a:r>
          </a:p>
          <a:p>
            <a:pPr lvl="1"/>
            <a:r>
              <a:rPr lang="en-US" altLang="en-US" sz="2400">
                <a:ea typeface="ＭＳ Ｐゴシック" panose="020B0600070205080204" pitchFamily="34" charset="-128"/>
              </a:rPr>
              <a:t>Creating a portfolio of outcomes that can be used by the 3 Ps to measure value.</a:t>
            </a:r>
          </a:p>
          <a:p>
            <a:pPr lvl="1"/>
            <a:r>
              <a:rPr lang="en-US" altLang="en-US" sz="2400">
                <a:ea typeface="ＭＳ Ｐゴシック" panose="020B0600070205080204" pitchFamily="34" charset="-128"/>
              </a:rPr>
              <a:t>Creating a portfolio of opportunities (IP)*.</a:t>
            </a:r>
          </a:p>
          <a:p>
            <a:pPr lvl="1"/>
            <a:r>
              <a:rPr lang="en-US" altLang="en-US" sz="2400">
                <a:ea typeface="ＭＳ Ｐゴシック" panose="020B0600070205080204" pitchFamily="34" charset="-128"/>
              </a:rPr>
              <a:t>Leveraging open innovation to create a portfolio of ideas to address unmet needs.</a:t>
            </a:r>
          </a:p>
          <a:p>
            <a:pPr lvl="1"/>
            <a:r>
              <a:rPr lang="en-US" altLang="en-US" sz="2400">
                <a:ea typeface="ＭＳ Ｐゴシック" panose="020B0600070205080204" pitchFamily="34" charset="-128"/>
              </a:rPr>
              <a:t>Engaging innovators in a collaborative effort to create new products and services to solve the most important needs in healthcare.</a:t>
            </a:r>
          </a:p>
          <a:p>
            <a:pPr lvl="1"/>
            <a:r>
              <a:rPr lang="en-US" altLang="en-US" sz="2400">
                <a:ea typeface="ＭＳ Ｐゴシック" panose="020B0600070205080204" pitchFamily="34" charset="-128"/>
              </a:rPr>
              <a:t>Aligning sustainable value delivery within a system of healthcare.</a:t>
            </a:r>
            <a:endParaRPr lang="en-US" altLang="en-US">
              <a:ea typeface="ＭＳ Ｐゴシック" panose="020B0600070205080204" pitchFamily="34" charset="-128"/>
            </a:endParaRPr>
          </a:p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6B3D6F-3B79-8744-B11C-760FC50D8BAA}"/>
              </a:ext>
            </a:extLst>
          </p:cNvPr>
          <p:cNvSpPr/>
          <p:nvPr/>
        </p:nvSpPr>
        <p:spPr>
          <a:xfrm>
            <a:off x="2169042" y="18227"/>
            <a:ext cx="4572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bg1"/>
                </a:solidFill>
              </a:rPr>
              <a:t>Extending AMA’s Value</a:t>
            </a:r>
            <a:br>
              <a:rPr lang="en-US" sz="2400" kern="0" dirty="0">
                <a:solidFill>
                  <a:schemeClr val="bg1"/>
                </a:solidFill>
              </a:rPr>
            </a:br>
            <a:r>
              <a:rPr lang="en-US" sz="1800" kern="0" dirty="0">
                <a:solidFill>
                  <a:schemeClr val="accent4"/>
                </a:solidFill>
              </a:rPr>
              <a:t>Enabling Value for Healthcare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Content Placeholder 2">
            <a:extLst>
              <a:ext uri="{FF2B5EF4-FFF2-40B4-BE49-F238E27FC236}">
                <a16:creationId xmlns:a16="http://schemas.microsoft.com/office/drawing/2014/main" id="{7C2D929A-8465-F84B-987A-8C548044A3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Identifying priorities for healthcare upfront can:</a:t>
            </a:r>
          </a:p>
          <a:p>
            <a:pPr lvl="1"/>
            <a:r>
              <a:rPr lang="en-US" altLang="en-US">
                <a:ea typeface="ＭＳ Ｐゴシック" panose="020B0600070205080204" pitchFamily="34" charset="-128"/>
              </a:rPr>
              <a:t>Reduce the risks for investments in new products and services.</a:t>
            </a:r>
          </a:p>
          <a:p>
            <a:pPr lvl="1"/>
            <a:r>
              <a:rPr lang="en-US" altLang="en-US">
                <a:ea typeface="ＭＳ Ｐゴシック" panose="020B0600070205080204" pitchFamily="34" charset="-128"/>
              </a:rPr>
              <a:t>Focus 3</a:t>
            </a:r>
            <a:r>
              <a:rPr lang="en-US" altLang="en-US" baseline="30000">
                <a:ea typeface="ＭＳ Ｐゴシック" panose="020B0600070205080204" pitchFamily="34" charset="-128"/>
              </a:rPr>
              <a:t>rd</a:t>
            </a:r>
            <a:r>
              <a:rPr lang="en-US" altLang="en-US">
                <a:ea typeface="ＭＳ Ｐゴシック" panose="020B0600070205080204" pitchFamily="34" charset="-128"/>
              </a:rPr>
              <a:t> party resources more efficiently.</a:t>
            </a:r>
          </a:p>
          <a:p>
            <a:pPr lvl="1"/>
            <a:r>
              <a:rPr lang="en-US" altLang="en-US">
                <a:ea typeface="ＭＳ Ｐゴシック" panose="020B0600070205080204" pitchFamily="34" charset="-128"/>
              </a:rPr>
              <a:t>Reduce the costs associated with investment planning.</a:t>
            </a:r>
          </a:p>
          <a:p>
            <a:pPr lvl="1"/>
            <a:r>
              <a:rPr lang="en-US" altLang="en-US">
                <a:ea typeface="ＭＳ Ｐゴシック" panose="020B0600070205080204" pitchFamily="34" charset="-128"/>
              </a:rPr>
              <a:t>Reduce the cycle time for new products &amp; services addressing the most important needs in healthcare.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ECE3C2-477C-2D45-AE62-5796A9289875}"/>
              </a:ext>
            </a:extLst>
          </p:cNvPr>
          <p:cNvSpPr/>
          <p:nvPr/>
        </p:nvSpPr>
        <p:spPr>
          <a:xfrm>
            <a:off x="2169042" y="18227"/>
            <a:ext cx="4572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bg1"/>
                </a:solidFill>
              </a:rPr>
              <a:t>Extending AMA’s Value</a:t>
            </a:r>
            <a:br>
              <a:rPr lang="en-US" sz="2400" kern="0" dirty="0">
                <a:solidFill>
                  <a:schemeClr val="bg1"/>
                </a:solidFill>
              </a:rPr>
            </a:br>
            <a:r>
              <a:rPr lang="en-US" sz="1800" kern="0" dirty="0">
                <a:solidFill>
                  <a:schemeClr val="accent4"/>
                </a:solidFill>
              </a:rPr>
              <a:t>Engaging Providers &amp; Innovators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Content Placeholder 2">
            <a:extLst>
              <a:ext uri="{FF2B5EF4-FFF2-40B4-BE49-F238E27FC236}">
                <a16:creationId xmlns:a16="http://schemas.microsoft.com/office/drawing/2014/main" id="{0786E99B-7643-144C-9B25-1C95D5C8B6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Using a managed IP model will:</a:t>
            </a:r>
          </a:p>
          <a:p>
            <a:pPr lvl="1"/>
            <a:r>
              <a:rPr lang="en-US" altLang="en-US">
                <a:ea typeface="ＭＳ Ｐゴシック" panose="020B0600070205080204" pitchFamily="34" charset="-128"/>
              </a:rPr>
              <a:t>Encourage open innovation to leverage mindshare across all disciplines to solve the healthcare needs.</a:t>
            </a:r>
          </a:p>
          <a:p>
            <a:pPr lvl="1"/>
            <a:r>
              <a:rPr lang="en-US" altLang="en-US">
                <a:ea typeface="ＭＳ Ｐゴシック" panose="020B0600070205080204" pitchFamily="34" charset="-128"/>
              </a:rPr>
              <a:t>Promote collaboration instead of competition for new products &amp; services to:</a:t>
            </a:r>
          </a:p>
          <a:p>
            <a:pPr lvl="2"/>
            <a:r>
              <a:rPr lang="en-US" altLang="en-US">
                <a:ea typeface="ＭＳ Ｐゴシック" panose="020B0600070205080204" pitchFamily="34" charset="-128"/>
              </a:rPr>
              <a:t>Bring new efficiencies to research and development.</a:t>
            </a:r>
          </a:p>
          <a:p>
            <a:pPr lvl="2"/>
            <a:r>
              <a:rPr lang="en-US" altLang="en-US">
                <a:ea typeface="ＭＳ Ｐゴシック" panose="020B0600070205080204" pitchFamily="34" charset="-128"/>
              </a:rPr>
              <a:t>Reduce the costs and cycle time.</a:t>
            </a:r>
          </a:p>
          <a:p>
            <a:pPr lvl="2"/>
            <a:r>
              <a:rPr lang="en-US" altLang="en-US">
                <a:ea typeface="ＭＳ Ｐゴシック" panose="020B0600070205080204" pitchFamily="34" charset="-128"/>
              </a:rPr>
              <a:t>Level the intellectual capital (IC) playing field for all providers and innovators.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49294F-4890-B04B-91AA-A3C98BF7A9DB}"/>
              </a:ext>
            </a:extLst>
          </p:cNvPr>
          <p:cNvSpPr/>
          <p:nvPr/>
        </p:nvSpPr>
        <p:spPr>
          <a:xfrm>
            <a:off x="2169042" y="18227"/>
            <a:ext cx="4572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bg1"/>
                </a:solidFill>
              </a:rPr>
              <a:t>Extending AMA’s Value</a:t>
            </a:r>
            <a:br>
              <a:rPr lang="en-US" sz="2400" kern="0" dirty="0">
                <a:solidFill>
                  <a:schemeClr val="bg1"/>
                </a:solidFill>
              </a:rPr>
            </a:br>
            <a:r>
              <a:rPr lang="en-US" sz="1800" kern="0" dirty="0">
                <a:solidFill>
                  <a:schemeClr val="accent4"/>
                </a:solidFill>
              </a:rPr>
              <a:t>Engaging Providers &amp; Innovators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Content Placeholder 2">
            <a:extLst>
              <a:ext uri="{FF2B5EF4-FFF2-40B4-BE49-F238E27FC236}">
                <a16:creationId xmlns:a16="http://schemas.microsoft.com/office/drawing/2014/main" id="{800C65DB-483F-0D46-B3EF-C88A6308C4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Using a repository of outcomes will:</a:t>
            </a:r>
          </a:p>
          <a:p>
            <a:pPr lvl="1"/>
            <a:r>
              <a:rPr lang="en-US" altLang="en-US">
                <a:ea typeface="ＭＳ Ｐゴシック" panose="020B0600070205080204" pitchFamily="34" charset="-128"/>
              </a:rPr>
              <a:t>Provide practitioners with a consistent set of metrics for measuring value with precision:</a:t>
            </a:r>
          </a:p>
          <a:p>
            <a:pPr lvl="2"/>
            <a:r>
              <a:rPr lang="en-US" altLang="en-US">
                <a:ea typeface="ＭＳ Ｐゴシック" panose="020B0600070205080204" pitchFamily="34" charset="-128"/>
              </a:rPr>
              <a:t>Covering the realm of healthcare locations (hospitals, clinics, alternate site, and home)</a:t>
            </a:r>
          </a:p>
          <a:p>
            <a:pPr lvl="2"/>
            <a:r>
              <a:rPr lang="en-US" altLang="en-US">
                <a:ea typeface="ＭＳ Ｐゴシック" panose="020B0600070205080204" pitchFamily="34" charset="-128"/>
              </a:rPr>
              <a:t>Covering the breadth of healthcare practitioners (physicians, nurses, pharmacists, specialists, etc.)</a:t>
            </a:r>
          </a:p>
          <a:p>
            <a:pPr lvl="2"/>
            <a:r>
              <a:rPr lang="en-US" altLang="en-US">
                <a:ea typeface="ＭＳ Ｐゴシック" panose="020B0600070205080204" pitchFamily="34" charset="-128"/>
              </a:rPr>
              <a:t>Covering the flow of patients and the care they receive across the continuum of healthcare</a:t>
            </a:r>
          </a:p>
          <a:p>
            <a:pPr lvl="1"/>
            <a:r>
              <a:rPr lang="en-US" altLang="en-US">
                <a:ea typeface="ＭＳ Ｐゴシック" panose="020B0600070205080204" pitchFamily="34" charset="-128"/>
              </a:rPr>
              <a:t>Provide the AMA with a consistent benchmark for evaluating healthcare products and services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2EE5C6-2EB5-E84F-8869-236E510B908C}"/>
              </a:ext>
            </a:extLst>
          </p:cNvPr>
          <p:cNvSpPr/>
          <p:nvPr/>
        </p:nvSpPr>
        <p:spPr>
          <a:xfrm>
            <a:off x="2169042" y="18227"/>
            <a:ext cx="4572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bg1"/>
                </a:solidFill>
              </a:rPr>
              <a:t>Extending AMA’s Value</a:t>
            </a:r>
            <a:br>
              <a:rPr lang="en-US" sz="2400" kern="0" dirty="0">
                <a:solidFill>
                  <a:schemeClr val="bg1"/>
                </a:solidFill>
              </a:rPr>
            </a:br>
            <a:r>
              <a:rPr lang="en-US" sz="1800" kern="0" dirty="0">
                <a:solidFill>
                  <a:schemeClr val="accent4"/>
                </a:solidFill>
              </a:rPr>
              <a:t>Engaging Practitioners &amp; Patients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Content Placeholder 2">
            <a:extLst>
              <a:ext uri="{FF2B5EF4-FFF2-40B4-BE49-F238E27FC236}">
                <a16:creationId xmlns:a16="http://schemas.microsoft.com/office/drawing/2014/main" id="{DB773782-30D4-6540-9295-220253CA6A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Using a repository of outcomes will:</a:t>
            </a:r>
          </a:p>
          <a:p>
            <a:pPr lvl="1"/>
            <a:r>
              <a:rPr lang="en-US" altLang="en-US">
                <a:ea typeface="ＭＳ Ｐゴシック" panose="020B0600070205080204" pitchFamily="34" charset="-128"/>
              </a:rPr>
              <a:t>Provide patients with a consistent benchmark for selecting products, services, and practitioners to meet their healthcare needs.</a:t>
            </a:r>
          </a:p>
          <a:p>
            <a:pPr lvl="1"/>
            <a:r>
              <a:rPr lang="en-US" altLang="en-US">
                <a:ea typeface="ＭＳ Ｐゴシック" panose="020B0600070205080204" pitchFamily="34" charset="-128"/>
              </a:rPr>
              <a:t>Provide consistent outcomes and quality of care from prevention to support (continuum of care) for all patients.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13ECD9-A3B8-B440-9E41-4F0CCFD32629}"/>
              </a:ext>
            </a:extLst>
          </p:cNvPr>
          <p:cNvSpPr/>
          <p:nvPr/>
        </p:nvSpPr>
        <p:spPr>
          <a:xfrm>
            <a:off x="2169042" y="18227"/>
            <a:ext cx="4572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bg1"/>
                </a:solidFill>
              </a:rPr>
              <a:t>Extending AMA’s Value</a:t>
            </a:r>
            <a:br>
              <a:rPr lang="en-US" sz="2400" kern="0" dirty="0">
                <a:solidFill>
                  <a:schemeClr val="bg1"/>
                </a:solidFill>
              </a:rPr>
            </a:br>
            <a:r>
              <a:rPr lang="en-US" sz="1800" kern="0" dirty="0">
                <a:solidFill>
                  <a:schemeClr val="accent4"/>
                </a:solidFill>
              </a:rPr>
              <a:t>Engaging Practitioners &amp; Patients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Content Placeholder 2">
            <a:extLst>
              <a:ext uri="{FF2B5EF4-FFF2-40B4-BE49-F238E27FC236}">
                <a16:creationId xmlns:a16="http://schemas.microsoft.com/office/drawing/2014/main" id="{8FDD59EA-0C6C-8646-9020-6D2BFACE54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Font typeface="Arial" panose="020B0604020202020204" pitchFamily="34" charset="0"/>
              <a:buNone/>
            </a:pPr>
            <a:endParaRPr lang="en-US" altLang="en-US">
              <a:ea typeface="ＭＳ Ｐゴシック" panose="020B0600070205080204" pitchFamily="34" charset="-128"/>
            </a:endParaRPr>
          </a:p>
          <a:p>
            <a:r>
              <a:rPr lang="en-US" altLang="en-US">
                <a:ea typeface="ＭＳ Ｐゴシック" panose="020B0600070205080204" pitchFamily="34" charset="-128"/>
              </a:rPr>
              <a:t>The AMA intellectual property (IP) repository will provide the AMA with a unique value proposition to secure existing members and draw additional participants from across the healthcare value network (including patients) to expand the AMA’s membership and revenue potential.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40BB54-EAE5-9E49-ABE7-C85B2BC67654}"/>
              </a:ext>
            </a:extLst>
          </p:cNvPr>
          <p:cNvSpPr/>
          <p:nvPr/>
        </p:nvSpPr>
        <p:spPr>
          <a:xfrm>
            <a:off x="2169042" y="18227"/>
            <a:ext cx="4572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bg1"/>
                </a:solidFill>
              </a:rPr>
              <a:t>Extending AMA’s Value</a:t>
            </a:r>
            <a:br>
              <a:rPr lang="en-US" sz="2400" kern="0" dirty="0">
                <a:solidFill>
                  <a:schemeClr val="bg1"/>
                </a:solidFill>
              </a:rPr>
            </a:br>
            <a:r>
              <a:rPr lang="en-US" sz="1800" kern="0" dirty="0">
                <a:solidFill>
                  <a:schemeClr val="accent4"/>
                </a:solidFill>
              </a:rPr>
              <a:t>Expanding the AMA membership model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Content Placeholder 2">
            <a:extLst>
              <a:ext uri="{FF2B5EF4-FFF2-40B4-BE49-F238E27FC236}">
                <a16:creationId xmlns:a16="http://schemas.microsoft.com/office/drawing/2014/main" id="{C81199DD-40BB-3C41-BAA2-0DDDBBA526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Access to the information in the AMA intellectual property (IP) repository will:</a:t>
            </a:r>
          </a:p>
          <a:p>
            <a:pPr lvl="1"/>
            <a:r>
              <a:rPr lang="en-US" altLang="en-US">
                <a:ea typeface="ＭＳ Ｐゴシック" panose="020B0600070205080204" pitchFamily="34" charset="-128"/>
              </a:rPr>
              <a:t>Draw practitioners so they can more efficiently and effectively review and select products and services that can help them meet the patient outcomes.</a:t>
            </a:r>
          </a:p>
          <a:p>
            <a:pPr lvl="1"/>
            <a:r>
              <a:rPr lang="en-US" altLang="en-US">
                <a:ea typeface="ＭＳ Ｐゴシック" panose="020B0600070205080204" pitchFamily="34" charset="-128"/>
              </a:rPr>
              <a:t>Draw patients so they can review value-driven measures about providers, practitioners, products and services to make informed choices about their healthcare needs.</a:t>
            </a:r>
          </a:p>
          <a:p>
            <a:pPr lvl="1"/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6CAAE9-458C-764A-ACC4-52D725541C10}"/>
              </a:ext>
            </a:extLst>
          </p:cNvPr>
          <p:cNvSpPr/>
          <p:nvPr/>
        </p:nvSpPr>
        <p:spPr>
          <a:xfrm>
            <a:off x="2169042" y="18227"/>
            <a:ext cx="4572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bg1"/>
                </a:solidFill>
              </a:rPr>
              <a:t>Extending AMA’s Value</a:t>
            </a:r>
            <a:br>
              <a:rPr lang="en-US" sz="2400" kern="0" dirty="0">
                <a:solidFill>
                  <a:schemeClr val="bg1"/>
                </a:solidFill>
              </a:rPr>
            </a:br>
            <a:r>
              <a:rPr lang="en-US" sz="1800" kern="0" dirty="0">
                <a:solidFill>
                  <a:schemeClr val="accent4"/>
                </a:solidFill>
              </a:rPr>
              <a:t>Expanding the AMA membership model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Content Placeholder 2">
            <a:extLst>
              <a:ext uri="{FF2B5EF4-FFF2-40B4-BE49-F238E27FC236}">
                <a16:creationId xmlns:a16="http://schemas.microsoft.com/office/drawing/2014/main" id="{8448138D-16EE-9645-8685-5F83DE3D86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Access to the information in the AMA intellectual property (IP) repository will:</a:t>
            </a:r>
          </a:p>
          <a:p>
            <a:pPr lvl="1"/>
            <a:r>
              <a:rPr lang="en-US" altLang="en-US">
                <a:ea typeface="ＭＳ Ｐゴシック" panose="020B0600070205080204" pitchFamily="34" charset="-128"/>
              </a:rPr>
              <a:t>Draw providers so they can optimize their IC processes to deliver more efficient and effective value to practitioners and patients.</a:t>
            </a:r>
          </a:p>
          <a:p>
            <a:pPr lvl="1"/>
            <a:r>
              <a:rPr lang="en-US" altLang="en-US">
                <a:ea typeface="ＭＳ Ｐゴシック" panose="020B0600070205080204" pitchFamily="34" charset="-128"/>
              </a:rPr>
              <a:t>Draw membership from private and public sectors who are interested in leveraging information to optimize care for their employees.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CE36B8-A877-EB4A-9FB2-19B5951CD5F6}"/>
              </a:ext>
            </a:extLst>
          </p:cNvPr>
          <p:cNvSpPr/>
          <p:nvPr/>
        </p:nvSpPr>
        <p:spPr>
          <a:xfrm>
            <a:off x="2169042" y="18227"/>
            <a:ext cx="4572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bg1"/>
                </a:solidFill>
              </a:rPr>
              <a:t>Extending AMA’s Value</a:t>
            </a:r>
            <a:br>
              <a:rPr lang="en-US" sz="2400" kern="0" dirty="0">
                <a:solidFill>
                  <a:schemeClr val="bg1"/>
                </a:solidFill>
              </a:rPr>
            </a:br>
            <a:r>
              <a:rPr lang="en-US" sz="1800" kern="0" dirty="0">
                <a:solidFill>
                  <a:schemeClr val="accent4"/>
                </a:solidFill>
              </a:rPr>
              <a:t>Expanding the AMA membership model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F4713895-7823-AC47-8393-F7ABB46329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76036035"/>
              </p:ext>
            </p:extLst>
          </p:nvPr>
        </p:nvGraphicFramePr>
        <p:xfrm>
          <a:off x="1828800" y="1371600"/>
          <a:ext cx="6553200" cy="4775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3797" name="TextBox 5">
            <a:extLst>
              <a:ext uri="{FF2B5EF4-FFF2-40B4-BE49-F238E27FC236}">
                <a16:creationId xmlns:a16="http://schemas.microsoft.com/office/drawing/2014/main" id="{C5E3B732-B231-4047-8B9B-44E91F9C7D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5334000"/>
            <a:ext cx="19812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>
              <a:buNone/>
            </a:pPr>
            <a:r>
              <a:rPr lang="en-US" altLang="en-US" sz="4000" b="1"/>
              <a:t>AMA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1AA2EF-3CD4-A64F-AC45-6B0A8F429F87}"/>
              </a:ext>
            </a:extLst>
          </p:cNvPr>
          <p:cNvSpPr txBox="1"/>
          <p:nvPr/>
        </p:nvSpPr>
        <p:spPr>
          <a:xfrm>
            <a:off x="381000" y="1524000"/>
            <a:ext cx="2895600" cy="267765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l">
              <a:buNone/>
              <a:defRPr/>
            </a:pPr>
            <a:r>
              <a:rPr lang="en-US" sz="1400" dirty="0"/>
              <a:t>Providing Patients with a way to measure the value they should be receiving for healthcare throughout the continuum</a:t>
            </a:r>
          </a:p>
          <a:p>
            <a:pPr algn="l">
              <a:buNone/>
              <a:defRPr/>
            </a:pPr>
            <a:endParaRPr lang="en-US" sz="1400" dirty="0"/>
          </a:p>
          <a:p>
            <a:pPr algn="l">
              <a:buNone/>
              <a:defRPr/>
            </a:pPr>
            <a:r>
              <a:rPr lang="en-US" sz="1400" dirty="0"/>
              <a:t>Guiding Practitioners to measure and optimize the value they deliver to Patients</a:t>
            </a:r>
          </a:p>
          <a:p>
            <a:pPr algn="l">
              <a:buNone/>
              <a:defRPr/>
            </a:pPr>
            <a:endParaRPr lang="en-US" sz="1400" dirty="0"/>
          </a:p>
          <a:p>
            <a:pPr algn="l">
              <a:buNone/>
              <a:defRPr/>
            </a:pPr>
            <a:r>
              <a:rPr lang="en-US" sz="1400" dirty="0"/>
              <a:t>Guiding the Providers to deliver value to Patients &amp; Practitioners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7D67CE3-CDE8-BB47-AEBA-053E89CCA20C}"/>
              </a:ext>
            </a:extLst>
          </p:cNvPr>
          <p:cNvSpPr/>
          <p:nvPr/>
        </p:nvSpPr>
        <p:spPr>
          <a:xfrm>
            <a:off x="2169042" y="18227"/>
            <a:ext cx="4572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bg1"/>
                </a:solidFill>
              </a:rPr>
              <a:t>Extending AMA’s Value</a:t>
            </a:r>
            <a:br>
              <a:rPr lang="en-US" sz="2400" kern="0" dirty="0">
                <a:solidFill>
                  <a:schemeClr val="bg1"/>
                </a:solidFill>
              </a:rPr>
            </a:br>
            <a:r>
              <a:rPr lang="en-US" sz="1800" kern="0" dirty="0">
                <a:solidFill>
                  <a:schemeClr val="accent4"/>
                </a:solidFill>
              </a:rPr>
              <a:t>An Expanded Membership Model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2">
            <a:extLst>
              <a:ext uri="{FF2B5EF4-FFF2-40B4-BE49-F238E27FC236}">
                <a16:creationId xmlns:a16="http://schemas.microsoft.com/office/drawing/2014/main" id="{073324E0-900B-E74C-A08D-41AA1A2A32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Today…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Participants in the healthcare value network create value based on their own perceived understanding of customer needs.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Tomorrow…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The AMA can provide a beacon of leadership to:</a:t>
            </a:r>
          </a:p>
          <a:p>
            <a:pPr lvl="2"/>
            <a:r>
              <a:rPr lang="en-US" altLang="en-US" sz="1800" dirty="0">
                <a:ea typeface="ＭＳ Ｐゴシック" panose="020B0600070205080204" pitchFamily="34" charset="-128"/>
              </a:rPr>
              <a:t>Understand customer needs throughout healthcare</a:t>
            </a:r>
          </a:p>
          <a:p>
            <a:pPr lvl="2"/>
            <a:r>
              <a:rPr lang="en-US" altLang="en-US" sz="1800" dirty="0">
                <a:ea typeface="ＭＳ Ｐゴシック" panose="020B0600070205080204" pitchFamily="34" charset="-128"/>
              </a:rPr>
              <a:t>Guide providers to build the right products &amp; services</a:t>
            </a:r>
          </a:p>
          <a:p>
            <a:pPr lvl="2"/>
            <a:r>
              <a:rPr lang="en-US" altLang="en-US" sz="1800" dirty="0">
                <a:ea typeface="ＭＳ Ｐゴシック" panose="020B0600070205080204" pitchFamily="34" charset="-128"/>
              </a:rPr>
              <a:t>Deliver value to customers</a:t>
            </a:r>
            <a:r>
              <a:rPr lang="en-US" altLang="en-US" sz="1800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*</a:t>
            </a:r>
            <a:r>
              <a:rPr lang="en-US" altLang="en-US" sz="1800" dirty="0">
                <a:ea typeface="ＭＳ Ｐゴシック" panose="020B0600070205080204" pitchFamily="34" charset="-128"/>
              </a:rPr>
              <a:t> throughout the healthcare continuum</a:t>
            </a:r>
          </a:p>
        </p:txBody>
      </p:sp>
      <p:sp>
        <p:nvSpPr>
          <p:cNvPr id="34821" name="TextBox 4">
            <a:extLst>
              <a:ext uri="{FF2B5EF4-FFF2-40B4-BE49-F238E27FC236}">
                <a16:creationId xmlns:a16="http://schemas.microsoft.com/office/drawing/2014/main" id="{A4E6C0FB-7E5B-CA47-A0B2-234BFB4EB9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5458847"/>
            <a:ext cx="32004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None/>
            </a:pPr>
            <a:r>
              <a:rPr lang="en-US" altLang="en-US" sz="1800" b="1" dirty="0">
                <a:solidFill>
                  <a:srgbClr val="0070C0"/>
                </a:solidFill>
              </a:rPr>
              <a:t>* Practitioners &amp; Patients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6E0719-D38F-5346-BF29-EC0D66D80FC1}"/>
              </a:ext>
            </a:extLst>
          </p:cNvPr>
          <p:cNvSpPr/>
          <p:nvPr/>
        </p:nvSpPr>
        <p:spPr>
          <a:xfrm>
            <a:off x="2169042" y="18227"/>
            <a:ext cx="4572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bg1"/>
                </a:solidFill>
              </a:rPr>
              <a:t>Extending AMA’s Value</a:t>
            </a:r>
            <a:br>
              <a:rPr lang="en-US" sz="2400" kern="0" dirty="0">
                <a:solidFill>
                  <a:schemeClr val="bg1"/>
                </a:solidFill>
              </a:rPr>
            </a:br>
            <a:r>
              <a:rPr lang="en-US" sz="1800" kern="0" dirty="0">
                <a:solidFill>
                  <a:schemeClr val="accent4"/>
                </a:solidFill>
              </a:rPr>
              <a:t>Reducing Costs &amp; Driving Value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5" name="Content Placeholder 2">
            <a:extLst>
              <a:ext uri="{FF2B5EF4-FFF2-40B4-BE49-F238E27FC236}">
                <a16:creationId xmlns:a16="http://schemas.microsoft.com/office/drawing/2014/main" id="{5FDF5915-AF61-8F46-A627-316D95F94F5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1752600"/>
            <a:ext cx="1905000" cy="3886200"/>
          </a:xfrm>
        </p:spPr>
        <p:txBody>
          <a:bodyPr/>
          <a:lstStyle/>
          <a:p>
            <a:pPr marL="168275" indent="-168275"/>
            <a:r>
              <a:rPr lang="en-US" altLang="en-US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Provides new value creation</a:t>
            </a:r>
          </a:p>
          <a:p>
            <a:pPr marL="168275" indent="-168275"/>
            <a:r>
              <a:rPr lang="en-US" altLang="en-US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Repositioned for leading healthcare change</a:t>
            </a:r>
          </a:p>
          <a:p>
            <a:pPr marL="168275" indent="-168275"/>
            <a:r>
              <a:rPr lang="en-US" altLang="en-US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Relevant to all Providers, Practitioners, and Patients</a:t>
            </a:r>
          </a:p>
          <a:p>
            <a:pPr marL="168275" indent="-168275"/>
            <a:r>
              <a:rPr lang="en-US" altLang="en-US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Provides thought leadership for guiding change and innovation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BB981616-D17D-8940-B2F2-32B0B7DF5174}"/>
              </a:ext>
            </a:extLst>
          </p:cNvPr>
          <p:cNvGraphicFramePr/>
          <p:nvPr/>
        </p:nvGraphicFramePr>
        <p:xfrm>
          <a:off x="1905000" y="1752600"/>
          <a:ext cx="5334000" cy="3937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5844" name="Picture 2">
            <a:extLst>
              <a:ext uri="{FF2B5EF4-FFF2-40B4-BE49-F238E27FC236}">
                <a16:creationId xmlns:a16="http://schemas.microsoft.com/office/drawing/2014/main" id="{1AAEE9E2-BC13-FB41-946B-28C0710BDE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3429000"/>
            <a:ext cx="1371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DA889AE-BE8C-5242-B0E2-132F023C7880}"/>
              </a:ext>
            </a:extLst>
          </p:cNvPr>
          <p:cNvSpPr txBox="1">
            <a:spLocks/>
          </p:cNvSpPr>
          <p:nvPr/>
        </p:nvSpPr>
        <p:spPr bwMode="auto">
          <a:xfrm>
            <a:off x="7239000" y="1752600"/>
            <a:ext cx="1905000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168275" indent="-168275" algn="l" eaLnBrk="0" hangingPunct="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Orchestrates a unified value network for delivering efficient, affordable, and accessible healthcare to meet the unmet needs of customers </a:t>
            </a:r>
          </a:p>
          <a:p>
            <a:pPr marL="168275" indent="-168275" algn="l" eaLnBrk="0" hangingPunct="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Ensures value can be measured, improved,  and sustained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2BA91D-9C2F-FB4F-8448-C0434DC20E52}"/>
              </a:ext>
            </a:extLst>
          </p:cNvPr>
          <p:cNvSpPr/>
          <p:nvPr/>
        </p:nvSpPr>
        <p:spPr>
          <a:xfrm>
            <a:off x="1981200" y="28542"/>
            <a:ext cx="518160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bg1"/>
                </a:solidFill>
              </a:rPr>
              <a:t>Extending AMA’s Value</a:t>
            </a:r>
            <a:br>
              <a:rPr lang="en-US" sz="2400" kern="0" dirty="0">
                <a:solidFill>
                  <a:schemeClr val="bg1"/>
                </a:solidFill>
              </a:rPr>
            </a:br>
            <a:r>
              <a:rPr lang="en-US" sz="1800" kern="0" dirty="0">
                <a:solidFill>
                  <a:schemeClr val="accent4"/>
                </a:solidFill>
              </a:rPr>
              <a:t>A New Business Model for Creating Value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Process 3">
            <a:extLst>
              <a:ext uri="{FF2B5EF4-FFF2-40B4-BE49-F238E27FC236}">
                <a16:creationId xmlns:a16="http://schemas.microsoft.com/office/drawing/2014/main" id="{3BF035EE-4F45-A444-9878-408283AAFAF8}"/>
              </a:ext>
            </a:extLst>
          </p:cNvPr>
          <p:cNvSpPr/>
          <p:nvPr/>
        </p:nvSpPr>
        <p:spPr>
          <a:xfrm>
            <a:off x="381000" y="1524000"/>
            <a:ext cx="8382000" cy="4648200"/>
          </a:xfrm>
          <a:prstGeom prst="flowChartProcess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buNone/>
              <a:defRPr/>
            </a:pPr>
            <a:endParaRPr lang="en-US" b="1" dirty="0">
              <a:solidFill>
                <a:schemeClr val="tx1"/>
              </a:solidFill>
            </a:endParaRP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E3A99E3D-6A54-2B4B-AB39-97E2BD09652A}"/>
              </a:ext>
            </a:extLst>
          </p:cNvPr>
          <p:cNvGrpSpPr/>
          <p:nvPr/>
        </p:nvGrpSpPr>
        <p:grpSpPr>
          <a:xfrm>
            <a:off x="2133600" y="1600200"/>
            <a:ext cx="4648200" cy="533400"/>
            <a:chOff x="142019" y="701040"/>
            <a:chExt cx="1257300" cy="934720"/>
          </a:xfrm>
          <a:scene3d>
            <a:camera prst="orthographicFront"/>
            <a:lightRig rig="threePt" dir="t"/>
          </a:scene3d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641BB2EA-A33E-C34D-9F00-DAD9490DFFBF}"/>
                </a:ext>
              </a:extLst>
            </p:cNvPr>
            <p:cNvSpPr/>
            <p:nvPr/>
          </p:nvSpPr>
          <p:spPr>
            <a:xfrm>
              <a:off x="142019" y="701040"/>
              <a:ext cx="1257300" cy="934720"/>
            </a:xfrm>
            <a:prstGeom prst="round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</p:sp>
        <p:sp>
          <p:nvSpPr>
            <p:cNvPr id="7" name="Rounded Rectangle 4">
              <a:extLst>
                <a:ext uri="{FF2B5EF4-FFF2-40B4-BE49-F238E27FC236}">
                  <a16:creationId xmlns:a16="http://schemas.microsoft.com/office/drawing/2014/main" id="{49DC6921-41F4-194D-811E-191EC860A23C}"/>
                </a:ext>
              </a:extLst>
            </p:cNvPr>
            <p:cNvSpPr/>
            <p:nvPr/>
          </p:nvSpPr>
          <p:spPr>
            <a:xfrm>
              <a:off x="187648" y="746669"/>
              <a:ext cx="1166042" cy="843462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lIns="49530" tIns="49530" rIns="49530" bIns="49530" spcCol="1270" anchor="ctr"/>
            <a:lstStyle/>
            <a:p>
              <a:pPr algn="ctr" defTabSz="577850">
                <a:lnSpc>
                  <a:spcPct val="90000"/>
                </a:lnSpc>
                <a:spcAft>
                  <a:spcPct val="35000"/>
                </a:spcAft>
                <a:buNone/>
                <a:defRPr/>
              </a:pPr>
              <a:r>
                <a:rPr lang="en-US" sz="2000" b="1" dirty="0"/>
                <a:t>AMA</a:t>
              </a:r>
            </a:p>
          </p:txBody>
        </p:sp>
      </p:grpSp>
      <p:grpSp>
        <p:nvGrpSpPr>
          <p:cNvPr id="3" name="Group 7">
            <a:extLst>
              <a:ext uri="{FF2B5EF4-FFF2-40B4-BE49-F238E27FC236}">
                <a16:creationId xmlns:a16="http://schemas.microsoft.com/office/drawing/2014/main" id="{2468AF8F-46EE-C342-930A-BA59B06CDCE2}"/>
              </a:ext>
            </a:extLst>
          </p:cNvPr>
          <p:cNvGrpSpPr/>
          <p:nvPr/>
        </p:nvGrpSpPr>
        <p:grpSpPr>
          <a:xfrm>
            <a:off x="1066800" y="2438400"/>
            <a:ext cx="1257300" cy="934720"/>
            <a:chOff x="142019" y="701040"/>
            <a:chExt cx="1257300" cy="934720"/>
          </a:xfrm>
          <a:scene3d>
            <a:camera prst="orthographicFront"/>
            <a:lightRig rig="threePt" dir="t"/>
          </a:scene3d>
        </p:grpSpPr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743AC659-80D2-7E4E-BC67-6A2B25986652}"/>
                </a:ext>
              </a:extLst>
            </p:cNvPr>
            <p:cNvSpPr/>
            <p:nvPr/>
          </p:nvSpPr>
          <p:spPr>
            <a:xfrm>
              <a:off x="142019" y="701040"/>
              <a:ext cx="1257300" cy="934720"/>
            </a:xfrm>
            <a:prstGeom prst="round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</p:sp>
        <p:sp>
          <p:nvSpPr>
            <p:cNvPr id="10" name="Rounded Rectangle 4">
              <a:extLst>
                <a:ext uri="{FF2B5EF4-FFF2-40B4-BE49-F238E27FC236}">
                  <a16:creationId xmlns:a16="http://schemas.microsoft.com/office/drawing/2014/main" id="{CBD339E7-C3C1-344C-97CC-5956DC832B38}"/>
                </a:ext>
              </a:extLst>
            </p:cNvPr>
            <p:cNvSpPr/>
            <p:nvPr/>
          </p:nvSpPr>
          <p:spPr>
            <a:xfrm>
              <a:off x="187648" y="746669"/>
              <a:ext cx="1166042" cy="843462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lIns="49530" tIns="49530" rIns="49530" bIns="49530" spcCol="1270" anchor="ctr"/>
            <a:lstStyle/>
            <a:p>
              <a:pPr algn="ctr" defTabSz="577850">
                <a:lnSpc>
                  <a:spcPct val="90000"/>
                </a:lnSpc>
                <a:spcAft>
                  <a:spcPct val="35000"/>
                </a:spcAft>
                <a:buNone/>
                <a:defRPr/>
              </a:pPr>
              <a:r>
                <a:rPr lang="en-US" sz="1300" b="1" dirty="0"/>
                <a:t>Healthcare</a:t>
              </a:r>
            </a:p>
            <a:p>
              <a:pPr algn="ctr" defTabSz="577850">
                <a:lnSpc>
                  <a:spcPct val="90000"/>
                </a:lnSpc>
                <a:spcAft>
                  <a:spcPct val="35000"/>
                </a:spcAft>
                <a:buNone/>
                <a:defRPr/>
              </a:pPr>
              <a:r>
                <a:rPr lang="en-US" sz="1300" b="1" dirty="0"/>
                <a:t>Advocacy</a:t>
              </a:r>
            </a:p>
            <a:p>
              <a:pPr algn="ctr" defTabSz="577850">
                <a:lnSpc>
                  <a:spcPct val="90000"/>
                </a:lnSpc>
                <a:spcAft>
                  <a:spcPct val="35000"/>
                </a:spcAft>
                <a:buNone/>
                <a:defRPr/>
              </a:pPr>
              <a:r>
                <a:rPr lang="en-US" sz="1300" b="1" dirty="0"/>
                <a:t>Groups</a:t>
              </a:r>
            </a:p>
          </p:txBody>
        </p:sp>
      </p:grpSp>
      <p:grpSp>
        <p:nvGrpSpPr>
          <p:cNvPr id="5" name="Group 10">
            <a:extLst>
              <a:ext uri="{FF2B5EF4-FFF2-40B4-BE49-F238E27FC236}">
                <a16:creationId xmlns:a16="http://schemas.microsoft.com/office/drawing/2014/main" id="{05D9D4BD-7B31-8346-9105-985AF5F3736B}"/>
              </a:ext>
            </a:extLst>
          </p:cNvPr>
          <p:cNvGrpSpPr/>
          <p:nvPr/>
        </p:nvGrpSpPr>
        <p:grpSpPr>
          <a:xfrm>
            <a:off x="2438400" y="2438400"/>
            <a:ext cx="1257300" cy="934720"/>
            <a:chOff x="142019" y="701040"/>
            <a:chExt cx="1257300" cy="934720"/>
          </a:xfrm>
          <a:scene3d>
            <a:camera prst="orthographicFront"/>
            <a:lightRig rig="threePt" dir="t"/>
          </a:scene3d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D1A5CE58-9A99-5C4D-B9D6-C65694BC4546}"/>
                </a:ext>
              </a:extLst>
            </p:cNvPr>
            <p:cNvSpPr/>
            <p:nvPr/>
          </p:nvSpPr>
          <p:spPr>
            <a:xfrm>
              <a:off x="142019" y="701040"/>
              <a:ext cx="1257300" cy="934720"/>
            </a:xfrm>
            <a:prstGeom prst="round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</p:sp>
        <p:sp>
          <p:nvSpPr>
            <p:cNvPr id="13" name="Rounded Rectangle 4">
              <a:extLst>
                <a:ext uri="{FF2B5EF4-FFF2-40B4-BE49-F238E27FC236}">
                  <a16:creationId xmlns:a16="http://schemas.microsoft.com/office/drawing/2014/main" id="{B49F9BE3-E86A-C842-9731-F78721F98CE8}"/>
                </a:ext>
              </a:extLst>
            </p:cNvPr>
            <p:cNvSpPr/>
            <p:nvPr/>
          </p:nvSpPr>
          <p:spPr>
            <a:xfrm>
              <a:off x="187648" y="746669"/>
              <a:ext cx="1166042" cy="843462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lIns="49530" tIns="49530" rIns="49530" bIns="49530" spcCol="1270" anchor="ctr"/>
            <a:lstStyle/>
            <a:p>
              <a:pPr algn="ctr" defTabSz="577850">
                <a:lnSpc>
                  <a:spcPct val="90000"/>
                </a:lnSpc>
                <a:spcAft>
                  <a:spcPct val="35000"/>
                </a:spcAft>
                <a:buNone/>
                <a:defRPr/>
              </a:pPr>
              <a:r>
                <a:rPr lang="en-US" sz="1300" b="1" dirty="0"/>
                <a:t>Healthcare</a:t>
              </a:r>
            </a:p>
            <a:p>
              <a:pPr algn="ctr" defTabSz="577850">
                <a:lnSpc>
                  <a:spcPct val="90000"/>
                </a:lnSpc>
                <a:spcAft>
                  <a:spcPct val="35000"/>
                </a:spcAft>
                <a:buNone/>
                <a:defRPr/>
              </a:pPr>
              <a:r>
                <a:rPr lang="en-US" sz="1300" b="1" dirty="0"/>
                <a:t>Disciplines</a:t>
              </a:r>
            </a:p>
          </p:txBody>
        </p:sp>
      </p:grpSp>
      <p:grpSp>
        <p:nvGrpSpPr>
          <p:cNvPr id="8" name="Group 13">
            <a:extLst>
              <a:ext uri="{FF2B5EF4-FFF2-40B4-BE49-F238E27FC236}">
                <a16:creationId xmlns:a16="http://schemas.microsoft.com/office/drawing/2014/main" id="{F49A326E-C518-DB4B-B051-FBAAF8A425D9}"/>
              </a:ext>
            </a:extLst>
          </p:cNvPr>
          <p:cNvGrpSpPr/>
          <p:nvPr/>
        </p:nvGrpSpPr>
        <p:grpSpPr>
          <a:xfrm>
            <a:off x="3848100" y="2438400"/>
            <a:ext cx="1257300" cy="934720"/>
            <a:chOff x="142019" y="701040"/>
            <a:chExt cx="1257300" cy="934720"/>
          </a:xfrm>
          <a:scene3d>
            <a:camera prst="orthographicFront"/>
            <a:lightRig rig="threePt" dir="t"/>
          </a:scene3d>
        </p:grpSpPr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ECD28BED-F20C-C343-98E4-9097F781A374}"/>
                </a:ext>
              </a:extLst>
            </p:cNvPr>
            <p:cNvSpPr/>
            <p:nvPr/>
          </p:nvSpPr>
          <p:spPr>
            <a:xfrm>
              <a:off x="142019" y="701040"/>
              <a:ext cx="1257300" cy="934720"/>
            </a:xfrm>
            <a:prstGeom prst="round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</p:sp>
        <p:sp>
          <p:nvSpPr>
            <p:cNvPr id="16" name="Rounded Rectangle 4">
              <a:extLst>
                <a:ext uri="{FF2B5EF4-FFF2-40B4-BE49-F238E27FC236}">
                  <a16:creationId xmlns:a16="http://schemas.microsoft.com/office/drawing/2014/main" id="{F67F080B-0AA9-BC4C-8666-AEB06E23E7C6}"/>
                </a:ext>
              </a:extLst>
            </p:cNvPr>
            <p:cNvSpPr/>
            <p:nvPr/>
          </p:nvSpPr>
          <p:spPr>
            <a:xfrm>
              <a:off x="187648" y="746669"/>
              <a:ext cx="1166042" cy="843462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lIns="49530" tIns="49530" rIns="49530" bIns="49530" spcCol="1270" anchor="ctr"/>
            <a:lstStyle/>
            <a:p>
              <a:pPr algn="ctr" defTabSz="577850">
                <a:lnSpc>
                  <a:spcPct val="90000"/>
                </a:lnSpc>
                <a:spcAft>
                  <a:spcPct val="35000"/>
                </a:spcAft>
                <a:buNone/>
                <a:defRPr/>
              </a:pPr>
              <a:r>
                <a:rPr lang="en-US" sz="1300" b="1" dirty="0"/>
                <a:t>Providers</a:t>
              </a:r>
            </a:p>
            <a:p>
              <a:pPr algn="ctr" defTabSz="577850">
                <a:lnSpc>
                  <a:spcPct val="90000"/>
                </a:lnSpc>
                <a:spcAft>
                  <a:spcPct val="35000"/>
                </a:spcAft>
                <a:buNone/>
                <a:defRPr/>
              </a:pPr>
              <a:r>
                <a:rPr lang="en-US" sz="1300" b="1" dirty="0"/>
                <a:t>(Products &amp; Services)</a:t>
              </a:r>
            </a:p>
          </p:txBody>
        </p:sp>
      </p:grpSp>
      <p:grpSp>
        <p:nvGrpSpPr>
          <p:cNvPr id="11" name="Group 16">
            <a:extLst>
              <a:ext uri="{FF2B5EF4-FFF2-40B4-BE49-F238E27FC236}">
                <a16:creationId xmlns:a16="http://schemas.microsoft.com/office/drawing/2014/main" id="{8E204179-6B7D-0B4D-971A-5ADB2E1B5BF6}"/>
              </a:ext>
            </a:extLst>
          </p:cNvPr>
          <p:cNvGrpSpPr/>
          <p:nvPr/>
        </p:nvGrpSpPr>
        <p:grpSpPr>
          <a:xfrm>
            <a:off x="5219700" y="2438400"/>
            <a:ext cx="1257300" cy="934720"/>
            <a:chOff x="142019" y="701040"/>
            <a:chExt cx="1257300" cy="934720"/>
          </a:xfrm>
          <a:scene3d>
            <a:camera prst="orthographicFront"/>
            <a:lightRig rig="threePt" dir="t"/>
          </a:scene3d>
        </p:grpSpPr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1BEFBA5C-70E9-7348-8C52-96DE4FFD2FD7}"/>
                </a:ext>
              </a:extLst>
            </p:cNvPr>
            <p:cNvSpPr/>
            <p:nvPr/>
          </p:nvSpPr>
          <p:spPr>
            <a:xfrm>
              <a:off x="142019" y="701040"/>
              <a:ext cx="1257300" cy="934720"/>
            </a:xfrm>
            <a:prstGeom prst="round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</p:sp>
        <p:sp>
          <p:nvSpPr>
            <p:cNvPr id="19" name="Rounded Rectangle 4">
              <a:extLst>
                <a:ext uri="{FF2B5EF4-FFF2-40B4-BE49-F238E27FC236}">
                  <a16:creationId xmlns:a16="http://schemas.microsoft.com/office/drawing/2014/main" id="{A77A81F0-7271-4E46-B7DA-1BC3E88E7B8E}"/>
                </a:ext>
              </a:extLst>
            </p:cNvPr>
            <p:cNvSpPr/>
            <p:nvPr/>
          </p:nvSpPr>
          <p:spPr>
            <a:xfrm>
              <a:off x="187648" y="746669"/>
              <a:ext cx="1166042" cy="843462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lIns="49530" tIns="49530" rIns="49530" bIns="49530" spcCol="1270" anchor="ctr"/>
            <a:lstStyle/>
            <a:p>
              <a:pPr algn="ctr" defTabSz="577850">
                <a:lnSpc>
                  <a:spcPct val="90000"/>
                </a:lnSpc>
                <a:spcAft>
                  <a:spcPct val="35000"/>
                </a:spcAft>
                <a:buNone/>
                <a:defRPr/>
              </a:pPr>
              <a:r>
                <a:rPr lang="en-US" sz="1300" b="1" dirty="0"/>
                <a:t>Institutions</a:t>
              </a:r>
            </a:p>
          </p:txBody>
        </p:sp>
      </p:grpSp>
      <p:grpSp>
        <p:nvGrpSpPr>
          <p:cNvPr id="14" name="Group 20">
            <a:extLst>
              <a:ext uri="{FF2B5EF4-FFF2-40B4-BE49-F238E27FC236}">
                <a16:creationId xmlns:a16="http://schemas.microsoft.com/office/drawing/2014/main" id="{4A6887BE-4738-A046-80D4-B267E7CA24A1}"/>
              </a:ext>
            </a:extLst>
          </p:cNvPr>
          <p:cNvGrpSpPr/>
          <p:nvPr/>
        </p:nvGrpSpPr>
        <p:grpSpPr>
          <a:xfrm>
            <a:off x="6629400" y="2438400"/>
            <a:ext cx="1257300" cy="934720"/>
            <a:chOff x="142019" y="701040"/>
            <a:chExt cx="1257300" cy="934720"/>
          </a:xfrm>
          <a:scene3d>
            <a:camera prst="orthographicFront"/>
            <a:lightRig rig="threePt" dir="t"/>
          </a:scene3d>
        </p:grpSpPr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3EED1F87-C5F1-3345-8CCA-33EC1C774C57}"/>
                </a:ext>
              </a:extLst>
            </p:cNvPr>
            <p:cNvSpPr/>
            <p:nvPr/>
          </p:nvSpPr>
          <p:spPr>
            <a:xfrm>
              <a:off x="142019" y="701040"/>
              <a:ext cx="1257300" cy="934720"/>
            </a:xfrm>
            <a:prstGeom prst="round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</p:sp>
        <p:sp>
          <p:nvSpPr>
            <p:cNvPr id="23" name="Rounded Rectangle 4">
              <a:extLst>
                <a:ext uri="{FF2B5EF4-FFF2-40B4-BE49-F238E27FC236}">
                  <a16:creationId xmlns:a16="http://schemas.microsoft.com/office/drawing/2014/main" id="{E539B6E5-0DB9-994D-8228-6951BC94D6D0}"/>
                </a:ext>
              </a:extLst>
            </p:cNvPr>
            <p:cNvSpPr/>
            <p:nvPr/>
          </p:nvSpPr>
          <p:spPr>
            <a:xfrm>
              <a:off x="187648" y="746669"/>
              <a:ext cx="1166042" cy="843462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lIns="49530" tIns="49530" rIns="49530" bIns="49530" spcCol="1270" anchor="ctr"/>
            <a:lstStyle/>
            <a:p>
              <a:pPr algn="ctr" defTabSz="577850">
                <a:lnSpc>
                  <a:spcPct val="90000"/>
                </a:lnSpc>
                <a:spcAft>
                  <a:spcPct val="35000"/>
                </a:spcAft>
                <a:buNone/>
                <a:defRPr/>
              </a:pPr>
              <a:r>
                <a:rPr lang="en-US" sz="1300" b="1" dirty="0"/>
                <a:t>Government Bodies</a:t>
              </a:r>
            </a:p>
          </p:txBody>
        </p:sp>
      </p:grpSp>
      <p:sp>
        <p:nvSpPr>
          <p:cNvPr id="25" name="Pentagon 24">
            <a:extLst>
              <a:ext uri="{FF2B5EF4-FFF2-40B4-BE49-F238E27FC236}">
                <a16:creationId xmlns:a16="http://schemas.microsoft.com/office/drawing/2014/main" id="{AE34CEC3-76AD-CB40-ACA9-F791FF487735}"/>
              </a:ext>
            </a:extLst>
          </p:cNvPr>
          <p:cNvSpPr/>
          <p:nvPr/>
        </p:nvSpPr>
        <p:spPr>
          <a:xfrm>
            <a:off x="381000" y="5562600"/>
            <a:ext cx="7620000" cy="609600"/>
          </a:xfrm>
          <a:prstGeom prst="homePlat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  <a:defRPr/>
            </a:pPr>
            <a:r>
              <a:rPr lang="en-US" sz="2000" b="1" dirty="0"/>
              <a:t>Driving Innovation</a:t>
            </a:r>
          </a:p>
        </p:txBody>
      </p:sp>
      <p:sp>
        <p:nvSpPr>
          <p:cNvPr id="28" name="Pentagon 27">
            <a:extLst>
              <a:ext uri="{FF2B5EF4-FFF2-40B4-BE49-F238E27FC236}">
                <a16:creationId xmlns:a16="http://schemas.microsoft.com/office/drawing/2014/main" id="{931335D5-5379-D849-A1F0-A093B40838C7}"/>
              </a:ext>
            </a:extLst>
          </p:cNvPr>
          <p:cNvSpPr/>
          <p:nvPr/>
        </p:nvSpPr>
        <p:spPr>
          <a:xfrm rot="16200000">
            <a:off x="6057900" y="3467100"/>
            <a:ext cx="4648200" cy="762000"/>
          </a:xfrm>
          <a:prstGeom prst="homePlat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  <a:defRPr/>
            </a:pPr>
            <a:r>
              <a:rPr lang="en-US" sz="2000" b="1" dirty="0"/>
              <a:t>Enabling Value</a:t>
            </a:r>
          </a:p>
        </p:txBody>
      </p:sp>
      <p:sp>
        <p:nvSpPr>
          <p:cNvPr id="36876" name="TextBox 31">
            <a:extLst>
              <a:ext uri="{FF2B5EF4-FFF2-40B4-BE49-F238E27FC236}">
                <a16:creationId xmlns:a16="http://schemas.microsoft.com/office/drawing/2014/main" id="{D9031E32-1D99-9340-8A23-70829AA85D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3581400"/>
            <a:ext cx="48006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68275" indent="-1682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25475" indent="-1682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indent="0" algn="l" eaLnBrk="1" hangingPunct="1">
              <a:buNone/>
            </a:pPr>
            <a:r>
              <a:rPr lang="en-US" altLang="en-US" sz="16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Advocacy Body for:</a:t>
            </a:r>
          </a:p>
          <a:p>
            <a:pPr marL="457200" lvl="1" indent="0" algn="l" eaLnBrk="1" hangingPunct="1">
              <a:buNone/>
            </a:pPr>
            <a:r>
              <a:rPr lang="en-US" altLang="en-US" sz="16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Value enablement</a:t>
            </a:r>
          </a:p>
          <a:p>
            <a:pPr marL="457200" lvl="1" indent="0" algn="l" eaLnBrk="1" hangingPunct="1">
              <a:buNone/>
            </a:pPr>
            <a:r>
              <a:rPr lang="en-US" altLang="en-US" sz="16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Value capture &amp; measurement</a:t>
            </a:r>
          </a:p>
          <a:p>
            <a:pPr marL="457200" lvl="1" indent="0" algn="l" eaLnBrk="1" hangingPunct="1">
              <a:buNone/>
            </a:pPr>
            <a:r>
              <a:rPr lang="en-US" altLang="en-US" sz="16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Collaboration  </a:t>
            </a:r>
          </a:p>
          <a:p>
            <a:pPr marL="457200" lvl="1" indent="0" algn="l" eaLnBrk="1" hangingPunct="1">
              <a:buNone/>
            </a:pPr>
            <a:r>
              <a:rPr lang="en-US" altLang="en-US" sz="16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Unification &amp; cooperation</a:t>
            </a:r>
          </a:p>
          <a:p>
            <a:pPr marL="457200" lvl="1" indent="0" algn="l" eaLnBrk="1" hangingPunct="1">
              <a:buNone/>
            </a:pPr>
            <a:r>
              <a:rPr lang="en-US" altLang="en-US" sz="16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Reform &amp; Sustainable Innovation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91252F3-F430-F445-B9F7-5984A11668E4}"/>
              </a:ext>
            </a:extLst>
          </p:cNvPr>
          <p:cNvSpPr/>
          <p:nvPr/>
        </p:nvSpPr>
        <p:spPr>
          <a:xfrm>
            <a:off x="1828800" y="18227"/>
            <a:ext cx="586740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bg1"/>
                </a:solidFill>
              </a:rPr>
              <a:t>Extending AMA’s Value</a:t>
            </a:r>
            <a:br>
              <a:rPr lang="en-US" sz="2400" kern="0" dirty="0">
                <a:solidFill>
                  <a:schemeClr val="bg1"/>
                </a:solidFill>
              </a:rPr>
            </a:br>
            <a:r>
              <a:rPr lang="en-US" sz="1800" kern="0" dirty="0">
                <a:solidFill>
                  <a:schemeClr val="accent4"/>
                </a:solidFill>
              </a:rPr>
              <a:t>Positioning the AMA to Lead Healthcare Reform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0931268"/>
      </p:ext>
    </p:extLst>
  </p:cSld>
  <p:clrMapOvr>
    <a:masterClrMapping/>
  </p:clrMapOvr>
</p:sld>
</file>

<file path=ppt/theme/theme1.xml><?xml version="1.0" encoding="utf-8"?>
<a:theme xmlns:a="http://schemas.openxmlformats.org/drawingml/2006/main" name="VALU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NVISIA-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NVISIA-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VISIA-Templ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VISIA-Templ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VISIA-Templ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VISIA-Templ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VISIA-Templ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VISIA-Templ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VISIA-Templ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VISIA-Templ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VISIA-Templ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VISIA-Templ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VISIA-Templ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VALUE Template" id="{5EBC2EAD-BBD8-0E42-9DBD-64D62778ADB2}" vid="{8E08604B-B631-6A4A-B4B4-0A36D810C04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VALUE Template</Template>
  <TotalTime>6753</TotalTime>
  <Words>1722</Words>
  <Application>Microsoft Macintosh PowerPoint</Application>
  <PresentationFormat>On-screen Show (4:3)</PresentationFormat>
  <Paragraphs>216</Paragraphs>
  <Slides>26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ＭＳ Ｐゴシック</vt:lpstr>
      <vt:lpstr>VALUE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Value Delivery Model</dc:title>
  <dc:creator>jw</dc:creator>
  <cp:lastModifiedBy>Jeffrey Wallk</cp:lastModifiedBy>
  <cp:revision>115</cp:revision>
  <dcterms:created xsi:type="dcterms:W3CDTF">2009-06-09T11:36:35Z</dcterms:created>
  <dcterms:modified xsi:type="dcterms:W3CDTF">2020-04-23T21:40:49Z</dcterms:modified>
</cp:coreProperties>
</file>