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Default Extension="gif" ContentType="image/gif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5"/>
  </p:notesMasterIdLst>
  <p:handoutMasterIdLst>
    <p:handoutMasterId r:id="rId6"/>
  </p:handoutMasterIdLst>
  <p:sldIdLst>
    <p:sldId id="257" r:id="rId2"/>
    <p:sldId id="260" r:id="rId3"/>
    <p:sldId id="259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478425-4FD2-43EE-91BD-BCFC307291F8}" type="datetime1">
              <a:rPr lang="en-US"/>
              <a:pPr/>
              <a:t>2/3/2010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4E737C-C255-453C-8F0B-6BB8CAB56B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38B5F877-A15A-47D9-96AB-6BF40B71EAB5}" type="datetime1">
              <a:rPr lang="en-US"/>
              <a:pPr/>
              <a:t>2/3/2010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E35D1681-EA57-4A8E-9AFA-5549DF72F7B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C0F159D-9258-4456-ACAD-B6DC6063ED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8D26F5A-CFD1-4443-B8D2-F55750699C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9600DA93-BED3-4A2E-ADB3-D5CB6E2791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14D7C4C-8711-4B79-B9CE-B36453064F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CD7AF8B-134D-4BBB-9775-B72507E5DA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FA082BF2-F9F0-4E7A-85DC-6DCB549857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315F2CE5-EFFD-41CE-84A4-989AB2A3B7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14BD375D-7C67-4B13-A1C2-407AAEC3B3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D17112B3-EAB6-4BF2-A057-568461F473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4F57B9A-091F-4719-AA80-C17736E8F1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fld id="{98D26F5A-CFD1-4443-B8D2-F55750699CD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cs typeface="Times New Roman" pitchFamily="18" charset="0"/>
              </a:rPr>
              <a:t>Opportunities </a:t>
            </a:r>
            <a:br>
              <a:rPr lang="en-US" b="1" dirty="0" smtClean="0">
                <a:cs typeface="Times New Roman" pitchFamily="18" charset="0"/>
              </a:rPr>
            </a:br>
            <a:r>
              <a:rPr lang="en-US" b="1" dirty="0" smtClean="0">
                <a:cs typeface="Times New Roman" pitchFamily="18" charset="0"/>
              </a:rPr>
              <a:t>for Collaboration</a:t>
            </a:r>
            <a:endParaRPr lang="en-US" b="1" dirty="0"/>
          </a:p>
        </p:txBody>
      </p:sp>
      <p:pic>
        <p:nvPicPr>
          <p:cNvPr id="5122" name="Picture 2" descr="http://lls.org/images/lls/top_leukemia_logo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3810000"/>
            <a:ext cx="3271209" cy="1295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Provide a more detailed overview of what we provide.</a:t>
            </a:r>
          </a:p>
          <a:p>
            <a:r>
              <a:rPr lang="en-US" sz="2800" dirty="0" smtClean="0"/>
              <a:t>Discuss some of the challenges facing LLS.</a:t>
            </a:r>
          </a:p>
          <a:p>
            <a:r>
              <a:rPr lang="en-US" sz="2800" dirty="0" smtClean="0"/>
              <a:t>Share a few ideas on how LLS can obtain new channels for funding its research efforts.</a:t>
            </a:r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 *</a:t>
            </a:r>
          </a:p>
          <a:p>
            <a:r>
              <a:rPr lang="en-US" sz="2800" dirty="0" smtClean="0"/>
              <a:t>Discuss opportunities where both organizations may be able to collaborate in the future.</a:t>
            </a:r>
          </a:p>
          <a:p>
            <a:endParaRPr lang="en-US" sz="2800" dirty="0" smtClean="0"/>
          </a:p>
          <a:p>
            <a:pPr lvl="1">
              <a:buNone/>
            </a:pP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</a:rPr>
              <a:t>*</a:t>
            </a:r>
            <a:r>
              <a:rPr lang="en-US" sz="2000" b="1" dirty="0" smtClean="0">
                <a:solidFill>
                  <a:schemeClr val="accent5">
                    <a:lumMod val="50000"/>
                  </a:schemeClr>
                </a:solidFill>
              </a:rPr>
              <a:t> I’ll reference the attached model during our conversation.</a:t>
            </a:r>
            <a:endParaRPr 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Quad Arrow 15"/>
          <p:cNvSpPr/>
          <p:nvPr/>
        </p:nvSpPr>
        <p:spPr>
          <a:xfrm>
            <a:off x="3352800" y="2743200"/>
            <a:ext cx="2209800" cy="1447800"/>
          </a:xfrm>
          <a:prstGeom prst="quadArrow">
            <a:avLst>
              <a:gd name="adj1" fmla="val 8198"/>
              <a:gd name="adj2" fmla="val 7372"/>
              <a:gd name="adj3" fmla="val 13212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Patient Centric Model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733800" y="2971800"/>
            <a:ext cx="1447800" cy="9906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Patient Value</a:t>
            </a:r>
            <a:endParaRPr lang="en-US" b="1" dirty="0"/>
          </a:p>
        </p:txBody>
      </p:sp>
      <p:sp>
        <p:nvSpPr>
          <p:cNvPr id="8" name="Rounded Rectangle 7"/>
          <p:cNvSpPr/>
          <p:nvPr/>
        </p:nvSpPr>
        <p:spPr>
          <a:xfrm>
            <a:off x="3581400" y="2362200"/>
            <a:ext cx="1676400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Research</a:t>
            </a:r>
            <a:endParaRPr lang="en-US" b="1" dirty="0"/>
          </a:p>
        </p:txBody>
      </p:sp>
      <p:sp>
        <p:nvSpPr>
          <p:cNvPr id="9" name="Rounded Rectangle 8"/>
          <p:cNvSpPr/>
          <p:nvPr/>
        </p:nvSpPr>
        <p:spPr>
          <a:xfrm>
            <a:off x="3657600" y="4267200"/>
            <a:ext cx="1676400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Collaboration</a:t>
            </a:r>
            <a:endParaRPr lang="en-US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5562600" y="3276600"/>
            <a:ext cx="1752600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Communication</a:t>
            </a:r>
            <a:endParaRPr lang="en-US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1981200" y="3276600"/>
            <a:ext cx="1371600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Funding</a:t>
            </a:r>
            <a:endParaRPr lang="en-US" b="1" dirty="0"/>
          </a:p>
        </p:txBody>
      </p:sp>
      <p:grpSp>
        <p:nvGrpSpPr>
          <p:cNvPr id="21" name="Group 20"/>
          <p:cNvGrpSpPr/>
          <p:nvPr/>
        </p:nvGrpSpPr>
        <p:grpSpPr>
          <a:xfrm>
            <a:off x="1600200" y="4800600"/>
            <a:ext cx="5791200" cy="533400"/>
            <a:chOff x="1828800" y="5257800"/>
            <a:chExt cx="6019800" cy="609600"/>
          </a:xfrm>
        </p:grpSpPr>
        <p:sp>
          <p:nvSpPr>
            <p:cNvPr id="12" name="Rounded Rectangle 11"/>
            <p:cNvSpPr/>
            <p:nvPr/>
          </p:nvSpPr>
          <p:spPr>
            <a:xfrm>
              <a:off x="1828800" y="5257800"/>
              <a:ext cx="1447800" cy="609600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Consulting</a:t>
              </a:r>
            </a:p>
            <a:p>
              <a:pPr algn="ctr"/>
              <a:r>
                <a:rPr lang="en-US" b="1" dirty="0" smtClean="0"/>
                <a:t>Services</a:t>
              </a:r>
              <a:endParaRPr lang="en-US" b="1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352800" y="5257800"/>
              <a:ext cx="1447800" cy="609600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Technology</a:t>
              </a:r>
            </a:p>
            <a:p>
              <a:pPr algn="ctr"/>
              <a:r>
                <a:rPr lang="en-US" b="1" dirty="0" smtClean="0"/>
                <a:t>Services</a:t>
              </a:r>
              <a:endParaRPr lang="en-US" b="1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876800" y="5257800"/>
              <a:ext cx="1447800" cy="609600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Device Mfg</a:t>
              </a:r>
              <a:endParaRPr lang="en-US" b="1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400800" y="5257800"/>
              <a:ext cx="1447800" cy="609600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Drug Mfg</a:t>
              </a:r>
              <a:endParaRPr lang="en-US" b="1" dirty="0"/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1371600" y="1524000"/>
            <a:ext cx="1447800" cy="609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New Products</a:t>
            </a:r>
            <a:endParaRPr lang="en-US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2895600" y="1524000"/>
            <a:ext cx="1447800" cy="609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New Services</a:t>
            </a:r>
            <a:endParaRPr lang="en-US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4419600" y="1524000"/>
            <a:ext cx="1447800" cy="609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New Knowledge</a:t>
            </a:r>
            <a:endParaRPr lang="en-US" b="1" dirty="0"/>
          </a:p>
        </p:txBody>
      </p:sp>
      <p:sp>
        <p:nvSpPr>
          <p:cNvPr id="20" name="Rounded Rectangle 19"/>
          <p:cNvSpPr/>
          <p:nvPr/>
        </p:nvSpPr>
        <p:spPr>
          <a:xfrm>
            <a:off x="5943600" y="1524000"/>
            <a:ext cx="1600200" cy="6096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New Technologies</a:t>
            </a:r>
            <a:endParaRPr lang="en-US" b="1" dirty="0"/>
          </a:p>
        </p:txBody>
      </p:sp>
      <p:grpSp>
        <p:nvGrpSpPr>
          <p:cNvPr id="22" name="Group 21"/>
          <p:cNvGrpSpPr/>
          <p:nvPr/>
        </p:nvGrpSpPr>
        <p:grpSpPr>
          <a:xfrm>
            <a:off x="685800" y="5486400"/>
            <a:ext cx="6059347" cy="533400"/>
            <a:chOff x="1828800" y="5257800"/>
            <a:chExt cx="6298532" cy="609600"/>
          </a:xfrm>
        </p:grpSpPr>
        <p:sp>
          <p:nvSpPr>
            <p:cNvPr id="23" name="Rounded Rectangle 22"/>
            <p:cNvSpPr/>
            <p:nvPr/>
          </p:nvSpPr>
          <p:spPr>
            <a:xfrm>
              <a:off x="1828800" y="5257800"/>
              <a:ext cx="1447800" cy="60960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Hospitals</a:t>
              </a:r>
              <a:endParaRPr lang="en-US" b="1" dirty="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352799" y="5257800"/>
              <a:ext cx="1723524" cy="60960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Research Organizations</a:t>
              </a:r>
              <a:endParaRPr lang="en-US" b="1" dirty="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155532" y="5257800"/>
              <a:ext cx="1447800" cy="60960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Physicians</a:t>
              </a:r>
              <a:endParaRPr lang="en-US" b="1" dirty="0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679532" y="5257800"/>
              <a:ext cx="1447800" cy="60960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Nurses</a:t>
              </a:r>
              <a:endParaRPr lang="en-US" b="1" dirty="0"/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6836780" y="5486400"/>
            <a:ext cx="1392820" cy="5334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Care Centers</a:t>
            </a:r>
            <a:endParaRPr lang="en-US" b="1" dirty="0"/>
          </a:p>
        </p:txBody>
      </p:sp>
      <p:sp>
        <p:nvSpPr>
          <p:cNvPr id="28" name="Rounded Rectangle 27"/>
          <p:cNvSpPr/>
          <p:nvPr/>
        </p:nvSpPr>
        <p:spPr>
          <a:xfrm>
            <a:off x="381000" y="2514600"/>
            <a:ext cx="1447800" cy="5334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Government</a:t>
            </a:r>
            <a:endParaRPr lang="en-US" b="1" dirty="0"/>
          </a:p>
        </p:txBody>
      </p:sp>
      <p:sp>
        <p:nvSpPr>
          <p:cNvPr id="29" name="Rounded Rectangle 28"/>
          <p:cNvSpPr/>
          <p:nvPr/>
        </p:nvSpPr>
        <p:spPr>
          <a:xfrm>
            <a:off x="381000" y="3124200"/>
            <a:ext cx="1447800" cy="5334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Institutions</a:t>
            </a:r>
            <a:endParaRPr lang="en-US" b="1" dirty="0"/>
          </a:p>
        </p:txBody>
      </p:sp>
      <p:sp>
        <p:nvSpPr>
          <p:cNvPr id="30" name="Rounded Rectangle 29"/>
          <p:cNvSpPr/>
          <p:nvPr/>
        </p:nvSpPr>
        <p:spPr>
          <a:xfrm>
            <a:off x="381000" y="3733800"/>
            <a:ext cx="1447800" cy="5334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Public</a:t>
            </a:r>
            <a:endParaRPr lang="en-US" b="1" dirty="0"/>
          </a:p>
        </p:txBody>
      </p:sp>
      <p:sp>
        <p:nvSpPr>
          <p:cNvPr id="31" name="Rounded Rectangle 30"/>
          <p:cNvSpPr/>
          <p:nvPr/>
        </p:nvSpPr>
        <p:spPr>
          <a:xfrm>
            <a:off x="7391400" y="2209800"/>
            <a:ext cx="1447800" cy="5334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Payers</a:t>
            </a:r>
            <a:endParaRPr lang="en-US" b="1" dirty="0"/>
          </a:p>
        </p:txBody>
      </p:sp>
      <p:sp>
        <p:nvSpPr>
          <p:cNvPr id="32" name="Rounded Rectangle 31"/>
          <p:cNvSpPr/>
          <p:nvPr/>
        </p:nvSpPr>
        <p:spPr>
          <a:xfrm>
            <a:off x="7391400" y="2819400"/>
            <a:ext cx="1447800" cy="5334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Providers</a:t>
            </a:r>
            <a:endParaRPr lang="en-US" b="1" dirty="0"/>
          </a:p>
        </p:txBody>
      </p:sp>
      <p:sp>
        <p:nvSpPr>
          <p:cNvPr id="33" name="Rounded Rectangle 32"/>
          <p:cNvSpPr/>
          <p:nvPr/>
        </p:nvSpPr>
        <p:spPr>
          <a:xfrm>
            <a:off x="7391400" y="3429000"/>
            <a:ext cx="1447800" cy="5334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Practitioners</a:t>
            </a:r>
            <a:endParaRPr lang="en-US" b="1" dirty="0"/>
          </a:p>
        </p:txBody>
      </p:sp>
      <p:sp>
        <p:nvSpPr>
          <p:cNvPr id="34" name="Rounded Rectangle 33"/>
          <p:cNvSpPr/>
          <p:nvPr/>
        </p:nvSpPr>
        <p:spPr>
          <a:xfrm>
            <a:off x="7391400" y="4038600"/>
            <a:ext cx="1447800" cy="5334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Patients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7205</TotalTime>
  <Words>106</Words>
  <Application>Microsoft Office PowerPoint</Application>
  <PresentationFormat>On-screen Show (4:3)</PresentationFormat>
  <Paragraphs>41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VEG</vt:lpstr>
      <vt:lpstr>Opportunities  for Collaboration</vt:lpstr>
      <vt:lpstr>Agenda</vt:lpstr>
      <vt:lpstr>Patient Centric Model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115</cp:revision>
  <dcterms:created xsi:type="dcterms:W3CDTF">2009-06-09T11:36:35Z</dcterms:created>
  <dcterms:modified xsi:type="dcterms:W3CDTF">2010-02-03T15:15:01Z</dcterms:modified>
</cp:coreProperties>
</file>