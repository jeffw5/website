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4" r:id="rId4"/>
    <p:sldMasterId id="2147484015" r:id="rId5"/>
    <p:sldMasterId id="2147484026" r:id="rId6"/>
    <p:sldMasterId id="2147484123" r:id="rId7"/>
  </p:sldMasterIdLst>
  <p:notesMasterIdLst>
    <p:notesMasterId r:id="rId17"/>
  </p:notesMasterIdLst>
  <p:sldIdLst>
    <p:sldId id="256" r:id="rId8"/>
    <p:sldId id="278" r:id="rId9"/>
    <p:sldId id="260" r:id="rId10"/>
    <p:sldId id="267" r:id="rId11"/>
    <p:sldId id="275" r:id="rId12"/>
    <p:sldId id="270" r:id="rId13"/>
    <p:sldId id="273" r:id="rId14"/>
    <p:sldId id="277" r:id="rId15"/>
    <p:sldId id="276" r:id="rId1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Geneva" charset="-128"/>
        <a:cs typeface="+mn-cs"/>
      </a:defRPr>
    </a:lvl1pPr>
    <a:lvl2pPr marL="457200" algn="l" defTabSz="457200" rtl="0" fontAlgn="base">
      <a:spcBef>
        <a:spcPct val="0"/>
      </a:spcBef>
      <a:spcAft>
        <a:spcPct val="0"/>
      </a:spcAft>
      <a:defRPr kern="1200">
        <a:solidFill>
          <a:schemeClr val="tx1"/>
        </a:solidFill>
        <a:latin typeface="Arial" charset="0"/>
        <a:ea typeface="Geneva" charset="-128"/>
        <a:cs typeface="+mn-cs"/>
      </a:defRPr>
    </a:lvl2pPr>
    <a:lvl3pPr marL="914400" algn="l" defTabSz="457200" rtl="0" fontAlgn="base">
      <a:spcBef>
        <a:spcPct val="0"/>
      </a:spcBef>
      <a:spcAft>
        <a:spcPct val="0"/>
      </a:spcAft>
      <a:defRPr kern="1200">
        <a:solidFill>
          <a:schemeClr val="tx1"/>
        </a:solidFill>
        <a:latin typeface="Arial" charset="0"/>
        <a:ea typeface="Geneva" charset="-128"/>
        <a:cs typeface="+mn-cs"/>
      </a:defRPr>
    </a:lvl3pPr>
    <a:lvl4pPr marL="1371600" algn="l" defTabSz="457200" rtl="0" fontAlgn="base">
      <a:spcBef>
        <a:spcPct val="0"/>
      </a:spcBef>
      <a:spcAft>
        <a:spcPct val="0"/>
      </a:spcAft>
      <a:defRPr kern="1200">
        <a:solidFill>
          <a:schemeClr val="tx1"/>
        </a:solidFill>
        <a:latin typeface="Arial" charset="0"/>
        <a:ea typeface="Geneva" charset="-128"/>
        <a:cs typeface="+mn-cs"/>
      </a:defRPr>
    </a:lvl4pPr>
    <a:lvl5pPr marL="1828800" algn="l" defTabSz="457200" rtl="0" fontAlgn="base">
      <a:spcBef>
        <a:spcPct val="0"/>
      </a:spcBef>
      <a:spcAft>
        <a:spcPct val="0"/>
      </a:spcAft>
      <a:defRPr kern="1200">
        <a:solidFill>
          <a:schemeClr val="tx1"/>
        </a:solidFill>
        <a:latin typeface="Arial" charset="0"/>
        <a:ea typeface="Geneva" charset="-128"/>
        <a:cs typeface="+mn-cs"/>
      </a:defRPr>
    </a:lvl5pPr>
    <a:lvl6pPr marL="2286000" algn="l" defTabSz="914400" rtl="0" eaLnBrk="1" latinLnBrk="0" hangingPunct="1">
      <a:defRPr kern="1200">
        <a:solidFill>
          <a:schemeClr val="tx1"/>
        </a:solidFill>
        <a:latin typeface="Arial" charset="0"/>
        <a:ea typeface="Geneva" charset="-128"/>
        <a:cs typeface="+mn-cs"/>
      </a:defRPr>
    </a:lvl6pPr>
    <a:lvl7pPr marL="2743200" algn="l" defTabSz="914400" rtl="0" eaLnBrk="1" latinLnBrk="0" hangingPunct="1">
      <a:defRPr kern="1200">
        <a:solidFill>
          <a:schemeClr val="tx1"/>
        </a:solidFill>
        <a:latin typeface="Arial" charset="0"/>
        <a:ea typeface="Geneva" charset="-128"/>
        <a:cs typeface="+mn-cs"/>
      </a:defRPr>
    </a:lvl7pPr>
    <a:lvl8pPr marL="3200400" algn="l" defTabSz="914400" rtl="0" eaLnBrk="1" latinLnBrk="0" hangingPunct="1">
      <a:defRPr kern="1200">
        <a:solidFill>
          <a:schemeClr val="tx1"/>
        </a:solidFill>
        <a:latin typeface="Arial" charset="0"/>
        <a:ea typeface="Geneva" charset="-128"/>
        <a:cs typeface="+mn-cs"/>
      </a:defRPr>
    </a:lvl8pPr>
    <a:lvl9pPr marL="3657600" algn="l" defTabSz="914400" rtl="0" eaLnBrk="1" latinLnBrk="0" hangingPunct="1">
      <a:defRPr kern="1200">
        <a:solidFill>
          <a:schemeClr val="tx1"/>
        </a:solidFill>
        <a:latin typeface="Arial" charset="0"/>
        <a:ea typeface="Geneva"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0036"/>
    <a:srgbClr val="96C547"/>
    <a:srgbClr val="6EC1BC"/>
    <a:srgbClr val="F18307"/>
    <a:srgbClr val="459D2D"/>
    <a:srgbClr val="1B808E"/>
    <a:srgbClr val="FDC835"/>
    <a:srgbClr val="93C6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autoAdjust="0"/>
    <p:restoredTop sz="86446" autoAdjust="0"/>
  </p:normalViewPr>
  <p:slideViewPr>
    <p:cSldViewPr snapToGrid="0" snapToObjects="1">
      <p:cViewPr varScale="1">
        <p:scale>
          <a:sx n="97" d="100"/>
          <a:sy n="97" d="100"/>
        </p:scale>
        <p:origin x="584" y="20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F4BC00DB-BC11-4B2B-831E-66E3AB7ABC4F}" type="datetime1">
              <a:rPr lang="en-US"/>
              <a:pPr>
                <a:defRPr/>
              </a:pPr>
              <a:t>7/8/16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CF8943A1-DBBC-4CA7-9D36-6142CE256516}" type="slidenum">
              <a:rPr lang="en-US"/>
              <a:pPr>
                <a:defRPr/>
              </a:pPr>
              <a:t>‹#›</a:t>
            </a:fld>
            <a:endParaRPr lang="en-US" dirty="0"/>
          </a:p>
        </p:txBody>
      </p:sp>
    </p:spTree>
    <p:extLst>
      <p:ext uri="{BB962C8B-B14F-4D97-AF65-F5344CB8AC3E}">
        <p14:creationId xmlns:p14="http://schemas.microsoft.com/office/powerpoint/2010/main" val="6998642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Geneva" charset="-128"/>
        <a:cs typeface="Geneva" charset="0"/>
      </a:defRPr>
    </a:lvl1pPr>
    <a:lvl2pPr marL="457200" algn="l" rtl="0" eaLnBrk="0" fontAlgn="base" hangingPunct="0">
      <a:spcBef>
        <a:spcPct val="30000"/>
      </a:spcBef>
      <a:spcAft>
        <a:spcPct val="0"/>
      </a:spcAft>
      <a:defRPr sz="1200" kern="1200">
        <a:solidFill>
          <a:schemeClr val="tx1"/>
        </a:solidFill>
        <a:latin typeface="Arial"/>
        <a:ea typeface="Arial Unicode MS" pitchFamily="34" charset="-128"/>
        <a:cs typeface="Arial Unicode MS" pitchFamily="34" charset="-128"/>
      </a:defRPr>
    </a:lvl2pPr>
    <a:lvl3pPr marL="914400" algn="l" rtl="0" eaLnBrk="0" fontAlgn="base" hangingPunct="0">
      <a:spcBef>
        <a:spcPct val="30000"/>
      </a:spcBef>
      <a:spcAft>
        <a:spcPct val="0"/>
      </a:spcAft>
      <a:defRPr sz="1200" kern="1200">
        <a:solidFill>
          <a:schemeClr val="tx1"/>
        </a:solidFill>
        <a:latin typeface="Arial"/>
        <a:ea typeface="Arial Unicode MS" pitchFamily="34" charset="-128"/>
        <a:cs typeface="Arial Unicode MS" pitchFamily="34" charset="-128"/>
      </a:defRPr>
    </a:lvl3pPr>
    <a:lvl4pPr marL="1371600" algn="l" rtl="0" eaLnBrk="0" fontAlgn="base" hangingPunct="0">
      <a:spcBef>
        <a:spcPct val="30000"/>
      </a:spcBef>
      <a:spcAft>
        <a:spcPct val="0"/>
      </a:spcAft>
      <a:defRPr sz="1200" kern="1200">
        <a:solidFill>
          <a:schemeClr val="tx1"/>
        </a:solidFill>
        <a:latin typeface="Arial"/>
        <a:ea typeface="Arial Unicode MS" pitchFamily="34" charset="-128"/>
        <a:cs typeface="Arial Unicode MS" pitchFamily="34" charset="-128"/>
      </a:defRPr>
    </a:lvl4pPr>
    <a:lvl5pPr marL="1828800" algn="l" rtl="0" eaLnBrk="0" fontAlgn="base" hangingPunct="0">
      <a:spcBef>
        <a:spcPct val="30000"/>
      </a:spcBef>
      <a:spcAft>
        <a:spcPct val="0"/>
      </a:spcAft>
      <a:defRPr sz="1200" kern="1200">
        <a:solidFill>
          <a:schemeClr val="tx1"/>
        </a:solidFill>
        <a:latin typeface="Arial"/>
        <a:ea typeface="Arial Unicode MS" pitchFamily="34" charset="-128"/>
        <a:cs typeface="Arial Unicode MS" pitchFamily="34"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Red">
    <p:bg>
      <p:bgPr>
        <a:solidFill>
          <a:schemeClr val="accent1"/>
        </a:solidFill>
        <a:effectLst/>
      </p:bgPr>
    </p:bg>
    <p:spTree>
      <p:nvGrpSpPr>
        <p:cNvPr id="1" name=""/>
        <p:cNvGrpSpPr/>
        <p:nvPr/>
      </p:nvGrpSpPr>
      <p:grpSpPr>
        <a:xfrm>
          <a:off x="0" y="0"/>
          <a:ext cx="0" cy="0"/>
          <a:chOff x="0" y="0"/>
          <a:chExt cx="0" cy="0"/>
        </a:xfrm>
      </p:grpSpPr>
      <p:pic>
        <p:nvPicPr>
          <p:cNvPr id="4" name="Picture 6" descr="UL_Enterprise_wht_rgb.gif"/>
          <p:cNvPicPr>
            <a:picLocks noChangeAspect="1"/>
          </p:cNvPicPr>
          <p:nvPr/>
        </p:nvPicPr>
        <p:blipFill>
          <a:blip r:embed="rId2">
            <a:extLst>
              <a:ext uri="{28A0092B-C50C-407E-A947-70E740481C1C}">
                <a14:useLocalDpi xmlns:a14="http://schemas.microsoft.com/office/drawing/2010/main" val="0"/>
              </a:ext>
            </a:extLst>
          </a:blip>
          <a:srcRect r="16216"/>
          <a:stretch>
            <a:fillRect/>
          </a:stretch>
        </p:blipFill>
        <p:spPr bwMode="invGray">
          <a:xfrm>
            <a:off x="6308725" y="328613"/>
            <a:ext cx="283527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199" y="2534248"/>
            <a:ext cx="5548579" cy="1399032"/>
          </a:xfrm>
        </p:spPr>
        <p:txBody>
          <a:bodyPr/>
          <a:lstStyle>
            <a:lvl1pPr algn="l">
              <a:defRPr sz="3000" b="1">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199" y="3961120"/>
            <a:ext cx="5548579" cy="1773936"/>
          </a:xfrm>
        </p:spPr>
        <p:txBody>
          <a:bodyPr>
            <a:normAutofit/>
          </a:bodyPr>
          <a:lstStyle>
            <a:lvl1pPr marL="0" indent="0" algn="l">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225313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White ">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a:extLst>
              <a:ext uri="{28A0092B-C50C-407E-A947-70E740481C1C}">
                <a14:useLocalDpi xmlns:a14="http://schemas.microsoft.com/office/drawing/2010/main" val="0"/>
              </a:ext>
            </a:extLst>
          </a:blip>
          <a:srcRect r="16216"/>
          <a:stretch>
            <a:fillRect/>
          </a:stretch>
        </p:blipFill>
        <p:spPr bwMode="auto">
          <a:xfrm>
            <a:off x="6308725" y="328613"/>
            <a:ext cx="283527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199" y="2532888"/>
            <a:ext cx="5570525" cy="1399032"/>
          </a:xfrm>
        </p:spPr>
        <p:txBody>
          <a:bodyPr/>
          <a:lstStyle>
            <a:lvl1pPr algn="l">
              <a:defRPr sz="3000" b="1">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199" y="3959352"/>
            <a:ext cx="5570525" cy="1773936"/>
          </a:xfrm>
        </p:spPr>
        <p:txBody>
          <a:bodyPr>
            <a:normAutofit/>
          </a:bodyPr>
          <a:lstStyle>
            <a:lvl1pPr marL="0" indent="0" algn="l">
              <a:buNone/>
              <a:defRPr sz="1600" b="1">
                <a:solidFill>
                  <a:schemeClr val="accent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2521601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Agenda Slide">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2700067"/>
            <a:ext cx="8229600" cy="3426095"/>
          </a:xfrm>
        </p:spPr>
        <p:txBody>
          <a:bodyPr>
            <a:normAutofit/>
          </a:bodyPr>
          <a:lstStyle>
            <a:lvl1pPr>
              <a:defRPr sz="2600" b="1" cap="none" baseline="0">
                <a:solidFill>
                  <a:schemeClr val="bg1">
                    <a:lumMod val="50000"/>
                  </a:schemeClr>
                </a:solidFill>
                <a:latin typeface="Arial" pitchFamily="34" charset="0"/>
                <a:cs typeface="Arial" pitchFamily="34" charset="0"/>
              </a:defRPr>
            </a:lvl1pPr>
            <a:lvl2pPr marL="0" indent="0">
              <a:buFontTx/>
              <a:buNone/>
              <a:defRPr sz="2600" b="1" cap="none" baseline="0">
                <a:solidFill>
                  <a:schemeClr val="bg1">
                    <a:lumMod val="50000"/>
                  </a:schemeClr>
                </a:solidFill>
                <a:latin typeface="Arial" pitchFamily="34" charset="0"/>
                <a:cs typeface="Arial" pitchFamily="34" charset="0"/>
              </a:defRPr>
            </a:lvl2pPr>
            <a:lvl3pPr marL="0" indent="0">
              <a:buFontTx/>
              <a:buNone/>
              <a:defRPr sz="2600" b="1" cap="none" baseline="0">
                <a:solidFill>
                  <a:schemeClr val="bg1">
                    <a:lumMod val="50000"/>
                  </a:schemeClr>
                </a:solidFill>
                <a:latin typeface="Arial" pitchFamily="34" charset="0"/>
                <a:cs typeface="Arial" pitchFamily="34" charset="0"/>
              </a:defRPr>
            </a:lvl3pPr>
            <a:lvl4pPr marL="0" indent="0">
              <a:buFontTx/>
              <a:buNone/>
              <a:defRPr sz="2600" b="1" cap="none" baseline="0">
                <a:solidFill>
                  <a:schemeClr val="bg1">
                    <a:lumMod val="50000"/>
                  </a:schemeClr>
                </a:solidFill>
                <a:latin typeface="Arial" pitchFamily="34" charset="0"/>
                <a:cs typeface="Arial" pitchFamily="34" charset="0"/>
              </a:defRPr>
            </a:lvl4pPr>
            <a:lvl5pPr marL="0" indent="0">
              <a:buFontTx/>
              <a:buNone/>
              <a:defRPr sz="2600" b="1" cap="none" baseline="0">
                <a:solidFill>
                  <a:schemeClr val="bg1">
                    <a:lumMod val="50000"/>
                  </a:schemeClr>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5"/>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423373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311151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a:extLst>
              <a:ext uri="{28A0092B-C50C-407E-A947-70E740481C1C}">
                <a14:useLocalDpi xmlns:a14="http://schemas.microsoft.com/office/drawing/2010/main" val="0"/>
              </a:ext>
            </a:extLst>
          </a:blip>
          <a:srcRect r="79"/>
          <a:stretch>
            <a:fillRect/>
          </a:stretch>
        </p:blipFill>
        <p:spPr bwMode="auto">
          <a:xfrm>
            <a:off x="7132638" y="274638"/>
            <a:ext cx="1646237"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561246"/>
            <a:ext cx="5943600" cy="1143000"/>
          </a:xfrm>
        </p:spPr>
        <p:txBody>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457200" y="2743200"/>
            <a:ext cx="8229600" cy="3416299"/>
          </a:xfrm>
        </p:spPr>
        <p:txBody>
          <a:bodyPr>
            <a:normAutofit/>
          </a:bodyPr>
          <a:lstStyle>
            <a:lvl1pPr>
              <a:defRPr sz="1600" b="1">
                <a:solidFill>
                  <a:schemeClr val="accent1"/>
                </a:solidFill>
                <a:latin typeface="Arial" pitchFamily="34" charset="0"/>
                <a:cs typeface="Arial" pitchFamily="34" charset="0"/>
              </a:defRPr>
            </a:lvl1pPr>
            <a:lvl2pPr marL="0" indent="0">
              <a:buFontTx/>
              <a:buNone/>
              <a:defRPr sz="1600" b="0">
                <a:solidFill>
                  <a:schemeClr val="accent1"/>
                </a:solidFill>
                <a:latin typeface="Arial" pitchFamily="34" charset="0"/>
                <a:cs typeface="Arial" pitchFamily="34" charset="0"/>
              </a:defRPr>
            </a:lvl2pPr>
            <a:lvl3pPr marL="0" indent="0">
              <a:buFontTx/>
              <a:buNone/>
              <a:defRPr sz="1600" b="0">
                <a:solidFill>
                  <a:schemeClr val="accent1"/>
                </a:solidFill>
                <a:latin typeface="Arial" pitchFamily="34" charset="0"/>
                <a:cs typeface="Arial" pitchFamily="34" charset="0"/>
              </a:defRPr>
            </a:lvl3pPr>
            <a:lvl4pPr marL="0" indent="0">
              <a:buFontTx/>
              <a:buNone/>
              <a:defRPr sz="1600" b="0">
                <a:solidFill>
                  <a:schemeClr val="accent1"/>
                </a:solidFill>
                <a:latin typeface="Arial" pitchFamily="34" charset="0"/>
                <a:cs typeface="Arial" pitchFamily="34" charset="0"/>
              </a:defRPr>
            </a:lvl4pPr>
            <a:lvl5pPr marL="0" indent="0">
              <a:buFontTx/>
              <a:buNone/>
              <a:defRPr sz="1600" b="0">
                <a:solidFill>
                  <a:schemeClr val="accent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31481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C3003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400" fontAlgn="auto">
              <a:spcBef>
                <a:spcPts val="0"/>
              </a:spcBef>
              <a:spcAft>
                <a:spcPts val="0"/>
              </a:spcAft>
              <a:defRPr/>
            </a:pPr>
            <a:endParaRPr lang="en-US" dirty="0">
              <a:solidFill>
                <a:srgbClr val="FFFFFF"/>
              </a:solidFill>
              <a:ea typeface="Geneva" charset="-128"/>
              <a:cs typeface="Arial" pitchFamily="34" charset="0"/>
            </a:endParaRPr>
          </a:p>
        </p:txBody>
      </p:sp>
      <p:pic>
        <p:nvPicPr>
          <p:cNvPr id="4" name="Picture 6" descr="ul_pattern.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199" y="2532888"/>
            <a:ext cx="7984403" cy="1600200"/>
          </a:xfrm>
        </p:spPr>
        <p:txBody>
          <a:bodyPr/>
          <a:lstStyle>
            <a:lvl1pPr algn="l">
              <a:defRPr sz="3000" b="1" cap="none" baseline="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44683966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normAutofit/>
          </a:bodyPr>
          <a:lstStyle>
            <a:lvl1pPr>
              <a:lnSpc>
                <a:spcPct val="100000"/>
              </a:lnSpc>
              <a:spcBef>
                <a:spcPts val="1200"/>
              </a:spcBef>
              <a:defRPr sz="1800"/>
            </a:lvl1pPr>
            <a:lvl2pPr>
              <a:lnSpc>
                <a:spcPct val="100000"/>
              </a:lnSpc>
              <a:spcBef>
                <a:spcPts val="1200"/>
              </a:spcBef>
              <a:buFont typeface="Arial" pitchFamily="34" charset="0"/>
              <a:buChar char="•"/>
              <a:defRPr sz="1600"/>
            </a:lvl2pPr>
            <a:lvl3pPr>
              <a:lnSpc>
                <a:spcPct val="100000"/>
              </a:lnSpc>
              <a:spcBef>
                <a:spcPts val="1200"/>
              </a:spcBef>
              <a:buFont typeface="Arial" pitchFamily="34" charset="0"/>
              <a:buChar char="−"/>
              <a:defRPr sz="1400"/>
            </a:lvl3pPr>
            <a:lvl4pPr>
              <a:lnSpc>
                <a:spcPct val="100000"/>
              </a:lnSpc>
              <a:spcBef>
                <a:spcPts val="1200"/>
              </a:spcBef>
              <a:buFont typeface="Arial" pitchFamily="34" charset="0"/>
              <a:buChar char="−"/>
              <a:defRPr sz="1400"/>
            </a:lvl4pPr>
            <a:lvl5pPr>
              <a:lnSpc>
                <a:spcPct val="100000"/>
              </a:lnSpc>
              <a:spcBef>
                <a:spcPts val="1200"/>
              </a:spcBef>
              <a:buFont typeface="Arial" pitchFamily="34" charset="0"/>
              <a:buChar cha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normAutofit/>
          </a:bodyPr>
          <a:lstStyle>
            <a:lvl1pPr>
              <a:spcBef>
                <a:spcPts val="1200"/>
              </a:spcBef>
              <a:defRPr sz="1800"/>
            </a:lvl1pPr>
            <a:lvl2pPr>
              <a:spcBef>
                <a:spcPts val="1200"/>
              </a:spcBef>
              <a:buFont typeface="Arial" pitchFamily="34" charset="0"/>
              <a:buChar char="•"/>
              <a:defRPr sz="1600"/>
            </a:lvl2pPr>
            <a:lvl3pPr>
              <a:spcBef>
                <a:spcPts val="1200"/>
              </a:spcBef>
              <a:buFont typeface="Arial" pitchFamily="34" charset="0"/>
              <a:buChar char="‒"/>
              <a:defRPr sz="1400"/>
            </a:lvl3pPr>
            <a:lvl4pPr>
              <a:spcBef>
                <a:spcPts val="1200"/>
              </a:spcBef>
              <a:buFont typeface="Arial" pitchFamily="34" charset="0"/>
              <a:buChar char="‒"/>
              <a:defRPr sz="1400"/>
            </a:lvl4pPr>
            <a:lvl5pPr>
              <a:spcBef>
                <a:spcPts val="1200"/>
              </a:spcBef>
              <a:buFont typeface="Arial" pitchFamily="34" charset="0"/>
              <a:buChar cha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6"/>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79717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6"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4" name="Slide Number Placeholder 4"/>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231497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UL_Enterprise_red_rgb.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6259513"/>
            <a:ext cx="393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p:cNvSpPr>
            <a:spLocks noGrp="1"/>
          </p:cNvSpPr>
          <p:nvPr>
            <p:ph type="sldNum" sz="quarter" idx="10"/>
          </p:nvPr>
        </p:nvSpPr>
        <p:spPr/>
        <p:txBody>
          <a:bodyPr/>
          <a:lstStyle>
            <a:lvl1pPr>
              <a:defRPr/>
            </a:lvl1pPr>
          </a:lstStyle>
          <a:p>
            <a:fld id="{BBBE28A8-4C6A-4E28-A11C-898749AD0FE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511958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4" descr="ul_logo.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81938" y="482600"/>
            <a:ext cx="804862"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488365"/>
            <a:ext cx="5486400" cy="1145591"/>
          </a:xfrm>
        </p:spPr>
        <p:txBody>
          <a:bodyPr/>
          <a:lstStyle>
            <a:lvl1pPr algn="l">
              <a:defRPr sz="3000" b="1" cap="none" baseline="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3423817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Red">
    <p:bg>
      <p:bgPr>
        <a:solidFill>
          <a:schemeClr val="accent1"/>
        </a:solidFill>
        <a:effectLst/>
      </p:bgPr>
    </p:bg>
    <p:spTree>
      <p:nvGrpSpPr>
        <p:cNvPr id="1" name=""/>
        <p:cNvGrpSpPr/>
        <p:nvPr/>
      </p:nvGrpSpPr>
      <p:grpSpPr>
        <a:xfrm>
          <a:off x="0" y="0"/>
          <a:ext cx="0" cy="0"/>
          <a:chOff x="0" y="0"/>
          <a:chExt cx="0" cy="0"/>
        </a:xfrm>
      </p:grpSpPr>
      <p:pic>
        <p:nvPicPr>
          <p:cNvPr id="4" name="Picture 6" descr="UL_Enterprise_wht_rgb.gif"/>
          <p:cNvPicPr>
            <a:picLocks noChangeAspect="1"/>
          </p:cNvPicPr>
          <p:nvPr/>
        </p:nvPicPr>
        <p:blipFill>
          <a:blip r:embed="rId2" cstate="print"/>
          <a:srcRect r="16216"/>
          <a:stretch>
            <a:fillRect/>
          </a:stretch>
        </p:blipFill>
        <p:spPr bwMode="invGray">
          <a:xfrm>
            <a:off x="6308725" y="328613"/>
            <a:ext cx="2835275" cy="3384550"/>
          </a:xfrm>
          <a:prstGeom prst="rect">
            <a:avLst/>
          </a:prstGeom>
          <a:noFill/>
          <a:ln w="9525">
            <a:noFill/>
            <a:miter lim="800000"/>
            <a:headEnd/>
            <a:tailEnd/>
          </a:ln>
        </p:spPr>
      </p:pic>
      <p:sp>
        <p:nvSpPr>
          <p:cNvPr id="5" name="TextBox 4"/>
          <p:cNvSpPr txBox="1"/>
          <p:nvPr userDrawn="1"/>
        </p:nvSpPr>
        <p:spPr>
          <a:xfrm>
            <a:off x="457200" y="6423025"/>
            <a:ext cx="2343150" cy="246063"/>
          </a:xfrm>
          <a:prstGeom prst="rect">
            <a:avLst/>
          </a:prstGeom>
          <a:noFill/>
        </p:spPr>
        <p:txBody>
          <a:bodyPr wrap="none">
            <a:spAutoFit/>
          </a:bodyPr>
          <a:lstStyle>
            <a:lvl1pPr eaLnBrk="0" hangingPunct="0">
              <a:defRPr sz="2400">
                <a:solidFill>
                  <a:schemeClr val="tx1"/>
                </a:solidFill>
                <a:latin typeface="Arial" charset="0"/>
                <a:ea typeface="Geneva" charset="-128"/>
              </a:defRPr>
            </a:lvl1pPr>
            <a:lvl2pPr marL="37931725" indent="-37474525" eaLnBrk="0" hangingPunct="0">
              <a:defRPr sz="2400">
                <a:solidFill>
                  <a:schemeClr val="tx1"/>
                </a:solidFill>
                <a:latin typeface="Arial" charset="0"/>
                <a:ea typeface="Geneva" charset="-128"/>
              </a:defRPr>
            </a:lvl2pPr>
            <a:lvl3pPr eaLnBrk="0" hangingPunct="0">
              <a:defRPr sz="2400">
                <a:solidFill>
                  <a:schemeClr val="tx1"/>
                </a:solidFill>
                <a:latin typeface="Arial" charset="0"/>
                <a:ea typeface="Geneva" charset="-128"/>
              </a:defRPr>
            </a:lvl3pPr>
            <a:lvl4pPr eaLnBrk="0" hangingPunct="0">
              <a:defRPr sz="2400">
                <a:solidFill>
                  <a:schemeClr val="tx1"/>
                </a:solidFill>
                <a:latin typeface="Arial" charset="0"/>
                <a:ea typeface="Geneva" charset="-128"/>
              </a:defRPr>
            </a:lvl4pPr>
            <a:lvl5pPr eaLnBrk="0" hangingPunct="0">
              <a:defRPr sz="2400">
                <a:solidFill>
                  <a:schemeClr val="tx1"/>
                </a:solidFill>
                <a:latin typeface="Arial" charset="0"/>
                <a:ea typeface="Geneva" charset="-128"/>
              </a:defRPr>
            </a:lvl5pPr>
            <a:lvl6pPr marL="457200" eaLnBrk="0" fontAlgn="base" hangingPunct="0">
              <a:spcBef>
                <a:spcPct val="0"/>
              </a:spcBef>
              <a:spcAft>
                <a:spcPct val="0"/>
              </a:spcAft>
              <a:defRPr sz="2400">
                <a:solidFill>
                  <a:schemeClr val="tx1"/>
                </a:solidFill>
                <a:latin typeface="Arial" charset="0"/>
                <a:ea typeface="Geneva" charset="-128"/>
              </a:defRPr>
            </a:lvl6pPr>
            <a:lvl7pPr marL="914400" eaLnBrk="0" fontAlgn="base" hangingPunct="0">
              <a:spcBef>
                <a:spcPct val="0"/>
              </a:spcBef>
              <a:spcAft>
                <a:spcPct val="0"/>
              </a:spcAft>
              <a:defRPr sz="2400">
                <a:solidFill>
                  <a:schemeClr val="tx1"/>
                </a:solidFill>
                <a:latin typeface="Arial" charset="0"/>
                <a:ea typeface="Geneva" charset="-128"/>
              </a:defRPr>
            </a:lvl7pPr>
            <a:lvl8pPr marL="1371600" eaLnBrk="0" fontAlgn="base" hangingPunct="0">
              <a:spcBef>
                <a:spcPct val="0"/>
              </a:spcBef>
              <a:spcAft>
                <a:spcPct val="0"/>
              </a:spcAft>
              <a:defRPr sz="2400">
                <a:solidFill>
                  <a:schemeClr val="tx1"/>
                </a:solidFill>
                <a:latin typeface="Arial" charset="0"/>
                <a:ea typeface="Geneva" charset="-128"/>
              </a:defRPr>
            </a:lvl8pPr>
            <a:lvl9pPr marL="1828800" eaLnBrk="0" fontAlgn="base" hangingPunct="0">
              <a:spcBef>
                <a:spcPct val="0"/>
              </a:spcBef>
              <a:spcAft>
                <a:spcPct val="0"/>
              </a:spcAft>
              <a:defRPr sz="2400">
                <a:solidFill>
                  <a:schemeClr val="tx1"/>
                </a:solidFill>
                <a:latin typeface="Arial" charset="0"/>
                <a:ea typeface="Geneva" charset="-128"/>
              </a:defRPr>
            </a:lvl9pPr>
          </a:lstStyle>
          <a:p>
            <a:pPr eaLnBrk="1" hangingPunct="1">
              <a:defRPr/>
            </a:pPr>
            <a:r>
              <a:rPr lang="en-US" sz="1000" dirty="0" smtClean="0">
                <a:solidFill>
                  <a:prstClr val="white"/>
                </a:solidFill>
                <a:cs typeface="Arial" charset="0"/>
              </a:rPr>
              <a:t>© 2011 Underwriters Laboratories Inc.</a:t>
            </a:r>
          </a:p>
        </p:txBody>
      </p:sp>
      <p:sp>
        <p:nvSpPr>
          <p:cNvPr id="2" name="Title 1"/>
          <p:cNvSpPr>
            <a:spLocks noGrp="1"/>
          </p:cNvSpPr>
          <p:nvPr>
            <p:ph type="ctrTitle"/>
          </p:nvPr>
        </p:nvSpPr>
        <p:spPr>
          <a:xfrm>
            <a:off x="457199" y="2534248"/>
            <a:ext cx="5548579" cy="1399032"/>
          </a:xfrm>
        </p:spPr>
        <p:txBody>
          <a:bodyPr/>
          <a:lstStyle>
            <a:lvl1pPr algn="l">
              <a:defRPr sz="3000" b="1" baseline="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199" y="3961120"/>
            <a:ext cx="5548579" cy="1773936"/>
          </a:xfrm>
        </p:spPr>
        <p:txBody>
          <a:bodyPr>
            <a:normAutofit/>
          </a:bodyPr>
          <a:lstStyle>
            <a:lvl1pPr marL="0" indent="0" algn="l">
              <a:buNone/>
              <a:defRPr sz="1600" b="1">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924152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White ">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srcRect r="16216"/>
          <a:stretch>
            <a:fillRect/>
          </a:stretch>
        </p:blipFill>
        <p:spPr bwMode="auto">
          <a:xfrm>
            <a:off x="6308725" y="328613"/>
            <a:ext cx="2835275" cy="3384550"/>
          </a:xfrm>
          <a:prstGeom prst="rect">
            <a:avLst/>
          </a:prstGeom>
          <a:noFill/>
          <a:ln w="9525">
            <a:noFill/>
            <a:miter lim="800000"/>
            <a:headEnd/>
            <a:tailEnd/>
          </a:ln>
        </p:spPr>
      </p:pic>
      <p:sp>
        <p:nvSpPr>
          <p:cNvPr id="5" name="TextBox 4"/>
          <p:cNvSpPr txBox="1"/>
          <p:nvPr userDrawn="1"/>
        </p:nvSpPr>
        <p:spPr>
          <a:xfrm>
            <a:off x="457200" y="6423025"/>
            <a:ext cx="2343150" cy="246063"/>
          </a:xfrm>
          <a:prstGeom prst="rect">
            <a:avLst/>
          </a:prstGeom>
          <a:noFill/>
        </p:spPr>
        <p:txBody>
          <a:bodyPr wrap="none">
            <a:spAutoFit/>
          </a:bodyPr>
          <a:lstStyle>
            <a:lvl1pPr eaLnBrk="0" hangingPunct="0">
              <a:defRPr sz="2400">
                <a:solidFill>
                  <a:schemeClr val="tx1"/>
                </a:solidFill>
                <a:latin typeface="Arial" charset="0"/>
                <a:ea typeface="Geneva" charset="-128"/>
              </a:defRPr>
            </a:lvl1pPr>
            <a:lvl2pPr marL="37931725" indent="-37474525" eaLnBrk="0" hangingPunct="0">
              <a:defRPr sz="2400">
                <a:solidFill>
                  <a:schemeClr val="tx1"/>
                </a:solidFill>
                <a:latin typeface="Arial" charset="0"/>
                <a:ea typeface="Geneva" charset="-128"/>
              </a:defRPr>
            </a:lvl2pPr>
            <a:lvl3pPr eaLnBrk="0" hangingPunct="0">
              <a:defRPr sz="2400">
                <a:solidFill>
                  <a:schemeClr val="tx1"/>
                </a:solidFill>
                <a:latin typeface="Arial" charset="0"/>
                <a:ea typeface="Geneva" charset="-128"/>
              </a:defRPr>
            </a:lvl3pPr>
            <a:lvl4pPr eaLnBrk="0" hangingPunct="0">
              <a:defRPr sz="2400">
                <a:solidFill>
                  <a:schemeClr val="tx1"/>
                </a:solidFill>
                <a:latin typeface="Arial" charset="0"/>
                <a:ea typeface="Geneva" charset="-128"/>
              </a:defRPr>
            </a:lvl4pPr>
            <a:lvl5pPr eaLnBrk="0" hangingPunct="0">
              <a:defRPr sz="2400">
                <a:solidFill>
                  <a:schemeClr val="tx1"/>
                </a:solidFill>
                <a:latin typeface="Arial" charset="0"/>
                <a:ea typeface="Geneva" charset="-128"/>
              </a:defRPr>
            </a:lvl5pPr>
            <a:lvl6pPr marL="457200" eaLnBrk="0" fontAlgn="base" hangingPunct="0">
              <a:spcBef>
                <a:spcPct val="0"/>
              </a:spcBef>
              <a:spcAft>
                <a:spcPct val="0"/>
              </a:spcAft>
              <a:defRPr sz="2400">
                <a:solidFill>
                  <a:schemeClr val="tx1"/>
                </a:solidFill>
                <a:latin typeface="Arial" charset="0"/>
                <a:ea typeface="Geneva" charset="-128"/>
              </a:defRPr>
            </a:lvl6pPr>
            <a:lvl7pPr marL="914400" eaLnBrk="0" fontAlgn="base" hangingPunct="0">
              <a:spcBef>
                <a:spcPct val="0"/>
              </a:spcBef>
              <a:spcAft>
                <a:spcPct val="0"/>
              </a:spcAft>
              <a:defRPr sz="2400">
                <a:solidFill>
                  <a:schemeClr val="tx1"/>
                </a:solidFill>
                <a:latin typeface="Arial" charset="0"/>
                <a:ea typeface="Geneva" charset="-128"/>
              </a:defRPr>
            </a:lvl7pPr>
            <a:lvl8pPr marL="1371600" eaLnBrk="0" fontAlgn="base" hangingPunct="0">
              <a:spcBef>
                <a:spcPct val="0"/>
              </a:spcBef>
              <a:spcAft>
                <a:spcPct val="0"/>
              </a:spcAft>
              <a:defRPr sz="2400">
                <a:solidFill>
                  <a:schemeClr val="tx1"/>
                </a:solidFill>
                <a:latin typeface="Arial" charset="0"/>
                <a:ea typeface="Geneva" charset="-128"/>
              </a:defRPr>
            </a:lvl8pPr>
            <a:lvl9pPr marL="1828800" eaLnBrk="0" fontAlgn="base" hangingPunct="0">
              <a:spcBef>
                <a:spcPct val="0"/>
              </a:spcBef>
              <a:spcAft>
                <a:spcPct val="0"/>
              </a:spcAft>
              <a:defRPr sz="2400">
                <a:solidFill>
                  <a:schemeClr val="tx1"/>
                </a:solidFill>
                <a:latin typeface="Arial" charset="0"/>
                <a:ea typeface="Geneva" charset="-128"/>
              </a:defRPr>
            </a:lvl9pPr>
          </a:lstStyle>
          <a:p>
            <a:pPr eaLnBrk="1" hangingPunct="1">
              <a:defRPr/>
            </a:pPr>
            <a:r>
              <a:rPr lang="en-US" sz="1000" dirty="0" smtClean="0">
                <a:solidFill>
                  <a:srgbClr val="000000"/>
                </a:solidFill>
                <a:cs typeface="Arial" charset="0"/>
              </a:rPr>
              <a:t>© 2011 Underwriters Laboratories Inc.</a:t>
            </a:r>
          </a:p>
        </p:txBody>
      </p:sp>
      <p:sp>
        <p:nvSpPr>
          <p:cNvPr id="2" name="Title 1"/>
          <p:cNvSpPr>
            <a:spLocks noGrp="1"/>
          </p:cNvSpPr>
          <p:nvPr>
            <p:ph type="ctrTitle"/>
          </p:nvPr>
        </p:nvSpPr>
        <p:spPr>
          <a:xfrm>
            <a:off x="457199" y="2532888"/>
            <a:ext cx="5570525" cy="1399032"/>
          </a:xfrm>
        </p:spPr>
        <p:txBody>
          <a:bodyPr/>
          <a:lstStyle>
            <a:lvl1pPr algn="l">
              <a:defRPr sz="3000" b="1">
                <a:solidFill>
                  <a:schemeClr val="accent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57199" y="3959352"/>
            <a:ext cx="5570525" cy="1773936"/>
          </a:xfrm>
        </p:spPr>
        <p:txBody>
          <a:bodyPr>
            <a:normAutofit/>
          </a:bodyPr>
          <a:lstStyle>
            <a:lvl1pPr marL="0" indent="0" algn="l">
              <a:buNone/>
              <a:defRPr sz="1600" b="1">
                <a:solidFill>
                  <a:schemeClr val="accent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3101841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Slide">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2" name="Title 1"/>
          <p:cNvSpPr>
            <a:spLocks noGrp="1"/>
          </p:cNvSpPr>
          <p:nvPr>
            <p:ph type="title"/>
          </p:nvPr>
        </p:nvSpPr>
        <p:spPr>
          <a:xfrm>
            <a:off x="457200" y="274638"/>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2700067"/>
            <a:ext cx="8229600" cy="3426095"/>
          </a:xfrm>
        </p:spPr>
        <p:txBody>
          <a:bodyPr>
            <a:normAutofit/>
          </a:bodyPr>
          <a:lstStyle>
            <a:lvl1pPr>
              <a:defRPr sz="2600" b="1" cap="none" baseline="0">
                <a:solidFill>
                  <a:schemeClr val="bg1">
                    <a:lumMod val="50000"/>
                  </a:schemeClr>
                </a:solidFill>
                <a:latin typeface="Arial" pitchFamily="34" charset="0"/>
                <a:cs typeface="Arial" pitchFamily="34" charset="0"/>
              </a:defRPr>
            </a:lvl1pPr>
            <a:lvl2pPr marL="0" indent="0">
              <a:buFontTx/>
              <a:buNone/>
              <a:defRPr sz="2600" b="1" cap="none" baseline="0">
                <a:solidFill>
                  <a:schemeClr val="bg1">
                    <a:lumMod val="50000"/>
                  </a:schemeClr>
                </a:solidFill>
                <a:latin typeface="Arial" pitchFamily="34" charset="0"/>
                <a:cs typeface="Arial" pitchFamily="34" charset="0"/>
              </a:defRPr>
            </a:lvl2pPr>
            <a:lvl3pPr marL="0" indent="0">
              <a:buFontTx/>
              <a:buNone/>
              <a:defRPr sz="2600" b="1" cap="none" baseline="0">
                <a:solidFill>
                  <a:schemeClr val="bg1">
                    <a:lumMod val="50000"/>
                  </a:schemeClr>
                </a:solidFill>
                <a:latin typeface="Arial" pitchFamily="34" charset="0"/>
                <a:cs typeface="Arial" pitchFamily="34" charset="0"/>
              </a:defRPr>
            </a:lvl3pPr>
            <a:lvl4pPr marL="0" indent="0">
              <a:buFontTx/>
              <a:buNone/>
              <a:defRPr sz="2600" b="1" cap="none" baseline="0">
                <a:solidFill>
                  <a:schemeClr val="bg1">
                    <a:lumMod val="50000"/>
                  </a:schemeClr>
                </a:solidFill>
                <a:latin typeface="Arial" pitchFamily="34" charset="0"/>
                <a:cs typeface="Arial" pitchFamily="34" charset="0"/>
              </a:defRPr>
            </a:lvl4pPr>
            <a:lvl5pPr marL="0" indent="0">
              <a:buFontTx/>
              <a:buNone/>
              <a:defRPr sz="2600" b="1" cap="none" baseline="0">
                <a:solidFill>
                  <a:schemeClr val="bg1">
                    <a:lumMod val="50000"/>
                  </a:schemeClr>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lide Number Placeholder 5"/>
          <p:cNvSpPr>
            <a:spLocks noGrp="1"/>
          </p:cNvSpPr>
          <p:nvPr>
            <p:ph type="sldNum" sz="quarter" idx="10"/>
          </p:nvPr>
        </p:nvSpPr>
        <p:spPr/>
        <p:txBody>
          <a:bodyPr/>
          <a:lstStyle>
            <a:lvl1pPr>
              <a:defRPr/>
            </a:lvl1pPr>
          </a:lstStyle>
          <a:p>
            <a:pPr>
              <a:defRPr/>
            </a:pPr>
            <a:fld id="{B537EF61-B3A5-4959-B3F4-0313A77544C2}"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177077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0"/>
          </p:nvPr>
        </p:nvSpPr>
        <p:spPr/>
        <p:txBody>
          <a:bodyPr/>
          <a:lstStyle>
            <a:lvl1pPr>
              <a:defRPr/>
            </a:lvl1pPr>
          </a:lstStyle>
          <a:p>
            <a:pPr>
              <a:defRPr/>
            </a:pPr>
            <a:fld id="{7CF61324-115A-429D-86C8-DBBFE27C7CEE}"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883179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pic>
        <p:nvPicPr>
          <p:cNvPr id="4" name="Picture 6" descr="UL_Enterprise_red_rgb.gif"/>
          <p:cNvPicPr>
            <a:picLocks noChangeAspect="1"/>
          </p:cNvPicPr>
          <p:nvPr/>
        </p:nvPicPr>
        <p:blipFill>
          <a:blip r:embed="rId2" cstate="print"/>
          <a:srcRect r="79"/>
          <a:stretch>
            <a:fillRect/>
          </a:stretch>
        </p:blipFill>
        <p:spPr bwMode="auto">
          <a:xfrm>
            <a:off x="7132638" y="274638"/>
            <a:ext cx="1646237" cy="1647825"/>
          </a:xfrm>
          <a:prstGeom prst="rect">
            <a:avLst/>
          </a:prstGeom>
          <a:noFill/>
          <a:ln w="9525">
            <a:noFill/>
            <a:miter lim="800000"/>
            <a:headEnd/>
            <a:tailEnd/>
          </a:ln>
        </p:spPr>
      </p:pic>
      <p:pic>
        <p:nvPicPr>
          <p:cNvPr id="5" name="Picture 7"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2" name="Title 1"/>
          <p:cNvSpPr>
            <a:spLocks noGrp="1"/>
          </p:cNvSpPr>
          <p:nvPr>
            <p:ph type="title"/>
          </p:nvPr>
        </p:nvSpPr>
        <p:spPr>
          <a:xfrm>
            <a:off x="457200" y="561246"/>
            <a:ext cx="5943600" cy="1143000"/>
          </a:xfrm>
        </p:spPr>
        <p:txBody>
          <a:bodyPr/>
          <a:lstStyle>
            <a:lvl1pPr>
              <a:defRPr sz="2800"/>
            </a:lvl1pPr>
          </a:lstStyle>
          <a:p>
            <a:r>
              <a:rPr lang="en-US" dirty="0" smtClean="0"/>
              <a:t>Click to edit Master title style</a:t>
            </a:r>
            <a:endParaRPr lang="en-US" dirty="0"/>
          </a:p>
        </p:txBody>
      </p:sp>
      <p:sp>
        <p:nvSpPr>
          <p:cNvPr id="3" name="Content Placeholder 2"/>
          <p:cNvSpPr>
            <a:spLocks noGrp="1"/>
          </p:cNvSpPr>
          <p:nvPr>
            <p:ph idx="1"/>
          </p:nvPr>
        </p:nvSpPr>
        <p:spPr>
          <a:xfrm>
            <a:off x="457200" y="2743200"/>
            <a:ext cx="8229600" cy="3416299"/>
          </a:xfrm>
        </p:spPr>
        <p:txBody>
          <a:bodyPr>
            <a:normAutofit/>
          </a:bodyPr>
          <a:lstStyle>
            <a:lvl1pPr>
              <a:defRPr sz="1600" b="1">
                <a:solidFill>
                  <a:schemeClr val="accent1"/>
                </a:solidFill>
                <a:latin typeface="Arial" pitchFamily="34" charset="0"/>
                <a:cs typeface="Arial" pitchFamily="34" charset="0"/>
              </a:defRPr>
            </a:lvl1pPr>
            <a:lvl2pPr marL="0" indent="0">
              <a:buFontTx/>
              <a:buNone/>
              <a:defRPr sz="1600" b="0">
                <a:solidFill>
                  <a:schemeClr val="accent1"/>
                </a:solidFill>
                <a:latin typeface="Arial" pitchFamily="34" charset="0"/>
                <a:cs typeface="Arial" pitchFamily="34" charset="0"/>
              </a:defRPr>
            </a:lvl2pPr>
            <a:lvl3pPr marL="0" indent="0">
              <a:buFontTx/>
              <a:buNone/>
              <a:defRPr sz="1600" b="0">
                <a:solidFill>
                  <a:schemeClr val="accent1"/>
                </a:solidFill>
                <a:latin typeface="Arial" pitchFamily="34" charset="0"/>
                <a:cs typeface="Arial" pitchFamily="34" charset="0"/>
              </a:defRPr>
            </a:lvl3pPr>
            <a:lvl4pPr marL="0" indent="0">
              <a:buFontTx/>
              <a:buNone/>
              <a:defRPr sz="1600" b="0">
                <a:solidFill>
                  <a:schemeClr val="accent1"/>
                </a:solidFill>
                <a:latin typeface="Arial" pitchFamily="34" charset="0"/>
                <a:cs typeface="Arial" pitchFamily="34" charset="0"/>
              </a:defRPr>
            </a:lvl4pPr>
            <a:lvl5pPr marL="0" indent="0">
              <a:buFontTx/>
              <a:buNone/>
              <a:defRPr sz="1600" b="0">
                <a:solidFill>
                  <a:schemeClr val="accent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0"/>
          </p:nvPr>
        </p:nvSpPr>
        <p:spPr/>
        <p:txBody>
          <a:bodyPr/>
          <a:lstStyle>
            <a:lvl1pPr>
              <a:defRPr/>
            </a:lvl1pPr>
          </a:lstStyle>
          <a:p>
            <a:pPr>
              <a:defRPr/>
            </a:pPr>
            <a:fld id="{AE19F879-4F14-4674-8B63-00F5A7631318}"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899414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C3003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rgbClr val="FFFFFF"/>
              </a:solidFill>
              <a:ea typeface="Geneva" charset="-128"/>
              <a:cs typeface="Arial" charset="0"/>
            </a:endParaRPr>
          </a:p>
        </p:txBody>
      </p:sp>
      <p:pic>
        <p:nvPicPr>
          <p:cNvPr id="4" name="Picture 6" descr="ul_pattern.pdf"/>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457199" y="2532888"/>
            <a:ext cx="7984403" cy="1600200"/>
          </a:xfrm>
        </p:spPr>
        <p:txBody>
          <a:bodyPr/>
          <a:lstStyle>
            <a:lvl1pPr algn="l">
              <a:defRPr sz="3000" b="1" cap="none" baseline="0">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81166511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normAutofit/>
          </a:bodyPr>
          <a:lstStyle>
            <a:lvl1pPr>
              <a:lnSpc>
                <a:spcPct val="100000"/>
              </a:lnSpc>
              <a:spcBef>
                <a:spcPts val="1200"/>
              </a:spcBef>
              <a:defRPr sz="1800"/>
            </a:lvl1pPr>
            <a:lvl2pPr>
              <a:lnSpc>
                <a:spcPct val="100000"/>
              </a:lnSpc>
              <a:spcBef>
                <a:spcPts val="1200"/>
              </a:spcBef>
              <a:buFont typeface="Arial" pitchFamily="34" charset="0"/>
              <a:buChar char="•"/>
              <a:defRPr sz="1600"/>
            </a:lvl2pPr>
            <a:lvl3pPr>
              <a:lnSpc>
                <a:spcPct val="100000"/>
              </a:lnSpc>
              <a:spcBef>
                <a:spcPts val="1200"/>
              </a:spcBef>
              <a:buFont typeface="Arial" pitchFamily="34" charset="0"/>
              <a:buChar char="−"/>
              <a:defRPr sz="1400"/>
            </a:lvl3pPr>
            <a:lvl4pPr>
              <a:lnSpc>
                <a:spcPct val="100000"/>
              </a:lnSpc>
              <a:spcBef>
                <a:spcPts val="1200"/>
              </a:spcBef>
              <a:buFont typeface="Arial" pitchFamily="34" charset="0"/>
              <a:buChar char="−"/>
              <a:defRPr sz="1400"/>
            </a:lvl4pPr>
            <a:lvl5pPr>
              <a:lnSpc>
                <a:spcPct val="100000"/>
              </a:lnSpc>
              <a:spcBef>
                <a:spcPts val="1200"/>
              </a:spcBef>
              <a:buFont typeface="Arial" pitchFamily="34" charset="0"/>
              <a:buChar cha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normAutofit/>
          </a:bodyPr>
          <a:lstStyle>
            <a:lvl1pPr>
              <a:spcBef>
                <a:spcPts val="1200"/>
              </a:spcBef>
              <a:defRPr sz="1800"/>
            </a:lvl1pPr>
            <a:lvl2pPr>
              <a:spcBef>
                <a:spcPts val="1200"/>
              </a:spcBef>
              <a:buFont typeface="Arial" pitchFamily="34" charset="0"/>
              <a:buChar char="•"/>
              <a:defRPr sz="1600"/>
            </a:lvl2pPr>
            <a:lvl3pPr>
              <a:spcBef>
                <a:spcPts val="1200"/>
              </a:spcBef>
              <a:buFont typeface="Arial" pitchFamily="34" charset="0"/>
              <a:buChar char="‒"/>
              <a:defRPr sz="1400"/>
            </a:lvl3pPr>
            <a:lvl4pPr>
              <a:spcBef>
                <a:spcPts val="1200"/>
              </a:spcBef>
              <a:buFont typeface="Arial" pitchFamily="34" charset="0"/>
              <a:buChar char="‒"/>
              <a:defRPr sz="1400"/>
            </a:lvl4pPr>
            <a:lvl5pPr>
              <a:spcBef>
                <a:spcPts val="1200"/>
              </a:spcBef>
              <a:buFont typeface="Arial" pitchFamily="34" charset="0"/>
              <a:buChar cha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6"/>
          <p:cNvSpPr>
            <a:spLocks noGrp="1"/>
          </p:cNvSpPr>
          <p:nvPr>
            <p:ph type="sldNum" sz="quarter" idx="10"/>
          </p:nvPr>
        </p:nvSpPr>
        <p:spPr/>
        <p:txBody>
          <a:bodyPr/>
          <a:lstStyle>
            <a:lvl1pPr>
              <a:defRPr/>
            </a:lvl1pPr>
          </a:lstStyle>
          <a:p>
            <a:pPr>
              <a:defRPr/>
            </a:pPr>
            <a:fld id="{B66E7D94-79F0-4981-B3DD-09B0DF3BD34E}"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1717298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6"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Slide Number Placeholder 4"/>
          <p:cNvSpPr>
            <a:spLocks noGrp="1"/>
          </p:cNvSpPr>
          <p:nvPr>
            <p:ph type="sldNum" sz="quarter" idx="10"/>
          </p:nvPr>
        </p:nvSpPr>
        <p:spPr/>
        <p:txBody>
          <a:bodyPr/>
          <a:lstStyle>
            <a:lvl1pPr>
              <a:defRPr/>
            </a:lvl1pPr>
          </a:lstStyle>
          <a:p>
            <a:pPr>
              <a:defRPr/>
            </a:pPr>
            <a:fld id="{9DEFC0AB-4B68-421A-8EB6-7FDCBC8283C0}"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140534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UL_Enterprise_red_rgb.gif"/>
          <p:cNvPicPr>
            <a:picLocks noChangeAspect="1"/>
          </p:cNvPicPr>
          <p:nvPr/>
        </p:nvPicPr>
        <p:blipFill>
          <a:blip r:embed="rId2" cstate="print"/>
          <a:srcRect/>
          <a:stretch>
            <a:fillRect/>
          </a:stretch>
        </p:blipFill>
        <p:spPr bwMode="auto">
          <a:xfrm>
            <a:off x="457200" y="6259513"/>
            <a:ext cx="393700" cy="393700"/>
          </a:xfrm>
          <a:prstGeom prst="rect">
            <a:avLst/>
          </a:prstGeom>
          <a:noFill/>
          <a:ln w="9525">
            <a:noFill/>
            <a:miter lim="800000"/>
            <a:headEnd/>
            <a:tailEnd/>
          </a:ln>
        </p:spPr>
      </p:pic>
      <p:sp>
        <p:nvSpPr>
          <p:cNvPr id="3" name="Slide Number Placeholder 3"/>
          <p:cNvSpPr>
            <a:spLocks noGrp="1"/>
          </p:cNvSpPr>
          <p:nvPr>
            <p:ph type="sldNum" sz="quarter" idx="10"/>
          </p:nvPr>
        </p:nvSpPr>
        <p:spPr/>
        <p:txBody>
          <a:bodyPr/>
          <a:lstStyle>
            <a:lvl1pPr>
              <a:defRPr/>
            </a:lvl1pPr>
          </a:lstStyle>
          <a:p>
            <a:pPr>
              <a:defRPr/>
            </a:pPr>
            <a:fld id="{652F14B1-5CA1-4B89-BB44-35E887E37A5D}"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8319823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4" descr="ul_logo.pdf"/>
          <p:cNvPicPr>
            <a:picLocks noChangeAspect="1"/>
          </p:cNvPicPr>
          <p:nvPr/>
        </p:nvPicPr>
        <p:blipFill>
          <a:blip r:embed="rId2" cstate="print"/>
          <a:srcRect/>
          <a:stretch>
            <a:fillRect/>
          </a:stretch>
        </p:blipFill>
        <p:spPr bwMode="auto">
          <a:xfrm>
            <a:off x="7881938" y="482600"/>
            <a:ext cx="804862" cy="806450"/>
          </a:xfrm>
          <a:prstGeom prst="rect">
            <a:avLst/>
          </a:prstGeom>
          <a:noFill/>
          <a:ln w="9525">
            <a:noFill/>
            <a:miter lim="800000"/>
            <a:headEnd/>
            <a:tailEnd/>
          </a:ln>
        </p:spPr>
      </p:pic>
      <p:sp>
        <p:nvSpPr>
          <p:cNvPr id="2" name="Title 1"/>
          <p:cNvSpPr>
            <a:spLocks noGrp="1"/>
          </p:cNvSpPr>
          <p:nvPr>
            <p:ph type="title"/>
          </p:nvPr>
        </p:nvSpPr>
        <p:spPr>
          <a:xfrm>
            <a:off x="457200" y="488365"/>
            <a:ext cx="5486400" cy="1145591"/>
          </a:xfrm>
        </p:spPr>
        <p:txBody>
          <a:bodyPr/>
          <a:lstStyle>
            <a:lvl1pPr algn="l">
              <a:defRPr sz="3000" b="1" cap="none" baseline="0">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3782288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65664" y="360182"/>
            <a:ext cx="5577527" cy="460221"/>
          </a:xfrm>
        </p:spPr>
        <p:txBody>
          <a:bodyPr/>
          <a:lstStyle/>
          <a:p>
            <a:r>
              <a:rPr lang="en-US" smtClean="0"/>
              <a:t>Click to edit Master title style</a:t>
            </a:r>
            <a:endParaRPr lang="en-US"/>
          </a:p>
        </p:txBody>
      </p:sp>
      <p:sp>
        <p:nvSpPr>
          <p:cNvPr id="3" name="Content Placeholder 2"/>
          <p:cNvSpPr>
            <a:spLocks noGrp="1"/>
          </p:cNvSpPr>
          <p:nvPr>
            <p:ph idx="1"/>
          </p:nvPr>
        </p:nvSpPr>
        <p:spPr>
          <a:xfrm>
            <a:off x="232841" y="1397000"/>
            <a:ext cx="8657167" cy="4804833"/>
          </a:xfrm>
          <a:prstGeom prst="rect">
            <a:avLst/>
          </a:prstGeom>
        </p:spPr>
        <p:txBody>
          <a:bodyPr lIns="91402" tIns="45702" rIns="91402" bIns="45702"/>
          <a:lstStyle>
            <a:lvl1pPr>
              <a:buFont typeface="Wingdings" pitchFamily="2" charset="2"/>
              <a:buChar char="q"/>
              <a:defRPr sz="2400">
                <a:solidFill>
                  <a:schemeClr val="bg2">
                    <a:lumMod val="25000"/>
                  </a:schemeClr>
                </a:solidFill>
              </a:defRPr>
            </a:lvl1pPr>
            <a:lvl2pPr>
              <a:buClr>
                <a:schemeClr val="tx2"/>
              </a:buClr>
              <a:defRPr sz="2000">
                <a:solidFill>
                  <a:schemeClr val="bg2">
                    <a:lumMod val="25000"/>
                  </a:schemeClr>
                </a:solidFill>
              </a:defRPr>
            </a:lvl2pPr>
            <a:lvl3pPr>
              <a:defRPr>
                <a:solidFill>
                  <a:schemeClr val="bg2">
                    <a:lumMod val="25000"/>
                  </a:schemeClr>
                </a:solidFill>
              </a:defRPr>
            </a:lvl3pPr>
            <a:lvl4pPr>
              <a:defRPr>
                <a:solidFill>
                  <a:schemeClr val="bg2">
                    <a:lumMod val="25000"/>
                  </a:schemeClr>
                </a:solidFill>
              </a:defRPr>
            </a:lvl4pPr>
            <a:lvl5pPr>
              <a:defRPr>
                <a:solidFill>
                  <a:schemeClr val="bg2">
                    <a:lumMod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76783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55674"/>
            <a:ext cx="7772400" cy="523220"/>
          </a:xfrm>
        </p:spPr>
        <p:txBody>
          <a:bodyPr anchor="t"/>
          <a:lstStyle>
            <a:lvl1pPr algn="l">
              <a:defRPr sz="2800" b="1" cap="all">
                <a:solidFill>
                  <a:schemeClr val="bg1">
                    <a:lumMod val="50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2655495"/>
            <a:ext cx="7772400" cy="1500187"/>
          </a:xfrm>
          <a:prstGeom prst="rect">
            <a:avLst/>
          </a:prstGeom>
        </p:spPr>
        <p:txBody>
          <a:bodyPr lIns="91402" tIns="45702" rIns="91402" bIns="45702" anchor="b"/>
          <a:lstStyle>
            <a:lvl1pPr marL="0" indent="0">
              <a:buNone/>
              <a:defRPr sz="4000">
                <a:solidFill>
                  <a:srgbClr val="552200"/>
                </a:solidFill>
              </a:defRPr>
            </a:lvl1pPr>
            <a:lvl2pPr marL="457011" indent="0">
              <a:buNone/>
              <a:defRPr sz="1800"/>
            </a:lvl2pPr>
            <a:lvl3pPr marL="914024" indent="0">
              <a:buNone/>
              <a:defRPr sz="1600"/>
            </a:lvl3pPr>
            <a:lvl4pPr marL="1371040" indent="0">
              <a:buNone/>
              <a:defRPr sz="1400"/>
            </a:lvl4pPr>
            <a:lvl5pPr marL="1828052" indent="0">
              <a:buNone/>
              <a:defRPr sz="1400"/>
            </a:lvl5pPr>
            <a:lvl6pPr marL="2285064" indent="0">
              <a:buNone/>
              <a:defRPr sz="1400"/>
            </a:lvl6pPr>
            <a:lvl7pPr marL="2742079" indent="0">
              <a:buNone/>
              <a:defRPr sz="1400"/>
            </a:lvl7pPr>
            <a:lvl8pPr marL="3199088" indent="0">
              <a:buNone/>
              <a:defRPr sz="1400"/>
            </a:lvl8pPr>
            <a:lvl9pPr marL="3656104" indent="0">
              <a:buNone/>
              <a:defRPr sz="1400"/>
            </a:lvl9pPr>
          </a:lstStyle>
          <a:p>
            <a:pPr lvl="0"/>
            <a:r>
              <a:rPr lang="en-US" smtClean="0"/>
              <a:t>Click to edit Master text styles</a:t>
            </a:r>
          </a:p>
        </p:txBody>
      </p:sp>
    </p:spTree>
    <p:extLst>
      <p:ext uri="{BB962C8B-B14F-4D97-AF65-F5344CB8AC3E}">
        <p14:creationId xmlns:p14="http://schemas.microsoft.com/office/powerpoint/2010/main" val="853418424"/>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White ">
    <p:spTree>
      <p:nvGrpSpPr>
        <p:cNvPr id="1" name=""/>
        <p:cNvGrpSpPr/>
        <p:nvPr/>
      </p:nvGrpSpPr>
      <p:grpSpPr>
        <a:xfrm>
          <a:off x="0" y="0"/>
          <a:ext cx="0" cy="0"/>
          <a:chOff x="0" y="0"/>
          <a:chExt cx="0" cy="0"/>
        </a:xfrm>
      </p:grpSpPr>
      <p:pic>
        <p:nvPicPr>
          <p:cNvPr id="4" name="Picture 7" descr="veg logo v5.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25" y="606425"/>
            <a:ext cx="5413375" cy="121761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5" name="Rectangle 8"/>
          <p:cNvSpPr>
            <a:spLocks noChangeArrowheads="1"/>
          </p:cNvSpPr>
          <p:nvPr/>
        </p:nvSpPr>
        <p:spPr bwMode="auto">
          <a:xfrm>
            <a:off x="0" y="5959475"/>
            <a:ext cx="3070225" cy="898525"/>
          </a:xfrm>
          <a:prstGeom prst="rect">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nchor="ctr">
            <a:spAutoFit/>
          </a:bodyPr>
          <a:lstStyle/>
          <a:p>
            <a:pPr algn="l">
              <a:buFontTx/>
              <a:buNone/>
            </a:pPr>
            <a:endParaRPr lang="en-US" sz="1600">
              <a:solidFill>
                <a:schemeClr val="bg1"/>
              </a:solidFill>
            </a:endParaRPr>
          </a:p>
        </p:txBody>
      </p:sp>
      <p:sp>
        <p:nvSpPr>
          <p:cNvPr id="2" name="Title 1"/>
          <p:cNvSpPr>
            <a:spLocks noGrp="1"/>
          </p:cNvSpPr>
          <p:nvPr>
            <p:ph type="ctrTitle"/>
          </p:nvPr>
        </p:nvSpPr>
        <p:spPr>
          <a:xfrm>
            <a:off x="457201" y="2955405"/>
            <a:ext cx="5570525" cy="553998"/>
          </a:xfrm>
        </p:spPr>
        <p:txBody>
          <a:bodyPr/>
          <a:lstStyle>
            <a:lvl1pPr algn="l">
              <a:defRPr sz="3000" b="1">
                <a:solidFill>
                  <a:srgbClr val="552200"/>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1" y="3959353"/>
            <a:ext cx="5570525" cy="1773936"/>
          </a:xfrm>
          <a:prstGeom prst="rect">
            <a:avLst/>
          </a:prstGeom>
        </p:spPr>
        <p:txBody>
          <a:bodyPr lIns="91402" tIns="45702" rIns="91402" bIns="45702">
            <a:normAutofit/>
          </a:bodyPr>
          <a:lstStyle>
            <a:lvl1pPr marL="0" indent="0" algn="l">
              <a:buNone/>
              <a:defRPr sz="1600" b="1">
                <a:solidFill>
                  <a:srgbClr val="7F7F7F"/>
                </a:solidFill>
                <a:latin typeface="Arial" pitchFamily="34" charset="0"/>
                <a:cs typeface="Arial" pitchFamily="34" charset="0"/>
              </a:defRPr>
            </a:lvl1pPr>
            <a:lvl2pPr marL="457011" indent="0" algn="ctr">
              <a:buNone/>
              <a:defRPr>
                <a:solidFill>
                  <a:schemeClr val="tx1">
                    <a:tint val="75000"/>
                  </a:schemeClr>
                </a:solidFill>
              </a:defRPr>
            </a:lvl2pPr>
            <a:lvl3pPr marL="914024" indent="0" algn="ctr">
              <a:buNone/>
              <a:defRPr>
                <a:solidFill>
                  <a:schemeClr val="tx1">
                    <a:tint val="75000"/>
                  </a:schemeClr>
                </a:solidFill>
              </a:defRPr>
            </a:lvl3pPr>
            <a:lvl4pPr marL="1371040" indent="0" algn="ctr">
              <a:buNone/>
              <a:defRPr>
                <a:solidFill>
                  <a:schemeClr val="tx1">
                    <a:tint val="75000"/>
                  </a:schemeClr>
                </a:solidFill>
              </a:defRPr>
            </a:lvl4pPr>
            <a:lvl5pPr marL="1828052" indent="0" algn="ctr">
              <a:buNone/>
              <a:defRPr>
                <a:solidFill>
                  <a:schemeClr val="tx1">
                    <a:tint val="75000"/>
                  </a:schemeClr>
                </a:solidFill>
              </a:defRPr>
            </a:lvl5pPr>
            <a:lvl6pPr marL="2285064" indent="0" algn="ctr">
              <a:buNone/>
              <a:defRPr>
                <a:solidFill>
                  <a:schemeClr val="tx1">
                    <a:tint val="75000"/>
                  </a:schemeClr>
                </a:solidFill>
              </a:defRPr>
            </a:lvl6pPr>
            <a:lvl7pPr marL="2742079" indent="0" algn="ctr">
              <a:buNone/>
              <a:defRPr>
                <a:solidFill>
                  <a:schemeClr val="tx1">
                    <a:tint val="75000"/>
                  </a:schemeClr>
                </a:solidFill>
              </a:defRPr>
            </a:lvl7pPr>
            <a:lvl8pPr marL="3199088" indent="0" algn="ctr">
              <a:buNone/>
              <a:defRPr>
                <a:solidFill>
                  <a:schemeClr val="tx1">
                    <a:tint val="75000"/>
                  </a:schemeClr>
                </a:solidFill>
              </a:defRPr>
            </a:lvl8pPr>
            <a:lvl9pPr marL="3656104" indent="0" algn="ctr">
              <a:buNone/>
              <a:defRPr>
                <a:solidFill>
                  <a:schemeClr val="tx1">
                    <a:tint val="75000"/>
                  </a:schemeClr>
                </a:solidFill>
              </a:defRPr>
            </a:lvl9pPr>
          </a:lstStyle>
          <a:p>
            <a:r>
              <a:rPr lang="en-US" smtClean="0"/>
              <a:t>Click to edit Master subtitle style</a:t>
            </a:r>
            <a:endParaRPr lang="en-US" dirty="0"/>
          </a:p>
        </p:txBody>
      </p:sp>
      <p:sp>
        <p:nvSpPr>
          <p:cNvPr id="6" name="TextBox 5"/>
          <p:cNvSpPr txBox="1"/>
          <p:nvPr userDrawn="1"/>
        </p:nvSpPr>
        <p:spPr>
          <a:xfrm>
            <a:off x="457200" y="6423025"/>
            <a:ext cx="2343150" cy="246063"/>
          </a:xfrm>
          <a:prstGeom prst="rect">
            <a:avLst/>
          </a:prstGeom>
          <a:noFill/>
        </p:spPr>
        <p:txBody>
          <a:bodyPr wrap="none">
            <a:spAutoFit/>
          </a:bodyPr>
          <a:lstStyle>
            <a:lvl1pPr eaLnBrk="0" hangingPunct="0">
              <a:defRPr sz="2400">
                <a:solidFill>
                  <a:schemeClr val="tx1"/>
                </a:solidFill>
                <a:latin typeface="Arial" charset="0"/>
                <a:ea typeface="Geneva" charset="-128"/>
              </a:defRPr>
            </a:lvl1pPr>
            <a:lvl2pPr marL="37931725" indent="-37474525" eaLnBrk="0" hangingPunct="0">
              <a:defRPr sz="2400">
                <a:solidFill>
                  <a:schemeClr val="tx1"/>
                </a:solidFill>
                <a:latin typeface="Arial" charset="0"/>
                <a:ea typeface="Geneva" charset="-128"/>
              </a:defRPr>
            </a:lvl2pPr>
            <a:lvl3pPr eaLnBrk="0" hangingPunct="0">
              <a:defRPr sz="2400">
                <a:solidFill>
                  <a:schemeClr val="tx1"/>
                </a:solidFill>
                <a:latin typeface="Arial" charset="0"/>
                <a:ea typeface="Geneva" charset="-128"/>
              </a:defRPr>
            </a:lvl3pPr>
            <a:lvl4pPr eaLnBrk="0" hangingPunct="0">
              <a:defRPr sz="2400">
                <a:solidFill>
                  <a:schemeClr val="tx1"/>
                </a:solidFill>
                <a:latin typeface="Arial" charset="0"/>
                <a:ea typeface="Geneva" charset="-128"/>
              </a:defRPr>
            </a:lvl4pPr>
            <a:lvl5pPr eaLnBrk="0" hangingPunct="0">
              <a:defRPr sz="2400">
                <a:solidFill>
                  <a:schemeClr val="tx1"/>
                </a:solidFill>
                <a:latin typeface="Arial" charset="0"/>
                <a:ea typeface="Geneva" charset="-128"/>
              </a:defRPr>
            </a:lvl5pPr>
            <a:lvl6pPr marL="457200" eaLnBrk="0" fontAlgn="base" hangingPunct="0">
              <a:spcBef>
                <a:spcPct val="0"/>
              </a:spcBef>
              <a:spcAft>
                <a:spcPct val="0"/>
              </a:spcAft>
              <a:defRPr sz="2400">
                <a:solidFill>
                  <a:schemeClr val="tx1"/>
                </a:solidFill>
                <a:latin typeface="Arial" charset="0"/>
                <a:ea typeface="Geneva" charset="-128"/>
              </a:defRPr>
            </a:lvl6pPr>
            <a:lvl7pPr marL="914400" eaLnBrk="0" fontAlgn="base" hangingPunct="0">
              <a:spcBef>
                <a:spcPct val="0"/>
              </a:spcBef>
              <a:spcAft>
                <a:spcPct val="0"/>
              </a:spcAft>
              <a:defRPr sz="2400">
                <a:solidFill>
                  <a:schemeClr val="tx1"/>
                </a:solidFill>
                <a:latin typeface="Arial" charset="0"/>
                <a:ea typeface="Geneva" charset="-128"/>
              </a:defRPr>
            </a:lvl7pPr>
            <a:lvl8pPr marL="1371600" eaLnBrk="0" fontAlgn="base" hangingPunct="0">
              <a:spcBef>
                <a:spcPct val="0"/>
              </a:spcBef>
              <a:spcAft>
                <a:spcPct val="0"/>
              </a:spcAft>
              <a:defRPr sz="2400">
                <a:solidFill>
                  <a:schemeClr val="tx1"/>
                </a:solidFill>
                <a:latin typeface="Arial" charset="0"/>
                <a:ea typeface="Geneva" charset="-128"/>
              </a:defRPr>
            </a:lvl8pPr>
            <a:lvl9pPr marL="1828800" eaLnBrk="0" fontAlgn="base" hangingPunct="0">
              <a:spcBef>
                <a:spcPct val="0"/>
              </a:spcBef>
              <a:spcAft>
                <a:spcPct val="0"/>
              </a:spcAft>
              <a:defRPr sz="2400">
                <a:solidFill>
                  <a:schemeClr val="tx1"/>
                </a:solidFill>
                <a:latin typeface="Arial" charset="0"/>
                <a:ea typeface="Geneva" charset="-128"/>
              </a:defRPr>
            </a:lvl9pPr>
          </a:lstStyle>
          <a:p>
            <a:pPr eaLnBrk="1" hangingPunct="1">
              <a:defRPr/>
            </a:pPr>
            <a:r>
              <a:rPr lang="en-US" sz="1000" dirty="0" smtClean="0">
                <a:solidFill>
                  <a:srgbClr val="000000"/>
                </a:solidFill>
                <a:cs typeface="Arial" charset="0"/>
              </a:rPr>
              <a:t>© 2011 Underwriters Laboratories Inc.</a:t>
            </a:r>
          </a:p>
        </p:txBody>
      </p:sp>
    </p:spTree>
    <p:extLst>
      <p:ext uri="{BB962C8B-B14F-4D97-AF65-F5344CB8AC3E}">
        <p14:creationId xmlns:p14="http://schemas.microsoft.com/office/powerpoint/2010/main" val="3601738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Content Placeholder 2"/>
          <p:cNvSpPr>
            <a:spLocks noGrp="1"/>
          </p:cNvSpPr>
          <p:nvPr>
            <p:ph idx="1"/>
          </p:nvPr>
        </p:nvSpPr>
        <p:spPr>
          <a:xfrm>
            <a:off x="368301" y="1670050"/>
            <a:ext cx="4061196" cy="4425950"/>
          </a:xfrm>
          <a:prstGeom prst="rect">
            <a:avLst/>
          </a:prstGeom>
        </p:spPr>
        <p:txBody>
          <a:bodyPr lIns="91402" tIns="45702" rIns="91402" bIns="45702"/>
          <a:lstStyle>
            <a:lvl1pPr>
              <a:buFont typeface="Wingdings" pitchFamily="2" charset="2"/>
              <a:buChar char="q"/>
              <a:defRPr sz="2400">
                <a:solidFill>
                  <a:schemeClr val="tx1">
                    <a:lumMod val="85000"/>
                    <a:lumOff val="15000"/>
                  </a:schemeClr>
                </a:solidFill>
              </a:defRPr>
            </a:lvl1pPr>
            <a:lvl2pPr>
              <a:buClr>
                <a:schemeClr val="tx2"/>
              </a:buClr>
              <a:defRPr sz="2000">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idx="10"/>
          </p:nvPr>
        </p:nvSpPr>
        <p:spPr>
          <a:xfrm>
            <a:off x="4548256" y="1670050"/>
            <a:ext cx="4138551" cy="4425950"/>
          </a:xfrm>
          <a:prstGeom prst="rect">
            <a:avLst/>
          </a:prstGeom>
        </p:spPr>
        <p:txBody>
          <a:bodyPr lIns="91402" tIns="45702" rIns="91402" bIns="45702"/>
          <a:lstStyle>
            <a:lvl1pPr>
              <a:buFont typeface="Wingdings" pitchFamily="2" charset="2"/>
              <a:buChar char="q"/>
              <a:defRPr sz="2400">
                <a:solidFill>
                  <a:schemeClr val="tx1">
                    <a:lumMod val="85000"/>
                    <a:lumOff val="15000"/>
                  </a:schemeClr>
                </a:solidFill>
              </a:defRPr>
            </a:lvl1pPr>
            <a:lvl2pPr>
              <a:buClr>
                <a:schemeClr val="tx2"/>
              </a:buClr>
              <a:defRPr sz="2000">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330637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018615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6200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1447800"/>
            <a:ext cx="7620000" cy="4648200"/>
          </a:xfrm>
          <a:prstGeom prst="rect">
            <a:avLst/>
          </a:prstGeom>
        </p:spPr>
        <p:txBody>
          <a:bodyPr/>
          <a:lstStyle/>
          <a:p>
            <a:pPr lvl="0"/>
            <a:r>
              <a:rPr lang="en-US" noProof="0" smtClean="0"/>
              <a:t>Click icon to add table</a:t>
            </a:r>
            <a:endParaRPr lang="en-US" noProof="0"/>
          </a:p>
        </p:txBody>
      </p:sp>
      <p:sp>
        <p:nvSpPr>
          <p:cNvPr id="4" name="Slide Number Placeholder 3"/>
          <p:cNvSpPr>
            <a:spLocks noGrp="1"/>
          </p:cNvSpPr>
          <p:nvPr>
            <p:ph type="sldNum" sz="quarter" idx="10"/>
          </p:nvPr>
        </p:nvSpPr>
        <p:spPr>
          <a:xfrm>
            <a:off x="152400" y="6500813"/>
            <a:ext cx="304800" cy="207962"/>
          </a:xfrm>
          <a:prstGeom prst="rect">
            <a:avLst/>
          </a:prstGeom>
        </p:spPr>
        <p:txBody>
          <a:bodyPr/>
          <a:lstStyle>
            <a:lvl1pPr>
              <a:defRPr/>
            </a:lvl1pPr>
          </a:lstStyle>
          <a:p>
            <a:pPr>
              <a:defRPr/>
            </a:pPr>
            <a:fld id="{371309F6-FB7A-45D2-9E4B-C2DB833EDA9C}" type="slidenum">
              <a:rPr lang="en-US" smtClean="0"/>
              <a:pPr>
                <a:defRPr/>
              </a:pPr>
              <a:t>‹#›</a:t>
            </a:fld>
            <a:endParaRPr lang="en-US" dirty="0"/>
          </a:p>
        </p:txBody>
      </p:sp>
    </p:spTree>
    <p:extLst>
      <p:ext uri="{BB962C8B-B14F-4D97-AF65-F5344CB8AC3E}">
        <p14:creationId xmlns:p14="http://schemas.microsoft.com/office/powerpoint/2010/main" val="1618133608"/>
      </p:ext>
    </p:extLst>
  </p:cSld>
  <p:clrMapOvr>
    <a:masterClrMapping/>
  </p:clrMapOvr>
  <p:transition spd="med">
    <p:strips dir="rd"/>
  </p:transition>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C3003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rgbClr val="FFFFFF"/>
              </a:solidFill>
              <a:ea typeface="Geneva" charset="-128"/>
              <a:cs typeface="Arial" charset="0"/>
            </a:endParaRPr>
          </a:p>
        </p:txBody>
      </p:sp>
      <p:pic>
        <p:nvPicPr>
          <p:cNvPr id="4" name="Picture 6" descr="ul_pattern.pdf"/>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457199" y="2532888"/>
            <a:ext cx="7984403" cy="1600200"/>
          </a:xfrm>
        </p:spPr>
        <p:txBody>
          <a:bodyPr/>
          <a:lstStyle>
            <a:lvl1pPr algn="l">
              <a:defRPr sz="3000" b="1" cap="none" baseline="0">
                <a:solidFill>
                  <a:schemeClr val="bg1"/>
                </a:solidFill>
              </a:defRPr>
            </a:lvl1pPr>
          </a:lstStyle>
          <a:p>
            <a:r>
              <a:rPr lang="en-US" dirty="0"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4" descr="ul_logo.pdf"/>
          <p:cNvPicPr>
            <a:picLocks noChangeAspect="1"/>
          </p:cNvPicPr>
          <p:nvPr/>
        </p:nvPicPr>
        <p:blipFill>
          <a:blip r:embed="rId2" cstate="print"/>
          <a:srcRect/>
          <a:stretch>
            <a:fillRect/>
          </a:stretch>
        </p:blipFill>
        <p:spPr bwMode="auto">
          <a:xfrm>
            <a:off x="7881938" y="482600"/>
            <a:ext cx="804862" cy="806450"/>
          </a:xfrm>
          <a:prstGeom prst="rect">
            <a:avLst/>
          </a:prstGeom>
          <a:noFill/>
          <a:ln w="9525">
            <a:noFill/>
            <a:miter lim="800000"/>
            <a:headEnd/>
            <a:tailEnd/>
          </a:ln>
        </p:spPr>
      </p:pic>
      <p:sp>
        <p:nvSpPr>
          <p:cNvPr id="2" name="Title 1"/>
          <p:cNvSpPr>
            <a:spLocks noGrp="1"/>
          </p:cNvSpPr>
          <p:nvPr>
            <p:ph type="title"/>
          </p:nvPr>
        </p:nvSpPr>
        <p:spPr>
          <a:xfrm>
            <a:off x="457200" y="488365"/>
            <a:ext cx="5486400" cy="1145591"/>
          </a:xfrm>
        </p:spPr>
        <p:txBody>
          <a:bodyPr/>
          <a:lstStyle>
            <a:lvl1pPr algn="l">
              <a:defRPr sz="3000" b="1" cap="none" baseline="0">
                <a:solidFill>
                  <a:schemeClr val="bg1"/>
                </a:solidFill>
              </a:defRPr>
            </a:lvl1pPr>
          </a:lstStyle>
          <a:p>
            <a:r>
              <a:rPr lang="en-US" dirty="0" smtClean="0"/>
              <a:t>Click to edit Master title style</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7/8/16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796288"/>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7/8/16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54002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7/8/16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7538800"/>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672166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7/8/16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23675849"/>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7/8/16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368948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7/8/16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50377130"/>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84753125"/>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869564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6258695"/>
      </p:ext>
    </p:extLst>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5083986"/>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62690022"/>
      </p:ext>
    </p:extLst>
  </p:cSld>
  <p:clrMapOvr>
    <a:masterClrMapping/>
  </p:clrMapOvr>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7/8/16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81006412"/>
      </p:ext>
    </p:extLst>
  </p:cSld>
  <p:clrMapOvr>
    <a:masterClrMapping/>
  </p:clrMapOvr>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7/8/16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defTabSz="914400" fontAlgn="auto">
              <a:spcBef>
                <a:spcPts val="0"/>
              </a:spcBef>
              <a:spcAft>
                <a:spcPts val="0"/>
              </a:spcAft>
            </a:pPr>
            <a:fld id="{BBBE28A8-4C6A-4E28-A11C-898749AD0FE4}" type="slidenum">
              <a:rPr lang="en-US" smtClean="0">
                <a:solidFill>
                  <a:srgbClr val="000000"/>
                </a:solidFill>
              </a:rPr>
              <a:pPr defTabSz="914400" fontAlgn="auto">
                <a:spcBef>
                  <a:spcPts val="0"/>
                </a:spcBef>
                <a:spcAft>
                  <a:spcPts val="0"/>
                </a:spcAft>
              </a:pPr>
              <a:t>‹#›</a:t>
            </a:fld>
            <a:endParaRPr lang="en-US" dirty="0">
              <a:solidFill>
                <a:srgbClr val="000000"/>
              </a:solidFill>
            </a:endParaRPr>
          </a:p>
        </p:txBody>
      </p:sp>
    </p:spTree>
    <p:extLst>
      <p:ext uri="{BB962C8B-B14F-4D97-AF65-F5344CB8AC3E}">
        <p14:creationId xmlns:p14="http://schemas.microsoft.com/office/powerpoint/2010/main" val="15428084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7/8/16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defTabSz="914400" fontAlgn="auto">
              <a:spcBef>
                <a:spcPts val="0"/>
              </a:spcBef>
              <a:spcAft>
                <a:spcPts val="0"/>
              </a:spcAft>
            </a:pPr>
            <a:fld id="{BBBE28A8-4C6A-4E28-A11C-898749AD0FE4}" type="slidenum">
              <a:rPr lang="en-US" smtClean="0">
                <a:solidFill>
                  <a:srgbClr val="000000"/>
                </a:solidFill>
              </a:rPr>
              <a:pPr defTabSz="914400" fontAlgn="auto">
                <a:spcBef>
                  <a:spcPts val="0"/>
                </a:spcBef>
                <a:spcAft>
                  <a:spcPts val="0"/>
                </a:spcAft>
              </a:pPr>
              <a:t>‹#›</a:t>
            </a:fld>
            <a:endParaRPr lang="en-US" dirty="0">
              <a:solidFill>
                <a:srgbClr val="000000"/>
              </a:solidFill>
            </a:endParaRPr>
          </a:p>
        </p:txBody>
      </p:sp>
    </p:spTree>
    <p:extLst>
      <p:ext uri="{BB962C8B-B14F-4D97-AF65-F5344CB8AC3E}">
        <p14:creationId xmlns:p14="http://schemas.microsoft.com/office/powerpoint/2010/main" val="12643173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7/8/16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468174"/>
      </p:ext>
    </p:extLst>
  </p:cSld>
  <p:clrMapOvr>
    <a:masterClrMapping/>
  </p:clrMapOvr>
  <p:hf hdr="0"/>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7/8/16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04623256"/>
      </p:ext>
    </p:extLst>
  </p:cSld>
  <p:clrMapOvr>
    <a:masterClrMapping/>
  </p:clrMapOvr>
  <p:hf hd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theme" Target="../theme/theme2.xml"/><Relationship Id="rId1" Type="http://schemas.openxmlformats.org/officeDocument/2006/relationships/slideLayout" Target="../slideLayouts/slideLayout11.xml"/><Relationship Id="rId2"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theme" Target="../theme/theme3.xml"/><Relationship Id="rId1" Type="http://schemas.openxmlformats.org/officeDocument/2006/relationships/slideLayout" Target="../slideLayouts/slideLayout21.xml"/><Relationship Id="rId2"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theme" Target="../theme/theme4.xml"/><Relationship Id="rId19" Type="http://schemas.openxmlformats.org/officeDocument/2006/relationships/image" Target="../media/image6.png"/><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4099"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8045450" y="6276975"/>
            <a:ext cx="641350" cy="365125"/>
          </a:xfrm>
          <a:prstGeom prst="rect">
            <a:avLst/>
          </a:prstGeom>
        </p:spPr>
        <p:txBody>
          <a:bodyPr vert="horz" wrap="square" lIns="91440" tIns="45720" rIns="91440" bIns="45720" numCol="1" anchor="ctr" anchorCtr="0" compatLnSpc="1">
            <a:prstTxWarp prst="textNoShape">
              <a:avLst/>
            </a:prstTxWarp>
          </a:bodyPr>
          <a:lstStyle>
            <a:lvl1pPr algn="r">
              <a:defRPr sz="1000">
                <a:latin typeface="Arial" charset="0"/>
                <a:ea typeface="Geneva" charset="0"/>
                <a:cs typeface="Geneva" charset="0"/>
              </a:defRPr>
            </a:lvl1pPr>
          </a:lstStyle>
          <a:p>
            <a:pPr defTabSz="914400" fontAlgn="auto">
              <a:spcBef>
                <a:spcPts val="0"/>
              </a:spcBef>
              <a:spcAft>
                <a:spcPts val="0"/>
              </a:spcAft>
            </a:pPr>
            <a:fld id="{BBBE28A8-4C6A-4E28-A11C-898749AD0FE4}" type="slidenum">
              <a:rPr lang="en-US" smtClean="0">
                <a:solidFill>
                  <a:srgbClr val="000000"/>
                </a:solidFill>
              </a:rPr>
              <a:pPr defTabSz="914400" fontAlgn="auto">
                <a:spcBef>
                  <a:spcPts val="0"/>
                </a:spcBef>
                <a:spcAft>
                  <a:spcPts val="0"/>
                </a:spcAft>
              </a:pPr>
              <a:t>‹#›</a:t>
            </a:fld>
            <a:endParaRPr lang="en-US" dirty="0">
              <a:solidFill>
                <a:srgbClr val="000000"/>
              </a:solidFill>
            </a:endParaRPr>
          </a:p>
        </p:txBody>
      </p:sp>
    </p:spTree>
    <p:extLst>
      <p:ext uri="{BB962C8B-B14F-4D97-AF65-F5344CB8AC3E}">
        <p14:creationId xmlns:p14="http://schemas.microsoft.com/office/powerpoint/2010/main" val="2093012338"/>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Lst>
  <p:txStyles>
    <p:titleStyle>
      <a:lvl1pPr algn="l" defTabSz="457200" rtl="0" eaLnBrk="1" fontAlgn="base" hangingPunct="1">
        <a:spcBef>
          <a:spcPct val="0"/>
        </a:spcBef>
        <a:spcAft>
          <a:spcPct val="0"/>
        </a:spcAft>
        <a:defRPr sz="2800" b="1" kern="1200">
          <a:solidFill>
            <a:schemeClr val="accent1"/>
          </a:solidFill>
          <a:latin typeface="Arial"/>
          <a:ea typeface="Geneva" charset="-128"/>
          <a:cs typeface="Geneva" charset="0"/>
        </a:defRPr>
      </a:lvl1pPr>
      <a:lvl2pPr algn="l" defTabSz="457200" rtl="0" eaLnBrk="1" fontAlgn="base" hangingPunct="1">
        <a:spcBef>
          <a:spcPct val="0"/>
        </a:spcBef>
        <a:spcAft>
          <a:spcPct val="0"/>
        </a:spcAft>
        <a:defRPr sz="2800" b="1">
          <a:solidFill>
            <a:schemeClr val="accent1"/>
          </a:solidFill>
          <a:latin typeface="Arial" charset="0"/>
          <a:ea typeface="Geneva" charset="-128"/>
          <a:cs typeface="Geneva" charset="0"/>
        </a:defRPr>
      </a:lvl2pPr>
      <a:lvl3pPr algn="l" defTabSz="457200" rtl="0" eaLnBrk="1" fontAlgn="base" hangingPunct="1">
        <a:spcBef>
          <a:spcPct val="0"/>
        </a:spcBef>
        <a:spcAft>
          <a:spcPct val="0"/>
        </a:spcAft>
        <a:defRPr sz="2800" b="1">
          <a:solidFill>
            <a:schemeClr val="accent1"/>
          </a:solidFill>
          <a:latin typeface="Arial" charset="0"/>
          <a:ea typeface="Geneva" charset="-128"/>
          <a:cs typeface="Geneva" charset="0"/>
        </a:defRPr>
      </a:lvl3pPr>
      <a:lvl4pPr algn="l" defTabSz="457200" rtl="0" eaLnBrk="1" fontAlgn="base" hangingPunct="1">
        <a:spcBef>
          <a:spcPct val="0"/>
        </a:spcBef>
        <a:spcAft>
          <a:spcPct val="0"/>
        </a:spcAft>
        <a:defRPr sz="2800" b="1">
          <a:solidFill>
            <a:schemeClr val="accent1"/>
          </a:solidFill>
          <a:latin typeface="Arial" charset="0"/>
          <a:ea typeface="Geneva" charset="-128"/>
          <a:cs typeface="Geneva" charset="0"/>
        </a:defRPr>
      </a:lvl4pPr>
      <a:lvl5pPr algn="l" defTabSz="457200" rtl="0" eaLnBrk="1" fontAlgn="base" hangingPunct="1">
        <a:spcBef>
          <a:spcPct val="0"/>
        </a:spcBef>
        <a:spcAft>
          <a:spcPct val="0"/>
        </a:spcAft>
        <a:defRPr sz="2800" b="1">
          <a:solidFill>
            <a:schemeClr val="accent1"/>
          </a:solidFill>
          <a:latin typeface="Arial" charset="0"/>
          <a:ea typeface="Geneva" charset="-128"/>
          <a:cs typeface="Geneva" charset="0"/>
        </a:defRPr>
      </a:lvl5pPr>
      <a:lvl6pPr marL="457200" algn="l" defTabSz="457200" rtl="0" eaLnBrk="1" fontAlgn="base" hangingPunct="1">
        <a:spcBef>
          <a:spcPct val="0"/>
        </a:spcBef>
        <a:spcAft>
          <a:spcPct val="0"/>
        </a:spcAft>
        <a:defRPr sz="2800" b="1">
          <a:solidFill>
            <a:schemeClr val="accent1"/>
          </a:solidFill>
          <a:latin typeface="Helvetica" charset="0"/>
        </a:defRPr>
      </a:lvl6pPr>
      <a:lvl7pPr marL="914400" algn="l" defTabSz="457200" rtl="0" eaLnBrk="1" fontAlgn="base" hangingPunct="1">
        <a:spcBef>
          <a:spcPct val="0"/>
        </a:spcBef>
        <a:spcAft>
          <a:spcPct val="0"/>
        </a:spcAft>
        <a:defRPr sz="2800" b="1">
          <a:solidFill>
            <a:schemeClr val="accent1"/>
          </a:solidFill>
          <a:latin typeface="Helvetica" charset="0"/>
        </a:defRPr>
      </a:lvl7pPr>
      <a:lvl8pPr marL="1371600" algn="l" defTabSz="457200" rtl="0" eaLnBrk="1" fontAlgn="base" hangingPunct="1">
        <a:spcBef>
          <a:spcPct val="0"/>
        </a:spcBef>
        <a:spcAft>
          <a:spcPct val="0"/>
        </a:spcAft>
        <a:defRPr sz="2800" b="1">
          <a:solidFill>
            <a:schemeClr val="accent1"/>
          </a:solidFill>
          <a:latin typeface="Helvetica" charset="0"/>
        </a:defRPr>
      </a:lvl8pPr>
      <a:lvl9pPr marL="1828800" algn="l" defTabSz="457200" rtl="0" eaLnBrk="1" fontAlgn="base" hangingPunct="1">
        <a:spcBef>
          <a:spcPct val="0"/>
        </a:spcBef>
        <a:spcAft>
          <a:spcPct val="0"/>
        </a:spcAft>
        <a:defRPr sz="2800" b="1">
          <a:solidFill>
            <a:schemeClr val="accent1"/>
          </a:solidFill>
          <a:latin typeface="Helvetica" charset="0"/>
        </a:defRPr>
      </a:lvl9pPr>
    </p:titleStyle>
    <p:bodyStyle>
      <a:lvl1pPr marL="342900" indent="-342900" algn="l" defTabSz="457200" rtl="0" eaLnBrk="1" fontAlgn="base" hangingPunct="1">
        <a:spcBef>
          <a:spcPct val="20000"/>
        </a:spcBef>
        <a:spcAft>
          <a:spcPct val="0"/>
        </a:spcAft>
        <a:defRPr sz="2000" kern="1200">
          <a:solidFill>
            <a:schemeClr val="tx1"/>
          </a:solidFill>
          <a:latin typeface="Arial"/>
          <a:ea typeface="Geneva" charset="-128"/>
          <a:cs typeface="Geneva" charset="0"/>
        </a:defRPr>
      </a:lvl1pPr>
      <a:lvl2pPr marL="344488" indent="-171450" algn="l" defTabSz="457200" rtl="0" eaLnBrk="1" fontAlgn="base" hangingPunct="1">
        <a:spcBef>
          <a:spcPts val="1200"/>
        </a:spcBef>
        <a:spcAft>
          <a:spcPct val="0"/>
        </a:spcAft>
        <a:buFont typeface="Arial" pitchFamily="34" charset="0"/>
        <a:buChar char="•"/>
        <a:defRPr kern="1200">
          <a:solidFill>
            <a:schemeClr val="tx1"/>
          </a:solidFill>
          <a:latin typeface="Arial"/>
          <a:ea typeface="Arial Unicode MS" pitchFamily="34" charset="-128"/>
          <a:cs typeface="Arial Unicode MS" pitchFamily="34" charset="-128"/>
        </a:defRPr>
      </a:lvl2pPr>
      <a:lvl3pPr marL="569913" indent="-225425" algn="l" defTabSz="457200" rtl="0" eaLnBrk="1" fontAlgn="base" hangingPunct="1">
        <a:spcBef>
          <a:spcPts val="600"/>
        </a:spcBef>
        <a:spcAft>
          <a:spcPct val="0"/>
        </a:spcAft>
        <a:buFont typeface="Arial" pitchFamily="34" charset="0"/>
        <a:buChar char="-"/>
        <a:defRPr sz="1600" kern="1200">
          <a:solidFill>
            <a:schemeClr val="tx1"/>
          </a:solidFill>
          <a:latin typeface="Arial"/>
          <a:ea typeface="Arial Unicode MS" pitchFamily="34" charset="-128"/>
          <a:cs typeface="Arial Unicode MS" pitchFamily="34" charset="-128"/>
        </a:defRPr>
      </a:lvl3pPr>
      <a:lvl4pPr marL="801688" indent="-231775" algn="l" defTabSz="457200" rtl="0" eaLnBrk="1" fontAlgn="base" hangingPunct="1">
        <a:spcBef>
          <a:spcPts val="600"/>
        </a:spcBef>
        <a:spcAft>
          <a:spcPct val="0"/>
        </a:spcAft>
        <a:buFont typeface="Arial" pitchFamily="34" charset="0"/>
        <a:buChar char="•"/>
        <a:defRPr sz="1600" kern="1200">
          <a:solidFill>
            <a:schemeClr val="tx1"/>
          </a:solidFill>
          <a:latin typeface="Arial"/>
          <a:ea typeface="Arial Unicode MS" pitchFamily="34" charset="-128"/>
          <a:cs typeface="Arial Unicode MS" pitchFamily="34" charset="-128"/>
        </a:defRPr>
      </a:lvl4pPr>
      <a:lvl5pPr marL="974725" indent="-173038" algn="l" defTabSz="457200" rtl="0" eaLnBrk="1" fontAlgn="base" hangingPunct="1">
        <a:spcBef>
          <a:spcPts val="600"/>
        </a:spcBef>
        <a:spcAft>
          <a:spcPct val="0"/>
        </a:spcAft>
        <a:buFont typeface="Arial" pitchFamily="34" charset="0"/>
        <a:buChar char="-"/>
        <a:defRPr sz="1600" kern="1200">
          <a:solidFill>
            <a:schemeClr val="tx1"/>
          </a:solidFill>
          <a:latin typeface="Arial"/>
          <a:ea typeface="Arial Unicode MS" pitchFamily="34" charset="-128"/>
          <a:cs typeface="Arial Unicode MS" pitchFamily="34" charset="-128"/>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5896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052186"/>
            <a:ext cx="8229600" cy="5073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8045450" y="6276975"/>
            <a:ext cx="641350" cy="365125"/>
          </a:xfrm>
          <a:prstGeom prst="rect">
            <a:avLst/>
          </a:prstGeom>
        </p:spPr>
        <p:txBody>
          <a:bodyPr vert="horz" wrap="square" lIns="91440" tIns="45720" rIns="91440" bIns="45720" numCol="1" anchor="ctr" anchorCtr="0" compatLnSpc="1">
            <a:prstTxWarp prst="textNoShape">
              <a:avLst/>
            </a:prstTxWarp>
          </a:bodyPr>
          <a:lstStyle>
            <a:lvl1pPr algn="r">
              <a:defRPr sz="1000"/>
            </a:lvl1pPr>
          </a:lstStyle>
          <a:p>
            <a:pPr>
              <a:defRPr/>
            </a:pPr>
            <a:fld id="{371309F6-FB7A-45D2-9E4B-C2DB833EDA9C}"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4130860687"/>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Lst>
  <p:hf hdr="0"/>
  <p:txStyles>
    <p:titleStyle>
      <a:lvl1pPr algn="l" defTabSz="457200" rtl="0" eaLnBrk="0" fontAlgn="base" hangingPunct="0">
        <a:spcBef>
          <a:spcPct val="0"/>
        </a:spcBef>
        <a:spcAft>
          <a:spcPct val="0"/>
        </a:spcAft>
        <a:defRPr sz="2800" b="1" kern="1200">
          <a:solidFill>
            <a:schemeClr val="accent1"/>
          </a:solidFill>
          <a:latin typeface="Arial"/>
          <a:ea typeface="Geneva" charset="-128"/>
          <a:cs typeface="Geneva" charset="0"/>
        </a:defRPr>
      </a:lvl1pPr>
      <a:lvl2pPr algn="l" defTabSz="457200" rtl="0" eaLnBrk="0" fontAlgn="base" hangingPunct="0">
        <a:spcBef>
          <a:spcPct val="0"/>
        </a:spcBef>
        <a:spcAft>
          <a:spcPct val="0"/>
        </a:spcAft>
        <a:defRPr sz="2800" b="1">
          <a:solidFill>
            <a:schemeClr val="accent1"/>
          </a:solidFill>
          <a:latin typeface="Arial" charset="0"/>
          <a:ea typeface="Geneva" charset="-128"/>
          <a:cs typeface="Geneva" charset="0"/>
        </a:defRPr>
      </a:lvl2pPr>
      <a:lvl3pPr algn="l" defTabSz="457200" rtl="0" eaLnBrk="0" fontAlgn="base" hangingPunct="0">
        <a:spcBef>
          <a:spcPct val="0"/>
        </a:spcBef>
        <a:spcAft>
          <a:spcPct val="0"/>
        </a:spcAft>
        <a:defRPr sz="2800" b="1">
          <a:solidFill>
            <a:schemeClr val="accent1"/>
          </a:solidFill>
          <a:latin typeface="Arial" charset="0"/>
          <a:ea typeface="Geneva" charset="-128"/>
          <a:cs typeface="Geneva" charset="0"/>
        </a:defRPr>
      </a:lvl3pPr>
      <a:lvl4pPr algn="l" defTabSz="457200" rtl="0" eaLnBrk="0" fontAlgn="base" hangingPunct="0">
        <a:spcBef>
          <a:spcPct val="0"/>
        </a:spcBef>
        <a:spcAft>
          <a:spcPct val="0"/>
        </a:spcAft>
        <a:defRPr sz="2800" b="1">
          <a:solidFill>
            <a:schemeClr val="accent1"/>
          </a:solidFill>
          <a:latin typeface="Arial" charset="0"/>
          <a:ea typeface="Geneva" charset="-128"/>
          <a:cs typeface="Geneva" charset="0"/>
        </a:defRPr>
      </a:lvl4pPr>
      <a:lvl5pPr algn="l" defTabSz="457200" rtl="0" eaLnBrk="0" fontAlgn="base" hangingPunct="0">
        <a:spcBef>
          <a:spcPct val="0"/>
        </a:spcBef>
        <a:spcAft>
          <a:spcPct val="0"/>
        </a:spcAft>
        <a:defRPr sz="2800" b="1">
          <a:solidFill>
            <a:schemeClr val="accent1"/>
          </a:solidFill>
          <a:latin typeface="Arial" charset="0"/>
          <a:ea typeface="Geneva" charset="-128"/>
          <a:cs typeface="Geneva" charset="0"/>
        </a:defRPr>
      </a:lvl5pPr>
      <a:lvl6pPr marL="457200" algn="l" defTabSz="457200" rtl="0" fontAlgn="base">
        <a:spcBef>
          <a:spcPct val="0"/>
        </a:spcBef>
        <a:spcAft>
          <a:spcPct val="0"/>
        </a:spcAft>
        <a:defRPr sz="2800" b="1">
          <a:solidFill>
            <a:schemeClr val="accent1"/>
          </a:solidFill>
          <a:latin typeface="Helvetica" charset="0"/>
        </a:defRPr>
      </a:lvl6pPr>
      <a:lvl7pPr marL="914400" algn="l" defTabSz="457200" rtl="0" fontAlgn="base">
        <a:spcBef>
          <a:spcPct val="0"/>
        </a:spcBef>
        <a:spcAft>
          <a:spcPct val="0"/>
        </a:spcAft>
        <a:defRPr sz="2800" b="1">
          <a:solidFill>
            <a:schemeClr val="accent1"/>
          </a:solidFill>
          <a:latin typeface="Helvetica" charset="0"/>
        </a:defRPr>
      </a:lvl7pPr>
      <a:lvl8pPr marL="1371600" algn="l" defTabSz="457200" rtl="0" fontAlgn="base">
        <a:spcBef>
          <a:spcPct val="0"/>
        </a:spcBef>
        <a:spcAft>
          <a:spcPct val="0"/>
        </a:spcAft>
        <a:defRPr sz="2800" b="1">
          <a:solidFill>
            <a:schemeClr val="accent1"/>
          </a:solidFill>
          <a:latin typeface="Helvetica" charset="0"/>
        </a:defRPr>
      </a:lvl8pPr>
      <a:lvl9pPr marL="1828800" algn="l" defTabSz="457200" rtl="0" fontAlgn="base">
        <a:spcBef>
          <a:spcPct val="0"/>
        </a:spcBef>
        <a:spcAft>
          <a:spcPct val="0"/>
        </a:spcAft>
        <a:defRPr sz="2800" b="1">
          <a:solidFill>
            <a:schemeClr val="accent1"/>
          </a:solidFill>
          <a:latin typeface="Helvetica" charset="0"/>
        </a:defRPr>
      </a:lvl9pPr>
    </p:titleStyle>
    <p:bodyStyle>
      <a:lvl1pPr marL="342900" indent="-342900" algn="l" defTabSz="457200" rtl="0" eaLnBrk="0" fontAlgn="base" hangingPunct="0">
        <a:spcBef>
          <a:spcPct val="20000"/>
        </a:spcBef>
        <a:spcAft>
          <a:spcPct val="0"/>
        </a:spcAft>
        <a:defRPr sz="2000" kern="1200">
          <a:solidFill>
            <a:schemeClr val="tx1"/>
          </a:solidFill>
          <a:latin typeface="Arial"/>
          <a:ea typeface="Geneva" charset="-128"/>
          <a:cs typeface="Geneva" charset="0"/>
        </a:defRPr>
      </a:lvl1pPr>
      <a:lvl2pPr marL="344488" indent="-171450" algn="l" defTabSz="457200" rtl="0" eaLnBrk="0" fontAlgn="base" hangingPunct="0">
        <a:spcBef>
          <a:spcPts val="1200"/>
        </a:spcBef>
        <a:spcAft>
          <a:spcPct val="0"/>
        </a:spcAft>
        <a:buFont typeface="Arial" charset="0"/>
        <a:buChar char="•"/>
        <a:defRPr kern="1200">
          <a:solidFill>
            <a:schemeClr val="tx1"/>
          </a:solidFill>
          <a:latin typeface="Arial"/>
          <a:ea typeface="Arial Unicode MS" pitchFamily="34" charset="-128"/>
          <a:cs typeface="Arial Unicode MS" pitchFamily="34" charset="-128"/>
        </a:defRPr>
      </a:lvl2pPr>
      <a:lvl3pPr marL="569913" indent="-225425" algn="l" defTabSz="457200" rtl="0" eaLnBrk="0" fontAlgn="base" hangingPunct="0">
        <a:spcBef>
          <a:spcPts val="600"/>
        </a:spcBef>
        <a:spcAft>
          <a:spcPct val="0"/>
        </a:spcAft>
        <a:buFont typeface="Arial" charset="0"/>
        <a:buChar char="-"/>
        <a:defRPr sz="1600" kern="1200">
          <a:solidFill>
            <a:schemeClr val="tx1"/>
          </a:solidFill>
          <a:latin typeface="Arial"/>
          <a:ea typeface="Arial Unicode MS" pitchFamily="34" charset="-128"/>
          <a:cs typeface="Arial Unicode MS" pitchFamily="34" charset="-128"/>
        </a:defRPr>
      </a:lvl3pPr>
      <a:lvl4pPr marL="801688" indent="-231775" algn="l" defTabSz="457200" rtl="0" eaLnBrk="0" fontAlgn="base" hangingPunct="0">
        <a:spcBef>
          <a:spcPts val="600"/>
        </a:spcBef>
        <a:spcAft>
          <a:spcPct val="0"/>
        </a:spcAft>
        <a:buFont typeface="Arial" charset="0"/>
        <a:buChar char="•"/>
        <a:defRPr sz="1600" kern="1200">
          <a:solidFill>
            <a:schemeClr val="tx1"/>
          </a:solidFill>
          <a:latin typeface="Arial"/>
          <a:ea typeface="Arial Unicode MS" pitchFamily="34" charset="-128"/>
          <a:cs typeface="Arial Unicode MS" pitchFamily="34" charset="-128"/>
        </a:defRPr>
      </a:lvl4pPr>
      <a:lvl5pPr marL="974725" indent="-173038" algn="l" defTabSz="457200" rtl="0" eaLnBrk="0" fontAlgn="base" hangingPunct="0">
        <a:spcBef>
          <a:spcPts val="600"/>
        </a:spcBef>
        <a:spcAft>
          <a:spcPct val="0"/>
        </a:spcAft>
        <a:buFont typeface="Arial" charset="0"/>
        <a:buChar char="-"/>
        <a:defRPr sz="1600" kern="1200">
          <a:solidFill>
            <a:schemeClr val="tx1"/>
          </a:solidFill>
          <a:latin typeface="Arial"/>
          <a:ea typeface="Arial Unicode MS" pitchFamily="34" charset="-128"/>
          <a:cs typeface="Arial Unicode MS" pitchFamily="34" charset="-128"/>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730375"/>
            <a:ext cx="9144000" cy="215900"/>
          </a:xfrm>
          <a:prstGeom prst="rect">
            <a:avLst/>
          </a:prstGeom>
          <a:gradFill rotWithShape="0">
            <a:gsLst>
              <a:gs pos="0">
                <a:srgbClr val="E8E8E8"/>
              </a:gs>
              <a:gs pos="100000">
                <a:srgbClr val="FFFFFF"/>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1402" tIns="45702" rIns="91402" bIns="45702" anchor="ctr">
            <a:spAutoFit/>
          </a:bodyPr>
          <a:lstStyle/>
          <a:p>
            <a:endParaRPr lang="en-US"/>
          </a:p>
        </p:txBody>
      </p:sp>
      <p:sp>
        <p:nvSpPr>
          <p:cNvPr id="1027" name="Rectangle 5"/>
          <p:cNvSpPr>
            <a:spLocks noGrp="1" noChangeArrowheads="1"/>
          </p:cNvSpPr>
          <p:nvPr>
            <p:ph type="title"/>
          </p:nvPr>
        </p:nvSpPr>
        <p:spPr bwMode="auto">
          <a:xfrm>
            <a:off x="1138238" y="349250"/>
            <a:ext cx="7158037" cy="460375"/>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02" tIns="45702" rIns="91402" bIns="45702" numCol="1" anchor="ctr" anchorCtr="0" compatLnSpc="1">
            <a:prstTxWarp prst="textNoShape">
              <a:avLst/>
            </a:prstTxWarp>
            <a:spAutoFit/>
          </a:bodyPr>
          <a:lstStyle/>
          <a:p>
            <a:pPr lvl="0"/>
            <a:r>
              <a:rPr lang="en-US" smtClean="0"/>
              <a:t>Click to edit Master title style</a:t>
            </a:r>
            <a:endParaRPr lang="en-US"/>
          </a:p>
        </p:txBody>
      </p:sp>
      <p:sp>
        <p:nvSpPr>
          <p:cNvPr id="1028" name="Rectangle 7"/>
          <p:cNvSpPr>
            <a:spLocks noChangeArrowheads="1"/>
          </p:cNvSpPr>
          <p:nvPr/>
        </p:nvSpPr>
        <p:spPr bwMode="auto">
          <a:xfrm>
            <a:off x="8458200" y="6397625"/>
            <a:ext cx="685800"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45702" rIns="0" bIns="45702" anchor="ctr"/>
          <a:lstStyle/>
          <a:p>
            <a:pPr>
              <a:buFontTx/>
              <a:buNone/>
            </a:pPr>
            <a:fld id="{FD8812A5-7706-AF45-9670-B8F2030C16DF}" type="slidenum">
              <a:rPr lang="en-US" sz="2000">
                <a:solidFill>
                  <a:srgbClr val="552200"/>
                </a:solidFill>
              </a:rPr>
              <a:pPr>
                <a:buFontTx/>
                <a:buNone/>
              </a:pPr>
              <a:t>‹#›</a:t>
            </a:fld>
            <a:endParaRPr lang="en-US" sz="2000">
              <a:solidFill>
                <a:srgbClr val="552200"/>
              </a:solidFill>
            </a:endParaRPr>
          </a:p>
        </p:txBody>
      </p:sp>
      <p:sp>
        <p:nvSpPr>
          <p:cNvPr id="1029" name="Content Placeholder 2"/>
          <p:cNvSpPr txBox="1">
            <a:spLocks/>
          </p:cNvSpPr>
          <p:nvPr/>
        </p:nvSpPr>
        <p:spPr bwMode="auto">
          <a:xfrm>
            <a:off x="368300" y="1670050"/>
            <a:ext cx="8318500" cy="4425950"/>
          </a:xfrm>
          <a:prstGeom prst="rect">
            <a:avLst/>
          </a:prstGeom>
          <a:noFill/>
          <a:ln>
            <a:noFill/>
          </a:ln>
          <a:extLst/>
        </p:spPr>
        <p:txBody>
          <a:bodyPr lIns="91402" tIns="45702" rIns="91402" bIns="45702"/>
          <a:lstStyle>
            <a:lvl1pPr marL="342900" indent="-342900" eaLnBrk="0" hangingPunct="0">
              <a:defRPr sz="1600" b="1">
                <a:solidFill>
                  <a:schemeClr val="bg1"/>
                </a:solidFill>
                <a:latin typeface="Arial" pitchFamily="34" charset="0"/>
              </a:defRPr>
            </a:lvl1pPr>
            <a:lvl2pPr marL="742950" indent="-285750" eaLnBrk="0" hangingPunct="0">
              <a:defRPr sz="1600" b="1">
                <a:solidFill>
                  <a:schemeClr val="bg1"/>
                </a:solidFill>
                <a:latin typeface="Arial" pitchFamily="34" charset="0"/>
              </a:defRPr>
            </a:lvl2pPr>
            <a:lvl3pPr marL="1143000" indent="-228600" eaLnBrk="0" hangingPunct="0">
              <a:defRPr sz="1600" b="1">
                <a:solidFill>
                  <a:schemeClr val="bg1"/>
                </a:solidFill>
                <a:latin typeface="Arial" pitchFamily="34" charset="0"/>
              </a:defRPr>
            </a:lvl3pPr>
            <a:lvl4pPr marL="1600200" indent="-228600" eaLnBrk="0" hangingPunct="0">
              <a:defRPr sz="1600" b="1">
                <a:solidFill>
                  <a:schemeClr val="bg1"/>
                </a:solidFill>
                <a:latin typeface="Arial" pitchFamily="34" charset="0"/>
              </a:defRPr>
            </a:lvl4pPr>
            <a:lvl5pPr marL="2057400" indent="-228600" eaLnBrk="0" hangingPunct="0">
              <a:defRPr sz="1600" b="1">
                <a:solidFill>
                  <a:schemeClr val="bg1"/>
                </a:solidFill>
                <a:latin typeface="Arial" pitchFamily="34" charset="0"/>
              </a:defRPr>
            </a:lvl5pPr>
            <a:lvl6pPr marL="2514600" indent="-228600" eaLnBrk="0" fontAlgn="base" hangingPunct="0">
              <a:spcBef>
                <a:spcPct val="0"/>
              </a:spcBef>
              <a:spcAft>
                <a:spcPct val="0"/>
              </a:spcAft>
              <a:defRPr sz="1600" b="1">
                <a:solidFill>
                  <a:schemeClr val="bg1"/>
                </a:solidFill>
                <a:latin typeface="Arial" pitchFamily="34" charset="0"/>
              </a:defRPr>
            </a:lvl6pPr>
            <a:lvl7pPr marL="2971800" indent="-228600" eaLnBrk="0" fontAlgn="base" hangingPunct="0">
              <a:spcBef>
                <a:spcPct val="0"/>
              </a:spcBef>
              <a:spcAft>
                <a:spcPct val="0"/>
              </a:spcAft>
              <a:defRPr sz="1600" b="1">
                <a:solidFill>
                  <a:schemeClr val="bg1"/>
                </a:solidFill>
                <a:latin typeface="Arial" pitchFamily="34" charset="0"/>
              </a:defRPr>
            </a:lvl7pPr>
            <a:lvl8pPr marL="3429000" indent="-228600" eaLnBrk="0" fontAlgn="base" hangingPunct="0">
              <a:spcBef>
                <a:spcPct val="0"/>
              </a:spcBef>
              <a:spcAft>
                <a:spcPct val="0"/>
              </a:spcAft>
              <a:defRPr sz="1600" b="1">
                <a:solidFill>
                  <a:schemeClr val="bg1"/>
                </a:solidFill>
                <a:latin typeface="Arial" pitchFamily="34" charset="0"/>
              </a:defRPr>
            </a:lvl8pPr>
            <a:lvl9pPr marL="3886200" indent="-228600" eaLnBrk="0" fontAlgn="base" hangingPunct="0">
              <a:spcBef>
                <a:spcPct val="0"/>
              </a:spcBef>
              <a:spcAft>
                <a:spcPct val="0"/>
              </a:spcAft>
              <a:defRPr sz="1600" b="1">
                <a:solidFill>
                  <a:schemeClr val="bg1"/>
                </a:solidFill>
                <a:latin typeface="Arial" pitchFamily="34" charset="0"/>
              </a:defRPr>
            </a:lvl9pPr>
          </a:lstStyle>
          <a:p>
            <a:pPr eaLnBrk="1" hangingPunct="1">
              <a:spcBef>
                <a:spcPct val="20000"/>
              </a:spcBef>
              <a:buFont typeface="Wingdings" pitchFamily="2" charset="2"/>
              <a:buChar char="q"/>
              <a:defRPr/>
            </a:pPr>
            <a:endParaRPr lang="en-US" sz="1400" b="0" dirty="0" smtClean="0">
              <a:solidFill>
                <a:srgbClr val="262626"/>
              </a:solidFill>
              <a:ea typeface="ＭＳ Ｐゴシック" pitchFamily="34" charset="-128"/>
              <a:cs typeface="+mn-cs"/>
            </a:endParaRPr>
          </a:p>
        </p:txBody>
      </p:sp>
      <p:sp>
        <p:nvSpPr>
          <p:cNvPr id="14" name="Rectangle 13"/>
          <p:cNvSpPr/>
          <p:nvPr/>
        </p:nvSpPr>
        <p:spPr bwMode="auto">
          <a:xfrm>
            <a:off x="0" y="1033995"/>
            <a:ext cx="9144000" cy="107685"/>
          </a:xfrm>
          <a:prstGeom prst="rect">
            <a:avLst/>
          </a:prstGeom>
          <a:solidFill>
            <a:schemeClr val="bg1">
              <a:lumMod val="65000"/>
            </a:schemeClr>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lIns="91402" tIns="45702" rIns="91402" bIns="45702" anchor="ctr">
            <a:spAutoFit/>
          </a:bodyPr>
          <a:lstStyle/>
          <a:p>
            <a:pPr>
              <a:defRPr/>
            </a:pPr>
            <a:endParaRPr lang="en-US" sz="100" dirty="0">
              <a:solidFill>
                <a:schemeClr val="bg1"/>
              </a:solidFill>
            </a:endParaRPr>
          </a:p>
        </p:txBody>
      </p:sp>
      <p:sp>
        <p:nvSpPr>
          <p:cNvPr id="8" name="Content Placeholder 2"/>
          <p:cNvSpPr txBox="1">
            <a:spLocks/>
          </p:cNvSpPr>
          <p:nvPr/>
        </p:nvSpPr>
        <p:spPr>
          <a:xfrm>
            <a:off x="368300" y="1670050"/>
            <a:ext cx="8318500" cy="4425950"/>
          </a:xfrm>
          <a:prstGeom prst="rect">
            <a:avLst/>
          </a:prstGeom>
        </p:spPr>
        <p:txBody>
          <a:bodyPr/>
          <a:lstStyle>
            <a:lvl1pPr>
              <a:buFont typeface="Wingdings" pitchFamily="2" charset="2"/>
              <a:buChar char="q"/>
              <a:defRPr sz="2400">
                <a:solidFill>
                  <a:schemeClr val="tx1">
                    <a:lumMod val="85000"/>
                    <a:lumOff val="15000"/>
                  </a:schemeClr>
                </a:solidFill>
              </a:defRPr>
            </a:lvl1pPr>
            <a:lvl2pPr>
              <a:buClr>
                <a:schemeClr val="tx2"/>
              </a:buClr>
              <a:defRPr sz="2000">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q"/>
              <a:tabLst/>
              <a:defRPr/>
            </a:pPr>
            <a:endParaRPr kumimoji="0" lang="en-US" sz="1400" b="0" i="0" u="none" strike="noStrike" kern="0" cap="none" spc="0" normalizeH="0" baseline="0" noProof="0" dirty="0">
              <a:ln>
                <a:noFill/>
              </a:ln>
              <a:solidFill>
                <a:schemeClr val="tx1">
                  <a:lumMod val="85000"/>
                  <a:lumOff val="15000"/>
                </a:schemeClr>
              </a:solidFill>
              <a:effectLst/>
              <a:uLnTx/>
              <a:uFillTx/>
              <a:latin typeface="+mn-lt"/>
              <a:ea typeface="ＭＳ Ｐゴシック" pitchFamily="-106" charset="-128"/>
            </a:endParaRPr>
          </a:p>
        </p:txBody>
      </p:sp>
      <p:sp>
        <p:nvSpPr>
          <p:cNvPr id="9" name="Rectangle 8"/>
          <p:cNvSpPr/>
          <p:nvPr/>
        </p:nvSpPr>
        <p:spPr bwMode="auto">
          <a:xfrm>
            <a:off x="0" y="1127342"/>
            <a:ext cx="9144000" cy="87683"/>
          </a:xfrm>
          <a:prstGeom prst="rect">
            <a:avLst/>
          </a:prstGeom>
          <a:solidFill>
            <a:srgbClr val="1C1C1C"/>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bg1"/>
              </a:solidFill>
              <a:effectLst/>
              <a:latin typeface="Arial" charset="0"/>
            </a:endParaRPr>
          </a:p>
        </p:txBody>
      </p:sp>
      <p:sp>
        <p:nvSpPr>
          <p:cNvPr id="2" name="Rectangle 1"/>
          <p:cNvSpPr/>
          <p:nvPr/>
        </p:nvSpPr>
        <p:spPr>
          <a:xfrm>
            <a:off x="2484875" y="6449990"/>
            <a:ext cx="5204435" cy="276999"/>
          </a:xfrm>
          <a:prstGeom prst="rect">
            <a:avLst/>
          </a:prstGeom>
        </p:spPr>
        <p:txBody>
          <a:bodyPr wrap="square">
            <a:spAutoFit/>
          </a:bodyPr>
          <a:lstStyle/>
          <a:p>
            <a:r>
              <a:rPr lang="en-US" sz="1200" b="1" kern="1200" dirty="0" smtClean="0">
                <a:solidFill>
                  <a:srgbClr val="530000"/>
                </a:solidFill>
                <a:latin typeface="Arial" charset="0"/>
                <a:ea typeface="+mn-ea"/>
                <a:cs typeface="+mn-cs"/>
              </a:rPr>
              <a:t>© 2015 The Value Enablement Group, LLC. All rights reserved.</a:t>
            </a:r>
            <a:endParaRPr lang="en-US" sz="1200" dirty="0">
              <a:solidFill>
                <a:srgbClr val="530000"/>
              </a:solidFill>
            </a:endParaRPr>
          </a:p>
        </p:txBody>
      </p:sp>
    </p:spTree>
    <p:extLst>
      <p:ext uri="{BB962C8B-B14F-4D97-AF65-F5344CB8AC3E}">
        <p14:creationId xmlns:p14="http://schemas.microsoft.com/office/powerpoint/2010/main" val="231253329"/>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3999" r:id="rId7"/>
    <p:sldLayoutId id="2147484003" r:id="rId8"/>
  </p:sldLayoutIdLst>
  <p:timing>
    <p:tnLst>
      <p:par>
        <p:cTn id="1" dur="indefinite" restart="never" nodeType="tmRoot"/>
      </p:par>
    </p:tnLst>
  </p:timing>
  <p:hf hdr="0"/>
  <p:txStyles>
    <p:titleStyle>
      <a:lvl1pPr algn="l" rtl="0" eaLnBrk="1" fontAlgn="base" hangingPunct="1">
        <a:spcBef>
          <a:spcPct val="0"/>
        </a:spcBef>
        <a:spcAft>
          <a:spcPct val="0"/>
        </a:spcAft>
        <a:defRPr sz="2400" b="1">
          <a:solidFill>
            <a:srgbClr val="552200"/>
          </a:solidFill>
          <a:latin typeface="+mj-lt"/>
          <a:ea typeface="ＭＳ Ｐゴシック" pitchFamily="-106" charset="-128"/>
          <a:cs typeface="ＭＳ Ｐゴシック" pitchFamily="-106" charset="-128"/>
        </a:defRPr>
      </a:lvl1pPr>
      <a:lvl2pPr algn="l" rtl="0" eaLnBrk="1" fontAlgn="base" hangingPunct="1">
        <a:spcBef>
          <a:spcPct val="0"/>
        </a:spcBef>
        <a:spcAft>
          <a:spcPct val="0"/>
        </a:spcAft>
        <a:defRPr sz="2400" b="1">
          <a:solidFill>
            <a:srgbClr val="552200"/>
          </a:solidFill>
          <a:latin typeface="Arial" charset="0"/>
          <a:ea typeface="ＭＳ Ｐゴシック" pitchFamily="-106" charset="-128"/>
          <a:cs typeface="ＭＳ Ｐゴシック" pitchFamily="-106" charset="-128"/>
        </a:defRPr>
      </a:lvl2pPr>
      <a:lvl3pPr algn="l" rtl="0" eaLnBrk="1" fontAlgn="base" hangingPunct="1">
        <a:spcBef>
          <a:spcPct val="0"/>
        </a:spcBef>
        <a:spcAft>
          <a:spcPct val="0"/>
        </a:spcAft>
        <a:defRPr sz="2400" b="1">
          <a:solidFill>
            <a:srgbClr val="552200"/>
          </a:solidFill>
          <a:latin typeface="Arial" charset="0"/>
          <a:ea typeface="ＭＳ Ｐゴシック" pitchFamily="-106" charset="-128"/>
          <a:cs typeface="ＭＳ Ｐゴシック" pitchFamily="-106" charset="-128"/>
        </a:defRPr>
      </a:lvl3pPr>
      <a:lvl4pPr algn="l" rtl="0" eaLnBrk="1" fontAlgn="base" hangingPunct="1">
        <a:spcBef>
          <a:spcPct val="0"/>
        </a:spcBef>
        <a:spcAft>
          <a:spcPct val="0"/>
        </a:spcAft>
        <a:defRPr sz="2400" b="1">
          <a:solidFill>
            <a:srgbClr val="552200"/>
          </a:solidFill>
          <a:latin typeface="Arial" charset="0"/>
          <a:ea typeface="ＭＳ Ｐゴシック" pitchFamily="-106" charset="-128"/>
          <a:cs typeface="ＭＳ Ｐゴシック" pitchFamily="-106" charset="-128"/>
        </a:defRPr>
      </a:lvl4pPr>
      <a:lvl5pPr algn="l" rtl="0" eaLnBrk="1" fontAlgn="base" hangingPunct="1">
        <a:spcBef>
          <a:spcPct val="0"/>
        </a:spcBef>
        <a:spcAft>
          <a:spcPct val="0"/>
        </a:spcAft>
        <a:defRPr sz="2400" b="1">
          <a:solidFill>
            <a:srgbClr val="552200"/>
          </a:solidFill>
          <a:latin typeface="Arial" charset="0"/>
          <a:ea typeface="ＭＳ Ｐゴシック" pitchFamily="-106" charset="-128"/>
          <a:cs typeface="ＭＳ Ｐゴシック" pitchFamily="-106" charset="-128"/>
        </a:defRPr>
      </a:lvl5pPr>
      <a:lvl6pPr marL="457011" algn="l" rtl="0" eaLnBrk="1" fontAlgn="base" hangingPunct="1">
        <a:spcBef>
          <a:spcPct val="0"/>
        </a:spcBef>
        <a:spcAft>
          <a:spcPct val="0"/>
        </a:spcAft>
        <a:defRPr sz="2200" b="1">
          <a:solidFill>
            <a:srgbClr val="445562"/>
          </a:solidFill>
          <a:latin typeface="Arial" charset="0"/>
        </a:defRPr>
      </a:lvl6pPr>
      <a:lvl7pPr marL="914024" algn="l" rtl="0" eaLnBrk="1" fontAlgn="base" hangingPunct="1">
        <a:spcBef>
          <a:spcPct val="0"/>
        </a:spcBef>
        <a:spcAft>
          <a:spcPct val="0"/>
        </a:spcAft>
        <a:defRPr sz="2200" b="1">
          <a:solidFill>
            <a:srgbClr val="445562"/>
          </a:solidFill>
          <a:latin typeface="Arial" charset="0"/>
        </a:defRPr>
      </a:lvl7pPr>
      <a:lvl8pPr marL="1371040" algn="l" rtl="0" eaLnBrk="1" fontAlgn="base" hangingPunct="1">
        <a:spcBef>
          <a:spcPct val="0"/>
        </a:spcBef>
        <a:spcAft>
          <a:spcPct val="0"/>
        </a:spcAft>
        <a:defRPr sz="2200" b="1">
          <a:solidFill>
            <a:srgbClr val="445562"/>
          </a:solidFill>
          <a:latin typeface="Arial" charset="0"/>
        </a:defRPr>
      </a:lvl8pPr>
      <a:lvl9pPr marL="1828052" algn="l" rtl="0" eaLnBrk="1" fontAlgn="base" hangingPunct="1">
        <a:spcBef>
          <a:spcPct val="0"/>
        </a:spcBef>
        <a:spcAft>
          <a:spcPct val="0"/>
        </a:spcAft>
        <a:defRPr sz="2200" b="1">
          <a:solidFill>
            <a:srgbClr val="445562"/>
          </a:solidFill>
          <a:latin typeface="Arial" charset="0"/>
        </a:defRPr>
      </a:lvl9pPr>
    </p:titleStyle>
    <p:bodyStyle>
      <a:lvl1pPr marL="339725" indent="-339725" algn="l" rtl="0" eaLnBrk="1" fontAlgn="base" hangingPunct="1">
        <a:spcBef>
          <a:spcPct val="20000"/>
        </a:spcBef>
        <a:spcAft>
          <a:spcPct val="0"/>
        </a:spcAft>
        <a:buFont typeface="Wingdings" charset="0"/>
        <a:buChar char="•"/>
        <a:defRPr sz="1600" b="1">
          <a:solidFill>
            <a:schemeClr val="tx1"/>
          </a:solidFill>
          <a:latin typeface="+mn-lt"/>
          <a:ea typeface="ＭＳ Ｐゴシック" pitchFamily="-106" charset="-128"/>
          <a:cs typeface="ＭＳ Ｐゴシック" pitchFamily="-106" charset="-128"/>
        </a:defRPr>
      </a:lvl1pPr>
      <a:lvl2pPr marL="739775" indent="-280988" algn="l" rtl="0" eaLnBrk="1" fontAlgn="base" hangingPunct="1">
        <a:spcBef>
          <a:spcPct val="20000"/>
        </a:spcBef>
        <a:spcAft>
          <a:spcPct val="0"/>
        </a:spcAft>
        <a:buClr>
          <a:srgbClr val="FD9712"/>
        </a:buClr>
        <a:buFont typeface="Wingdings" charset="0"/>
        <a:buChar char="§"/>
        <a:defRPr sz="1400">
          <a:solidFill>
            <a:schemeClr val="tx1"/>
          </a:solidFill>
          <a:latin typeface="+mn-lt"/>
          <a:ea typeface="ＭＳ Ｐゴシック" pitchFamily="-106" charset="-128"/>
          <a:cs typeface="ＭＳ Ｐゴシック"/>
        </a:defRPr>
      </a:lvl2pPr>
      <a:lvl3pPr marL="1138238" indent="-225425" algn="l" rtl="0" eaLnBrk="1" fontAlgn="base" hangingPunct="1">
        <a:spcBef>
          <a:spcPct val="20000"/>
        </a:spcBef>
        <a:spcAft>
          <a:spcPct val="0"/>
        </a:spcAft>
        <a:buClr>
          <a:srgbClr val="445562"/>
        </a:buClr>
        <a:buFont typeface="Times" charset="0"/>
        <a:buChar char="•"/>
        <a:defRPr sz="1400">
          <a:solidFill>
            <a:schemeClr val="tx1"/>
          </a:solidFill>
          <a:latin typeface="+mn-lt"/>
          <a:ea typeface="ＭＳ Ｐゴシック" pitchFamily="-106" charset="-128"/>
          <a:cs typeface="ＭＳ Ｐゴシック"/>
        </a:defRPr>
      </a:lvl3pPr>
      <a:lvl4pPr marL="1597025" indent="-225425" algn="l" rtl="0" eaLnBrk="1" fontAlgn="base" hangingPunct="1">
        <a:spcBef>
          <a:spcPct val="20000"/>
        </a:spcBef>
        <a:spcAft>
          <a:spcPct val="0"/>
        </a:spcAft>
        <a:buClr>
          <a:srgbClr val="445562"/>
        </a:buClr>
        <a:buFont typeface="Arial" charset="0"/>
        <a:buChar char="»"/>
        <a:defRPr sz="1400">
          <a:solidFill>
            <a:schemeClr val="tx1"/>
          </a:solidFill>
          <a:latin typeface="+mn-lt"/>
          <a:ea typeface="ＭＳ Ｐゴシック" pitchFamily="-106" charset="-128"/>
          <a:cs typeface="ＭＳ Ｐゴシック"/>
        </a:defRPr>
      </a:lvl4pPr>
      <a:lvl5pPr marL="2054225" indent="-225425" algn="l" rtl="0" eaLnBrk="1" fontAlgn="base" hangingPunct="1">
        <a:spcBef>
          <a:spcPct val="20000"/>
        </a:spcBef>
        <a:spcAft>
          <a:spcPct val="0"/>
        </a:spcAft>
        <a:buClr>
          <a:srgbClr val="445562"/>
        </a:buClr>
        <a:buFont typeface="Times" charset="0"/>
        <a:buChar char="•"/>
        <a:defRPr sz="1400">
          <a:solidFill>
            <a:schemeClr val="tx1"/>
          </a:solidFill>
          <a:latin typeface="+mn-lt"/>
          <a:ea typeface="ＭＳ Ｐゴシック" pitchFamily="-106" charset="-128"/>
          <a:cs typeface="ＭＳ Ｐゴシック"/>
        </a:defRPr>
      </a:lvl5pPr>
      <a:lvl6pPr marL="2513573" indent="-228505" algn="l" rtl="0" eaLnBrk="1" fontAlgn="base" hangingPunct="1">
        <a:spcBef>
          <a:spcPct val="20000"/>
        </a:spcBef>
        <a:spcAft>
          <a:spcPct val="0"/>
        </a:spcAft>
        <a:buClr>
          <a:srgbClr val="445562"/>
        </a:buClr>
        <a:buFont typeface="Times" pitchFamily="124" charset="0"/>
        <a:buChar char="•"/>
        <a:defRPr sz="1400">
          <a:solidFill>
            <a:schemeClr val="tx1"/>
          </a:solidFill>
          <a:latin typeface="+mn-lt"/>
        </a:defRPr>
      </a:lvl6pPr>
      <a:lvl7pPr marL="2970584" indent="-228505" algn="l" rtl="0" eaLnBrk="1" fontAlgn="base" hangingPunct="1">
        <a:spcBef>
          <a:spcPct val="20000"/>
        </a:spcBef>
        <a:spcAft>
          <a:spcPct val="0"/>
        </a:spcAft>
        <a:buClr>
          <a:srgbClr val="445562"/>
        </a:buClr>
        <a:buFont typeface="Times" pitchFamily="124" charset="0"/>
        <a:buChar char="•"/>
        <a:defRPr sz="1400">
          <a:solidFill>
            <a:schemeClr val="tx1"/>
          </a:solidFill>
          <a:latin typeface="+mn-lt"/>
        </a:defRPr>
      </a:lvl7pPr>
      <a:lvl8pPr marL="3427598" indent="-228505" algn="l" rtl="0" eaLnBrk="1" fontAlgn="base" hangingPunct="1">
        <a:spcBef>
          <a:spcPct val="20000"/>
        </a:spcBef>
        <a:spcAft>
          <a:spcPct val="0"/>
        </a:spcAft>
        <a:buClr>
          <a:srgbClr val="445562"/>
        </a:buClr>
        <a:buFont typeface="Times" pitchFamily="124" charset="0"/>
        <a:buChar char="•"/>
        <a:defRPr sz="1400">
          <a:solidFill>
            <a:schemeClr val="tx1"/>
          </a:solidFill>
          <a:latin typeface="+mn-lt"/>
        </a:defRPr>
      </a:lvl8pPr>
      <a:lvl9pPr marL="3884609" indent="-228505" algn="l" rtl="0" eaLnBrk="1" fontAlgn="base" hangingPunct="1">
        <a:spcBef>
          <a:spcPct val="20000"/>
        </a:spcBef>
        <a:spcAft>
          <a:spcPct val="0"/>
        </a:spcAft>
        <a:buClr>
          <a:srgbClr val="445562"/>
        </a:buClr>
        <a:buFont typeface="Times" pitchFamily="124" charset="0"/>
        <a:buChar char="•"/>
        <a:defRPr sz="1400">
          <a:solidFill>
            <a:schemeClr val="tx1"/>
          </a:solidFill>
          <a:latin typeface="+mn-lt"/>
        </a:defRPr>
      </a:lvl9pPr>
    </p:bodyStyle>
    <p:otherStyle>
      <a:defPPr>
        <a:defRPr lang="en-US"/>
      </a:defPPr>
      <a:lvl1pPr marL="0" algn="l" defTabSz="914024" rtl="0" eaLnBrk="1" latinLnBrk="0" hangingPunct="1">
        <a:defRPr sz="1800" kern="1200">
          <a:solidFill>
            <a:schemeClr val="tx1"/>
          </a:solidFill>
          <a:latin typeface="+mn-lt"/>
          <a:ea typeface="+mn-ea"/>
          <a:cs typeface="+mn-cs"/>
        </a:defRPr>
      </a:lvl1pPr>
      <a:lvl2pPr marL="457011" algn="l" defTabSz="914024" rtl="0" eaLnBrk="1" latinLnBrk="0" hangingPunct="1">
        <a:defRPr sz="1800" kern="1200">
          <a:solidFill>
            <a:schemeClr val="tx1"/>
          </a:solidFill>
          <a:latin typeface="+mn-lt"/>
          <a:ea typeface="+mn-ea"/>
          <a:cs typeface="+mn-cs"/>
        </a:defRPr>
      </a:lvl2pPr>
      <a:lvl3pPr marL="914024" algn="l" defTabSz="914024" rtl="0" eaLnBrk="1" latinLnBrk="0" hangingPunct="1">
        <a:defRPr sz="1800" kern="1200">
          <a:solidFill>
            <a:schemeClr val="tx1"/>
          </a:solidFill>
          <a:latin typeface="+mn-lt"/>
          <a:ea typeface="+mn-ea"/>
          <a:cs typeface="+mn-cs"/>
        </a:defRPr>
      </a:lvl3pPr>
      <a:lvl4pPr marL="1371040" algn="l" defTabSz="914024" rtl="0" eaLnBrk="1" latinLnBrk="0" hangingPunct="1">
        <a:defRPr sz="1800" kern="1200">
          <a:solidFill>
            <a:schemeClr val="tx1"/>
          </a:solidFill>
          <a:latin typeface="+mn-lt"/>
          <a:ea typeface="+mn-ea"/>
          <a:cs typeface="+mn-cs"/>
        </a:defRPr>
      </a:lvl4pPr>
      <a:lvl5pPr marL="1828052" algn="l" defTabSz="914024" rtl="0" eaLnBrk="1" latinLnBrk="0" hangingPunct="1">
        <a:defRPr sz="1800" kern="1200">
          <a:solidFill>
            <a:schemeClr val="tx1"/>
          </a:solidFill>
          <a:latin typeface="+mn-lt"/>
          <a:ea typeface="+mn-ea"/>
          <a:cs typeface="+mn-cs"/>
        </a:defRPr>
      </a:lvl5pPr>
      <a:lvl6pPr marL="2285064" algn="l" defTabSz="914024" rtl="0" eaLnBrk="1" latinLnBrk="0" hangingPunct="1">
        <a:defRPr sz="1800" kern="1200">
          <a:solidFill>
            <a:schemeClr val="tx1"/>
          </a:solidFill>
          <a:latin typeface="+mn-lt"/>
          <a:ea typeface="+mn-ea"/>
          <a:cs typeface="+mn-cs"/>
        </a:defRPr>
      </a:lvl6pPr>
      <a:lvl7pPr marL="2742079" algn="l" defTabSz="914024" rtl="0" eaLnBrk="1" latinLnBrk="0" hangingPunct="1">
        <a:defRPr sz="1800" kern="1200">
          <a:solidFill>
            <a:schemeClr val="tx1"/>
          </a:solidFill>
          <a:latin typeface="+mn-lt"/>
          <a:ea typeface="+mn-ea"/>
          <a:cs typeface="+mn-cs"/>
        </a:defRPr>
      </a:lvl7pPr>
      <a:lvl8pPr marL="3199088" algn="l" defTabSz="914024" rtl="0" eaLnBrk="1" latinLnBrk="0" hangingPunct="1">
        <a:defRPr sz="1800" kern="1200">
          <a:solidFill>
            <a:schemeClr val="tx1"/>
          </a:solidFill>
          <a:latin typeface="+mn-lt"/>
          <a:ea typeface="+mn-ea"/>
          <a:cs typeface="+mn-cs"/>
        </a:defRPr>
      </a:lvl8pPr>
      <a:lvl9pPr marL="3656104" algn="l" defTabSz="91402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7/8/16</a:t>
            </a:fld>
            <a:endParaRPr lang="en-US" dirty="0"/>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defTabSz="914400" fontAlgn="auto">
              <a:spcBef>
                <a:spcPts val="0"/>
              </a:spcBef>
              <a:spcAft>
                <a:spcPts val="0"/>
              </a:spcAft>
            </a:pPr>
            <a:fld id="{BBBE28A8-4C6A-4E28-A11C-898749AD0FE4}" type="slidenum">
              <a:rPr lang="en-US" smtClean="0">
                <a:solidFill>
                  <a:srgbClr val="000000"/>
                </a:solidFill>
              </a:rPr>
              <a:pPr defTabSz="914400" fontAlgn="auto">
                <a:spcBef>
                  <a:spcPts val="0"/>
                </a:spcBef>
                <a:spcAft>
                  <a:spcPts val="0"/>
                </a:spcAft>
              </a:pPr>
              <a:t>‹#›</a:t>
            </a:fld>
            <a:endParaRPr lang="en-US" dirty="0">
              <a:solidFill>
                <a:srgbClr val="000000"/>
              </a:solidFill>
            </a:endParaRPr>
          </a:p>
        </p:txBody>
      </p:sp>
    </p:spTree>
    <p:extLst>
      <p:ext uri="{BB962C8B-B14F-4D97-AF65-F5344CB8AC3E}">
        <p14:creationId xmlns:p14="http://schemas.microsoft.com/office/powerpoint/2010/main" val="841280248"/>
      </p:ext>
    </p:extLst>
  </p:cSld>
  <p:clrMap bg1="lt1" tx1="dk1" bg2="lt2" tx2="dk2" accent1="accent1" accent2="accent2" accent3="accent3" accent4="accent4" accent5="accent5" accent6="accent6" hlink="hlink" folHlink="folHlink"/>
  <p:sldLayoutIdLst>
    <p:sldLayoutId id="2147484124" r:id="rId1"/>
    <p:sldLayoutId id="2147484125" r:id="rId2"/>
    <p:sldLayoutId id="2147484126" r:id="rId3"/>
    <p:sldLayoutId id="2147484127" r:id="rId4"/>
    <p:sldLayoutId id="2147484128" r:id="rId5"/>
    <p:sldLayoutId id="2147484129" r:id="rId6"/>
    <p:sldLayoutId id="2147484130" r:id="rId7"/>
    <p:sldLayoutId id="2147484131" r:id="rId8"/>
    <p:sldLayoutId id="2147484132" r:id="rId9"/>
    <p:sldLayoutId id="2147484133" r:id="rId10"/>
    <p:sldLayoutId id="2147484134" r:id="rId11"/>
    <p:sldLayoutId id="2147484135" r:id="rId12"/>
    <p:sldLayoutId id="2147484136" r:id="rId13"/>
    <p:sldLayoutId id="2147484137" r:id="rId14"/>
    <p:sldLayoutId id="2147484138" r:id="rId15"/>
    <p:sldLayoutId id="2147484139" r:id="rId16"/>
    <p:sldLayoutId id="2147484140"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ctrTitle"/>
          </p:nvPr>
        </p:nvSpPr>
        <p:spPr>
          <a:xfrm>
            <a:off x="457200" y="2560638"/>
            <a:ext cx="5843588" cy="1400175"/>
          </a:xfrm>
        </p:spPr>
        <p:txBody>
          <a:bodyPr>
            <a:normAutofit/>
          </a:bodyPr>
          <a:lstStyle/>
          <a:p>
            <a:pPr algn="ctr" eaLnBrk="1" hangingPunct="1"/>
            <a:r>
              <a:rPr lang="en-US" sz="4800" dirty="0" smtClean="0">
                <a:latin typeface="Apple Braille" charset="0"/>
                <a:ea typeface="Apple Braille" charset="0"/>
                <a:cs typeface="Apple Braille" charset="0"/>
              </a:rPr>
              <a:t>BA MM </a:t>
            </a:r>
            <a:r>
              <a:rPr lang="en-US" sz="4800" dirty="0" err="1" smtClean="0">
                <a:latin typeface="Apple Braille" charset="0"/>
                <a:ea typeface="Apple Braille" charset="0"/>
                <a:cs typeface="Apple Braille" charset="0"/>
              </a:rPr>
              <a:t>TEam</a:t>
            </a:r>
            <a:endParaRPr lang="en-US" sz="4400" dirty="0" smtClean="0">
              <a:latin typeface="Apple Braille" charset="0"/>
              <a:ea typeface="Apple Braille" charset="0"/>
              <a:cs typeface="Apple Braille" charset="0"/>
            </a:endParaRPr>
          </a:p>
        </p:txBody>
      </p:sp>
      <p:sp>
        <p:nvSpPr>
          <p:cNvPr id="12291" name="Subtitle 2"/>
          <p:cNvSpPr>
            <a:spLocks noGrp="1"/>
          </p:cNvSpPr>
          <p:nvPr>
            <p:ph type="subTitle" idx="1"/>
          </p:nvPr>
        </p:nvSpPr>
        <p:spPr>
          <a:xfrm>
            <a:off x="457200" y="4673313"/>
            <a:ext cx="5843588" cy="706209"/>
          </a:xfrm>
        </p:spPr>
        <p:txBody>
          <a:bodyPr/>
          <a:lstStyle/>
          <a:p>
            <a:pPr algn="ctr" eaLnBrk="1" hangingPunct="1">
              <a:lnSpc>
                <a:spcPct val="80000"/>
              </a:lnSpc>
            </a:pPr>
            <a:endParaRPr lang="en-US" sz="500" dirty="0" smtClean="0">
              <a:latin typeface="Arial" charset="0"/>
              <a:cs typeface="Arial" charset="0"/>
            </a:endParaRPr>
          </a:p>
          <a:p>
            <a:pPr algn="ctr">
              <a:lnSpc>
                <a:spcPct val="80000"/>
              </a:lnSpc>
              <a:spcBef>
                <a:spcPct val="0"/>
              </a:spcBef>
            </a:pPr>
            <a:r>
              <a:rPr lang="en-US" sz="2400" dirty="0" smtClean="0">
                <a:latin typeface="Arial" charset="0"/>
                <a:cs typeface="Arial" charset="0"/>
              </a:rPr>
              <a:t>Change Control </a:t>
            </a:r>
            <a:r>
              <a:rPr lang="en-US" sz="2400" dirty="0" smtClean="0">
                <a:latin typeface="Arial" charset="0"/>
                <a:cs typeface="Arial" charset="0"/>
              </a:rPr>
              <a:t>Process</a:t>
            </a:r>
            <a:endParaRPr lang="en-US" sz="2400"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1416269"/>
            <a:ext cx="9144000" cy="4025462"/>
          </a:xfrm>
          <a:prstGeom prst="rect">
            <a:avLst/>
          </a:prstGeom>
        </p:spPr>
      </p:pic>
    </p:spTree>
    <p:extLst>
      <p:ext uri="{BB962C8B-B14F-4D97-AF65-F5344CB8AC3E}">
        <p14:creationId xmlns:p14="http://schemas.microsoft.com/office/powerpoint/2010/main" val="1821430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447289636"/>
              </p:ext>
            </p:extLst>
          </p:nvPr>
        </p:nvGraphicFramePr>
        <p:xfrm>
          <a:off x="1151906" y="1052513"/>
          <a:ext cx="6768936" cy="3708400"/>
        </p:xfrm>
        <a:graphic>
          <a:graphicData uri="http://schemas.openxmlformats.org/drawingml/2006/table">
            <a:tbl>
              <a:tblPr firstRow="1" bandRow="1">
                <a:tableStyleId>{5C22544A-7EE6-4342-B048-85BDC9FD1C3A}</a:tableStyleId>
              </a:tblPr>
              <a:tblGrid>
                <a:gridCol w="6768936"/>
              </a:tblGrid>
              <a:tr h="370840">
                <a:tc>
                  <a:txBody>
                    <a:bodyPr/>
                    <a:lstStyle/>
                    <a:p>
                      <a:r>
                        <a:rPr lang="en-US" dirty="0" smtClean="0"/>
                        <a:t>Topics</a:t>
                      </a:r>
                      <a:endParaRPr lang="en-US" dirty="0"/>
                    </a:p>
                  </a:txBody>
                  <a:tcPr/>
                </a:tc>
              </a:tr>
              <a:tr h="370840">
                <a:tc>
                  <a:txBody>
                    <a:bodyPr/>
                    <a:lstStyle/>
                    <a:p>
                      <a:r>
                        <a:rPr lang="en-US" dirty="0" smtClean="0"/>
                        <a:t>Change</a:t>
                      </a:r>
                      <a:r>
                        <a:rPr lang="en-US" baseline="0" dirty="0" smtClean="0"/>
                        <a:t> Control Board</a:t>
                      </a:r>
                      <a:endParaRPr lang="en-US" dirty="0"/>
                    </a:p>
                  </a:txBody>
                  <a:tcPr/>
                </a:tc>
              </a:tr>
              <a:tr h="370840">
                <a:tc>
                  <a:txBody>
                    <a:bodyPr/>
                    <a:lstStyle/>
                    <a:p>
                      <a:pPr marL="0" indent="0">
                        <a:buFont typeface="Arial" pitchFamily="34" charset="0"/>
                        <a:buNone/>
                      </a:pPr>
                      <a:r>
                        <a:rPr lang="en-US" dirty="0" smtClean="0"/>
                        <a:t>	- Purpose / Guidelines</a:t>
                      </a:r>
                      <a:endParaRPr lang="en-US" dirty="0"/>
                    </a:p>
                  </a:txBody>
                  <a:tcPr/>
                </a:tc>
              </a:tr>
              <a:tr h="370840">
                <a:tc>
                  <a:txBody>
                    <a:bodyPr/>
                    <a:lstStyle/>
                    <a:p>
                      <a:r>
                        <a:rPr lang="en-US" dirty="0" smtClean="0"/>
                        <a:t>	- Members</a:t>
                      </a:r>
                      <a:endParaRPr lang="en-US" dirty="0"/>
                    </a:p>
                  </a:txBody>
                  <a:tcPr/>
                </a:tc>
              </a:tr>
              <a:tr h="370840">
                <a:tc>
                  <a:txBody>
                    <a:bodyPr/>
                    <a:lstStyle/>
                    <a:p>
                      <a:r>
                        <a:rPr lang="en-US" dirty="0" smtClean="0"/>
                        <a:t>	- Change Request Form</a:t>
                      </a:r>
                      <a:endParaRPr lang="en-US" dirty="0"/>
                    </a:p>
                  </a:txBody>
                  <a:tcPr/>
                </a:tc>
              </a:tr>
              <a:tr h="370840">
                <a:tc>
                  <a:txBody>
                    <a:bodyPr/>
                    <a:lstStyle/>
                    <a:p>
                      <a:r>
                        <a:rPr lang="en-US" dirty="0" smtClean="0"/>
                        <a:t>	- Change Request Log</a:t>
                      </a:r>
                    </a:p>
                  </a:txBody>
                  <a:tcPr/>
                </a:tc>
              </a:tr>
              <a:tr h="370840">
                <a:tc>
                  <a:txBody>
                    <a:bodyPr/>
                    <a:lstStyle/>
                    <a:p>
                      <a:r>
                        <a:rPr lang="en-US" dirty="0" smtClean="0"/>
                        <a:t>	- Change</a:t>
                      </a:r>
                      <a:r>
                        <a:rPr lang="en-US" baseline="0" dirty="0" smtClean="0"/>
                        <a:t> Request Process</a:t>
                      </a:r>
                      <a:endParaRPr lang="en-US" dirty="0"/>
                    </a:p>
                  </a:txBody>
                  <a:tcPr/>
                </a:tc>
              </a:tr>
              <a:tr h="370840">
                <a:tc>
                  <a:txBody>
                    <a:bodyPr/>
                    <a:lstStyle/>
                    <a:p>
                      <a:r>
                        <a:rPr lang="en-US" dirty="0" smtClean="0"/>
                        <a:t>Solution</a:t>
                      </a:r>
                      <a:r>
                        <a:rPr lang="en-US" baseline="0" dirty="0" smtClean="0"/>
                        <a:t> Design</a:t>
                      </a: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	- Objectives</a:t>
                      </a: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	- Members</a:t>
                      </a:r>
                    </a:p>
                  </a:txBody>
                  <a:tcPr/>
                </a:tc>
              </a:tr>
            </a:tbl>
          </a:graphicData>
        </a:graphic>
      </p:graphicFrame>
      <p:sp>
        <p:nvSpPr>
          <p:cNvPr id="4" name="Slide Number Placeholder 3"/>
          <p:cNvSpPr>
            <a:spLocks noGrp="1"/>
          </p:cNvSpPr>
          <p:nvPr>
            <p:ph type="sldNum" sz="quarter" idx="12"/>
          </p:nvPr>
        </p:nvSpPr>
        <p:spPr>
          <a:xfrm>
            <a:off x="8502650" y="6276975"/>
            <a:ext cx="641350" cy="365125"/>
          </a:xfrm>
          <a:prstGeom prst="rect">
            <a:avLst/>
          </a:prstGeom>
        </p:spPr>
        <p:txBody>
          <a:bodyPr/>
          <a:lstStyle/>
          <a:p>
            <a:pPr>
              <a:defRPr/>
            </a:pPr>
            <a:fld id="{7CF61324-115A-429D-86C8-DBBFE27C7CEE}"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a:t>
            </a:r>
            <a:endParaRPr lang="en-US" dirty="0"/>
          </a:p>
        </p:txBody>
      </p:sp>
      <p:sp>
        <p:nvSpPr>
          <p:cNvPr id="3" name="Content Placeholder 2"/>
          <p:cNvSpPr>
            <a:spLocks noGrp="1"/>
          </p:cNvSpPr>
          <p:nvPr>
            <p:ph sz="quarter" idx="13"/>
          </p:nvPr>
        </p:nvSpPr>
        <p:spPr/>
        <p:txBody>
          <a:bodyPr>
            <a:normAutofit fontScale="85000" lnSpcReduction="10000"/>
          </a:bodyPr>
          <a:lstStyle/>
          <a:p>
            <a:endParaRPr lang="en-US" dirty="0" smtClean="0"/>
          </a:p>
          <a:p>
            <a:r>
              <a:rPr lang="en-US" dirty="0" smtClean="0"/>
              <a:t>	Large programs will inevitably need to manage change during the life of the projects involved.  Unforeseen changes in timing, technology and cost  can have large impacts on projects.  If not managed properly, Programs will lose focus and never succeed. </a:t>
            </a:r>
          </a:p>
          <a:p>
            <a:endParaRPr lang="en-US" dirty="0"/>
          </a:p>
          <a:p>
            <a:r>
              <a:rPr lang="en-US" dirty="0" smtClean="0"/>
              <a:t>	The Change Control Board (CCB) is a group responsible for making decisions to accept or reject proposed changes to the Program or Project in regards to Scope, Timeline or Budget.</a:t>
            </a:r>
          </a:p>
        </p:txBody>
      </p:sp>
      <p:sp>
        <p:nvSpPr>
          <p:cNvPr id="4" name="Slide Number Placeholder 3"/>
          <p:cNvSpPr>
            <a:spLocks noGrp="1"/>
          </p:cNvSpPr>
          <p:nvPr>
            <p:ph type="sldNum" sz="quarter" idx="12"/>
          </p:nvPr>
        </p:nvSpPr>
        <p:spPr>
          <a:xfrm>
            <a:off x="8502650" y="6276975"/>
            <a:ext cx="641350" cy="365125"/>
          </a:xfrm>
          <a:prstGeom prst="rect">
            <a:avLst/>
          </a:prstGeom>
        </p:spPr>
        <p:txBody>
          <a:bodyPr/>
          <a:lstStyle/>
          <a:p>
            <a:pPr>
              <a:defRPr/>
            </a:pPr>
            <a:fld id="{7CF61324-115A-429D-86C8-DBBFE27C7CEE}"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Guidelines</a:t>
            </a:r>
            <a:endParaRPr lang="en-US" dirty="0"/>
          </a:p>
        </p:txBody>
      </p:sp>
      <p:sp>
        <p:nvSpPr>
          <p:cNvPr id="3" name="Content Placeholder 2"/>
          <p:cNvSpPr>
            <a:spLocks noGrp="1"/>
          </p:cNvSpPr>
          <p:nvPr>
            <p:ph sz="quarter" idx="13"/>
          </p:nvPr>
        </p:nvSpPr>
        <p:spPr>
          <a:xfrm>
            <a:off x="457200" y="1815548"/>
            <a:ext cx="8366166" cy="4310615"/>
          </a:xfrm>
        </p:spPr>
        <p:txBody>
          <a:bodyPr>
            <a:normAutofit fontScale="70000" lnSpcReduction="20000"/>
          </a:bodyPr>
          <a:lstStyle/>
          <a:p>
            <a:pPr>
              <a:buFont typeface="Arial" pitchFamily="34" charset="0"/>
              <a:buChar char="•"/>
            </a:pPr>
            <a:r>
              <a:rPr lang="en-US" sz="1800" dirty="0" smtClean="0"/>
              <a:t>There will be a single Change Control Process and CCB for  the Enterprise Roadmap program and all underlying projects.</a:t>
            </a:r>
          </a:p>
          <a:p>
            <a:pPr>
              <a:buFont typeface="Arial" pitchFamily="34" charset="0"/>
              <a:buChar char="•"/>
            </a:pPr>
            <a:r>
              <a:rPr lang="en-US" sz="1800" dirty="0" smtClean="0"/>
              <a:t>If a change request is brought by a UL employee not on the extended program team, then the proposed changes is recommended to be evaluated by Geo/BU-representative program team member prior to formal submission.</a:t>
            </a:r>
          </a:p>
          <a:p>
            <a:pPr lvl="2">
              <a:buFont typeface="Arial" pitchFamily="34" charset="0"/>
              <a:buChar char="•"/>
            </a:pPr>
            <a:r>
              <a:rPr lang="en-US" sz="1400" dirty="0" smtClean="0"/>
              <a:t>The Geo/BU-representative will submit the Change Request on behalf of the change requestor.</a:t>
            </a:r>
          </a:p>
          <a:p>
            <a:pPr>
              <a:buFont typeface="Arial" pitchFamily="34" charset="0"/>
              <a:buChar char="•"/>
            </a:pPr>
            <a:r>
              <a:rPr lang="en-US" sz="1800" dirty="0" smtClean="0"/>
              <a:t>A </a:t>
            </a:r>
            <a:r>
              <a:rPr lang="en-US" sz="1800" dirty="0"/>
              <a:t>Change Control Form is required to be completed for any requested change.  The form documents the change requested and outlines the overall benefits gained.</a:t>
            </a:r>
          </a:p>
          <a:p>
            <a:pPr>
              <a:buFont typeface="Arial" pitchFamily="34" charset="0"/>
              <a:buChar char="•"/>
            </a:pPr>
            <a:r>
              <a:rPr lang="en-US" sz="1800" dirty="0"/>
              <a:t>Impact assessments are required to be completed prior to the CCB reviewing an individual change.</a:t>
            </a:r>
          </a:p>
          <a:p>
            <a:pPr>
              <a:buFont typeface="Arial" pitchFamily="34" charset="0"/>
              <a:buChar char="•"/>
            </a:pPr>
            <a:r>
              <a:rPr lang="en-US" sz="1800" dirty="0" smtClean="0"/>
              <a:t>The CCB is comprised of the two in a box Project Leads, Solution Architect, Project Controller and members of the PMO.</a:t>
            </a:r>
          </a:p>
          <a:p>
            <a:pPr>
              <a:buFont typeface="Arial" pitchFamily="34" charset="0"/>
              <a:buChar char="•"/>
            </a:pPr>
            <a:r>
              <a:rPr lang="en-US" sz="1800" dirty="0"/>
              <a:t>The board meets as needed to review proposed changes to any part of the overall Enterprise Roadmap Program</a:t>
            </a:r>
            <a:r>
              <a:rPr lang="en-US" sz="1800" dirty="0" smtClean="0"/>
              <a:t>.</a:t>
            </a:r>
          </a:p>
          <a:p>
            <a:pPr>
              <a:buFont typeface="Arial" pitchFamily="34" charset="0"/>
              <a:buChar char="•"/>
            </a:pPr>
            <a:r>
              <a:rPr lang="en-US" sz="1800" dirty="0" smtClean="0"/>
              <a:t>The CCB has overall authority to Accept, Defer, or Reject proposed changes.</a:t>
            </a:r>
          </a:p>
          <a:p>
            <a:pPr>
              <a:buFont typeface="Arial" pitchFamily="34" charset="0"/>
              <a:buChar char="•"/>
            </a:pPr>
            <a:r>
              <a:rPr lang="en-US" sz="1800" dirty="0" smtClean="0"/>
              <a:t>Requested escalations based on CCB decisions will be handled by the PMO and Program Leadership, engaging the Steering Committee as required.</a:t>
            </a:r>
          </a:p>
          <a:p>
            <a:pPr>
              <a:buFont typeface="Arial" pitchFamily="34" charset="0"/>
              <a:buChar char="•"/>
            </a:pPr>
            <a:endParaRPr lang="en-US" sz="1800" dirty="0"/>
          </a:p>
        </p:txBody>
      </p:sp>
      <p:sp>
        <p:nvSpPr>
          <p:cNvPr id="4" name="Slide Number Placeholder 3"/>
          <p:cNvSpPr>
            <a:spLocks noGrp="1"/>
          </p:cNvSpPr>
          <p:nvPr>
            <p:ph type="sldNum" sz="quarter" idx="12"/>
          </p:nvPr>
        </p:nvSpPr>
        <p:spPr>
          <a:xfrm>
            <a:off x="8502650" y="6276975"/>
            <a:ext cx="641350" cy="365125"/>
          </a:xfrm>
          <a:prstGeom prst="rect">
            <a:avLst/>
          </a:prstGeom>
        </p:spPr>
        <p:txBody>
          <a:bodyPr/>
          <a:lstStyle/>
          <a:p>
            <a:pPr>
              <a:defRPr/>
            </a:pPr>
            <a:fld id="{7CF61324-115A-429D-86C8-DBBFE27C7CEE}" type="slidenum">
              <a:rPr lang="en-US" smtClean="0"/>
              <a:pPr>
                <a:defRPr/>
              </a:pPr>
              <a:t>5</a:t>
            </a:fld>
            <a:endParaRPr lang="en-US" dirty="0"/>
          </a:p>
        </p:txBody>
      </p:sp>
    </p:spTree>
    <p:extLst>
      <p:ext uri="{BB962C8B-B14F-4D97-AF65-F5344CB8AC3E}">
        <p14:creationId xmlns:p14="http://schemas.microsoft.com/office/powerpoint/2010/main" val="3629148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Request Log</a:t>
            </a:r>
            <a:endParaRPr lang="en-US" dirty="0"/>
          </a:p>
        </p:txBody>
      </p:sp>
      <p:sp>
        <p:nvSpPr>
          <p:cNvPr id="3" name="Content Placeholder 2"/>
          <p:cNvSpPr>
            <a:spLocks noGrp="1"/>
          </p:cNvSpPr>
          <p:nvPr>
            <p:ph sz="quarter" idx="13"/>
          </p:nvPr>
        </p:nvSpPr>
        <p:spPr>
          <a:xfrm>
            <a:off x="443948" y="2016427"/>
            <a:ext cx="8544296" cy="2265746"/>
          </a:xfrm>
        </p:spPr>
        <p:txBody>
          <a:bodyPr>
            <a:normAutofit fontScale="92500" lnSpcReduction="10000"/>
          </a:bodyPr>
          <a:lstStyle/>
          <a:p>
            <a:pPr>
              <a:buFont typeface="Arial" pitchFamily="34" charset="0"/>
              <a:buChar char="•"/>
            </a:pPr>
            <a:r>
              <a:rPr lang="en-US" dirty="0" smtClean="0"/>
              <a:t>All Requests for Change are to be documented in the Change Request Log</a:t>
            </a:r>
          </a:p>
          <a:p>
            <a:pPr>
              <a:buFont typeface="Arial" pitchFamily="34" charset="0"/>
              <a:buChar char="•"/>
            </a:pPr>
            <a:r>
              <a:rPr lang="en-US" dirty="0" smtClean="0"/>
              <a:t>The log includes information on when the change request was received, who submitted the request, Outcome (Accepted/Deferred/Rejected), decision date, etc.</a:t>
            </a:r>
          </a:p>
          <a:p>
            <a:pPr>
              <a:buFont typeface="Arial" pitchFamily="34" charset="0"/>
              <a:buChar char="•"/>
            </a:pPr>
            <a:r>
              <a:rPr lang="en-US" dirty="0" smtClean="0"/>
              <a:t>The Change Request Log is available on </a:t>
            </a:r>
            <a:r>
              <a:rPr lang="en-US" dirty="0" err="1" smtClean="0"/>
              <a:t>SlACK</a:t>
            </a:r>
            <a:r>
              <a:rPr lang="en-US" dirty="0" smtClean="0"/>
              <a:t> (for now)</a:t>
            </a:r>
            <a:endParaRPr lang="en-US" dirty="0" smtClean="0"/>
          </a:p>
          <a:p>
            <a:pPr marL="0" indent="0"/>
            <a:endParaRPr lang="en-US" dirty="0"/>
          </a:p>
        </p:txBody>
      </p:sp>
      <p:sp>
        <p:nvSpPr>
          <p:cNvPr id="4" name="Slide Number Placeholder 3"/>
          <p:cNvSpPr>
            <a:spLocks noGrp="1"/>
          </p:cNvSpPr>
          <p:nvPr>
            <p:ph type="sldNum" sz="quarter" idx="12"/>
          </p:nvPr>
        </p:nvSpPr>
        <p:spPr>
          <a:xfrm>
            <a:off x="8502650" y="6276975"/>
            <a:ext cx="641350" cy="365125"/>
          </a:xfrm>
          <a:prstGeom prst="rect">
            <a:avLst/>
          </a:prstGeom>
        </p:spPr>
        <p:txBody>
          <a:bodyPr/>
          <a:lstStyle/>
          <a:p>
            <a:pPr>
              <a:defRPr/>
            </a:pPr>
            <a:fld id="{7CF61324-115A-429D-86C8-DBBFE27C7CEE}" type="slidenum">
              <a:rPr lang="en-US" smtClean="0"/>
              <a:pPr>
                <a:defRPr/>
              </a:pPr>
              <a:t>6</a:t>
            </a:fld>
            <a:endParaRPr lang="en-US" dirty="0"/>
          </a:p>
        </p:txBody>
      </p:sp>
    </p:spTree>
    <p:extLst>
      <p:ext uri="{BB962C8B-B14F-4D97-AF65-F5344CB8AC3E}">
        <p14:creationId xmlns:p14="http://schemas.microsoft.com/office/powerpoint/2010/main" val="2422394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Request Process</a:t>
            </a:r>
            <a:endParaRPr lang="en-US" dirty="0"/>
          </a:p>
        </p:txBody>
      </p:sp>
      <p:sp>
        <p:nvSpPr>
          <p:cNvPr id="4" name="Slide Number Placeholder 3"/>
          <p:cNvSpPr>
            <a:spLocks noGrp="1"/>
          </p:cNvSpPr>
          <p:nvPr>
            <p:ph type="sldNum" sz="quarter" idx="12"/>
          </p:nvPr>
        </p:nvSpPr>
        <p:spPr>
          <a:xfrm>
            <a:off x="8502650" y="6276975"/>
            <a:ext cx="641350" cy="365125"/>
          </a:xfrm>
          <a:prstGeom prst="rect">
            <a:avLst/>
          </a:prstGeom>
        </p:spPr>
        <p:txBody>
          <a:bodyPr/>
          <a:lstStyle/>
          <a:p>
            <a:pPr>
              <a:defRPr/>
            </a:pPr>
            <a:fld id="{7CF61324-115A-429D-86C8-DBBFE27C7CEE}" type="slidenum">
              <a:rPr lang="en-US" smtClean="0"/>
              <a:pPr>
                <a:defRPr/>
              </a:pPr>
              <a:t>7</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51" y="1174377"/>
            <a:ext cx="8910010" cy="409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925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Design Authority Objectives</a:t>
            </a:r>
            <a:endParaRPr lang="en-US" dirty="0"/>
          </a:p>
        </p:txBody>
      </p:sp>
      <p:sp>
        <p:nvSpPr>
          <p:cNvPr id="3" name="Content Placeholder 2"/>
          <p:cNvSpPr>
            <a:spLocks noGrp="1"/>
          </p:cNvSpPr>
          <p:nvPr>
            <p:ph idx="1"/>
          </p:nvPr>
        </p:nvSpPr>
        <p:spPr>
          <a:xfrm>
            <a:off x="457200" y="1143000"/>
            <a:ext cx="8229600" cy="4983163"/>
          </a:xfrm>
        </p:spPr>
        <p:txBody>
          <a:bodyPr/>
          <a:lstStyle/>
          <a:p>
            <a:pPr lvl="0">
              <a:buFont typeface="Arial" pitchFamily="34" charset="0"/>
              <a:buChar char="•"/>
            </a:pPr>
            <a:r>
              <a:rPr lang="en-US" sz="1800" dirty="0"/>
              <a:t>Serve as </a:t>
            </a:r>
            <a:r>
              <a:rPr lang="en-US" sz="1800" dirty="0" smtClean="0"/>
              <a:t>process, application, and technology </a:t>
            </a:r>
            <a:r>
              <a:rPr lang="en-US" sz="1800" dirty="0"/>
              <a:t>experts, providing guidance with respect to best practices </a:t>
            </a:r>
            <a:r>
              <a:rPr lang="en-US" sz="1800" dirty="0" smtClean="0"/>
              <a:t>and standards that are applicable to </a:t>
            </a:r>
            <a:r>
              <a:rPr lang="en-US" sz="1800" dirty="0"/>
              <a:t>the program.</a:t>
            </a:r>
          </a:p>
          <a:p>
            <a:pPr>
              <a:buFont typeface="Arial" pitchFamily="34" charset="0"/>
              <a:buChar char="•"/>
            </a:pPr>
            <a:endParaRPr lang="en-US" sz="1800" dirty="0" smtClean="0"/>
          </a:p>
          <a:p>
            <a:pPr lvl="0">
              <a:buFont typeface="Arial" pitchFamily="34" charset="0"/>
              <a:buChar char="•"/>
            </a:pPr>
            <a:r>
              <a:rPr lang="en-US" sz="1800" dirty="0"/>
              <a:t>Evaluate implications to the implementation scope based on submitted change requests</a:t>
            </a:r>
            <a:r>
              <a:rPr lang="en-US" sz="1800" dirty="0" smtClean="0"/>
              <a:t>.</a:t>
            </a:r>
          </a:p>
          <a:p>
            <a:pPr>
              <a:buFont typeface="Arial" pitchFamily="34" charset="0"/>
              <a:buChar char="•"/>
            </a:pPr>
            <a:endParaRPr lang="en-US" sz="1800" dirty="0" smtClean="0"/>
          </a:p>
          <a:p>
            <a:pPr>
              <a:buFont typeface="Arial" pitchFamily="34" charset="0"/>
              <a:buChar char="•"/>
            </a:pPr>
            <a:r>
              <a:rPr lang="en-US" sz="1800" dirty="0" smtClean="0"/>
              <a:t>Support </a:t>
            </a:r>
            <a:r>
              <a:rPr lang="en-US" sz="1800" dirty="0"/>
              <a:t>the impact analysis of change requests by establishing the to-be solution for potential enablement through processes, applications, and </a:t>
            </a:r>
            <a:r>
              <a:rPr lang="en-US" sz="1800" dirty="0" smtClean="0"/>
              <a:t>technology.</a:t>
            </a:r>
          </a:p>
          <a:p>
            <a:pPr>
              <a:buFont typeface="Arial" pitchFamily="34" charset="0"/>
              <a:buChar char="•"/>
            </a:pPr>
            <a:endParaRPr lang="en-US" sz="1800" dirty="0"/>
          </a:p>
          <a:p>
            <a:pPr>
              <a:buFont typeface="Arial" pitchFamily="34" charset="0"/>
              <a:buChar char="•"/>
            </a:pPr>
            <a:r>
              <a:rPr lang="en-US" sz="1800" dirty="0" smtClean="0"/>
              <a:t>Decisions required for process, information or technology changes are provided by the Global Business Council.</a:t>
            </a:r>
            <a:endParaRPr lang="en-US" sz="1800" dirty="0"/>
          </a:p>
          <a:p>
            <a:pPr lvl="0">
              <a:buFont typeface="Arial" pitchFamily="34" charset="0"/>
              <a:buChar char="•"/>
            </a:pPr>
            <a:endParaRPr lang="en-US" sz="1800" dirty="0" smtClean="0"/>
          </a:p>
        </p:txBody>
      </p:sp>
    </p:spTree>
    <p:extLst>
      <p:ext uri="{BB962C8B-B14F-4D97-AF65-F5344CB8AC3E}">
        <p14:creationId xmlns:p14="http://schemas.microsoft.com/office/powerpoint/2010/main" val="2751795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Design Authority - Members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78991052"/>
              </p:ext>
            </p:extLst>
          </p:nvPr>
        </p:nvGraphicFramePr>
        <p:xfrm>
          <a:off x="457200" y="1052513"/>
          <a:ext cx="8249639" cy="3718560"/>
        </p:xfrm>
        <a:graphic>
          <a:graphicData uri="http://schemas.openxmlformats.org/drawingml/2006/table">
            <a:tbl>
              <a:tblPr firstRow="1" bandRow="1">
                <a:tableStyleId>{5C22544A-7EE6-4342-B048-85BDC9FD1C3A}</a:tableStyleId>
              </a:tblPr>
              <a:tblGrid>
                <a:gridCol w="2447114"/>
                <a:gridCol w="2447114"/>
                <a:gridCol w="2188624"/>
                <a:gridCol w="314794"/>
                <a:gridCol w="269823"/>
                <a:gridCol w="254833"/>
                <a:gridCol w="327337"/>
              </a:tblGrid>
              <a:tr h="370840">
                <a:tc>
                  <a:txBody>
                    <a:bodyPr/>
                    <a:lstStyle/>
                    <a:p>
                      <a:r>
                        <a:rPr lang="en-US" sz="1600" dirty="0" smtClean="0"/>
                        <a:t>Role</a:t>
                      </a:r>
                      <a:endParaRPr lang="en-US" sz="1600" dirty="0"/>
                    </a:p>
                  </a:txBody>
                  <a:tcPr/>
                </a:tc>
                <a:tc>
                  <a:txBody>
                    <a:bodyPr/>
                    <a:lstStyle/>
                    <a:p>
                      <a:r>
                        <a:rPr lang="en-US" sz="1600" dirty="0" smtClean="0"/>
                        <a:t>UL Member</a:t>
                      </a:r>
                      <a:endParaRPr lang="en-US" sz="1600" dirty="0"/>
                    </a:p>
                  </a:txBody>
                  <a:tcPr/>
                </a:tc>
                <a:tc>
                  <a:txBody>
                    <a:bodyPr/>
                    <a:lstStyle/>
                    <a:p>
                      <a:r>
                        <a:rPr lang="en-US" sz="1600" dirty="0" smtClean="0"/>
                        <a:t>Infosys Member</a:t>
                      </a:r>
                      <a:endParaRPr lang="en-US" sz="1600" dirty="0"/>
                    </a:p>
                  </a:txBody>
                  <a:tcPr/>
                </a:tc>
                <a:tc>
                  <a:txBody>
                    <a:bodyPr/>
                    <a:lstStyle/>
                    <a:p>
                      <a:r>
                        <a:rPr lang="en-US" sz="1600" dirty="0" smtClean="0"/>
                        <a:t>R</a:t>
                      </a:r>
                      <a:endParaRPr lang="en-US" sz="1600" dirty="0"/>
                    </a:p>
                  </a:txBody>
                  <a:tcPr/>
                </a:tc>
                <a:tc>
                  <a:txBody>
                    <a:bodyPr/>
                    <a:lstStyle/>
                    <a:p>
                      <a:r>
                        <a:rPr lang="en-US" sz="1600" dirty="0" smtClean="0"/>
                        <a:t>A</a:t>
                      </a:r>
                      <a:endParaRPr lang="en-US" sz="1600" dirty="0"/>
                    </a:p>
                  </a:txBody>
                  <a:tcPr/>
                </a:tc>
                <a:tc>
                  <a:txBody>
                    <a:bodyPr/>
                    <a:lstStyle/>
                    <a:p>
                      <a:r>
                        <a:rPr lang="en-US" sz="1600" dirty="0" smtClean="0"/>
                        <a:t>C</a:t>
                      </a:r>
                      <a:endParaRPr lang="en-US" sz="1600" dirty="0"/>
                    </a:p>
                  </a:txBody>
                  <a:tcPr/>
                </a:tc>
                <a:tc>
                  <a:txBody>
                    <a:bodyPr/>
                    <a:lstStyle/>
                    <a:p>
                      <a:r>
                        <a:rPr lang="en-US" sz="1600" dirty="0" smtClean="0"/>
                        <a:t>I</a:t>
                      </a:r>
                      <a:endParaRPr lang="en-US" sz="1600" dirty="0"/>
                    </a:p>
                  </a:txBody>
                  <a:tcPr/>
                </a:tc>
              </a:tr>
              <a:tr h="322320">
                <a:tc>
                  <a:txBody>
                    <a:bodyPr/>
                    <a:lstStyle/>
                    <a:p>
                      <a:r>
                        <a:rPr lang="en-US" sz="1600" dirty="0" smtClean="0"/>
                        <a:t>Architecture Lead</a:t>
                      </a:r>
                    </a:p>
                  </a:txBody>
                  <a:tcPr/>
                </a:tc>
                <a:tc>
                  <a:txBody>
                    <a:bodyPr/>
                    <a:lstStyle/>
                    <a:p>
                      <a:r>
                        <a:rPr lang="en-US" sz="1600" dirty="0" smtClean="0"/>
                        <a:t>Dan Lichter</a:t>
                      </a:r>
                      <a:endParaRPr lang="en-US" sz="1600" dirty="0"/>
                    </a:p>
                  </a:txBody>
                  <a:tcPr/>
                </a:tc>
                <a:tc>
                  <a:txBody>
                    <a:bodyPr/>
                    <a:lstStyle/>
                    <a:p>
                      <a:r>
                        <a:rPr lang="en-US" sz="1600" dirty="0" smtClean="0"/>
                        <a:t>Neeraj</a:t>
                      </a:r>
                      <a:r>
                        <a:rPr lang="en-US" sz="1600" baseline="0" dirty="0" smtClean="0"/>
                        <a:t> Mahajan</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rgbClr val="000000"/>
                          </a:solidFill>
                        </a:rPr>
                        <a:t>X</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solidFill>
                            <a:srgbClr val="000000"/>
                          </a:solidFill>
                        </a:rPr>
                        <a:t>X</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600" dirty="0" smtClean="0">
                        <a:solidFill>
                          <a:srgbClr val="000000"/>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600" dirty="0" smtClean="0">
                        <a:solidFill>
                          <a:srgbClr val="000000"/>
                        </a:solidFill>
                      </a:endParaRPr>
                    </a:p>
                  </a:txBody>
                  <a:tcPr/>
                </a:tc>
              </a:tr>
              <a:tr h="370840">
                <a:tc>
                  <a:txBody>
                    <a:bodyPr/>
                    <a:lstStyle/>
                    <a:p>
                      <a:r>
                        <a:rPr lang="en-US" sz="1600" dirty="0" smtClean="0"/>
                        <a:t>Technology Lead</a:t>
                      </a:r>
                    </a:p>
                  </a:txBody>
                  <a:tcPr/>
                </a:tc>
                <a:tc>
                  <a:txBody>
                    <a:bodyPr/>
                    <a:lstStyle/>
                    <a:p>
                      <a:r>
                        <a:rPr lang="en-US" sz="1600" dirty="0" smtClean="0"/>
                        <a:t>Scott Osterman</a:t>
                      </a:r>
                      <a:endParaRPr lang="en-US" sz="1600" dirty="0"/>
                    </a:p>
                  </a:txBody>
                  <a:tcPr/>
                </a:tc>
                <a:tc>
                  <a:txBody>
                    <a:bodyPr/>
                    <a:lstStyle/>
                    <a:p>
                      <a:r>
                        <a:rPr lang="en-US" sz="1600" dirty="0" smtClean="0"/>
                        <a:t>Rob</a:t>
                      </a:r>
                      <a:r>
                        <a:rPr lang="en-US" sz="1600" baseline="0" dirty="0" smtClean="0"/>
                        <a:t> Pierson</a:t>
                      </a:r>
                      <a:endParaRPr lang="en-US" sz="1600" dirty="0"/>
                    </a:p>
                  </a:txBody>
                  <a:tcPr/>
                </a:tc>
                <a:tc>
                  <a:txBody>
                    <a:bodyPr/>
                    <a:lstStyle/>
                    <a:p>
                      <a:r>
                        <a:rPr lang="en-US" sz="1600" dirty="0" smtClean="0"/>
                        <a:t>X</a:t>
                      </a:r>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r>
                        <a:rPr lang="en-US" sz="1600" dirty="0" smtClean="0"/>
                        <a:t>Technology</a:t>
                      </a:r>
                      <a:r>
                        <a:rPr lang="en-US" sz="1600" baseline="0" dirty="0" smtClean="0"/>
                        <a:t> Module Leads</a:t>
                      </a:r>
                      <a:endParaRPr lang="en-US" sz="1600" dirty="0"/>
                    </a:p>
                  </a:txBody>
                  <a:tcPr/>
                </a:tc>
                <a:tc>
                  <a:txBody>
                    <a:bodyPr/>
                    <a:lstStyle/>
                    <a:p>
                      <a:r>
                        <a:rPr lang="en-US" sz="1600" dirty="0" smtClean="0"/>
                        <a:t>TBD</a:t>
                      </a:r>
                      <a:endParaRPr lang="en-US" sz="1600" dirty="0"/>
                    </a:p>
                  </a:txBody>
                  <a:tcPr/>
                </a:tc>
                <a:tc>
                  <a:txBody>
                    <a:bodyPr/>
                    <a:lstStyle/>
                    <a:p>
                      <a:r>
                        <a:rPr lang="en-US" sz="1600" dirty="0" smtClean="0"/>
                        <a:t>TBD</a:t>
                      </a:r>
                      <a:endParaRPr lang="en-US" sz="1600" dirty="0"/>
                    </a:p>
                  </a:txBody>
                  <a:tcPr/>
                </a:tc>
                <a:tc>
                  <a:txBody>
                    <a:bodyPr/>
                    <a:lstStyle/>
                    <a:p>
                      <a:r>
                        <a:rPr lang="en-US" sz="1600" dirty="0" smtClean="0"/>
                        <a:t>X</a:t>
                      </a:r>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r>
                        <a:rPr lang="en-US" sz="1600" dirty="0" smtClean="0"/>
                        <a:t>Business Process Leads</a:t>
                      </a:r>
                      <a:endParaRPr lang="en-US" sz="1600" dirty="0"/>
                    </a:p>
                  </a:txBody>
                  <a:tcPr/>
                </a:tc>
                <a:tc>
                  <a:txBody>
                    <a:bodyPr/>
                    <a:lstStyle/>
                    <a:p>
                      <a:r>
                        <a:rPr lang="en-US" sz="1600" dirty="0" smtClean="0"/>
                        <a:t>TBD</a:t>
                      </a:r>
                      <a:endParaRPr lang="en-US" sz="1600" dirty="0"/>
                    </a:p>
                  </a:txBody>
                  <a:tcPr/>
                </a:tc>
                <a:tc>
                  <a:txBody>
                    <a:bodyPr/>
                    <a:lstStyle/>
                    <a:p>
                      <a:r>
                        <a:rPr lang="en-US" sz="1600" dirty="0" smtClean="0"/>
                        <a:t>TBD</a:t>
                      </a:r>
                      <a:endParaRPr lang="en-US" sz="1600" dirty="0"/>
                    </a:p>
                  </a:txBody>
                  <a:tcPr/>
                </a:tc>
                <a:tc>
                  <a:txBody>
                    <a:bodyPr/>
                    <a:lstStyle/>
                    <a:p>
                      <a:r>
                        <a:rPr lang="en-US" sz="1600" dirty="0" smtClean="0"/>
                        <a:t>X</a:t>
                      </a:r>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r>
                        <a:rPr lang="en-US" sz="1600" dirty="0" smtClean="0"/>
                        <a:t>Business Process Analysts</a:t>
                      </a:r>
                      <a:endParaRPr lang="en-US" sz="1600" dirty="0"/>
                    </a:p>
                  </a:txBody>
                  <a:tcPr/>
                </a:tc>
                <a:tc>
                  <a:txBody>
                    <a:bodyPr/>
                    <a:lstStyle/>
                    <a:p>
                      <a:r>
                        <a:rPr lang="en-US" sz="1600" dirty="0" smtClean="0"/>
                        <a:t>TBD</a:t>
                      </a:r>
                      <a:endParaRPr lang="en-US" sz="1600" dirty="0"/>
                    </a:p>
                  </a:txBody>
                  <a:tcPr/>
                </a:tc>
                <a:tc>
                  <a:txBody>
                    <a:bodyPr/>
                    <a:lstStyle/>
                    <a:p>
                      <a:r>
                        <a:rPr lang="en-US" sz="1600" dirty="0" smtClean="0"/>
                        <a:t>TBD</a:t>
                      </a:r>
                      <a:endParaRPr lang="en-US" sz="1600" dirty="0"/>
                    </a:p>
                  </a:txBody>
                  <a:tcPr/>
                </a:tc>
                <a:tc>
                  <a:txBody>
                    <a:bodyPr/>
                    <a:lstStyle/>
                    <a:p>
                      <a:endParaRPr lang="en-US" sz="1600" dirty="0" smtClean="0"/>
                    </a:p>
                  </a:txBody>
                  <a:tcPr/>
                </a:tc>
                <a:tc>
                  <a:txBody>
                    <a:bodyPr/>
                    <a:lstStyle/>
                    <a:p>
                      <a:endParaRPr lang="en-US" sz="1600" dirty="0" smtClean="0"/>
                    </a:p>
                  </a:txBody>
                  <a:tcPr/>
                </a:tc>
                <a:tc>
                  <a:txBody>
                    <a:bodyPr/>
                    <a:lstStyle/>
                    <a:p>
                      <a:r>
                        <a:rPr lang="en-US" sz="1600" dirty="0" smtClean="0"/>
                        <a:t>X</a:t>
                      </a:r>
                    </a:p>
                  </a:txBody>
                  <a:tcPr/>
                </a:tc>
                <a:tc>
                  <a:txBody>
                    <a:bodyPr/>
                    <a:lstStyle/>
                    <a:p>
                      <a:endParaRPr lang="en-US" sz="1600" dirty="0" smtClean="0"/>
                    </a:p>
                  </a:txBody>
                  <a:tcPr/>
                </a:tc>
              </a:tr>
              <a:tr h="370840">
                <a:tc>
                  <a:txBody>
                    <a:bodyPr/>
                    <a:lstStyle/>
                    <a:p>
                      <a:r>
                        <a:rPr lang="en-US" sz="1600" dirty="0" smtClean="0"/>
                        <a:t>Q2C Director</a:t>
                      </a:r>
                      <a:endParaRPr lang="en-US" sz="1600" dirty="0"/>
                    </a:p>
                  </a:txBody>
                  <a:tcPr/>
                </a:tc>
                <a:tc>
                  <a:txBody>
                    <a:bodyPr/>
                    <a:lstStyle/>
                    <a:p>
                      <a:r>
                        <a:rPr lang="en-US" sz="1600" dirty="0" smtClean="0"/>
                        <a:t>Mike Rubin</a:t>
                      </a:r>
                      <a:endParaRPr lang="en-US" sz="1600" dirty="0"/>
                    </a:p>
                  </a:txBody>
                  <a:tcPr/>
                </a:tc>
                <a:tc>
                  <a:txBody>
                    <a:bodyPr/>
                    <a:lstStyle/>
                    <a:p>
                      <a:r>
                        <a:rPr lang="en-US" sz="1600" dirty="0" smtClean="0"/>
                        <a:t>Kenneth Barry</a:t>
                      </a:r>
                      <a:endParaRPr lang="en-US" sz="1600" dirty="0"/>
                    </a:p>
                  </a:txBody>
                  <a:tcPr/>
                </a:tc>
                <a:tc>
                  <a:txBody>
                    <a:bodyPr/>
                    <a:lstStyle/>
                    <a:p>
                      <a:endParaRPr lang="en-US" sz="1600" dirty="0" smtClean="0"/>
                    </a:p>
                  </a:txBody>
                  <a:tcPr/>
                </a:tc>
                <a:tc>
                  <a:txBody>
                    <a:bodyPr/>
                    <a:lstStyle/>
                    <a:p>
                      <a:endParaRPr lang="en-US" sz="1600" dirty="0" smtClean="0"/>
                    </a:p>
                  </a:txBody>
                  <a:tcPr/>
                </a:tc>
                <a:tc>
                  <a:txBody>
                    <a:bodyPr/>
                    <a:lstStyle/>
                    <a:p>
                      <a:r>
                        <a:rPr lang="en-US" sz="1600" dirty="0" smtClean="0"/>
                        <a:t>X</a:t>
                      </a:r>
                    </a:p>
                  </a:txBody>
                  <a:tcPr/>
                </a:tc>
                <a:tc>
                  <a:txBody>
                    <a:bodyPr/>
                    <a:lstStyle/>
                    <a:p>
                      <a:endParaRPr lang="en-US" sz="1600" dirty="0" smtClean="0"/>
                    </a:p>
                  </a:txBody>
                  <a:tcPr/>
                </a:tc>
              </a:tr>
              <a:tr h="370840">
                <a:tc>
                  <a:txBody>
                    <a:bodyPr/>
                    <a:lstStyle/>
                    <a:p>
                      <a:r>
                        <a:rPr lang="en-US" sz="1600" dirty="0" smtClean="0"/>
                        <a:t>Fulfillment</a:t>
                      </a:r>
                      <a:r>
                        <a:rPr lang="en-US" sz="1600" baseline="0" dirty="0" smtClean="0"/>
                        <a:t> Director</a:t>
                      </a:r>
                      <a:endParaRPr lang="en-US" sz="1600" dirty="0"/>
                    </a:p>
                  </a:txBody>
                  <a:tcPr/>
                </a:tc>
                <a:tc>
                  <a:txBody>
                    <a:bodyPr/>
                    <a:lstStyle/>
                    <a:p>
                      <a:r>
                        <a:rPr lang="en-US" sz="1600" baseline="0" dirty="0" smtClean="0"/>
                        <a:t>Rich Martin</a:t>
                      </a:r>
                      <a:endParaRPr lang="en-US" sz="1600" dirty="0"/>
                    </a:p>
                  </a:txBody>
                  <a:tcPr/>
                </a:tc>
                <a:tc>
                  <a:txBody>
                    <a:bodyPr/>
                    <a:lstStyle/>
                    <a:p>
                      <a:r>
                        <a:rPr lang="en-US" sz="1600" dirty="0" smtClean="0"/>
                        <a:t>Vivek </a:t>
                      </a:r>
                      <a:r>
                        <a:rPr lang="en-US" sz="1600" dirty="0" err="1" smtClean="0"/>
                        <a:t>Vivek</a:t>
                      </a:r>
                      <a:endParaRPr lang="en-US" sz="1600" dirty="0"/>
                    </a:p>
                  </a:txBody>
                  <a:tcPr/>
                </a:tc>
                <a:tc>
                  <a:txBody>
                    <a:bodyPr/>
                    <a:lstStyle/>
                    <a:p>
                      <a:endParaRPr lang="en-US" sz="1600" dirty="0" smtClean="0"/>
                    </a:p>
                  </a:txBody>
                  <a:tcPr/>
                </a:tc>
                <a:tc>
                  <a:txBody>
                    <a:bodyPr/>
                    <a:lstStyle/>
                    <a:p>
                      <a:endParaRPr lang="en-US" sz="1600" dirty="0" smtClean="0"/>
                    </a:p>
                  </a:txBody>
                  <a:tcPr/>
                </a:tc>
                <a:tc>
                  <a:txBody>
                    <a:bodyPr/>
                    <a:lstStyle/>
                    <a:p>
                      <a:r>
                        <a:rPr lang="en-US" sz="1600" dirty="0" smtClean="0"/>
                        <a:t>X</a:t>
                      </a:r>
                    </a:p>
                  </a:txBody>
                  <a:tcPr/>
                </a:tc>
                <a:tc>
                  <a:txBody>
                    <a:bodyPr/>
                    <a:lstStyle/>
                    <a:p>
                      <a:endParaRPr lang="en-US" sz="1600" dirty="0" smtClean="0"/>
                    </a:p>
                  </a:txBody>
                  <a:tcPr/>
                </a:tc>
              </a:tr>
              <a:tr h="370840">
                <a:tc>
                  <a:txBody>
                    <a:bodyPr/>
                    <a:lstStyle/>
                    <a:p>
                      <a:r>
                        <a:rPr lang="en-US" sz="1600" dirty="0" smtClean="0"/>
                        <a:t>Information Director</a:t>
                      </a:r>
                    </a:p>
                  </a:txBody>
                  <a:tcPr/>
                </a:tc>
                <a:tc>
                  <a:txBody>
                    <a:bodyPr/>
                    <a:lstStyle/>
                    <a:p>
                      <a:r>
                        <a:rPr lang="en-US" sz="1600" dirty="0" smtClean="0"/>
                        <a:t>Surekha</a:t>
                      </a:r>
                      <a:r>
                        <a:rPr lang="en-US" sz="1600" baseline="0" dirty="0" smtClean="0"/>
                        <a:t> Durvasula</a:t>
                      </a:r>
                      <a:endParaRPr lang="en-US" sz="1600" dirty="0"/>
                    </a:p>
                  </a:txBody>
                  <a:tcPr/>
                </a:tc>
                <a:tc>
                  <a:txBody>
                    <a:bodyPr/>
                    <a:lstStyle/>
                    <a:p>
                      <a:r>
                        <a:rPr lang="en-US" sz="1600" dirty="0" smtClean="0"/>
                        <a:t>Mike Rice</a:t>
                      </a:r>
                      <a:endParaRPr lang="en-US" sz="1600" dirty="0"/>
                    </a:p>
                  </a:txBody>
                  <a:tcPr/>
                </a:tc>
                <a:tc>
                  <a:txBody>
                    <a:bodyPr/>
                    <a:lstStyle/>
                    <a:p>
                      <a:endParaRPr lang="en-US" sz="1600" dirty="0" smtClean="0"/>
                    </a:p>
                  </a:txBody>
                  <a:tcPr/>
                </a:tc>
                <a:tc>
                  <a:txBody>
                    <a:bodyPr/>
                    <a:lstStyle/>
                    <a:p>
                      <a:endParaRPr lang="en-US" sz="1600" dirty="0" smtClean="0"/>
                    </a:p>
                  </a:txBody>
                  <a:tcPr/>
                </a:tc>
                <a:tc>
                  <a:txBody>
                    <a:bodyPr/>
                    <a:lstStyle/>
                    <a:p>
                      <a:r>
                        <a:rPr lang="en-US" sz="1600" dirty="0" smtClean="0"/>
                        <a:t>X</a:t>
                      </a:r>
                    </a:p>
                  </a:txBody>
                  <a:tcPr/>
                </a:tc>
                <a:tc>
                  <a:txBody>
                    <a:bodyPr/>
                    <a:lstStyle/>
                    <a:p>
                      <a:endParaRPr lang="en-US" sz="1600" dirty="0" smtClean="0"/>
                    </a:p>
                  </a:txBody>
                  <a:tcPr/>
                </a:tc>
              </a:tr>
            </a:tbl>
          </a:graphicData>
        </a:graphic>
      </p:graphicFrame>
      <p:sp>
        <p:nvSpPr>
          <p:cNvPr id="4" name="Slide Number Placeholder 3"/>
          <p:cNvSpPr>
            <a:spLocks noGrp="1"/>
          </p:cNvSpPr>
          <p:nvPr>
            <p:ph type="sldNum" sz="quarter" idx="10"/>
          </p:nvPr>
        </p:nvSpPr>
        <p:spPr/>
        <p:txBody>
          <a:bodyPr/>
          <a:lstStyle/>
          <a:p>
            <a:pPr>
              <a:defRPr/>
            </a:pPr>
            <a:fld id="{7CF61324-115A-429D-86C8-DBBFE27C7CEE}"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4024364983"/>
      </p:ext>
    </p:extLst>
  </p:cSld>
  <p:clrMapOvr>
    <a:masterClrMapping/>
  </p:clrMapOvr>
  <p:timing>
    <p:tnLst>
      <p:par>
        <p:cTn id="1" dur="indefinite" restart="never" nodeType="tmRoot"/>
      </p:par>
    </p:tnLst>
  </p:timing>
</p:sld>
</file>

<file path=ppt/theme/theme1.xml><?xml version="1.0" encoding="utf-8"?>
<a:theme xmlns:a="http://schemas.openxmlformats.org/drawingml/2006/main" name="UL Basic 122010">
  <a:themeElements>
    <a:clrScheme name="Custom 4">
      <a:dk1>
        <a:srgbClr val="000000"/>
      </a:dk1>
      <a:lt1>
        <a:sysClr val="window" lastClr="FFFFFF"/>
      </a:lt1>
      <a:dk2>
        <a:srgbClr val="C20632"/>
      </a:dk2>
      <a:lt2>
        <a:srgbClr val="D1C7B6"/>
      </a:lt2>
      <a:accent1>
        <a:srgbClr val="C70932"/>
      </a:accent1>
      <a:accent2>
        <a:srgbClr val="F58517"/>
      </a:accent2>
      <a:accent3>
        <a:srgbClr val="93C94B"/>
      </a:accent3>
      <a:accent4>
        <a:srgbClr val="3E9E33"/>
      </a:accent4>
      <a:accent5>
        <a:srgbClr val="54A4A0"/>
      </a:accent5>
      <a:accent6>
        <a:srgbClr val="0C6E7A"/>
      </a:accent6>
      <a:hlink>
        <a:srgbClr val="C30034"/>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err="1" smtClean="0">
            <a:latin typeface="Arial" pitchFamily="34" charset="0"/>
            <a:cs typeface="Arial" pitchFamily="34" charset="0"/>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1_ULTemplate">
  <a:themeElements>
    <a:clrScheme name="Custom 4">
      <a:dk1>
        <a:srgbClr val="000000"/>
      </a:dk1>
      <a:lt1>
        <a:sysClr val="window" lastClr="FFFFFF"/>
      </a:lt1>
      <a:dk2>
        <a:srgbClr val="C20632"/>
      </a:dk2>
      <a:lt2>
        <a:srgbClr val="D1C7B6"/>
      </a:lt2>
      <a:accent1>
        <a:srgbClr val="C70932"/>
      </a:accent1>
      <a:accent2>
        <a:srgbClr val="F58517"/>
      </a:accent2>
      <a:accent3>
        <a:srgbClr val="93C94B"/>
      </a:accent3>
      <a:accent4>
        <a:srgbClr val="3E9E33"/>
      </a:accent4>
      <a:accent5>
        <a:srgbClr val="54A4A0"/>
      </a:accent5>
      <a:accent6>
        <a:srgbClr val="0C6E7A"/>
      </a:accent6>
      <a:hlink>
        <a:srgbClr val="C30034"/>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err="1" smtClean="0">
            <a:latin typeface="Arial" pitchFamily="34" charset="0"/>
            <a:cs typeface="Arial" pitchFamily="34" charset="0"/>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latin typeface="Arial" pitchFamily="34" charset="0"/>
            <a:cs typeface="Arial" pitchFamily="34" charset="0"/>
          </a:defRPr>
        </a:defPPr>
      </a:lstStyle>
    </a:txDef>
  </a:objectDefaults>
  <a:extraClrSchemeLst/>
</a:theme>
</file>

<file path=ppt/theme/theme3.xml><?xml version="1.0" encoding="utf-8"?>
<a:theme xmlns:a="http://schemas.openxmlformats.org/drawingml/2006/main" name="TVE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VISIA-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bg1"/>
            </a:solidFill>
            <a:effectLst/>
            <a:latin typeface="Arial" charset="0"/>
          </a:defRPr>
        </a:defPPr>
      </a:lstStyle>
    </a:lnDef>
  </a:objectDefaults>
  <a:extraClrSchemeLst>
    <a:extraClrScheme>
      <a:clrScheme name="NVISIA-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VISIA-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VISIA-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VISIA-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VISIA-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VISIA-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VISIA-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VISIA-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VISIA-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VISIA-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VISIA-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VISIA-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8EEDC7A2EB8844B2744F85B2985F04" ma:contentTypeVersion="1" ma:contentTypeDescription="Create a new document." ma:contentTypeScope="" ma:versionID="00abe43efc2cc132c089bc91dd3b3c99">
  <xsd:schema xmlns:xsd="http://www.w3.org/2001/XMLSchema" xmlns:xs="http://www.w3.org/2001/XMLSchema" xmlns:p="http://schemas.microsoft.com/office/2006/metadata/properties" xmlns:ns2="83441b69-88ea-42ad-8103-6d1945f8b566" targetNamespace="http://schemas.microsoft.com/office/2006/metadata/properties" ma:root="true" ma:fieldsID="36264575679730bdf2088af95352466d" ns2:_="">
    <xsd:import namespace="83441b69-88ea-42ad-8103-6d1945f8b566"/>
    <xsd:element name="properties">
      <xsd:complexType>
        <xsd:sequence>
          <xsd:element name="documentManagement">
            <xsd:complexType>
              <xsd:all>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441b69-88ea-42ad-8103-6d1945f8b566" elementFormDefault="qualified">
    <xsd:import namespace="http://schemas.microsoft.com/office/2006/documentManagement/types"/>
    <xsd:import namespace="http://schemas.microsoft.com/office/infopath/2007/PartnerControls"/>
    <xsd:element name="Comments" ma:index="8" nillable="true" ma:displayName="Comments" ma:internalName="Comments">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omments xmlns="83441b69-88ea-42ad-8103-6d1945f8b566" xsi:nil="true"/>
  </documentManagement>
</p:properties>
</file>

<file path=customXml/itemProps1.xml><?xml version="1.0" encoding="utf-8"?>
<ds:datastoreItem xmlns:ds="http://schemas.openxmlformats.org/officeDocument/2006/customXml" ds:itemID="{6FD6A776-9C02-4C9C-9DA7-E4CEE513657F}">
  <ds:schemaRefs>
    <ds:schemaRef ds:uri="http://schemas.microsoft.com/sharepoint/v3/contenttype/forms"/>
  </ds:schemaRefs>
</ds:datastoreItem>
</file>

<file path=customXml/itemProps2.xml><?xml version="1.0" encoding="utf-8"?>
<ds:datastoreItem xmlns:ds="http://schemas.openxmlformats.org/officeDocument/2006/customXml" ds:itemID="{CDE198FB-564F-49BB-B5D0-C116DB8660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441b69-88ea-42ad-8103-6d1945f8b5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26876B-C4C8-4E91-B9B2-D5322E889924}">
  <ds:schemaRefs>
    <ds:schemaRef ds:uri="http://schemas.microsoft.com/office/2006/metadata/properties"/>
    <ds:schemaRef ds:uri="http://schemas.microsoft.com/office/infopath/2007/PartnerControls"/>
    <ds:schemaRef ds:uri="83441b69-88ea-42ad-8103-6d1945f8b566"/>
  </ds:schemaRefs>
</ds:datastoreItem>
</file>

<file path=docProps/app.xml><?xml version="1.0" encoding="utf-8"?>
<Properties xmlns="http://schemas.openxmlformats.org/officeDocument/2006/extended-properties" xmlns:vt="http://schemas.openxmlformats.org/officeDocument/2006/docPropsVTypes">
  <Template/>
  <TotalTime>13155</TotalTime>
  <Words>422</Words>
  <Application>Microsoft Macintosh PowerPoint</Application>
  <PresentationFormat>On-screen Show (4:3)</PresentationFormat>
  <Paragraphs>89</Paragraphs>
  <Slides>9</Slides>
  <Notes>0</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9</vt:i4>
      </vt:variant>
    </vt:vector>
  </HeadingPairs>
  <TitlesOfParts>
    <vt:vector size="22" baseType="lpstr">
      <vt:lpstr>Apple Braille</vt:lpstr>
      <vt:lpstr>Arial Unicode MS</vt:lpstr>
      <vt:lpstr>Geneva</vt:lpstr>
      <vt:lpstr>Helvetica</vt:lpstr>
      <vt:lpstr>ＭＳ Ｐゴシック</vt:lpstr>
      <vt:lpstr>Times</vt:lpstr>
      <vt:lpstr>Tw Cen MT</vt:lpstr>
      <vt:lpstr>Wingdings</vt:lpstr>
      <vt:lpstr>Arial</vt:lpstr>
      <vt:lpstr>UL Basic 122010</vt:lpstr>
      <vt:lpstr>1_ULTemplate</vt:lpstr>
      <vt:lpstr>TVEG</vt:lpstr>
      <vt:lpstr>Droplet</vt:lpstr>
      <vt:lpstr>BA MM TEam</vt:lpstr>
      <vt:lpstr>PowerPoint Presentation</vt:lpstr>
      <vt:lpstr>Contents</vt:lpstr>
      <vt:lpstr>Purpose</vt:lpstr>
      <vt:lpstr>Guidelines</vt:lpstr>
      <vt:lpstr>Change Request Log</vt:lpstr>
      <vt:lpstr>Change Request Process</vt:lpstr>
      <vt:lpstr>Solution Design Authority Objectives</vt:lpstr>
      <vt:lpstr>Solution Design Authority - Members</vt:lpstr>
    </vt:vector>
  </TitlesOfParts>
  <Manager/>
  <Company/>
  <LinksUpToDate>false</LinksUpToDate>
  <SharedDoc>false</SharedDoc>
  <HyperlinkBase/>
  <HyperlinksChanged>false</HyperlinksChanged>
  <AppVersion>15.0023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Helvetica bold 30 pts two lines</dc:title>
  <dc:subject/>
  <dc:creator>Jeffrey Wallk</dc:creator>
  <cp:keywords/>
  <dc:description/>
  <cp:lastModifiedBy>Jeffrey Wallk</cp:lastModifiedBy>
  <cp:revision>287</cp:revision>
  <dcterms:created xsi:type="dcterms:W3CDTF">2010-12-21T03:48:07Z</dcterms:created>
  <dcterms:modified xsi:type="dcterms:W3CDTF">2016-07-11T19:00:36Z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0x0101009B8EEDC7A2EB8844B2744F85B2985F04</vt:lpwstr>
  </property>
</Properties>
</file>