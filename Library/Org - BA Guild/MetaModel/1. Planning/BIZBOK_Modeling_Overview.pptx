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189" autoAdjust="0"/>
  </p:normalViewPr>
  <p:slideViewPr>
    <p:cSldViewPr snapToGrid="0" snapToObjects="1">
      <p:cViewPr varScale="1">
        <p:scale>
          <a:sx n="84" d="100"/>
          <a:sy n="84" d="100"/>
        </p:scale>
        <p:origin x="-112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5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8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4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4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6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2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4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9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0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7BB3-DDA3-EE48-BE1E-B56952BE93E3}" type="datetimeFigureOut">
              <a:rPr lang="en-US" smtClean="0"/>
              <a:t>9/9/14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0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476625" y="2667000"/>
            <a:ext cx="1739900" cy="8255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BA</a:t>
            </a: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Meta Model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53740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SEM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14195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SBVR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693285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BPM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74650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BMM</a:t>
            </a:r>
            <a:endParaRPr lang="en-US" dirty="0"/>
          </a:p>
        </p:txBody>
      </p:sp>
      <p:cxnSp>
        <p:nvCxnSpPr>
          <p:cNvPr id="10" name="Straight Connector 9"/>
          <p:cNvCxnSpPr>
            <a:stCxn id="4" idx="0"/>
            <a:endCxn id="7" idx="2"/>
          </p:cNvCxnSpPr>
          <p:nvPr/>
        </p:nvCxnSpPr>
        <p:spPr>
          <a:xfrm flipV="1">
            <a:off x="4346575" y="1256316"/>
            <a:ext cx="986790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0"/>
            <a:endCxn id="5" idx="2"/>
          </p:cNvCxnSpPr>
          <p:nvPr/>
        </p:nvCxnSpPr>
        <p:spPr>
          <a:xfrm flipH="1" flipV="1">
            <a:off x="3893820" y="1256316"/>
            <a:ext cx="452755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0"/>
            <a:endCxn id="6" idx="2"/>
          </p:cNvCxnSpPr>
          <p:nvPr/>
        </p:nvCxnSpPr>
        <p:spPr>
          <a:xfrm flipH="1" flipV="1">
            <a:off x="2454275" y="1256316"/>
            <a:ext cx="1892300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" idx="0"/>
            <a:endCxn id="8" idx="2"/>
          </p:cNvCxnSpPr>
          <p:nvPr/>
        </p:nvCxnSpPr>
        <p:spPr>
          <a:xfrm flipH="1" flipV="1">
            <a:off x="1014730" y="1256316"/>
            <a:ext cx="3331845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nip Single Corner Rectangle 19"/>
          <p:cNvSpPr/>
          <p:nvPr/>
        </p:nvSpPr>
        <p:spPr>
          <a:xfrm>
            <a:off x="6308280" y="2006600"/>
            <a:ext cx="1689100" cy="5080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(Model Alignment)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Snip Single Corner Rectangle 24"/>
          <p:cNvSpPr/>
          <p:nvPr/>
        </p:nvSpPr>
        <p:spPr>
          <a:xfrm>
            <a:off x="1028700" y="2006600"/>
            <a:ext cx="1663700" cy="5080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(Model Alignment)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89300" y="4140200"/>
            <a:ext cx="2089150" cy="6731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262626"/>
                </a:solidFill>
              </a:rPr>
              <a:t>Vendors</a:t>
            </a:r>
          </a:p>
          <a:p>
            <a:pPr algn="ctr"/>
            <a:r>
              <a:rPr lang="en-US" b="1" dirty="0" smtClean="0">
                <a:solidFill>
                  <a:srgbClr val="262626"/>
                </a:solidFill>
              </a:rPr>
              <a:t>(Modeling Tools)</a:t>
            </a:r>
            <a:endParaRPr lang="en-US" b="1" dirty="0">
              <a:solidFill>
                <a:srgbClr val="262626"/>
              </a:solidFill>
            </a:endParaRPr>
          </a:p>
        </p:txBody>
      </p:sp>
      <p:sp>
        <p:nvSpPr>
          <p:cNvPr id="27" name="Down Arrow 26"/>
          <p:cNvSpPr/>
          <p:nvPr/>
        </p:nvSpPr>
        <p:spPr>
          <a:xfrm>
            <a:off x="4133850" y="3632200"/>
            <a:ext cx="425450" cy="4318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546100" y="5499100"/>
            <a:ext cx="8166099" cy="11303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 smtClean="0"/>
              <a:t>Business Architecture Practitioners</a:t>
            </a:r>
            <a:endParaRPr lang="en-US" dirty="0"/>
          </a:p>
        </p:txBody>
      </p:sp>
      <p:sp>
        <p:nvSpPr>
          <p:cNvPr id="29" name="Down Arrow 28"/>
          <p:cNvSpPr/>
          <p:nvPr/>
        </p:nvSpPr>
        <p:spPr>
          <a:xfrm>
            <a:off x="4133849" y="4927600"/>
            <a:ext cx="425450" cy="43180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nip Single Corner Rectangle 33"/>
          <p:cNvSpPr/>
          <p:nvPr/>
        </p:nvSpPr>
        <p:spPr>
          <a:xfrm>
            <a:off x="6896100" y="5664200"/>
            <a:ext cx="1549400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(Gov’t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Snip Single Corner Rectangle 35"/>
          <p:cNvSpPr/>
          <p:nvPr/>
        </p:nvSpPr>
        <p:spPr>
          <a:xfrm>
            <a:off x="4864100" y="5664200"/>
            <a:ext cx="1901825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(Business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Snip Single Corner Rectangle 36"/>
          <p:cNvSpPr/>
          <p:nvPr/>
        </p:nvSpPr>
        <p:spPr>
          <a:xfrm>
            <a:off x="2844800" y="5664200"/>
            <a:ext cx="1901825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(Value Chain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Snip Single Corner Rectangle 37"/>
          <p:cNvSpPr/>
          <p:nvPr/>
        </p:nvSpPr>
        <p:spPr>
          <a:xfrm>
            <a:off x="794808" y="5664200"/>
            <a:ext cx="1901825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(Institution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65926" y="3327400"/>
            <a:ext cx="2301874" cy="113030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NOTE:   All items in blue are part of the BIZBOK</a:t>
            </a:r>
          </a:p>
          <a:p>
            <a:pPr algn="ctr"/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 are used to illustrate relationships </a:t>
            </a:r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between models &amp; </a:t>
            </a:r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provide relevancy for practitioners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32830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CMMN</a:t>
            </a:r>
            <a:endParaRPr lang="en-US" dirty="0"/>
          </a:p>
        </p:txBody>
      </p:sp>
      <p:cxnSp>
        <p:nvCxnSpPr>
          <p:cNvPr id="40" name="Straight Connector 39"/>
          <p:cNvCxnSpPr>
            <a:stCxn id="4" idx="0"/>
            <a:endCxn id="39" idx="2"/>
          </p:cNvCxnSpPr>
          <p:nvPr/>
        </p:nvCxnSpPr>
        <p:spPr>
          <a:xfrm flipV="1">
            <a:off x="4346575" y="1256316"/>
            <a:ext cx="2426335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572375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VDML</a:t>
            </a:r>
            <a:endParaRPr lang="en-US" dirty="0"/>
          </a:p>
        </p:txBody>
      </p:sp>
      <p:cxnSp>
        <p:nvCxnSpPr>
          <p:cNvPr id="42" name="Straight Connector 41"/>
          <p:cNvCxnSpPr>
            <a:stCxn id="4" idx="0"/>
          </p:cNvCxnSpPr>
          <p:nvPr/>
        </p:nvCxnSpPr>
        <p:spPr>
          <a:xfrm flipV="1">
            <a:off x="4346575" y="1256316"/>
            <a:ext cx="3878867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604260" y="2714400"/>
            <a:ext cx="1484630" cy="13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38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72</Words>
  <Application>Microsoft Macintosh PowerPoint</Application>
  <PresentationFormat>On-screen Show (4:3)</PresentationFormat>
  <Paragraphs>26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wallk</dc:creator>
  <cp:lastModifiedBy>jeffrey wallk</cp:lastModifiedBy>
  <cp:revision>7</cp:revision>
  <dcterms:created xsi:type="dcterms:W3CDTF">2014-09-08T23:24:41Z</dcterms:created>
  <dcterms:modified xsi:type="dcterms:W3CDTF">2014-09-09T20:24:52Z</dcterms:modified>
</cp:coreProperties>
</file>